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191b71930e04ac8" /><Relationship Type="http://schemas.openxmlformats.org/officeDocument/2006/relationships/extended-properties" Target="/docProps/app.xml" Id="Rc06cd9f6ec10468a" /><Relationship Type="http://schemas.openxmlformats.org/officeDocument/2006/relationships/officeDocument" Target="/ppt/presentation.xml" Id="R340cdd434fdf4e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b49dbfb13b24bc5"/>
  </p:sldMasterIdLst>
  <p:notesMasterIdLst>
    <p:notesMasterId xmlns:r="http://schemas.openxmlformats.org/officeDocument/2006/relationships" r:id="R0205172b6b8e469b"/>
  </p:notesMasterIdLst>
  <p:sldIdLst>
    <p:sldId xmlns:r="http://schemas.openxmlformats.org/officeDocument/2006/relationships" id="256" r:id="R2129a7434cb546f2"/>
  </p:sldIdLst>
  <p:sldSz cx="8115300" cy="76009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8a77b682e5647ff" /><Relationship Type="http://schemas.openxmlformats.org/officeDocument/2006/relationships/slideMaster" Target="/ppt/slideMasters/slideMaster1.xml" Id="R5b49dbfb13b24bc5" /><Relationship Type="http://schemas.openxmlformats.org/officeDocument/2006/relationships/notesMaster" Target="/ppt/notesMasters/notesMaster1.xml" Id="R0205172b6b8e469b" /><Relationship Type="http://schemas.openxmlformats.org/officeDocument/2006/relationships/presProps" Target="/ppt/presProps.xml" Id="R243c27a26f4a499d" /><Relationship Type="http://schemas.openxmlformats.org/officeDocument/2006/relationships/tableStyles" Target="/ppt/tableStyles.xml" Id="R123725d640914d32" /><Relationship Type="http://schemas.openxmlformats.org/officeDocument/2006/relationships/slide" Target="/ppt/slides/slide1.xml" Id="R2129a7434cb546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873f9b88d0f43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0b74eded56a446d" /><Relationship Type="http://schemas.openxmlformats.org/officeDocument/2006/relationships/notesMaster" Target="/ppt/notesMasters/notesMaster1.xml" Id="Re954f43e6ab8477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"PARTNR: A Benchmark for Planning and Reasoning in Embodied Multi-Agent Tasks",</a:t>
            </a:r>
          </a:p>
          <a:p xmlns:a="http://schemas.openxmlformats.org/drawingml/2006/main">
            <a:r>
              <a:t>  "paper_url": "https://arxiv.org/abs/2411.00081v1",</a:t>
            </a:r>
          </a:p>
          <a:p xmlns:a="http://schemas.openxmlformats.org/drawingml/2006/main">
            <a:r>
              <a:t>  "figure": "Figure 5",</a:t>
            </a:r>
          </a:p>
          <a:p xmlns:a="http://schemas.openxmlformats.org/drawingml/2006/main">
            <a:r>
              <a:t>  "license": "http://arxiv.org/licenses/nonexclusive-distrib/1.0/; private user-requested adaptation, no public redistribution authorization.",</a:t>
            </a:r>
          </a:p>
          <a:p xmlns:a="http://schemas.openxmlformats.org/drawingml/2006/main">
            <a:r>
              <a:t>  "notes": "Source-native figure paths and typeable labels reconstructed from the inspected original PDF; source photo/icon details remain separate raster subassets. Independent target-application QA pending. Original source image transparency and reviewed rectangular clips retained; CMYK photos converted to RGB. World Graph gradient reconstructed as70 native colored strips with rounded outer contours; its label remains live text.",</a:t>
            </a:r>
          </a:p>
          <a:p xmlns:a="http://schemas.openxmlformats.org/drawingml/2006/main">
            <a:r>
              <a:t>  "page": 7,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"source_sha256": "7da62f6f2b031d78908d6f063d44b6eaeb491bb31d03536218f6ee61dd300efd",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258,</a:t>
            </a:r>
          </a:p>
          <a:p xmlns:a="http://schemas.openxmlformats.org/drawingml/2006/main">
            <a:r>
              <a:t>    381,</a:t>
            </a:r>
          </a:p>
          <a:p xmlns:a="http://schemas.openxmlformats.org/drawingml/2006/main">
            <a:r>
              <a:t>    542,</a:t>
            </a:r>
          </a:p>
          <a:p xmlns:a="http://schemas.openxmlformats.org/drawingml/2006/main">
            <a:r>
              <a:t>    647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"extraction_review": "pending; native geometry extraction is not visual fidelity approval",</a:t>
            </a:r>
          </a:p>
          <a:p xmlns:a="http://schemas.openxmlformats.org/drawingml/2006/main">
            <a:r>
              <a:t>  "font_substitutions": "Arial or Courier New; source fonts recorded per text object",</a:t>
            </a:r>
          </a:p>
          <a:p xmlns:a="http://schemas.openxmlformats.org/drawingml/2006/main">
            <a:r>
              <a:t>  "extraction_warnings": [</a:t>
            </a:r>
          </a:p>
          <a:p xmlns:a="http://schemas.openxmlformats.org/drawingml/2006/main">
            <a:r>
              <a:t>    "9 source clipping groups intersect crop; extracted paths require explicit clipping review",</a:t>
            </a:r>
          </a:p>
          <a:p xmlns:a="http://schemas.openxmlformats.org/drawingml/2006/main">
            <a:r>
              <a:t>    "path crosses crop boundary: 16",</a:t>
            </a:r>
          </a:p>
          <a:p xmlns:a="http://schemas.openxmlformats.org/drawingml/2006/main">
            <a:r>
              <a:t>    "path crosses crop boundary: 61",</a:t>
            </a:r>
          </a:p>
          <a:p xmlns:a="http://schemas.openxmlformats.org/drawingml/2006/main">
            <a:r>
              <a:t>    "path crosses crop boundary: 74",</a:t>
            </a:r>
          </a:p>
          <a:p xmlns:a="http://schemas.openxmlformats.org/drawingml/2006/main">
            <a:r>
              <a:t>    "path crosses crop boundary: 77"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"ignored_invisible_text_spans": 0,</a:t>
            </a:r>
          </a:p>
          <a:p xmlns:a="http://schemas.openxmlformats.org/drawingml/2006/main">
            <a:r>
              <a:t>  "original_extraction_warnings": [</a:t>
            </a:r>
          </a:p>
          <a:p xmlns:a="http://schemas.openxmlformats.org/drawingml/2006/main">
            <a:r>
              <a:t>    "9 source clipping groups intersect crop; extracted paths require explicit clipping review",</a:t>
            </a:r>
          </a:p>
          <a:p xmlns:a="http://schemas.openxmlformats.org/drawingml/2006/main">
            <a:r>
              <a:t>    "path crosses crop boundary: 16",</a:t>
            </a:r>
          </a:p>
          <a:p xmlns:a="http://schemas.openxmlformats.org/drawingml/2006/main">
            <a:r>
              <a:t>    "path crosses crop boundary: 61",</a:t>
            </a:r>
          </a:p>
          <a:p xmlns:a="http://schemas.openxmlformats.org/drawingml/2006/main">
            <a:r>
              <a:t>    "path crosses crop boundary: 74",</a:t>
            </a:r>
          </a:p>
          <a:p xmlns:a="http://schemas.openxmlformats.org/drawingml/2006/main">
            <a:r>
              <a:t>    "path crosses crop boundary: 77",</a:t>
            </a:r>
          </a:p>
          <a:p xmlns:a="http://schemas.openxmlformats.org/drawingml/2006/main">
            <a:r>
              <a:t>    "unhandled image/shading at seq 36: [381.4630432128906, 409.9186096191406, 417.6460266113281, 446.9493103027344]; requires reviewed raster region",</a:t>
            </a:r>
          </a:p>
          <a:p xmlns:a="http://schemas.openxmlformats.org/drawingml/2006/main">
            <a:r>
              <a:t>    "unhandled image/shading at seq 94: [290.2120056152344, 598.2156372070312, 333.9737854003906, 641.9774169921875]; requires reviewed raster region",</a:t>
            </a:r>
          </a:p>
          <a:p xmlns:a="http://schemas.openxmlformats.org/drawingml/2006/main">
            <a:r>
              <a:t>    "unhandled image/shading at seq 96: [471.666748046875, 594.0494995117188, 522.2464599609375, 644.6292114257812]; requires reviewed raster region"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"manual_image_review": "All displayed source images handled explicitly using isolated alpha assets and reviewed clips; source versus generated preview inspected."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68487a6fbd437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d328ec32fc464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ec3adf9b21403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fe3e82040440f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05f6e0c6174c2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9cdb592a50452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86ABF05-2050-45B4-9FC1-F4661C5476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1530" y="2871470"/>
            <a:ext cx="6492240" cy="10979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9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324299E-0EA1-4C2A-8724-FC3F5EE3E90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217295" y="4180523"/>
            <a:ext cx="5680710" cy="84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3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9A792D2-DBD9-46DF-A74B-6FC89CFC01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1530" y="3167063"/>
            <a:ext cx="649224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79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776C787-192F-4F14-9D67-96A0402DB5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6486" y="591185"/>
            <a:ext cx="7202329" cy="929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9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27B0145-D847-4CDD-A9B8-07925AB4014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6486" y="2111375"/>
            <a:ext cx="7202329" cy="4729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4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52162" indent="-152162">
              <a:lnSpc>
                <a:spcPct val="110000"/>
              </a:lnSpc>
              <a:spcBef>
                <a:spcPts val="0"/>
              </a:spcBef>
              <a:spcAft>
                <a:spcPts val="799"/>
              </a:spcAft>
              <a:buChar char="•"/>
            </a:lvl1pPr>
            <a:lvl2pPr marL="355044" indent="-152162">
              <a:lnSpc>
                <a:spcPct val="110000"/>
              </a:lnSpc>
              <a:spcBef>
                <a:spcPts val="0"/>
              </a:spcBef>
              <a:spcAft>
                <a:spcPts val="799"/>
              </a:spcAft>
              <a:buChar char="•"/>
            </a:lvl2pPr>
            <a:lvl3pPr marL="557927" indent="-152162">
              <a:lnSpc>
                <a:spcPct val="110000"/>
              </a:lnSpc>
              <a:spcBef>
                <a:spcPts val="0"/>
              </a:spcBef>
              <a:spcAft>
                <a:spcPts val="799"/>
              </a:spcAft>
              <a:buChar char="•"/>
            </a:lvl3pPr>
            <a:lvl4pPr marL="760809" indent="-152162">
              <a:lnSpc>
                <a:spcPct val="110000"/>
              </a:lnSpc>
              <a:spcBef>
                <a:spcPts val="0"/>
              </a:spcBef>
              <a:spcAft>
                <a:spcPts val="799"/>
              </a:spcAft>
              <a:buChar char="•"/>
            </a:lvl4pPr>
            <a:lvl5pPr marL="963692" indent="-152162">
              <a:lnSpc>
                <a:spcPct val="110000"/>
              </a:lnSpc>
              <a:spcBef>
                <a:spcPts val="0"/>
              </a:spcBef>
              <a:spcAft>
                <a:spcPts val="799"/>
              </a:spcAft>
              <a:buChar char="•"/>
            </a:lvl5pPr>
            <a:lvl6pPr marL="1166574" indent="-152162">
              <a:lnSpc>
                <a:spcPct val="110000"/>
              </a:lnSpc>
              <a:spcBef>
                <a:spcPts val="0"/>
              </a:spcBef>
              <a:spcAft>
                <a:spcPts val="799"/>
              </a:spcAft>
              <a:buChar char="•"/>
            </a:lvl6pPr>
            <a:lvl7pPr marL="1369457" indent="-152162">
              <a:lnSpc>
                <a:spcPct val="110000"/>
              </a:lnSpc>
              <a:spcBef>
                <a:spcPts val="0"/>
              </a:spcBef>
              <a:spcAft>
                <a:spcPts val="799"/>
              </a:spcAft>
              <a:buChar char="•"/>
            </a:lvl7pPr>
            <a:lvl8pPr marL="1572339" indent="-152162">
              <a:lnSpc>
                <a:spcPct val="110000"/>
              </a:lnSpc>
              <a:spcBef>
                <a:spcPts val="0"/>
              </a:spcBef>
              <a:spcAft>
                <a:spcPts val="799"/>
              </a:spcAft>
              <a:buChar char="•"/>
            </a:lvl8pPr>
            <a:lvl9pPr marL="1775222" indent="-152162">
              <a:lnSpc>
                <a:spcPct val="110000"/>
              </a:lnSpc>
              <a:spcBef>
                <a:spcPts val="0"/>
              </a:spcBef>
              <a:spcAft>
                <a:spcPts val="799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2A609BF-4A2C-4E98-8500-BCFA550FD3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6486" y="591185"/>
            <a:ext cx="7202329" cy="929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9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20DA777-1332-4F59-A26C-2E2DC45832C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6486" y="2111375"/>
            <a:ext cx="3347561" cy="4729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3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52162" indent="-152162">
              <a:lnSpc>
                <a:spcPct val="110000"/>
              </a:lnSpc>
              <a:spcBef>
                <a:spcPts val="0"/>
              </a:spcBef>
              <a:spcAft>
                <a:spcPts val="799"/>
              </a:spcAft>
              <a:buChar char="•"/>
            </a:lvl1pPr>
            <a:lvl2pPr marL="355044" indent="-152162">
              <a:lnSpc>
                <a:spcPct val="110000"/>
              </a:lnSpc>
              <a:spcBef>
                <a:spcPts val="0"/>
              </a:spcBef>
              <a:spcAft>
                <a:spcPts val="799"/>
              </a:spcAft>
              <a:buChar char="•"/>
            </a:lvl2pPr>
            <a:lvl3pPr marL="557927" indent="-152162">
              <a:lnSpc>
                <a:spcPct val="110000"/>
              </a:lnSpc>
              <a:spcBef>
                <a:spcPts val="0"/>
              </a:spcBef>
              <a:spcAft>
                <a:spcPts val="799"/>
              </a:spcAft>
              <a:buChar char="•"/>
            </a:lvl3pPr>
            <a:lvl4pPr marL="760809" indent="-152162">
              <a:lnSpc>
                <a:spcPct val="110000"/>
              </a:lnSpc>
              <a:spcBef>
                <a:spcPts val="0"/>
              </a:spcBef>
              <a:spcAft>
                <a:spcPts val="799"/>
              </a:spcAft>
              <a:buChar char="•"/>
            </a:lvl4pPr>
            <a:lvl5pPr marL="963692" indent="-152162">
              <a:lnSpc>
                <a:spcPct val="110000"/>
              </a:lnSpc>
              <a:spcBef>
                <a:spcPts val="0"/>
              </a:spcBef>
              <a:spcAft>
                <a:spcPts val="799"/>
              </a:spcAft>
              <a:buChar char="•"/>
            </a:lvl5pPr>
            <a:lvl6pPr marL="1166574" indent="-152162">
              <a:lnSpc>
                <a:spcPct val="110000"/>
              </a:lnSpc>
              <a:spcBef>
                <a:spcPts val="0"/>
              </a:spcBef>
              <a:spcAft>
                <a:spcPts val="799"/>
              </a:spcAft>
              <a:buChar char="•"/>
            </a:lvl6pPr>
            <a:lvl7pPr marL="1369457" indent="-152162">
              <a:lnSpc>
                <a:spcPct val="110000"/>
              </a:lnSpc>
              <a:spcBef>
                <a:spcPts val="0"/>
              </a:spcBef>
              <a:spcAft>
                <a:spcPts val="799"/>
              </a:spcAft>
              <a:buChar char="•"/>
            </a:lvl7pPr>
            <a:lvl8pPr marL="1572339" indent="-152162">
              <a:lnSpc>
                <a:spcPct val="110000"/>
              </a:lnSpc>
              <a:spcBef>
                <a:spcPts val="0"/>
              </a:spcBef>
              <a:spcAft>
                <a:spcPts val="799"/>
              </a:spcAft>
              <a:buChar char="•"/>
            </a:lvl8pPr>
            <a:lvl9pPr marL="1775222" indent="-152162">
              <a:lnSpc>
                <a:spcPct val="110000"/>
              </a:lnSpc>
              <a:spcBef>
                <a:spcPts val="0"/>
              </a:spcBef>
              <a:spcAft>
                <a:spcPts val="799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8F7CC32-EC05-4DF3-9396-C1AA41B753A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311253" y="2111375"/>
            <a:ext cx="3347561" cy="4729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3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52162" indent="-152162">
              <a:lnSpc>
                <a:spcPct val="110000"/>
              </a:lnSpc>
              <a:spcBef>
                <a:spcPts val="0"/>
              </a:spcBef>
              <a:spcAft>
                <a:spcPts val="799"/>
              </a:spcAft>
              <a:buChar char="•"/>
            </a:lvl1pPr>
            <a:lvl2pPr marL="355044" indent="-152162">
              <a:lnSpc>
                <a:spcPct val="110000"/>
              </a:lnSpc>
              <a:spcBef>
                <a:spcPts val="0"/>
              </a:spcBef>
              <a:spcAft>
                <a:spcPts val="799"/>
              </a:spcAft>
              <a:buChar char="•"/>
            </a:lvl2pPr>
            <a:lvl3pPr marL="557927" indent="-152162">
              <a:lnSpc>
                <a:spcPct val="110000"/>
              </a:lnSpc>
              <a:spcBef>
                <a:spcPts val="0"/>
              </a:spcBef>
              <a:spcAft>
                <a:spcPts val="799"/>
              </a:spcAft>
              <a:buChar char="•"/>
            </a:lvl3pPr>
            <a:lvl4pPr marL="760809" indent="-152162">
              <a:lnSpc>
                <a:spcPct val="110000"/>
              </a:lnSpc>
              <a:spcBef>
                <a:spcPts val="0"/>
              </a:spcBef>
              <a:spcAft>
                <a:spcPts val="799"/>
              </a:spcAft>
              <a:buChar char="•"/>
            </a:lvl4pPr>
            <a:lvl5pPr marL="963692" indent="-152162">
              <a:lnSpc>
                <a:spcPct val="110000"/>
              </a:lnSpc>
              <a:spcBef>
                <a:spcPts val="0"/>
              </a:spcBef>
              <a:spcAft>
                <a:spcPts val="799"/>
              </a:spcAft>
              <a:buChar char="•"/>
            </a:lvl5pPr>
            <a:lvl6pPr marL="1166574" indent="-152162">
              <a:lnSpc>
                <a:spcPct val="110000"/>
              </a:lnSpc>
              <a:spcBef>
                <a:spcPts val="0"/>
              </a:spcBef>
              <a:spcAft>
                <a:spcPts val="799"/>
              </a:spcAft>
              <a:buChar char="•"/>
            </a:lvl6pPr>
            <a:lvl7pPr marL="1369457" indent="-152162">
              <a:lnSpc>
                <a:spcPct val="110000"/>
              </a:lnSpc>
              <a:spcBef>
                <a:spcPts val="0"/>
              </a:spcBef>
              <a:spcAft>
                <a:spcPts val="799"/>
              </a:spcAft>
              <a:buChar char="•"/>
            </a:lvl7pPr>
            <a:lvl8pPr marL="1572339" indent="-152162">
              <a:lnSpc>
                <a:spcPct val="110000"/>
              </a:lnSpc>
              <a:spcBef>
                <a:spcPts val="0"/>
              </a:spcBef>
              <a:spcAft>
                <a:spcPts val="799"/>
              </a:spcAft>
              <a:buChar char="•"/>
            </a:lvl8pPr>
            <a:lvl9pPr marL="1775222" indent="-152162">
              <a:lnSpc>
                <a:spcPct val="110000"/>
              </a:lnSpc>
              <a:spcBef>
                <a:spcPts val="0"/>
              </a:spcBef>
              <a:spcAft>
                <a:spcPts val="799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ADC6616-B71B-469F-8186-4DE09FC603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6486" y="591185"/>
            <a:ext cx="7202329" cy="929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9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4AD4015-3982-4D61-8B93-3F11214AB6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6486" y="2111375"/>
            <a:ext cx="3347561" cy="4729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4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52162" indent="-152162">
              <a:lnSpc>
                <a:spcPct val="110000"/>
              </a:lnSpc>
              <a:spcBef>
                <a:spcPts val="0"/>
              </a:spcBef>
              <a:spcAft>
                <a:spcPts val="799"/>
              </a:spcAft>
              <a:buChar char="•"/>
            </a:lvl1pPr>
            <a:lvl2pPr marL="355044" indent="-152162">
              <a:lnSpc>
                <a:spcPct val="110000"/>
              </a:lnSpc>
              <a:spcBef>
                <a:spcPts val="0"/>
              </a:spcBef>
              <a:spcAft>
                <a:spcPts val="799"/>
              </a:spcAft>
              <a:buChar char="•"/>
            </a:lvl2pPr>
            <a:lvl3pPr marL="557927" indent="-152162">
              <a:lnSpc>
                <a:spcPct val="110000"/>
              </a:lnSpc>
              <a:spcBef>
                <a:spcPts val="0"/>
              </a:spcBef>
              <a:spcAft>
                <a:spcPts val="799"/>
              </a:spcAft>
              <a:buChar char="•"/>
            </a:lvl3pPr>
            <a:lvl4pPr marL="760809" indent="-152162">
              <a:lnSpc>
                <a:spcPct val="110000"/>
              </a:lnSpc>
              <a:spcBef>
                <a:spcPts val="0"/>
              </a:spcBef>
              <a:spcAft>
                <a:spcPts val="799"/>
              </a:spcAft>
              <a:buChar char="•"/>
            </a:lvl4pPr>
            <a:lvl5pPr marL="963692" indent="-152162">
              <a:lnSpc>
                <a:spcPct val="110000"/>
              </a:lnSpc>
              <a:spcBef>
                <a:spcPts val="0"/>
              </a:spcBef>
              <a:spcAft>
                <a:spcPts val="799"/>
              </a:spcAft>
              <a:buChar char="•"/>
            </a:lvl5pPr>
            <a:lvl6pPr marL="1166574" indent="-152162">
              <a:lnSpc>
                <a:spcPct val="110000"/>
              </a:lnSpc>
              <a:spcBef>
                <a:spcPts val="0"/>
              </a:spcBef>
              <a:spcAft>
                <a:spcPts val="799"/>
              </a:spcAft>
              <a:buChar char="•"/>
            </a:lvl6pPr>
            <a:lvl7pPr marL="1369457" indent="-152162">
              <a:lnSpc>
                <a:spcPct val="110000"/>
              </a:lnSpc>
              <a:spcBef>
                <a:spcPts val="0"/>
              </a:spcBef>
              <a:spcAft>
                <a:spcPts val="799"/>
              </a:spcAft>
              <a:buChar char="•"/>
            </a:lvl7pPr>
            <a:lvl8pPr marL="1572339" indent="-152162">
              <a:lnSpc>
                <a:spcPct val="110000"/>
              </a:lnSpc>
              <a:spcBef>
                <a:spcPts val="0"/>
              </a:spcBef>
              <a:spcAft>
                <a:spcPts val="799"/>
              </a:spcAft>
              <a:buChar char="•"/>
            </a:lvl8pPr>
            <a:lvl9pPr marL="1775222" indent="-152162">
              <a:lnSpc>
                <a:spcPct val="110000"/>
              </a:lnSpc>
              <a:spcBef>
                <a:spcPts val="0"/>
              </a:spcBef>
              <a:spcAft>
                <a:spcPts val="799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2f2f500c00c4b13" /><Relationship Type="http://schemas.openxmlformats.org/officeDocument/2006/relationships/slideLayout" Target="/ppt/slideLayouts/slideLayout1.xml" Id="Rb502363f64d549bf" /><Relationship Type="http://schemas.openxmlformats.org/officeDocument/2006/relationships/slideLayout" Target="/ppt/slideLayouts/slideLayout2.xml" Id="R68d3142454824fef" /><Relationship Type="http://schemas.openxmlformats.org/officeDocument/2006/relationships/slideLayout" Target="/ppt/slideLayouts/slideLayout3.xml" Id="R2396c54b500f4741" /><Relationship Type="http://schemas.openxmlformats.org/officeDocument/2006/relationships/slideLayout" Target="/ppt/slideLayouts/slideLayout4.xml" Id="Rccb97902644b4d76" /><Relationship Type="http://schemas.openxmlformats.org/officeDocument/2006/relationships/slideLayout" Target="/ppt/slideLayouts/slideLayout5.xml" Id="R3e2a6b556cd84dca" /><Relationship Type="http://schemas.openxmlformats.org/officeDocument/2006/relationships/slideLayout" Target="/ppt/slideLayouts/slideLayout6.xml" Id="R761c5e4d4d0e4ee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502363f64d549bf"/>
    <p:sldLayoutId xmlns:r="http://schemas.openxmlformats.org/officeDocument/2006/relationships" id="2147483650" r:id="R68d3142454824fef"/>
    <p:sldLayoutId xmlns:r="http://schemas.openxmlformats.org/officeDocument/2006/relationships" id="2147483651" r:id="R2396c54b500f4741"/>
    <p:sldLayoutId xmlns:r="http://schemas.openxmlformats.org/officeDocument/2006/relationships" id="2147483652" r:id="Rccb97902644b4d76"/>
    <p:sldLayoutId xmlns:r="http://schemas.openxmlformats.org/officeDocument/2006/relationships" id="2147483653" r:id="R3e2a6b556cd84dca"/>
    <p:sldLayoutId xmlns:r="http://schemas.openxmlformats.org/officeDocument/2006/relationships" id="2147483654" r:id="R761c5e4d4d0e4ee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60d92187db422a" /><Relationship Type="http://schemas.openxmlformats.org/officeDocument/2006/relationships/image" Target="/ppt/media/image.png" Id="R5e0c32618f334421" /><Relationship Type="http://schemas.openxmlformats.org/officeDocument/2006/relationships/image" Target="/ppt/media/image2.png" Id="R76cac9636b654783" /><Relationship Type="http://schemas.openxmlformats.org/officeDocument/2006/relationships/image" Target="/ppt/media/image3.png" Id="R16f1c366c9584050" /><Relationship Type="http://schemas.openxmlformats.org/officeDocument/2006/relationships/notesSlide" Target="/ppt/notesSlides/notesSlide1.xml" Id="R7c1526d6cdf245f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0" name="pdf-path-17">
            <a:extLst xmlns:a="http://schemas.openxmlformats.org/drawingml/2006/main">
              <a:ext uri="{FF2B5EF4-FFF2-40B4-BE49-F238E27FC236}">
                <a16:creationId xmlns:a16="http://schemas.microsoft.com/office/drawing/2014/main" id="{D70AE64A-9FD0-49F1-A5A7-10574AE76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0059" y="907673"/>
            <a:ext cx="2029395" cy="871384"/>
          </a:xfrm>
          <a:custGeom xmlns:a="http://schemas.openxmlformats.org/drawingml/2006/main">
            <a:pathLst>
              <a:path w="2029395" h="871384">
                <a:moveTo>
                  <a:pt x="0" y="145235"/>
                </a:moveTo>
                <a:lnTo>
                  <a:pt x="0" y="145235"/>
                </a:lnTo>
                <a:cubicBezTo>
                  <a:pt x="0" y="65024"/>
                  <a:pt x="65023" y="0"/>
                  <a:pt x="145235" y="0"/>
                </a:cubicBezTo>
                <a:lnTo>
                  <a:pt x="1884162" y="0"/>
                </a:lnTo>
                <a:cubicBezTo>
                  <a:pt x="1922682" y="0"/>
                  <a:pt x="1959622" y="15303"/>
                  <a:pt x="1986859" y="42540"/>
                </a:cubicBezTo>
                <a:cubicBezTo>
                  <a:pt x="2014093" y="69775"/>
                  <a:pt x="2029395" y="106717"/>
                  <a:pt x="2029395" y="145235"/>
                </a:cubicBezTo>
                <a:lnTo>
                  <a:pt x="2029395" y="726149"/>
                </a:lnTo>
                <a:cubicBezTo>
                  <a:pt x="2029395" y="806361"/>
                  <a:pt x="1964373" y="871384"/>
                  <a:pt x="1884162" y="871384"/>
                </a:cubicBezTo>
                <a:lnTo>
                  <a:pt x="145235" y="871384"/>
                </a:lnTo>
                <a:cubicBezTo>
                  <a:pt x="65023" y="871384"/>
                  <a:pt x="0" y="806361"/>
                  <a:pt x="0" y="726149"/>
                </a:cubicBezTo>
                <a:lnTo>
                  <a:pt x="0" y="145235"/>
                </a:lnTo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df-text-63-0">
            <a:extLst xmlns:a="http://schemas.openxmlformats.org/drawingml/2006/main">
              <a:ext uri="{FF2B5EF4-FFF2-40B4-BE49-F238E27FC236}">
                <a16:creationId xmlns:a16="http://schemas.microsoft.com/office/drawing/2014/main" id="{171501B8-A228-4FDF-81DB-655BFF127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70782" y="1087988"/>
            <a:ext cx="1108155" cy="243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91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1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1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Low-Level</a:t>
            </a:r>
          </a:p>
        </p:txBody>
      </p:sp>
      <p:sp>
        <p:nvSpPr>
          <p:cNvPr id="3" name="pdf-text-64-0">
            <a:extLst xmlns:a="http://schemas.openxmlformats.org/drawingml/2006/main">
              <a:ext uri="{FF2B5EF4-FFF2-40B4-BE49-F238E27FC236}">
                <a16:creationId xmlns:a16="http://schemas.microsoft.com/office/drawing/2014/main" id="{75F8EF68-8F6E-462B-9831-6998F6FE3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01921" y="1379789"/>
            <a:ext cx="445523" cy="243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91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1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1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Skill</a:t>
            </a:r>
          </a:p>
        </p:txBody>
      </p:sp>
      <p:sp>
        <p:nvSpPr>
          <p:cNvPr id="4" name="pdf-path-20">
            <a:extLst xmlns:a="http://schemas.openxmlformats.org/drawingml/2006/main">
              <a:ext uri="{FF2B5EF4-FFF2-40B4-BE49-F238E27FC236}">
                <a16:creationId xmlns:a16="http://schemas.microsoft.com/office/drawing/2014/main" id="{570A3A8D-5585-4422-B674-7B0078696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77680" y="6059505"/>
            <a:ext cx="2264330" cy="943184"/>
          </a:xfrm>
          <a:custGeom xmlns:a="http://schemas.openxmlformats.org/drawingml/2006/main">
            <a:pathLst>
              <a:path w="2264330" h="943184">
                <a:moveTo>
                  <a:pt x="0" y="943184"/>
                </a:moveTo>
                <a:lnTo>
                  <a:pt x="2264330" y="943184"/>
                </a:lnTo>
                <a:lnTo>
                  <a:pt x="226433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df-text-65-0">
            <a:extLst xmlns:a="http://schemas.openxmlformats.org/drawingml/2006/main">
              <a:ext uri="{FF2B5EF4-FFF2-40B4-BE49-F238E27FC236}">
                <a16:creationId xmlns:a16="http://schemas.microsoft.com/office/drawing/2014/main" id="{A05A5668-A2D4-435B-B8DB-324CE10A1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59954" y="6260068"/>
            <a:ext cx="499953" cy="243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915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15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1915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Task</a:t>
            </a:r>
          </a:p>
        </p:txBody>
      </p:sp>
      <p:sp>
        <p:nvSpPr>
          <p:cNvPr id="6" name="pdf-text-66-0">
            <a:extLst xmlns:a="http://schemas.openxmlformats.org/drawingml/2006/main">
              <a:ext uri="{FF2B5EF4-FFF2-40B4-BE49-F238E27FC236}">
                <a16:creationId xmlns:a16="http://schemas.microsoft.com/office/drawing/2014/main" id="{F6A40BCF-3314-4388-996C-B9637AA9F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01926" y="6551870"/>
            <a:ext cx="1215875" cy="243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915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15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1915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Description</a:t>
            </a:r>
          </a:p>
        </p:txBody>
      </p:sp>
      <p:sp>
        <p:nvSpPr>
          <p:cNvPr id="7" name="pdf-path-23">
            <a:extLst xmlns:a="http://schemas.openxmlformats.org/drawingml/2006/main">
              <a:ext uri="{FF2B5EF4-FFF2-40B4-BE49-F238E27FC236}">
                <a16:creationId xmlns:a16="http://schemas.microsoft.com/office/drawing/2014/main" id="{282F0CF2-4117-4AAB-9788-1DE89EEB4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17182" y="2401891"/>
            <a:ext cx="95" cy="473314"/>
          </a:xfrm>
          <a:custGeom xmlns:a="http://schemas.openxmlformats.org/drawingml/2006/main">
            <a:pathLst>
              <a:path w="95" h="473314">
                <a:moveTo>
                  <a:pt x="0" y="0"/>
                </a:moveTo>
                <a:lnTo>
                  <a:pt x="0" y="473314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df-path-24">
            <a:extLst xmlns:a="http://schemas.openxmlformats.org/drawingml/2006/main">
              <a:ext uri="{FF2B5EF4-FFF2-40B4-BE49-F238E27FC236}">
                <a16:creationId xmlns:a16="http://schemas.microsoft.com/office/drawing/2014/main" id="{0C1E76CB-8E50-4A97-BA25-9FBB4AA38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17181" y="2401891"/>
            <a:ext cx="95" cy="363890"/>
          </a:xfrm>
          <a:custGeom xmlns:a="http://schemas.openxmlformats.org/drawingml/2006/main">
            <a:pathLst>
              <a:path w="95" h="363890">
                <a:moveTo>
                  <a:pt x="0" y="0"/>
                </a:moveTo>
                <a:lnTo>
                  <a:pt x="0" y="363890"/>
                </a:lnTo>
              </a:path>
            </a:pathLst>
          </a:custGeom>
          <a:noFill xmlns:a="http://schemas.openxmlformats.org/drawingml/2006/main"/>
          <a:ln xmlns:a="http://schemas.openxmlformats.org/drawingml/2006/main" w="18238">
            <a:solidFill>
              <a:srgbClr val="595959"/>
            </a:solidFill>
            <a:prstDash val="solid"/>
          </a:ln>
        </p:spPr>
      </p:sp>
      <p:sp>
        <p:nvSpPr>
          <p:cNvPr id="9" name="pdf-path-25">
            <a:extLst xmlns:a="http://schemas.openxmlformats.org/drawingml/2006/main">
              <a:ext uri="{FF2B5EF4-FFF2-40B4-BE49-F238E27FC236}">
                <a16:creationId xmlns:a16="http://schemas.microsoft.com/office/drawing/2014/main" id="{9D8F9B1C-DFB4-41EC-B018-4B98F4A35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87057" y="2765781"/>
            <a:ext cx="60247" cy="82764"/>
          </a:xfrm>
          <a:custGeom xmlns:a="http://schemas.openxmlformats.org/drawingml/2006/main">
            <a:pathLst>
              <a:path w="60247" h="82764">
                <a:moveTo>
                  <a:pt x="0" y="0"/>
                </a:moveTo>
                <a:lnTo>
                  <a:pt x="30124" y="82764"/>
                </a:lnTo>
                <a:lnTo>
                  <a:pt x="60247" y="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18238">
            <a:solidFill>
              <a:srgbClr val="595959"/>
            </a:solidFill>
            <a:prstDash val="solid"/>
          </a:ln>
        </p:spPr>
      </p:sp>
      <p:sp>
        <p:nvSpPr>
          <p:cNvPr id="10" name="pdf-path-27">
            <a:extLst xmlns:a="http://schemas.openxmlformats.org/drawingml/2006/main">
              <a:ext uri="{FF2B5EF4-FFF2-40B4-BE49-F238E27FC236}">
                <a16:creationId xmlns:a16="http://schemas.microsoft.com/office/drawing/2014/main" id="{2E0DECEA-7A18-4334-98F5-8141135D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85890" y="6765742"/>
            <a:ext cx="861618" cy="95"/>
          </a:xfrm>
          <a:custGeom xmlns:a="http://schemas.openxmlformats.org/drawingml/2006/main">
            <a:pathLst>
              <a:path w="861618" h="95">
                <a:moveTo>
                  <a:pt x="0" y="0"/>
                </a:moveTo>
                <a:lnTo>
                  <a:pt x="861618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df-path-28">
            <a:extLst xmlns:a="http://schemas.openxmlformats.org/drawingml/2006/main">
              <a:ext uri="{FF2B5EF4-FFF2-40B4-BE49-F238E27FC236}">
                <a16:creationId xmlns:a16="http://schemas.microsoft.com/office/drawing/2014/main" id="{DAB416D5-5633-4830-8D6C-052C1175A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5317" y="6765742"/>
            <a:ext cx="752192" cy="95"/>
          </a:xfrm>
          <a:custGeom xmlns:a="http://schemas.openxmlformats.org/drawingml/2006/main">
            <a:pathLst>
              <a:path w="752192" h="95">
                <a:moveTo>
                  <a:pt x="0" y="0"/>
                </a:moveTo>
                <a:lnTo>
                  <a:pt x="7521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238">
            <a:solidFill>
              <a:srgbClr val="595959"/>
            </a:solidFill>
            <a:prstDash val="solid"/>
          </a:ln>
        </p:spPr>
      </p:sp>
      <p:sp>
        <p:nvSpPr>
          <p:cNvPr id="12" name="pdf-path-29">
            <a:extLst xmlns:a="http://schemas.openxmlformats.org/drawingml/2006/main">
              <a:ext uri="{FF2B5EF4-FFF2-40B4-BE49-F238E27FC236}">
                <a16:creationId xmlns:a16="http://schemas.microsoft.com/office/drawing/2014/main" id="{23614EB7-51AD-4716-B6D8-647A0A116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12552" y="6735620"/>
            <a:ext cx="82764" cy="60246"/>
          </a:xfrm>
          <a:custGeom xmlns:a="http://schemas.openxmlformats.org/drawingml/2006/main">
            <a:pathLst>
              <a:path w="82764" h="60246">
                <a:moveTo>
                  <a:pt x="82764" y="0"/>
                </a:moveTo>
                <a:lnTo>
                  <a:pt x="0" y="30122"/>
                </a:lnTo>
                <a:lnTo>
                  <a:pt x="82764" y="60246"/>
                </a:lnTo>
                <a:lnTo>
                  <a:pt x="82764" y="0"/>
                </a:lnTo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18238">
            <a:solidFill>
              <a:srgbClr val="595959"/>
            </a:solidFill>
            <a:prstDash val="solid"/>
          </a:ln>
        </p:spPr>
      </p:sp>
      <p:sp>
        <p:nvSpPr>
          <p:cNvPr id="13" name="pdf-path-31">
            <a:extLst xmlns:a="http://schemas.openxmlformats.org/drawingml/2006/main">
              <a:ext uri="{FF2B5EF4-FFF2-40B4-BE49-F238E27FC236}">
                <a16:creationId xmlns:a16="http://schemas.microsoft.com/office/drawing/2014/main" id="{A854243F-D3AB-4E6C-A3B2-5BAC833F3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41987" y="6709966"/>
            <a:ext cx="739268" cy="6319"/>
          </a:xfrm>
          <a:custGeom xmlns:a="http://schemas.openxmlformats.org/drawingml/2006/main">
            <a:pathLst>
              <a:path w="739268" h="6319">
                <a:moveTo>
                  <a:pt x="739268" y="0"/>
                </a:moveTo>
                <a:lnTo>
                  <a:pt x="0" y="6319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df-path-32">
            <a:extLst xmlns:a="http://schemas.openxmlformats.org/drawingml/2006/main">
              <a:ext uri="{FF2B5EF4-FFF2-40B4-BE49-F238E27FC236}">
                <a16:creationId xmlns:a16="http://schemas.microsoft.com/office/drawing/2014/main" id="{E815DA66-55DC-4AA6-88B2-25AE6B7A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41985" y="6710901"/>
            <a:ext cx="629848" cy="5386"/>
          </a:xfrm>
          <a:custGeom xmlns:a="http://schemas.openxmlformats.org/drawingml/2006/main">
            <a:pathLst>
              <a:path w="629848" h="5386">
                <a:moveTo>
                  <a:pt x="629848" y="0"/>
                </a:moveTo>
                <a:lnTo>
                  <a:pt x="0" y="5386"/>
                </a:lnTo>
              </a:path>
            </a:pathLst>
          </a:custGeom>
          <a:noFill xmlns:a="http://schemas.openxmlformats.org/drawingml/2006/main"/>
          <a:ln xmlns:a="http://schemas.openxmlformats.org/drawingml/2006/main" w="18238">
            <a:solidFill>
              <a:srgbClr val="595959"/>
            </a:solidFill>
            <a:prstDash val="solid"/>
          </a:ln>
        </p:spPr>
      </p:sp>
      <p:sp>
        <p:nvSpPr>
          <p:cNvPr id="15" name="pdf-path-33">
            <a:extLst xmlns:a="http://schemas.openxmlformats.org/drawingml/2006/main">
              <a:ext uri="{FF2B5EF4-FFF2-40B4-BE49-F238E27FC236}">
                <a16:creationId xmlns:a16="http://schemas.microsoft.com/office/drawing/2014/main" id="{BB1F3D5D-2EAD-46E8-93D5-E3506C490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71573" y="6680777"/>
            <a:ext cx="83018" cy="60247"/>
          </a:xfrm>
          <a:custGeom xmlns:a="http://schemas.openxmlformats.org/drawingml/2006/main">
            <a:pathLst>
              <a:path w="83018" h="60247">
                <a:moveTo>
                  <a:pt x="518" y="60247"/>
                </a:moveTo>
                <a:lnTo>
                  <a:pt x="83018" y="29416"/>
                </a:lnTo>
                <a:lnTo>
                  <a:pt x="0" y="0"/>
                </a:lnTo>
                <a:lnTo>
                  <a:pt x="518" y="60247"/>
                </a:lnTo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18238">
            <a:solidFill>
              <a:srgbClr val="595959"/>
            </a:solidFill>
            <a:prstDash val="solid"/>
          </a:ln>
        </p:spPr>
      </p:sp>
      <p:sp>
        <p:nvSpPr>
          <p:cNvPr id="16" name="pdf-path-35">
            <a:extLst xmlns:a="http://schemas.openxmlformats.org/drawingml/2006/main">
              <a:ext uri="{FF2B5EF4-FFF2-40B4-BE49-F238E27FC236}">
                <a16:creationId xmlns:a16="http://schemas.microsoft.com/office/drawing/2014/main" id="{45D3ABD4-CE15-4F05-B8C0-21A391B42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7956" y="826349"/>
            <a:ext cx="1033929" cy="1058152"/>
          </a:xfrm>
          <a:custGeom xmlns:a="http://schemas.openxmlformats.org/drawingml/2006/main">
            <a:pathLst>
              <a:path w="1033929" h="1058152">
                <a:moveTo>
                  <a:pt x="0" y="1058152"/>
                </a:moveTo>
                <a:lnTo>
                  <a:pt x="1033929" y="1058152"/>
                </a:lnTo>
                <a:lnTo>
                  <a:pt x="103392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D64A16-6AF1-4F98-A570-745A896475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0c32618f334421"/>
          <a:srcRect xmlns:a="http://schemas.openxmlformats.org/drawingml/2006/main" l="1145" t="0" r="114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27956" y="826349"/>
            <a:ext cx="1033929" cy="1058152"/>
          </a:xfrm>
          <a:prstGeom xmlns:a="http://schemas.openxmlformats.org/drawingml/2006/main" prst="rect">
            <a:avLst/>
          </a:prstGeom>
        </p:spPr>
      </p:pic>
      <p:sp>
        <p:nvSpPr>
          <p:cNvPr id="18" name="reviewed-image-0">
            <a:extLst xmlns:a="http://schemas.openxmlformats.org/drawingml/2006/main">
              <a:ext uri="{FF2B5EF4-FFF2-40B4-BE49-F238E27FC236}">
                <a16:creationId xmlns:a16="http://schemas.microsoft.com/office/drawing/2014/main" id="{F9B3244D-B77A-4BF1-9B1B-43FFED803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7956" y="826349"/>
            <a:ext cx="1033929" cy="10581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pdf-path-37">
            <a:extLst xmlns:a="http://schemas.openxmlformats.org/drawingml/2006/main">
              <a:ext uri="{FF2B5EF4-FFF2-40B4-BE49-F238E27FC236}">
                <a16:creationId xmlns:a16="http://schemas.microsoft.com/office/drawing/2014/main" id="{B75C04C0-19D4-441C-9475-D4FE59289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30774" y="5197601"/>
            <a:ext cx="95" cy="956394"/>
          </a:xfrm>
          <a:custGeom xmlns:a="http://schemas.openxmlformats.org/drawingml/2006/main">
            <a:pathLst>
              <a:path w="95" h="956394">
                <a:moveTo>
                  <a:pt x="0" y="956394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df-path-38">
            <a:extLst xmlns:a="http://schemas.openxmlformats.org/drawingml/2006/main">
              <a:ext uri="{FF2B5EF4-FFF2-40B4-BE49-F238E27FC236}">
                <a16:creationId xmlns:a16="http://schemas.microsoft.com/office/drawing/2014/main" id="{49D3C5B0-2194-4C19-B5ED-29C9A71B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30774" y="5307025"/>
            <a:ext cx="95" cy="846970"/>
          </a:xfrm>
          <a:custGeom xmlns:a="http://schemas.openxmlformats.org/drawingml/2006/main">
            <a:pathLst>
              <a:path w="95" h="846970">
                <a:moveTo>
                  <a:pt x="0" y="84697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238">
            <a:solidFill>
              <a:srgbClr val="595959"/>
            </a:solidFill>
            <a:prstDash val="solid"/>
          </a:ln>
        </p:spPr>
      </p:sp>
      <p:sp>
        <p:nvSpPr>
          <p:cNvPr id="21" name="pdf-path-39">
            <a:extLst xmlns:a="http://schemas.openxmlformats.org/drawingml/2006/main">
              <a:ext uri="{FF2B5EF4-FFF2-40B4-BE49-F238E27FC236}">
                <a16:creationId xmlns:a16="http://schemas.microsoft.com/office/drawing/2014/main" id="{97DD48AD-7285-461B-9926-3D9540DDB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00651" y="5224261"/>
            <a:ext cx="60246" cy="82764"/>
          </a:xfrm>
          <a:custGeom xmlns:a="http://schemas.openxmlformats.org/drawingml/2006/main">
            <a:pathLst>
              <a:path w="60246" h="82764">
                <a:moveTo>
                  <a:pt x="60246" y="82764"/>
                </a:moveTo>
                <a:lnTo>
                  <a:pt x="30123" y="0"/>
                </a:lnTo>
                <a:lnTo>
                  <a:pt x="0" y="82764"/>
                </a:lnTo>
                <a:lnTo>
                  <a:pt x="60246" y="82764"/>
                </a:lnTo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18238">
            <a:solidFill>
              <a:srgbClr val="595959"/>
            </a:solidFill>
            <a:prstDash val="solid"/>
          </a:ln>
        </p:spPr>
      </p:sp>
      <p:sp>
        <p:nvSpPr>
          <p:cNvPr id="22" name="pdf-path-41">
            <a:extLst xmlns:a="http://schemas.openxmlformats.org/drawingml/2006/main">
              <a:ext uri="{FF2B5EF4-FFF2-40B4-BE49-F238E27FC236}">
                <a16:creationId xmlns:a16="http://schemas.microsoft.com/office/drawing/2014/main" id="{196DE3AC-21B7-4726-B5AF-2F45614A6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61809" y="1343366"/>
            <a:ext cx="1148250" cy="12061"/>
          </a:xfrm>
          <a:custGeom xmlns:a="http://schemas.openxmlformats.org/drawingml/2006/main">
            <a:pathLst>
              <a:path w="1148250" h="12061">
                <a:moveTo>
                  <a:pt x="1148250" y="0"/>
                </a:moveTo>
                <a:lnTo>
                  <a:pt x="0" y="12061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df-path-42">
            <a:extLst xmlns:a="http://schemas.openxmlformats.org/drawingml/2006/main">
              <a:ext uri="{FF2B5EF4-FFF2-40B4-BE49-F238E27FC236}">
                <a16:creationId xmlns:a16="http://schemas.microsoft.com/office/drawing/2014/main" id="{C4475FC9-63E1-4EFC-A655-524A86A5A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1231" y="1343366"/>
            <a:ext cx="1038828" cy="10913"/>
          </a:xfrm>
          <a:custGeom xmlns:a="http://schemas.openxmlformats.org/drawingml/2006/main">
            <a:pathLst>
              <a:path w="1038828" h="10913">
                <a:moveTo>
                  <a:pt x="1038828" y="0"/>
                </a:moveTo>
                <a:lnTo>
                  <a:pt x="0" y="10913"/>
                </a:lnTo>
              </a:path>
            </a:pathLst>
          </a:custGeom>
          <a:noFill xmlns:a="http://schemas.openxmlformats.org/drawingml/2006/main"/>
          <a:ln xmlns:a="http://schemas.openxmlformats.org/drawingml/2006/main" w="18238">
            <a:solidFill>
              <a:srgbClr val="595959"/>
            </a:solidFill>
            <a:prstDash val="solid"/>
          </a:ln>
        </p:spPr>
      </p:sp>
      <p:sp>
        <p:nvSpPr>
          <p:cNvPr id="24" name="pdf-path-43">
            <a:extLst xmlns:a="http://schemas.openxmlformats.org/drawingml/2006/main">
              <a:ext uri="{FF2B5EF4-FFF2-40B4-BE49-F238E27FC236}">
                <a16:creationId xmlns:a16="http://schemas.microsoft.com/office/drawing/2014/main" id="{B776821F-94F7-4314-A698-95179DE82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88468" y="1324158"/>
            <a:ext cx="83079" cy="60244"/>
          </a:xfrm>
          <a:custGeom xmlns:a="http://schemas.openxmlformats.org/drawingml/2006/main">
            <a:pathLst>
              <a:path w="83079" h="60244">
                <a:moveTo>
                  <a:pt x="82448" y="0"/>
                </a:moveTo>
                <a:lnTo>
                  <a:pt x="0" y="30991"/>
                </a:lnTo>
                <a:lnTo>
                  <a:pt x="83079" y="60244"/>
                </a:lnTo>
                <a:lnTo>
                  <a:pt x="82448" y="0"/>
                </a:lnTo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18238">
            <a:solidFill>
              <a:srgbClr val="595959"/>
            </a:solidFill>
            <a:prstDash val="solid"/>
          </a:ln>
        </p:spPr>
      </p:sp>
      <p:sp>
        <p:nvSpPr>
          <p:cNvPr id="25" name="pdf-path-45">
            <a:extLst xmlns:a="http://schemas.openxmlformats.org/drawingml/2006/main">
              <a:ext uri="{FF2B5EF4-FFF2-40B4-BE49-F238E27FC236}">
                <a16:creationId xmlns:a16="http://schemas.microsoft.com/office/drawing/2014/main" id="{2D781443-5A38-4C1B-942C-C5FC6FE86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0248" y="274198"/>
            <a:ext cx="1897281" cy="648510"/>
          </a:xfrm>
          <a:custGeom xmlns:a="http://schemas.openxmlformats.org/drawingml/2006/main">
            <a:pathLst>
              <a:path w="1897281" h="648510">
                <a:moveTo>
                  <a:pt x="0" y="648510"/>
                </a:moveTo>
                <a:lnTo>
                  <a:pt x="1897281" y="648510"/>
                </a:lnTo>
                <a:lnTo>
                  <a:pt x="1897281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df-text-67-0">
            <a:extLst xmlns:a="http://schemas.openxmlformats.org/drawingml/2006/main">
              <a:ext uri="{FF2B5EF4-FFF2-40B4-BE49-F238E27FC236}">
                <a16:creationId xmlns:a16="http://schemas.microsoft.com/office/drawing/2014/main" id="{8E858B9F-7A49-45DF-AAF6-E0E5BBE0B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5489" y="474761"/>
            <a:ext cx="1526402" cy="243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915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15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1915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Control Signal</a:t>
            </a:r>
          </a:p>
        </p:txBody>
      </p:sp>
      <p:sp>
        <p:nvSpPr>
          <p:cNvPr id="27" name="pdf-path-47">
            <a:extLst xmlns:a="http://schemas.openxmlformats.org/drawingml/2006/main">
              <a:ext uri="{FF2B5EF4-FFF2-40B4-BE49-F238E27FC236}">
                <a16:creationId xmlns:a16="http://schemas.microsoft.com/office/drawing/2014/main" id="{AE410FA1-0B9B-4C66-8111-13C9635D0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25031" y="1779279"/>
            <a:ext cx="5742" cy="2546939"/>
          </a:xfrm>
          <a:custGeom xmlns:a="http://schemas.openxmlformats.org/drawingml/2006/main">
            <a:pathLst>
              <a:path w="5742" h="2546939">
                <a:moveTo>
                  <a:pt x="5742" y="2546939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df-path-48">
            <a:extLst xmlns:a="http://schemas.openxmlformats.org/drawingml/2006/main">
              <a:ext uri="{FF2B5EF4-FFF2-40B4-BE49-F238E27FC236}">
                <a16:creationId xmlns:a16="http://schemas.microsoft.com/office/drawing/2014/main" id="{ACC6DB96-FE84-497D-8854-D5250FB36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25279" y="1888702"/>
            <a:ext cx="5495" cy="2437515"/>
          </a:xfrm>
          <a:custGeom xmlns:a="http://schemas.openxmlformats.org/drawingml/2006/main">
            <a:pathLst>
              <a:path w="5495" h="2437515">
                <a:moveTo>
                  <a:pt x="5495" y="243751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238">
            <a:solidFill>
              <a:srgbClr val="595959"/>
            </a:solidFill>
            <a:prstDash val="solid"/>
          </a:ln>
        </p:spPr>
      </p:sp>
      <p:sp>
        <p:nvSpPr>
          <p:cNvPr id="29" name="pdf-path-49">
            <a:extLst xmlns:a="http://schemas.openxmlformats.org/drawingml/2006/main">
              <a:ext uri="{FF2B5EF4-FFF2-40B4-BE49-F238E27FC236}">
                <a16:creationId xmlns:a16="http://schemas.microsoft.com/office/drawing/2014/main" id="{616B41CF-B711-4970-9A42-8A8002556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95150" y="1805939"/>
            <a:ext cx="60252" cy="82832"/>
          </a:xfrm>
          <a:custGeom xmlns:a="http://schemas.openxmlformats.org/drawingml/2006/main">
            <a:pathLst>
              <a:path w="60252" h="82832">
                <a:moveTo>
                  <a:pt x="60252" y="82696"/>
                </a:moveTo>
                <a:lnTo>
                  <a:pt x="29937" y="0"/>
                </a:lnTo>
                <a:lnTo>
                  <a:pt x="0" y="82832"/>
                </a:lnTo>
                <a:lnTo>
                  <a:pt x="60252" y="82696"/>
                </a:lnTo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18238">
            <a:solidFill>
              <a:srgbClr val="595959"/>
            </a:solidFill>
            <a:prstDash val="solid"/>
          </a:ln>
        </p:spPr>
      </p:sp>
      <p:sp>
        <p:nvSpPr>
          <p:cNvPr id="30" name="native-gradient-strip-0">
            <a:extLst xmlns:a="http://schemas.openxmlformats.org/drawingml/2006/main">
              <a:ext uri="{FF2B5EF4-FFF2-40B4-BE49-F238E27FC236}">
                <a16:creationId xmlns:a16="http://schemas.microsoft.com/office/drawing/2014/main" id="{8D43818A-1079-4CFC-8ABD-24C32A7A0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38069" y="3302736"/>
            <a:ext cx="39519" cy="754777"/>
          </a:xfrm>
          <a:custGeom xmlns:a="http://schemas.openxmlformats.org/drawingml/2006/main">
            <a:pathLst>
              <a:path w="39519" h="754777">
                <a:moveTo>
                  <a:pt x="0" y="125730"/>
                </a:moveTo>
                <a:lnTo>
                  <a:pt x="7904" y="81855"/>
                </a:lnTo>
                <a:lnTo>
                  <a:pt x="15807" y="64697"/>
                </a:lnTo>
                <a:lnTo>
                  <a:pt x="23711" y="52244"/>
                </a:lnTo>
                <a:lnTo>
                  <a:pt x="31615" y="42361"/>
                </a:lnTo>
                <a:lnTo>
                  <a:pt x="39519" y="34211"/>
                </a:lnTo>
                <a:lnTo>
                  <a:pt x="39519" y="720566"/>
                </a:lnTo>
                <a:lnTo>
                  <a:pt x="31615" y="712416"/>
                </a:lnTo>
                <a:lnTo>
                  <a:pt x="23711" y="702533"/>
                </a:lnTo>
                <a:lnTo>
                  <a:pt x="15807" y="690081"/>
                </a:lnTo>
                <a:lnTo>
                  <a:pt x="7904" y="672922"/>
                </a:lnTo>
                <a:lnTo>
                  <a:pt x="0" y="629047"/>
                </a:lnTo>
                <a:close/>
              </a:path>
            </a:pathLst>
          </a:custGeom>
          <a:solidFill xmlns:a="http://schemas.openxmlformats.org/drawingml/2006/main">
            <a:srgbClr val="D9EA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native-gradient-strip-1">
            <a:extLst xmlns:a="http://schemas.openxmlformats.org/drawingml/2006/main">
              <a:ext uri="{FF2B5EF4-FFF2-40B4-BE49-F238E27FC236}">
                <a16:creationId xmlns:a16="http://schemas.microsoft.com/office/drawing/2014/main" id="{3D053A69-2CDD-4B66-8E94-F784DBDDF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6158" y="3302736"/>
            <a:ext cx="39519" cy="754777"/>
          </a:xfrm>
          <a:custGeom xmlns:a="http://schemas.openxmlformats.org/drawingml/2006/main">
            <a:pathLst>
              <a:path w="39519" h="754777">
                <a:moveTo>
                  <a:pt x="0" y="46520"/>
                </a:moveTo>
                <a:lnTo>
                  <a:pt x="7904" y="37666"/>
                </a:lnTo>
                <a:lnTo>
                  <a:pt x="15807" y="30277"/>
                </a:lnTo>
                <a:lnTo>
                  <a:pt x="23711" y="24032"/>
                </a:lnTo>
                <a:lnTo>
                  <a:pt x="31615" y="18732"/>
                </a:lnTo>
                <a:lnTo>
                  <a:pt x="39519" y="14241"/>
                </a:lnTo>
                <a:lnTo>
                  <a:pt x="39519" y="740536"/>
                </a:lnTo>
                <a:lnTo>
                  <a:pt x="31615" y="736045"/>
                </a:lnTo>
                <a:lnTo>
                  <a:pt x="23711" y="730745"/>
                </a:lnTo>
                <a:lnTo>
                  <a:pt x="15807" y="724500"/>
                </a:lnTo>
                <a:lnTo>
                  <a:pt x="7904" y="717111"/>
                </a:lnTo>
                <a:lnTo>
                  <a:pt x="0" y="708257"/>
                </a:lnTo>
                <a:close/>
              </a:path>
            </a:pathLst>
          </a:custGeom>
          <a:solidFill xmlns:a="http://schemas.openxmlformats.org/drawingml/2006/main">
            <a:srgbClr val="DAEA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native-gradient-strip-2">
            <a:extLst xmlns:a="http://schemas.openxmlformats.org/drawingml/2006/main">
              <a:ext uri="{FF2B5EF4-FFF2-40B4-BE49-F238E27FC236}">
                <a16:creationId xmlns:a16="http://schemas.microsoft.com/office/drawing/2014/main" id="{E0271405-B190-4E2B-BEDE-520511DC3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94247" y="3302736"/>
            <a:ext cx="39519" cy="754777"/>
          </a:xfrm>
          <a:custGeom xmlns:a="http://schemas.openxmlformats.org/drawingml/2006/main">
            <a:pathLst>
              <a:path w="39519" h="754777">
                <a:moveTo>
                  <a:pt x="0" y="20990"/>
                </a:moveTo>
                <a:lnTo>
                  <a:pt x="7904" y="16151"/>
                </a:lnTo>
                <a:lnTo>
                  <a:pt x="15807" y="12066"/>
                </a:lnTo>
                <a:lnTo>
                  <a:pt x="23711" y="8655"/>
                </a:lnTo>
                <a:lnTo>
                  <a:pt x="31615" y="5860"/>
                </a:lnTo>
                <a:lnTo>
                  <a:pt x="39519" y="3640"/>
                </a:lnTo>
                <a:lnTo>
                  <a:pt x="39519" y="751137"/>
                </a:lnTo>
                <a:lnTo>
                  <a:pt x="31615" y="748917"/>
                </a:lnTo>
                <a:lnTo>
                  <a:pt x="23711" y="746122"/>
                </a:lnTo>
                <a:lnTo>
                  <a:pt x="15807" y="742711"/>
                </a:lnTo>
                <a:lnTo>
                  <a:pt x="7904" y="738626"/>
                </a:lnTo>
                <a:lnTo>
                  <a:pt x="0" y="733787"/>
                </a:lnTo>
                <a:close/>
              </a:path>
            </a:pathLst>
          </a:custGeom>
          <a:solidFill xmlns:a="http://schemas.openxmlformats.org/drawingml/2006/main">
            <a:srgbClr val="DBEA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native-gradient-strip-3">
            <a:extLst xmlns:a="http://schemas.openxmlformats.org/drawingml/2006/main">
              <a:ext uri="{FF2B5EF4-FFF2-40B4-BE49-F238E27FC236}">
                <a16:creationId xmlns:a16="http://schemas.microsoft.com/office/drawing/2014/main" id="{C91BC46E-D739-4828-B986-1202DB88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22336" y="3302736"/>
            <a:ext cx="39519" cy="754777"/>
          </a:xfrm>
          <a:custGeom xmlns:a="http://schemas.openxmlformats.org/drawingml/2006/main">
            <a:pathLst>
              <a:path w="39519" h="754777">
                <a:moveTo>
                  <a:pt x="0" y="7034"/>
                </a:moveTo>
                <a:lnTo>
                  <a:pt x="7904" y="4562"/>
                </a:lnTo>
                <a:lnTo>
                  <a:pt x="15807" y="2646"/>
                </a:lnTo>
                <a:lnTo>
                  <a:pt x="23711" y="1260"/>
                </a:lnTo>
                <a:lnTo>
                  <a:pt x="31615" y="386"/>
                </a:lnTo>
                <a:lnTo>
                  <a:pt x="39519" y="15"/>
                </a:lnTo>
                <a:lnTo>
                  <a:pt x="39519" y="754762"/>
                </a:lnTo>
                <a:lnTo>
                  <a:pt x="31615" y="754391"/>
                </a:lnTo>
                <a:lnTo>
                  <a:pt x="23711" y="753518"/>
                </a:lnTo>
                <a:lnTo>
                  <a:pt x="15807" y="752132"/>
                </a:lnTo>
                <a:lnTo>
                  <a:pt x="7904" y="750215"/>
                </a:lnTo>
                <a:lnTo>
                  <a:pt x="0" y="747743"/>
                </a:lnTo>
                <a:close/>
              </a:path>
            </a:pathLst>
          </a:custGeom>
          <a:solidFill xmlns:a="http://schemas.openxmlformats.org/drawingml/2006/main">
            <a:srgbClr val="DBEA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native-gradient-strip-4">
            <a:extLst xmlns:a="http://schemas.openxmlformats.org/drawingml/2006/main">
              <a:ext uri="{FF2B5EF4-FFF2-40B4-BE49-F238E27FC236}">
                <a16:creationId xmlns:a16="http://schemas.microsoft.com/office/drawing/2014/main" id="{472B3415-6171-4315-AED1-9E0809A1F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50424" y="3302736"/>
            <a:ext cx="39519" cy="754777"/>
          </a:xfrm>
          <a:custGeom xmlns:a="http://schemas.openxmlformats.org/drawingml/2006/main">
            <a:pathLst>
              <a:path w="39519" h="754777">
                <a:moveTo>
                  <a:pt x="0" y="713"/>
                </a:moveTo>
                <a:lnTo>
                  <a:pt x="7904" y="119"/>
                </a:lnTo>
                <a:lnTo>
                  <a:pt x="15807" y="0"/>
                </a:lnTo>
                <a:lnTo>
                  <a:pt x="23711" y="0"/>
                </a:lnTo>
                <a:lnTo>
                  <a:pt x="31615" y="0"/>
                </a:lnTo>
                <a:lnTo>
                  <a:pt x="39519" y="0"/>
                </a:lnTo>
                <a:lnTo>
                  <a:pt x="39519" y="754777"/>
                </a:lnTo>
                <a:lnTo>
                  <a:pt x="31615" y="754777"/>
                </a:lnTo>
                <a:lnTo>
                  <a:pt x="23711" y="754777"/>
                </a:lnTo>
                <a:lnTo>
                  <a:pt x="15807" y="754777"/>
                </a:lnTo>
                <a:lnTo>
                  <a:pt x="7904" y="754658"/>
                </a:lnTo>
                <a:lnTo>
                  <a:pt x="0" y="754064"/>
                </a:lnTo>
                <a:close/>
              </a:path>
            </a:pathLst>
          </a:custGeom>
          <a:solidFill xmlns:a="http://schemas.openxmlformats.org/drawingml/2006/main">
            <a:srgbClr val="DCEB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native-gradient-strip-5">
            <a:extLst xmlns:a="http://schemas.openxmlformats.org/drawingml/2006/main">
              <a:ext uri="{FF2B5EF4-FFF2-40B4-BE49-F238E27FC236}">
                <a16:creationId xmlns:a16="http://schemas.microsoft.com/office/drawing/2014/main" id="{BA84560B-FA2A-49AA-8765-5999B98D6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78513" y="3302736"/>
            <a:ext cx="39519" cy="754777"/>
          </a:xfrm>
          <a:custGeom xmlns:a="http://schemas.openxmlformats.org/drawingml/2006/main">
            <a:pathLst>
              <a:path w="39519" h="754777">
                <a:moveTo>
                  <a:pt x="0" y="0"/>
                </a:moveTo>
                <a:lnTo>
                  <a:pt x="7904" y="0"/>
                </a:lnTo>
                <a:lnTo>
                  <a:pt x="15807" y="0"/>
                </a:lnTo>
                <a:lnTo>
                  <a:pt x="23711" y="0"/>
                </a:lnTo>
                <a:lnTo>
                  <a:pt x="31615" y="0"/>
                </a:lnTo>
                <a:lnTo>
                  <a:pt x="39519" y="0"/>
                </a:lnTo>
                <a:lnTo>
                  <a:pt x="39519" y="754777"/>
                </a:lnTo>
                <a:lnTo>
                  <a:pt x="31615" y="754777"/>
                </a:lnTo>
                <a:lnTo>
                  <a:pt x="23711" y="754777"/>
                </a:lnTo>
                <a:lnTo>
                  <a:pt x="15807" y="754777"/>
                </a:lnTo>
                <a:lnTo>
                  <a:pt x="7904" y="754777"/>
                </a:lnTo>
                <a:lnTo>
                  <a:pt x="0" y="754777"/>
                </a:lnTo>
                <a:close/>
              </a:path>
            </a:pathLst>
          </a:custGeom>
          <a:solidFill xmlns:a="http://schemas.openxmlformats.org/drawingml/2006/main">
            <a:srgbClr val="DCEB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native-gradient-strip-6">
            <a:extLst xmlns:a="http://schemas.openxmlformats.org/drawingml/2006/main">
              <a:ext uri="{FF2B5EF4-FFF2-40B4-BE49-F238E27FC236}">
                <a16:creationId xmlns:a16="http://schemas.microsoft.com/office/drawing/2014/main" id="{7D534B2B-9F4A-4DC6-841C-2F341ED1A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06602" y="3302736"/>
            <a:ext cx="39519" cy="754777"/>
          </a:xfrm>
          <a:custGeom xmlns:a="http://schemas.openxmlformats.org/drawingml/2006/main">
            <a:pathLst>
              <a:path w="39519" h="754777">
                <a:moveTo>
                  <a:pt x="0" y="0"/>
                </a:moveTo>
                <a:lnTo>
                  <a:pt x="7904" y="0"/>
                </a:lnTo>
                <a:lnTo>
                  <a:pt x="15807" y="0"/>
                </a:lnTo>
                <a:lnTo>
                  <a:pt x="23711" y="0"/>
                </a:lnTo>
                <a:lnTo>
                  <a:pt x="31615" y="0"/>
                </a:lnTo>
                <a:lnTo>
                  <a:pt x="39519" y="0"/>
                </a:lnTo>
                <a:lnTo>
                  <a:pt x="39519" y="754777"/>
                </a:lnTo>
                <a:lnTo>
                  <a:pt x="31615" y="754777"/>
                </a:lnTo>
                <a:lnTo>
                  <a:pt x="23711" y="754777"/>
                </a:lnTo>
                <a:lnTo>
                  <a:pt x="15807" y="754777"/>
                </a:lnTo>
                <a:lnTo>
                  <a:pt x="7904" y="754777"/>
                </a:lnTo>
                <a:lnTo>
                  <a:pt x="0" y="754777"/>
                </a:lnTo>
                <a:close/>
              </a:path>
            </a:pathLst>
          </a:custGeom>
          <a:solidFill xmlns:a="http://schemas.openxmlformats.org/drawingml/2006/main">
            <a:srgbClr val="DDEB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native-gradient-strip-7">
            <a:extLst xmlns:a="http://schemas.openxmlformats.org/drawingml/2006/main">
              <a:ext uri="{FF2B5EF4-FFF2-40B4-BE49-F238E27FC236}">
                <a16:creationId xmlns:a16="http://schemas.microsoft.com/office/drawing/2014/main" id="{4DE6C140-E46B-49DB-A6FE-1732B61F6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4690" y="3302736"/>
            <a:ext cx="39519" cy="754777"/>
          </a:xfrm>
          <a:custGeom xmlns:a="http://schemas.openxmlformats.org/drawingml/2006/main">
            <a:pathLst>
              <a:path w="39519" h="754777">
                <a:moveTo>
                  <a:pt x="0" y="0"/>
                </a:moveTo>
                <a:lnTo>
                  <a:pt x="7904" y="0"/>
                </a:lnTo>
                <a:lnTo>
                  <a:pt x="15807" y="0"/>
                </a:lnTo>
                <a:lnTo>
                  <a:pt x="23711" y="0"/>
                </a:lnTo>
                <a:lnTo>
                  <a:pt x="31615" y="0"/>
                </a:lnTo>
                <a:lnTo>
                  <a:pt x="39519" y="0"/>
                </a:lnTo>
                <a:lnTo>
                  <a:pt x="39519" y="754777"/>
                </a:lnTo>
                <a:lnTo>
                  <a:pt x="31615" y="754777"/>
                </a:lnTo>
                <a:lnTo>
                  <a:pt x="23711" y="754777"/>
                </a:lnTo>
                <a:lnTo>
                  <a:pt x="15807" y="754777"/>
                </a:lnTo>
                <a:lnTo>
                  <a:pt x="7904" y="754777"/>
                </a:lnTo>
                <a:lnTo>
                  <a:pt x="0" y="754777"/>
                </a:lnTo>
                <a:close/>
              </a:path>
            </a:pathLst>
          </a:custGeom>
          <a:solidFill xmlns:a="http://schemas.openxmlformats.org/drawingml/2006/main">
            <a:srgbClr val="DDEB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native-gradient-strip-8">
            <a:extLst xmlns:a="http://schemas.openxmlformats.org/drawingml/2006/main">
              <a:ext uri="{FF2B5EF4-FFF2-40B4-BE49-F238E27FC236}">
                <a16:creationId xmlns:a16="http://schemas.microsoft.com/office/drawing/2014/main" id="{26390BFC-1829-433B-B517-B82F7451A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62779" y="3302736"/>
            <a:ext cx="39519" cy="754777"/>
          </a:xfrm>
          <a:custGeom xmlns:a="http://schemas.openxmlformats.org/drawingml/2006/main">
            <a:pathLst>
              <a:path w="39519" h="754777">
                <a:moveTo>
                  <a:pt x="0" y="0"/>
                </a:moveTo>
                <a:lnTo>
                  <a:pt x="7904" y="0"/>
                </a:lnTo>
                <a:lnTo>
                  <a:pt x="15807" y="0"/>
                </a:lnTo>
                <a:lnTo>
                  <a:pt x="23711" y="0"/>
                </a:lnTo>
                <a:lnTo>
                  <a:pt x="31615" y="0"/>
                </a:lnTo>
                <a:lnTo>
                  <a:pt x="39519" y="0"/>
                </a:lnTo>
                <a:lnTo>
                  <a:pt x="39519" y="754777"/>
                </a:lnTo>
                <a:lnTo>
                  <a:pt x="31615" y="754777"/>
                </a:lnTo>
                <a:lnTo>
                  <a:pt x="23711" y="754777"/>
                </a:lnTo>
                <a:lnTo>
                  <a:pt x="15807" y="754777"/>
                </a:lnTo>
                <a:lnTo>
                  <a:pt x="7904" y="754777"/>
                </a:lnTo>
                <a:lnTo>
                  <a:pt x="0" y="754777"/>
                </a:lnTo>
                <a:close/>
              </a:path>
            </a:pathLst>
          </a:custGeom>
          <a:solidFill xmlns:a="http://schemas.openxmlformats.org/drawingml/2006/main">
            <a:srgbClr val="DEEB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native-gradient-strip-9">
            <a:extLst xmlns:a="http://schemas.openxmlformats.org/drawingml/2006/main">
              <a:ext uri="{FF2B5EF4-FFF2-40B4-BE49-F238E27FC236}">
                <a16:creationId xmlns:a16="http://schemas.microsoft.com/office/drawing/2014/main" id="{BE4655A7-296F-4E95-9479-0BA2208CF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90868" y="3302736"/>
            <a:ext cx="39519" cy="754777"/>
          </a:xfrm>
          <a:custGeom xmlns:a="http://schemas.openxmlformats.org/drawingml/2006/main">
            <a:pathLst>
              <a:path w="39519" h="754777">
                <a:moveTo>
                  <a:pt x="0" y="0"/>
                </a:moveTo>
                <a:lnTo>
                  <a:pt x="7904" y="0"/>
                </a:lnTo>
                <a:lnTo>
                  <a:pt x="15807" y="0"/>
                </a:lnTo>
                <a:lnTo>
                  <a:pt x="23711" y="0"/>
                </a:lnTo>
                <a:lnTo>
                  <a:pt x="31615" y="0"/>
                </a:lnTo>
                <a:lnTo>
                  <a:pt x="39519" y="0"/>
                </a:lnTo>
                <a:lnTo>
                  <a:pt x="39519" y="754777"/>
                </a:lnTo>
                <a:lnTo>
                  <a:pt x="31615" y="754777"/>
                </a:lnTo>
                <a:lnTo>
                  <a:pt x="23711" y="754777"/>
                </a:lnTo>
                <a:lnTo>
                  <a:pt x="15807" y="754777"/>
                </a:lnTo>
                <a:lnTo>
                  <a:pt x="7904" y="754777"/>
                </a:lnTo>
                <a:lnTo>
                  <a:pt x="0" y="754777"/>
                </a:lnTo>
                <a:close/>
              </a:path>
            </a:pathLst>
          </a:custGeom>
          <a:solidFill xmlns:a="http://schemas.openxmlformats.org/drawingml/2006/main">
            <a:srgbClr val="DEEB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native-gradient-strip-10">
            <a:extLst xmlns:a="http://schemas.openxmlformats.org/drawingml/2006/main">
              <a:ext uri="{FF2B5EF4-FFF2-40B4-BE49-F238E27FC236}">
                <a16:creationId xmlns:a16="http://schemas.microsoft.com/office/drawing/2014/main" id="{C2225D35-F8BC-4C05-9F03-F5C1AB0F2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18957" y="3302736"/>
            <a:ext cx="39519" cy="754777"/>
          </a:xfrm>
          <a:custGeom xmlns:a="http://schemas.openxmlformats.org/drawingml/2006/main">
            <a:pathLst>
              <a:path w="39519" h="754777">
                <a:moveTo>
                  <a:pt x="0" y="0"/>
                </a:moveTo>
                <a:lnTo>
                  <a:pt x="7904" y="0"/>
                </a:lnTo>
                <a:lnTo>
                  <a:pt x="15807" y="0"/>
                </a:lnTo>
                <a:lnTo>
                  <a:pt x="23711" y="0"/>
                </a:lnTo>
                <a:lnTo>
                  <a:pt x="31615" y="0"/>
                </a:lnTo>
                <a:lnTo>
                  <a:pt x="39519" y="0"/>
                </a:lnTo>
                <a:lnTo>
                  <a:pt x="39519" y="754777"/>
                </a:lnTo>
                <a:lnTo>
                  <a:pt x="31615" y="754777"/>
                </a:lnTo>
                <a:lnTo>
                  <a:pt x="23711" y="754777"/>
                </a:lnTo>
                <a:lnTo>
                  <a:pt x="15807" y="754777"/>
                </a:lnTo>
                <a:lnTo>
                  <a:pt x="7904" y="754777"/>
                </a:lnTo>
                <a:lnTo>
                  <a:pt x="0" y="754777"/>
                </a:lnTo>
                <a:close/>
              </a:path>
            </a:pathLst>
          </a:custGeom>
          <a:solidFill xmlns:a="http://schemas.openxmlformats.org/drawingml/2006/main">
            <a:srgbClr val="DFEB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native-gradient-strip-11">
            <a:extLst xmlns:a="http://schemas.openxmlformats.org/drawingml/2006/main">
              <a:ext uri="{FF2B5EF4-FFF2-40B4-BE49-F238E27FC236}">
                <a16:creationId xmlns:a16="http://schemas.microsoft.com/office/drawing/2014/main" id="{9A47A760-7675-472C-B969-A74F5E2B5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47045" y="3302736"/>
            <a:ext cx="39519" cy="754777"/>
          </a:xfrm>
          <a:custGeom xmlns:a="http://schemas.openxmlformats.org/drawingml/2006/main">
            <a:pathLst>
              <a:path w="39519" h="754777">
                <a:moveTo>
                  <a:pt x="0" y="0"/>
                </a:moveTo>
                <a:lnTo>
                  <a:pt x="7904" y="0"/>
                </a:lnTo>
                <a:lnTo>
                  <a:pt x="15807" y="0"/>
                </a:lnTo>
                <a:lnTo>
                  <a:pt x="23711" y="0"/>
                </a:lnTo>
                <a:lnTo>
                  <a:pt x="31615" y="0"/>
                </a:lnTo>
                <a:lnTo>
                  <a:pt x="39519" y="0"/>
                </a:lnTo>
                <a:lnTo>
                  <a:pt x="39519" y="754777"/>
                </a:lnTo>
                <a:lnTo>
                  <a:pt x="31615" y="754777"/>
                </a:lnTo>
                <a:lnTo>
                  <a:pt x="23711" y="754777"/>
                </a:lnTo>
                <a:lnTo>
                  <a:pt x="15807" y="754777"/>
                </a:lnTo>
                <a:lnTo>
                  <a:pt x="7904" y="754777"/>
                </a:lnTo>
                <a:lnTo>
                  <a:pt x="0" y="754777"/>
                </a:lnTo>
                <a:close/>
              </a:path>
            </a:pathLst>
          </a:custGeom>
          <a:solidFill xmlns:a="http://schemas.openxmlformats.org/drawingml/2006/main">
            <a:srgbClr val="E0EB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native-gradient-strip-12">
            <a:extLst xmlns:a="http://schemas.openxmlformats.org/drawingml/2006/main">
              <a:ext uri="{FF2B5EF4-FFF2-40B4-BE49-F238E27FC236}">
                <a16:creationId xmlns:a16="http://schemas.microsoft.com/office/drawing/2014/main" id="{8C2AADC5-B47C-4534-9EB4-4972055A5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75134" y="3302736"/>
            <a:ext cx="39519" cy="754777"/>
          </a:xfrm>
          <a:custGeom xmlns:a="http://schemas.openxmlformats.org/drawingml/2006/main">
            <a:pathLst>
              <a:path w="39519" h="754777">
                <a:moveTo>
                  <a:pt x="0" y="0"/>
                </a:moveTo>
                <a:lnTo>
                  <a:pt x="7904" y="0"/>
                </a:lnTo>
                <a:lnTo>
                  <a:pt x="15807" y="0"/>
                </a:lnTo>
                <a:lnTo>
                  <a:pt x="23711" y="0"/>
                </a:lnTo>
                <a:lnTo>
                  <a:pt x="31615" y="0"/>
                </a:lnTo>
                <a:lnTo>
                  <a:pt x="39519" y="0"/>
                </a:lnTo>
                <a:lnTo>
                  <a:pt x="39519" y="754777"/>
                </a:lnTo>
                <a:lnTo>
                  <a:pt x="31615" y="754777"/>
                </a:lnTo>
                <a:lnTo>
                  <a:pt x="23711" y="754777"/>
                </a:lnTo>
                <a:lnTo>
                  <a:pt x="15807" y="754777"/>
                </a:lnTo>
                <a:lnTo>
                  <a:pt x="7904" y="754777"/>
                </a:lnTo>
                <a:lnTo>
                  <a:pt x="0" y="754777"/>
                </a:lnTo>
                <a:close/>
              </a:path>
            </a:pathLst>
          </a:custGeom>
          <a:solidFill xmlns:a="http://schemas.openxmlformats.org/drawingml/2006/main">
            <a:srgbClr val="E0EB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native-gradient-strip-13">
            <a:extLst xmlns:a="http://schemas.openxmlformats.org/drawingml/2006/main">
              <a:ext uri="{FF2B5EF4-FFF2-40B4-BE49-F238E27FC236}">
                <a16:creationId xmlns:a16="http://schemas.microsoft.com/office/drawing/2014/main" id="{6D5211F6-0031-4938-9BC9-F7040DF6C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03223" y="3302736"/>
            <a:ext cx="39519" cy="754777"/>
          </a:xfrm>
          <a:custGeom xmlns:a="http://schemas.openxmlformats.org/drawingml/2006/main">
            <a:pathLst>
              <a:path w="39519" h="754777">
                <a:moveTo>
                  <a:pt x="0" y="0"/>
                </a:moveTo>
                <a:lnTo>
                  <a:pt x="7904" y="0"/>
                </a:lnTo>
                <a:lnTo>
                  <a:pt x="15807" y="0"/>
                </a:lnTo>
                <a:lnTo>
                  <a:pt x="23711" y="0"/>
                </a:lnTo>
                <a:lnTo>
                  <a:pt x="31615" y="0"/>
                </a:lnTo>
                <a:lnTo>
                  <a:pt x="39519" y="0"/>
                </a:lnTo>
                <a:lnTo>
                  <a:pt x="39519" y="754777"/>
                </a:lnTo>
                <a:lnTo>
                  <a:pt x="31615" y="754777"/>
                </a:lnTo>
                <a:lnTo>
                  <a:pt x="23711" y="754777"/>
                </a:lnTo>
                <a:lnTo>
                  <a:pt x="15807" y="754777"/>
                </a:lnTo>
                <a:lnTo>
                  <a:pt x="7904" y="754777"/>
                </a:lnTo>
                <a:lnTo>
                  <a:pt x="0" y="754777"/>
                </a:lnTo>
                <a:close/>
              </a:path>
            </a:pathLst>
          </a:custGeom>
          <a:solidFill xmlns:a="http://schemas.openxmlformats.org/drawingml/2006/main">
            <a:srgbClr val="E1EC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native-gradient-strip-14">
            <a:extLst xmlns:a="http://schemas.openxmlformats.org/drawingml/2006/main">
              <a:ext uri="{FF2B5EF4-FFF2-40B4-BE49-F238E27FC236}">
                <a16:creationId xmlns:a16="http://schemas.microsoft.com/office/drawing/2014/main" id="{385E56AE-4F32-4F4D-91B7-62BAF651E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31312" y="3302736"/>
            <a:ext cx="39519" cy="754777"/>
          </a:xfrm>
          <a:custGeom xmlns:a="http://schemas.openxmlformats.org/drawingml/2006/main">
            <a:pathLst>
              <a:path w="39519" h="754777">
                <a:moveTo>
                  <a:pt x="0" y="0"/>
                </a:moveTo>
                <a:lnTo>
                  <a:pt x="7904" y="0"/>
                </a:lnTo>
                <a:lnTo>
                  <a:pt x="15807" y="0"/>
                </a:lnTo>
                <a:lnTo>
                  <a:pt x="23711" y="0"/>
                </a:lnTo>
                <a:lnTo>
                  <a:pt x="31615" y="0"/>
                </a:lnTo>
                <a:lnTo>
                  <a:pt x="39519" y="0"/>
                </a:lnTo>
                <a:lnTo>
                  <a:pt x="39519" y="754777"/>
                </a:lnTo>
                <a:lnTo>
                  <a:pt x="31615" y="754777"/>
                </a:lnTo>
                <a:lnTo>
                  <a:pt x="23711" y="754777"/>
                </a:lnTo>
                <a:lnTo>
                  <a:pt x="15807" y="754777"/>
                </a:lnTo>
                <a:lnTo>
                  <a:pt x="7904" y="754777"/>
                </a:lnTo>
                <a:lnTo>
                  <a:pt x="0" y="754777"/>
                </a:lnTo>
                <a:close/>
              </a:path>
            </a:pathLst>
          </a:custGeom>
          <a:solidFill xmlns:a="http://schemas.openxmlformats.org/drawingml/2006/main">
            <a:srgbClr val="E1EC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native-gradient-strip-15">
            <a:extLst xmlns:a="http://schemas.openxmlformats.org/drawingml/2006/main">
              <a:ext uri="{FF2B5EF4-FFF2-40B4-BE49-F238E27FC236}">
                <a16:creationId xmlns:a16="http://schemas.microsoft.com/office/drawing/2014/main" id="{A023CB17-2292-4D8E-9668-7DD93021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59400" y="3302736"/>
            <a:ext cx="39519" cy="754777"/>
          </a:xfrm>
          <a:custGeom xmlns:a="http://schemas.openxmlformats.org/drawingml/2006/main">
            <a:pathLst>
              <a:path w="39519" h="754777">
                <a:moveTo>
                  <a:pt x="0" y="0"/>
                </a:moveTo>
                <a:lnTo>
                  <a:pt x="7904" y="0"/>
                </a:lnTo>
                <a:lnTo>
                  <a:pt x="15807" y="0"/>
                </a:lnTo>
                <a:lnTo>
                  <a:pt x="23711" y="0"/>
                </a:lnTo>
                <a:lnTo>
                  <a:pt x="31615" y="0"/>
                </a:lnTo>
                <a:lnTo>
                  <a:pt x="39519" y="0"/>
                </a:lnTo>
                <a:lnTo>
                  <a:pt x="39519" y="754777"/>
                </a:lnTo>
                <a:lnTo>
                  <a:pt x="31615" y="754777"/>
                </a:lnTo>
                <a:lnTo>
                  <a:pt x="23711" y="754777"/>
                </a:lnTo>
                <a:lnTo>
                  <a:pt x="15807" y="754777"/>
                </a:lnTo>
                <a:lnTo>
                  <a:pt x="7904" y="754777"/>
                </a:lnTo>
                <a:lnTo>
                  <a:pt x="0" y="754777"/>
                </a:lnTo>
                <a:close/>
              </a:path>
            </a:pathLst>
          </a:custGeom>
          <a:solidFill xmlns:a="http://schemas.openxmlformats.org/drawingml/2006/main">
            <a:srgbClr val="E2EC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native-gradient-strip-16">
            <a:extLst xmlns:a="http://schemas.openxmlformats.org/drawingml/2006/main">
              <a:ext uri="{FF2B5EF4-FFF2-40B4-BE49-F238E27FC236}">
                <a16:creationId xmlns:a16="http://schemas.microsoft.com/office/drawing/2014/main" id="{A80A8305-C3D6-4DCA-AD86-3644179D1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87489" y="3302736"/>
            <a:ext cx="39519" cy="754777"/>
          </a:xfrm>
          <a:custGeom xmlns:a="http://schemas.openxmlformats.org/drawingml/2006/main">
            <a:pathLst>
              <a:path w="39519" h="754777">
                <a:moveTo>
                  <a:pt x="0" y="0"/>
                </a:moveTo>
                <a:lnTo>
                  <a:pt x="7904" y="0"/>
                </a:lnTo>
                <a:lnTo>
                  <a:pt x="15807" y="0"/>
                </a:lnTo>
                <a:lnTo>
                  <a:pt x="23711" y="0"/>
                </a:lnTo>
                <a:lnTo>
                  <a:pt x="31615" y="0"/>
                </a:lnTo>
                <a:lnTo>
                  <a:pt x="39519" y="0"/>
                </a:lnTo>
                <a:lnTo>
                  <a:pt x="39519" y="754777"/>
                </a:lnTo>
                <a:lnTo>
                  <a:pt x="31615" y="754777"/>
                </a:lnTo>
                <a:lnTo>
                  <a:pt x="23711" y="754777"/>
                </a:lnTo>
                <a:lnTo>
                  <a:pt x="15807" y="754777"/>
                </a:lnTo>
                <a:lnTo>
                  <a:pt x="7904" y="754777"/>
                </a:lnTo>
                <a:lnTo>
                  <a:pt x="0" y="754777"/>
                </a:lnTo>
                <a:close/>
              </a:path>
            </a:pathLst>
          </a:custGeom>
          <a:solidFill xmlns:a="http://schemas.openxmlformats.org/drawingml/2006/main">
            <a:srgbClr val="E2EC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native-gradient-strip-17">
            <a:extLst xmlns:a="http://schemas.openxmlformats.org/drawingml/2006/main">
              <a:ext uri="{FF2B5EF4-FFF2-40B4-BE49-F238E27FC236}">
                <a16:creationId xmlns:a16="http://schemas.microsoft.com/office/drawing/2014/main" id="{122ACF62-8583-4786-BD2C-A1814F6F1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15578" y="3302736"/>
            <a:ext cx="39519" cy="754777"/>
          </a:xfrm>
          <a:custGeom xmlns:a="http://schemas.openxmlformats.org/drawingml/2006/main">
            <a:pathLst>
              <a:path w="39519" h="754777">
                <a:moveTo>
                  <a:pt x="0" y="0"/>
                </a:moveTo>
                <a:lnTo>
                  <a:pt x="7904" y="0"/>
                </a:lnTo>
                <a:lnTo>
                  <a:pt x="15807" y="0"/>
                </a:lnTo>
                <a:lnTo>
                  <a:pt x="23711" y="0"/>
                </a:lnTo>
                <a:lnTo>
                  <a:pt x="31615" y="0"/>
                </a:lnTo>
                <a:lnTo>
                  <a:pt x="39519" y="0"/>
                </a:lnTo>
                <a:lnTo>
                  <a:pt x="39519" y="754777"/>
                </a:lnTo>
                <a:lnTo>
                  <a:pt x="31615" y="754777"/>
                </a:lnTo>
                <a:lnTo>
                  <a:pt x="23711" y="754777"/>
                </a:lnTo>
                <a:lnTo>
                  <a:pt x="15807" y="754777"/>
                </a:lnTo>
                <a:lnTo>
                  <a:pt x="7904" y="754777"/>
                </a:lnTo>
                <a:lnTo>
                  <a:pt x="0" y="754777"/>
                </a:lnTo>
                <a:close/>
              </a:path>
            </a:pathLst>
          </a:custGeom>
          <a:solidFill xmlns:a="http://schemas.openxmlformats.org/drawingml/2006/main">
            <a:srgbClr val="E3EC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native-gradient-strip-18">
            <a:extLst xmlns:a="http://schemas.openxmlformats.org/drawingml/2006/main">
              <a:ext uri="{FF2B5EF4-FFF2-40B4-BE49-F238E27FC236}">
                <a16:creationId xmlns:a16="http://schemas.microsoft.com/office/drawing/2014/main" id="{B1080D54-E341-4256-8993-9529B864C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43667" y="3302736"/>
            <a:ext cx="39519" cy="754777"/>
          </a:xfrm>
          <a:custGeom xmlns:a="http://schemas.openxmlformats.org/drawingml/2006/main">
            <a:pathLst>
              <a:path w="39519" h="754777">
                <a:moveTo>
                  <a:pt x="0" y="0"/>
                </a:moveTo>
                <a:lnTo>
                  <a:pt x="7904" y="0"/>
                </a:lnTo>
                <a:lnTo>
                  <a:pt x="15807" y="0"/>
                </a:lnTo>
                <a:lnTo>
                  <a:pt x="23711" y="0"/>
                </a:lnTo>
                <a:lnTo>
                  <a:pt x="31615" y="0"/>
                </a:lnTo>
                <a:lnTo>
                  <a:pt x="39519" y="0"/>
                </a:lnTo>
                <a:lnTo>
                  <a:pt x="39519" y="754777"/>
                </a:lnTo>
                <a:lnTo>
                  <a:pt x="31615" y="754777"/>
                </a:lnTo>
                <a:lnTo>
                  <a:pt x="23711" y="754777"/>
                </a:lnTo>
                <a:lnTo>
                  <a:pt x="15807" y="754777"/>
                </a:lnTo>
                <a:lnTo>
                  <a:pt x="7904" y="754777"/>
                </a:lnTo>
                <a:lnTo>
                  <a:pt x="0" y="754777"/>
                </a:lnTo>
                <a:close/>
              </a:path>
            </a:pathLst>
          </a:custGeom>
          <a:solidFill xmlns:a="http://schemas.openxmlformats.org/drawingml/2006/main">
            <a:srgbClr val="E3EC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native-gradient-strip-19">
            <a:extLst xmlns:a="http://schemas.openxmlformats.org/drawingml/2006/main">
              <a:ext uri="{FF2B5EF4-FFF2-40B4-BE49-F238E27FC236}">
                <a16:creationId xmlns:a16="http://schemas.microsoft.com/office/drawing/2014/main" id="{9F2B4642-6416-44A0-B262-B2666A60E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71755" y="3302736"/>
            <a:ext cx="39519" cy="754777"/>
          </a:xfrm>
          <a:custGeom xmlns:a="http://schemas.openxmlformats.org/drawingml/2006/main">
            <a:pathLst>
              <a:path w="39519" h="754777">
                <a:moveTo>
                  <a:pt x="0" y="0"/>
                </a:moveTo>
                <a:lnTo>
                  <a:pt x="7904" y="0"/>
                </a:lnTo>
                <a:lnTo>
                  <a:pt x="15807" y="0"/>
                </a:lnTo>
                <a:lnTo>
                  <a:pt x="23711" y="0"/>
                </a:lnTo>
                <a:lnTo>
                  <a:pt x="31615" y="0"/>
                </a:lnTo>
                <a:lnTo>
                  <a:pt x="39519" y="0"/>
                </a:lnTo>
                <a:lnTo>
                  <a:pt x="39519" y="754777"/>
                </a:lnTo>
                <a:lnTo>
                  <a:pt x="31615" y="754777"/>
                </a:lnTo>
                <a:lnTo>
                  <a:pt x="23711" y="754777"/>
                </a:lnTo>
                <a:lnTo>
                  <a:pt x="15807" y="754777"/>
                </a:lnTo>
                <a:lnTo>
                  <a:pt x="7904" y="754777"/>
                </a:lnTo>
                <a:lnTo>
                  <a:pt x="0" y="754777"/>
                </a:lnTo>
                <a:close/>
              </a:path>
            </a:pathLst>
          </a:custGeom>
          <a:solidFill xmlns:a="http://schemas.openxmlformats.org/drawingml/2006/main">
            <a:srgbClr val="E4EC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native-gradient-strip-20">
            <a:extLst xmlns:a="http://schemas.openxmlformats.org/drawingml/2006/main">
              <a:ext uri="{FF2B5EF4-FFF2-40B4-BE49-F238E27FC236}">
                <a16:creationId xmlns:a16="http://schemas.microsoft.com/office/drawing/2014/main" id="{E3FCC3ED-261F-42C7-B29E-7FFCF7C1D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99844" y="3302736"/>
            <a:ext cx="39519" cy="754777"/>
          </a:xfrm>
          <a:custGeom xmlns:a="http://schemas.openxmlformats.org/drawingml/2006/main">
            <a:pathLst>
              <a:path w="39519" h="754777">
                <a:moveTo>
                  <a:pt x="0" y="0"/>
                </a:moveTo>
                <a:lnTo>
                  <a:pt x="7904" y="0"/>
                </a:lnTo>
                <a:lnTo>
                  <a:pt x="15807" y="0"/>
                </a:lnTo>
                <a:lnTo>
                  <a:pt x="23711" y="0"/>
                </a:lnTo>
                <a:lnTo>
                  <a:pt x="31615" y="0"/>
                </a:lnTo>
                <a:lnTo>
                  <a:pt x="39519" y="0"/>
                </a:lnTo>
                <a:lnTo>
                  <a:pt x="39519" y="754777"/>
                </a:lnTo>
                <a:lnTo>
                  <a:pt x="31615" y="754777"/>
                </a:lnTo>
                <a:lnTo>
                  <a:pt x="23711" y="754777"/>
                </a:lnTo>
                <a:lnTo>
                  <a:pt x="15807" y="754777"/>
                </a:lnTo>
                <a:lnTo>
                  <a:pt x="7904" y="754777"/>
                </a:lnTo>
                <a:lnTo>
                  <a:pt x="0" y="754777"/>
                </a:lnTo>
                <a:close/>
              </a:path>
            </a:pathLst>
          </a:custGeom>
          <a:solidFill xmlns:a="http://schemas.openxmlformats.org/drawingml/2006/main">
            <a:srgbClr val="E4EC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native-gradient-strip-21">
            <a:extLst xmlns:a="http://schemas.openxmlformats.org/drawingml/2006/main">
              <a:ext uri="{FF2B5EF4-FFF2-40B4-BE49-F238E27FC236}">
                <a16:creationId xmlns:a16="http://schemas.microsoft.com/office/drawing/2014/main" id="{E79C2699-F619-4509-8C69-DE91A5B6D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27933" y="3302736"/>
            <a:ext cx="39519" cy="754777"/>
          </a:xfrm>
          <a:custGeom xmlns:a="http://schemas.openxmlformats.org/drawingml/2006/main">
            <a:pathLst>
              <a:path w="39519" h="754777">
                <a:moveTo>
                  <a:pt x="0" y="0"/>
                </a:moveTo>
                <a:lnTo>
                  <a:pt x="7904" y="0"/>
                </a:lnTo>
                <a:lnTo>
                  <a:pt x="15807" y="0"/>
                </a:lnTo>
                <a:lnTo>
                  <a:pt x="23711" y="0"/>
                </a:lnTo>
                <a:lnTo>
                  <a:pt x="31615" y="0"/>
                </a:lnTo>
                <a:lnTo>
                  <a:pt x="39519" y="0"/>
                </a:lnTo>
                <a:lnTo>
                  <a:pt x="39519" y="754777"/>
                </a:lnTo>
                <a:lnTo>
                  <a:pt x="31615" y="754777"/>
                </a:lnTo>
                <a:lnTo>
                  <a:pt x="23711" y="754777"/>
                </a:lnTo>
                <a:lnTo>
                  <a:pt x="15807" y="754777"/>
                </a:lnTo>
                <a:lnTo>
                  <a:pt x="7904" y="754777"/>
                </a:lnTo>
                <a:lnTo>
                  <a:pt x="0" y="754777"/>
                </a:lnTo>
                <a:close/>
              </a:path>
            </a:pathLst>
          </a:custGeom>
          <a:solidFill xmlns:a="http://schemas.openxmlformats.org/drawingml/2006/main">
            <a:srgbClr val="E5ED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native-gradient-strip-22">
            <a:extLst xmlns:a="http://schemas.openxmlformats.org/drawingml/2006/main">
              <a:ext uri="{FF2B5EF4-FFF2-40B4-BE49-F238E27FC236}">
                <a16:creationId xmlns:a16="http://schemas.microsoft.com/office/drawing/2014/main" id="{D57EED41-FC4B-417D-8F82-8AB91FC99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56022" y="3302736"/>
            <a:ext cx="39519" cy="754777"/>
          </a:xfrm>
          <a:custGeom xmlns:a="http://schemas.openxmlformats.org/drawingml/2006/main">
            <a:pathLst>
              <a:path w="39519" h="754777">
                <a:moveTo>
                  <a:pt x="0" y="0"/>
                </a:moveTo>
                <a:lnTo>
                  <a:pt x="7904" y="0"/>
                </a:lnTo>
                <a:lnTo>
                  <a:pt x="15807" y="0"/>
                </a:lnTo>
                <a:lnTo>
                  <a:pt x="23711" y="0"/>
                </a:lnTo>
                <a:lnTo>
                  <a:pt x="31615" y="0"/>
                </a:lnTo>
                <a:lnTo>
                  <a:pt x="39519" y="0"/>
                </a:lnTo>
                <a:lnTo>
                  <a:pt x="39519" y="754777"/>
                </a:lnTo>
                <a:lnTo>
                  <a:pt x="31615" y="754777"/>
                </a:lnTo>
                <a:lnTo>
                  <a:pt x="23711" y="754777"/>
                </a:lnTo>
                <a:lnTo>
                  <a:pt x="15807" y="754777"/>
                </a:lnTo>
                <a:lnTo>
                  <a:pt x="7904" y="754777"/>
                </a:lnTo>
                <a:lnTo>
                  <a:pt x="0" y="754777"/>
                </a:lnTo>
                <a:close/>
              </a:path>
            </a:pathLst>
          </a:custGeom>
          <a:solidFill xmlns:a="http://schemas.openxmlformats.org/drawingml/2006/main">
            <a:srgbClr val="E6ED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native-gradient-strip-23">
            <a:extLst xmlns:a="http://schemas.openxmlformats.org/drawingml/2006/main">
              <a:ext uri="{FF2B5EF4-FFF2-40B4-BE49-F238E27FC236}">
                <a16:creationId xmlns:a16="http://schemas.microsoft.com/office/drawing/2014/main" id="{99B3470A-D5C1-45F2-BC92-F2169297E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84110" y="3302736"/>
            <a:ext cx="39519" cy="754777"/>
          </a:xfrm>
          <a:custGeom xmlns:a="http://schemas.openxmlformats.org/drawingml/2006/main">
            <a:pathLst>
              <a:path w="39519" h="754777">
                <a:moveTo>
                  <a:pt x="0" y="0"/>
                </a:moveTo>
                <a:lnTo>
                  <a:pt x="7904" y="0"/>
                </a:lnTo>
                <a:lnTo>
                  <a:pt x="15807" y="0"/>
                </a:lnTo>
                <a:lnTo>
                  <a:pt x="23711" y="0"/>
                </a:lnTo>
                <a:lnTo>
                  <a:pt x="31615" y="0"/>
                </a:lnTo>
                <a:lnTo>
                  <a:pt x="39519" y="0"/>
                </a:lnTo>
                <a:lnTo>
                  <a:pt x="39519" y="754777"/>
                </a:lnTo>
                <a:lnTo>
                  <a:pt x="31615" y="754777"/>
                </a:lnTo>
                <a:lnTo>
                  <a:pt x="23711" y="754777"/>
                </a:lnTo>
                <a:lnTo>
                  <a:pt x="15807" y="754777"/>
                </a:lnTo>
                <a:lnTo>
                  <a:pt x="7904" y="754777"/>
                </a:lnTo>
                <a:lnTo>
                  <a:pt x="0" y="754777"/>
                </a:lnTo>
                <a:close/>
              </a:path>
            </a:pathLst>
          </a:custGeom>
          <a:solidFill xmlns:a="http://schemas.openxmlformats.org/drawingml/2006/main">
            <a:srgbClr val="E6ED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native-gradient-strip-24">
            <a:extLst xmlns:a="http://schemas.openxmlformats.org/drawingml/2006/main">
              <a:ext uri="{FF2B5EF4-FFF2-40B4-BE49-F238E27FC236}">
                <a16:creationId xmlns:a16="http://schemas.microsoft.com/office/drawing/2014/main" id="{6B3997C6-B433-43DD-8BB3-7968A21F1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2199" y="3302736"/>
            <a:ext cx="39519" cy="754777"/>
          </a:xfrm>
          <a:custGeom xmlns:a="http://schemas.openxmlformats.org/drawingml/2006/main">
            <a:pathLst>
              <a:path w="39519" h="754777">
                <a:moveTo>
                  <a:pt x="0" y="0"/>
                </a:moveTo>
                <a:lnTo>
                  <a:pt x="7904" y="0"/>
                </a:lnTo>
                <a:lnTo>
                  <a:pt x="15807" y="0"/>
                </a:lnTo>
                <a:lnTo>
                  <a:pt x="23711" y="0"/>
                </a:lnTo>
                <a:lnTo>
                  <a:pt x="31615" y="0"/>
                </a:lnTo>
                <a:lnTo>
                  <a:pt x="39519" y="0"/>
                </a:lnTo>
                <a:lnTo>
                  <a:pt x="39519" y="754777"/>
                </a:lnTo>
                <a:lnTo>
                  <a:pt x="31615" y="754777"/>
                </a:lnTo>
                <a:lnTo>
                  <a:pt x="23711" y="754777"/>
                </a:lnTo>
                <a:lnTo>
                  <a:pt x="15807" y="754777"/>
                </a:lnTo>
                <a:lnTo>
                  <a:pt x="7904" y="754777"/>
                </a:lnTo>
                <a:lnTo>
                  <a:pt x="0" y="754777"/>
                </a:lnTo>
                <a:close/>
              </a:path>
            </a:pathLst>
          </a:custGeom>
          <a:solidFill xmlns:a="http://schemas.openxmlformats.org/drawingml/2006/main">
            <a:srgbClr val="E7ED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native-gradient-strip-25">
            <a:extLst xmlns:a="http://schemas.openxmlformats.org/drawingml/2006/main">
              <a:ext uri="{FF2B5EF4-FFF2-40B4-BE49-F238E27FC236}">
                <a16:creationId xmlns:a16="http://schemas.microsoft.com/office/drawing/2014/main" id="{33C97D3C-B1AD-4F4A-B803-15AEBC9A9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40288" y="3302736"/>
            <a:ext cx="39519" cy="754777"/>
          </a:xfrm>
          <a:custGeom xmlns:a="http://schemas.openxmlformats.org/drawingml/2006/main">
            <a:pathLst>
              <a:path w="39519" h="754777">
                <a:moveTo>
                  <a:pt x="0" y="0"/>
                </a:moveTo>
                <a:lnTo>
                  <a:pt x="7904" y="0"/>
                </a:lnTo>
                <a:lnTo>
                  <a:pt x="15807" y="0"/>
                </a:lnTo>
                <a:lnTo>
                  <a:pt x="23711" y="0"/>
                </a:lnTo>
                <a:lnTo>
                  <a:pt x="31615" y="0"/>
                </a:lnTo>
                <a:lnTo>
                  <a:pt x="39519" y="0"/>
                </a:lnTo>
                <a:lnTo>
                  <a:pt x="39519" y="754777"/>
                </a:lnTo>
                <a:lnTo>
                  <a:pt x="31615" y="754777"/>
                </a:lnTo>
                <a:lnTo>
                  <a:pt x="23711" y="754777"/>
                </a:lnTo>
                <a:lnTo>
                  <a:pt x="15807" y="754777"/>
                </a:lnTo>
                <a:lnTo>
                  <a:pt x="7904" y="754777"/>
                </a:lnTo>
                <a:lnTo>
                  <a:pt x="0" y="754777"/>
                </a:lnTo>
                <a:close/>
              </a:path>
            </a:pathLst>
          </a:custGeom>
          <a:solidFill xmlns:a="http://schemas.openxmlformats.org/drawingml/2006/main">
            <a:srgbClr val="E7ED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native-gradient-strip-26">
            <a:extLst xmlns:a="http://schemas.openxmlformats.org/drawingml/2006/main">
              <a:ext uri="{FF2B5EF4-FFF2-40B4-BE49-F238E27FC236}">
                <a16:creationId xmlns:a16="http://schemas.microsoft.com/office/drawing/2014/main" id="{401000C2-D59B-43E4-9C32-012552B68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68376" y="3302736"/>
            <a:ext cx="39519" cy="754777"/>
          </a:xfrm>
          <a:custGeom xmlns:a="http://schemas.openxmlformats.org/drawingml/2006/main">
            <a:pathLst>
              <a:path w="39519" h="754777">
                <a:moveTo>
                  <a:pt x="0" y="0"/>
                </a:moveTo>
                <a:lnTo>
                  <a:pt x="7904" y="0"/>
                </a:lnTo>
                <a:lnTo>
                  <a:pt x="15807" y="0"/>
                </a:lnTo>
                <a:lnTo>
                  <a:pt x="23711" y="0"/>
                </a:lnTo>
                <a:lnTo>
                  <a:pt x="31615" y="0"/>
                </a:lnTo>
                <a:lnTo>
                  <a:pt x="39519" y="0"/>
                </a:lnTo>
                <a:lnTo>
                  <a:pt x="39519" y="754777"/>
                </a:lnTo>
                <a:lnTo>
                  <a:pt x="31615" y="754777"/>
                </a:lnTo>
                <a:lnTo>
                  <a:pt x="23711" y="754777"/>
                </a:lnTo>
                <a:lnTo>
                  <a:pt x="15807" y="754777"/>
                </a:lnTo>
                <a:lnTo>
                  <a:pt x="7904" y="754777"/>
                </a:lnTo>
                <a:lnTo>
                  <a:pt x="0" y="754777"/>
                </a:lnTo>
                <a:close/>
              </a:path>
            </a:pathLst>
          </a:custGeom>
          <a:solidFill xmlns:a="http://schemas.openxmlformats.org/drawingml/2006/main">
            <a:srgbClr val="E8ED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native-gradient-strip-27">
            <a:extLst xmlns:a="http://schemas.openxmlformats.org/drawingml/2006/main">
              <a:ext uri="{FF2B5EF4-FFF2-40B4-BE49-F238E27FC236}">
                <a16:creationId xmlns:a16="http://schemas.microsoft.com/office/drawing/2014/main" id="{63EEDBC5-C4AB-45E7-A177-9266365DC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96465" y="3302736"/>
            <a:ext cx="39519" cy="754777"/>
          </a:xfrm>
          <a:custGeom xmlns:a="http://schemas.openxmlformats.org/drawingml/2006/main">
            <a:pathLst>
              <a:path w="39519" h="754777">
                <a:moveTo>
                  <a:pt x="0" y="0"/>
                </a:moveTo>
                <a:lnTo>
                  <a:pt x="7904" y="0"/>
                </a:lnTo>
                <a:lnTo>
                  <a:pt x="15807" y="0"/>
                </a:lnTo>
                <a:lnTo>
                  <a:pt x="23711" y="0"/>
                </a:lnTo>
                <a:lnTo>
                  <a:pt x="31615" y="0"/>
                </a:lnTo>
                <a:lnTo>
                  <a:pt x="39519" y="0"/>
                </a:lnTo>
                <a:lnTo>
                  <a:pt x="39519" y="754777"/>
                </a:lnTo>
                <a:lnTo>
                  <a:pt x="31615" y="754777"/>
                </a:lnTo>
                <a:lnTo>
                  <a:pt x="23711" y="754777"/>
                </a:lnTo>
                <a:lnTo>
                  <a:pt x="15807" y="754777"/>
                </a:lnTo>
                <a:lnTo>
                  <a:pt x="7904" y="754777"/>
                </a:lnTo>
                <a:lnTo>
                  <a:pt x="0" y="754777"/>
                </a:lnTo>
                <a:close/>
              </a:path>
            </a:pathLst>
          </a:custGeom>
          <a:solidFill xmlns:a="http://schemas.openxmlformats.org/drawingml/2006/main">
            <a:srgbClr val="E8ED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native-gradient-strip-28">
            <a:extLst xmlns:a="http://schemas.openxmlformats.org/drawingml/2006/main">
              <a:ext uri="{FF2B5EF4-FFF2-40B4-BE49-F238E27FC236}">
                <a16:creationId xmlns:a16="http://schemas.microsoft.com/office/drawing/2014/main" id="{69D21A9C-9DC1-4020-9238-9FAECE091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24554" y="3302736"/>
            <a:ext cx="39519" cy="754777"/>
          </a:xfrm>
          <a:custGeom xmlns:a="http://schemas.openxmlformats.org/drawingml/2006/main">
            <a:pathLst>
              <a:path w="39519" h="754777">
                <a:moveTo>
                  <a:pt x="0" y="0"/>
                </a:moveTo>
                <a:lnTo>
                  <a:pt x="7904" y="0"/>
                </a:lnTo>
                <a:lnTo>
                  <a:pt x="15807" y="0"/>
                </a:lnTo>
                <a:lnTo>
                  <a:pt x="23711" y="0"/>
                </a:lnTo>
                <a:lnTo>
                  <a:pt x="31615" y="0"/>
                </a:lnTo>
                <a:lnTo>
                  <a:pt x="39519" y="0"/>
                </a:lnTo>
                <a:lnTo>
                  <a:pt x="39519" y="754777"/>
                </a:lnTo>
                <a:lnTo>
                  <a:pt x="31615" y="754777"/>
                </a:lnTo>
                <a:lnTo>
                  <a:pt x="23711" y="754777"/>
                </a:lnTo>
                <a:lnTo>
                  <a:pt x="15807" y="754777"/>
                </a:lnTo>
                <a:lnTo>
                  <a:pt x="7904" y="754777"/>
                </a:lnTo>
                <a:lnTo>
                  <a:pt x="0" y="754777"/>
                </a:lnTo>
                <a:close/>
              </a:path>
            </a:pathLst>
          </a:custGeom>
          <a:solidFill xmlns:a="http://schemas.openxmlformats.org/drawingml/2006/main">
            <a:srgbClr val="E9ED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native-gradient-strip-29">
            <a:extLst xmlns:a="http://schemas.openxmlformats.org/drawingml/2006/main">
              <a:ext uri="{FF2B5EF4-FFF2-40B4-BE49-F238E27FC236}">
                <a16:creationId xmlns:a16="http://schemas.microsoft.com/office/drawing/2014/main" id="{A236A145-F8AC-43F1-8F0B-DA9E3B604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52643" y="3302736"/>
            <a:ext cx="39519" cy="754777"/>
          </a:xfrm>
          <a:custGeom xmlns:a="http://schemas.openxmlformats.org/drawingml/2006/main">
            <a:pathLst>
              <a:path w="39519" h="754777">
                <a:moveTo>
                  <a:pt x="0" y="0"/>
                </a:moveTo>
                <a:lnTo>
                  <a:pt x="7904" y="0"/>
                </a:lnTo>
                <a:lnTo>
                  <a:pt x="15807" y="0"/>
                </a:lnTo>
                <a:lnTo>
                  <a:pt x="23711" y="0"/>
                </a:lnTo>
                <a:lnTo>
                  <a:pt x="31615" y="0"/>
                </a:lnTo>
                <a:lnTo>
                  <a:pt x="39519" y="0"/>
                </a:lnTo>
                <a:lnTo>
                  <a:pt x="39519" y="754777"/>
                </a:lnTo>
                <a:lnTo>
                  <a:pt x="31615" y="754777"/>
                </a:lnTo>
                <a:lnTo>
                  <a:pt x="23711" y="754777"/>
                </a:lnTo>
                <a:lnTo>
                  <a:pt x="15807" y="754777"/>
                </a:lnTo>
                <a:lnTo>
                  <a:pt x="7904" y="754777"/>
                </a:lnTo>
                <a:lnTo>
                  <a:pt x="0" y="754777"/>
                </a:lnTo>
                <a:close/>
              </a:path>
            </a:pathLst>
          </a:custGeom>
          <a:solidFill xmlns:a="http://schemas.openxmlformats.org/drawingml/2006/main">
            <a:srgbClr val="E9ED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native-gradient-strip-30">
            <a:extLst xmlns:a="http://schemas.openxmlformats.org/drawingml/2006/main">
              <a:ext uri="{FF2B5EF4-FFF2-40B4-BE49-F238E27FC236}">
                <a16:creationId xmlns:a16="http://schemas.microsoft.com/office/drawing/2014/main" id="{4A16DC86-B14F-475E-B73E-0B99D265B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80731" y="3302736"/>
            <a:ext cx="39519" cy="754777"/>
          </a:xfrm>
          <a:custGeom xmlns:a="http://schemas.openxmlformats.org/drawingml/2006/main">
            <a:pathLst>
              <a:path w="39519" h="754777">
                <a:moveTo>
                  <a:pt x="0" y="0"/>
                </a:moveTo>
                <a:lnTo>
                  <a:pt x="7904" y="0"/>
                </a:lnTo>
                <a:lnTo>
                  <a:pt x="15807" y="0"/>
                </a:lnTo>
                <a:lnTo>
                  <a:pt x="23711" y="0"/>
                </a:lnTo>
                <a:lnTo>
                  <a:pt x="31615" y="0"/>
                </a:lnTo>
                <a:lnTo>
                  <a:pt x="39519" y="0"/>
                </a:lnTo>
                <a:lnTo>
                  <a:pt x="39519" y="754777"/>
                </a:lnTo>
                <a:lnTo>
                  <a:pt x="31615" y="754777"/>
                </a:lnTo>
                <a:lnTo>
                  <a:pt x="23711" y="754777"/>
                </a:lnTo>
                <a:lnTo>
                  <a:pt x="15807" y="754777"/>
                </a:lnTo>
                <a:lnTo>
                  <a:pt x="7904" y="754777"/>
                </a:lnTo>
                <a:lnTo>
                  <a:pt x="0" y="754777"/>
                </a:lnTo>
                <a:close/>
              </a:path>
            </a:pathLst>
          </a:custGeom>
          <a:solidFill xmlns:a="http://schemas.openxmlformats.org/drawingml/2006/main">
            <a:srgbClr val="EAEE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native-gradient-strip-31">
            <a:extLst xmlns:a="http://schemas.openxmlformats.org/drawingml/2006/main">
              <a:ext uri="{FF2B5EF4-FFF2-40B4-BE49-F238E27FC236}">
                <a16:creationId xmlns:a16="http://schemas.microsoft.com/office/drawing/2014/main" id="{0DFA9EC5-7CBC-4A36-A319-5659C328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8820" y="3302736"/>
            <a:ext cx="39519" cy="754777"/>
          </a:xfrm>
          <a:custGeom xmlns:a="http://schemas.openxmlformats.org/drawingml/2006/main">
            <a:pathLst>
              <a:path w="39519" h="754777">
                <a:moveTo>
                  <a:pt x="0" y="0"/>
                </a:moveTo>
                <a:lnTo>
                  <a:pt x="7904" y="0"/>
                </a:lnTo>
                <a:lnTo>
                  <a:pt x="15807" y="0"/>
                </a:lnTo>
                <a:lnTo>
                  <a:pt x="23711" y="0"/>
                </a:lnTo>
                <a:lnTo>
                  <a:pt x="31615" y="0"/>
                </a:lnTo>
                <a:lnTo>
                  <a:pt x="39519" y="0"/>
                </a:lnTo>
                <a:lnTo>
                  <a:pt x="39519" y="754777"/>
                </a:lnTo>
                <a:lnTo>
                  <a:pt x="31615" y="754777"/>
                </a:lnTo>
                <a:lnTo>
                  <a:pt x="23711" y="754777"/>
                </a:lnTo>
                <a:lnTo>
                  <a:pt x="15807" y="754777"/>
                </a:lnTo>
                <a:lnTo>
                  <a:pt x="7904" y="754777"/>
                </a:lnTo>
                <a:lnTo>
                  <a:pt x="0" y="754777"/>
                </a:lnTo>
                <a:close/>
              </a:path>
            </a:pathLst>
          </a:custGeom>
          <a:solidFill xmlns:a="http://schemas.openxmlformats.org/drawingml/2006/main">
            <a:srgbClr val="EAEE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native-gradient-strip-32">
            <a:extLst xmlns:a="http://schemas.openxmlformats.org/drawingml/2006/main">
              <a:ext uri="{FF2B5EF4-FFF2-40B4-BE49-F238E27FC236}">
                <a16:creationId xmlns:a16="http://schemas.microsoft.com/office/drawing/2014/main" id="{61160D71-E4DF-47E0-BD75-595ACEC2E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36909" y="3302736"/>
            <a:ext cx="39519" cy="754777"/>
          </a:xfrm>
          <a:custGeom xmlns:a="http://schemas.openxmlformats.org/drawingml/2006/main">
            <a:pathLst>
              <a:path w="39519" h="754777">
                <a:moveTo>
                  <a:pt x="0" y="0"/>
                </a:moveTo>
                <a:lnTo>
                  <a:pt x="7904" y="0"/>
                </a:lnTo>
                <a:lnTo>
                  <a:pt x="15807" y="0"/>
                </a:lnTo>
                <a:lnTo>
                  <a:pt x="23711" y="0"/>
                </a:lnTo>
                <a:lnTo>
                  <a:pt x="31615" y="0"/>
                </a:lnTo>
                <a:lnTo>
                  <a:pt x="39519" y="0"/>
                </a:lnTo>
                <a:lnTo>
                  <a:pt x="39519" y="754777"/>
                </a:lnTo>
                <a:lnTo>
                  <a:pt x="31615" y="754777"/>
                </a:lnTo>
                <a:lnTo>
                  <a:pt x="23711" y="754777"/>
                </a:lnTo>
                <a:lnTo>
                  <a:pt x="15807" y="754777"/>
                </a:lnTo>
                <a:lnTo>
                  <a:pt x="7904" y="754777"/>
                </a:lnTo>
                <a:lnTo>
                  <a:pt x="0" y="754777"/>
                </a:lnTo>
                <a:close/>
              </a:path>
            </a:pathLst>
          </a:custGeom>
          <a:solidFill xmlns:a="http://schemas.openxmlformats.org/drawingml/2006/main">
            <a:srgbClr val="EBEE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native-gradient-strip-33">
            <a:extLst xmlns:a="http://schemas.openxmlformats.org/drawingml/2006/main">
              <a:ext uri="{FF2B5EF4-FFF2-40B4-BE49-F238E27FC236}">
                <a16:creationId xmlns:a16="http://schemas.microsoft.com/office/drawing/2014/main" id="{18D61E1E-5B21-440B-9850-4C88C84E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64998" y="3302736"/>
            <a:ext cx="39519" cy="754777"/>
          </a:xfrm>
          <a:custGeom xmlns:a="http://schemas.openxmlformats.org/drawingml/2006/main">
            <a:pathLst>
              <a:path w="39519" h="754777">
                <a:moveTo>
                  <a:pt x="0" y="0"/>
                </a:moveTo>
                <a:lnTo>
                  <a:pt x="7904" y="0"/>
                </a:lnTo>
                <a:lnTo>
                  <a:pt x="15807" y="0"/>
                </a:lnTo>
                <a:lnTo>
                  <a:pt x="23711" y="0"/>
                </a:lnTo>
                <a:lnTo>
                  <a:pt x="31615" y="0"/>
                </a:lnTo>
                <a:lnTo>
                  <a:pt x="39519" y="0"/>
                </a:lnTo>
                <a:lnTo>
                  <a:pt x="39519" y="754777"/>
                </a:lnTo>
                <a:lnTo>
                  <a:pt x="31615" y="754777"/>
                </a:lnTo>
                <a:lnTo>
                  <a:pt x="23711" y="754777"/>
                </a:lnTo>
                <a:lnTo>
                  <a:pt x="15807" y="754777"/>
                </a:lnTo>
                <a:lnTo>
                  <a:pt x="7904" y="754777"/>
                </a:lnTo>
                <a:lnTo>
                  <a:pt x="0" y="754777"/>
                </a:lnTo>
                <a:close/>
              </a:path>
            </a:pathLst>
          </a:custGeom>
          <a:solidFill xmlns:a="http://schemas.openxmlformats.org/drawingml/2006/main">
            <a:srgbClr val="ECEE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native-gradient-strip-34">
            <a:extLst xmlns:a="http://schemas.openxmlformats.org/drawingml/2006/main">
              <a:ext uri="{FF2B5EF4-FFF2-40B4-BE49-F238E27FC236}">
                <a16:creationId xmlns:a16="http://schemas.microsoft.com/office/drawing/2014/main" id="{863E77AA-2F71-4688-B7FF-87220D3E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93086" y="3302736"/>
            <a:ext cx="39519" cy="754777"/>
          </a:xfrm>
          <a:custGeom xmlns:a="http://schemas.openxmlformats.org/drawingml/2006/main">
            <a:pathLst>
              <a:path w="39519" h="754777">
                <a:moveTo>
                  <a:pt x="0" y="0"/>
                </a:moveTo>
                <a:lnTo>
                  <a:pt x="7904" y="0"/>
                </a:lnTo>
                <a:lnTo>
                  <a:pt x="15807" y="0"/>
                </a:lnTo>
                <a:lnTo>
                  <a:pt x="23711" y="0"/>
                </a:lnTo>
                <a:lnTo>
                  <a:pt x="31615" y="0"/>
                </a:lnTo>
                <a:lnTo>
                  <a:pt x="39519" y="0"/>
                </a:lnTo>
                <a:lnTo>
                  <a:pt x="39519" y="754777"/>
                </a:lnTo>
                <a:lnTo>
                  <a:pt x="31615" y="754777"/>
                </a:lnTo>
                <a:lnTo>
                  <a:pt x="23711" y="754777"/>
                </a:lnTo>
                <a:lnTo>
                  <a:pt x="15807" y="754777"/>
                </a:lnTo>
                <a:lnTo>
                  <a:pt x="7904" y="754777"/>
                </a:lnTo>
                <a:lnTo>
                  <a:pt x="0" y="754777"/>
                </a:lnTo>
                <a:close/>
              </a:path>
            </a:pathLst>
          </a:custGeom>
          <a:solidFill xmlns:a="http://schemas.openxmlformats.org/drawingml/2006/main">
            <a:srgbClr val="ECEE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native-gradient-strip-35">
            <a:extLst xmlns:a="http://schemas.openxmlformats.org/drawingml/2006/main">
              <a:ext uri="{FF2B5EF4-FFF2-40B4-BE49-F238E27FC236}">
                <a16:creationId xmlns:a16="http://schemas.microsoft.com/office/drawing/2014/main" id="{AD4F18D4-DA18-446F-A3AD-6EF034C1A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21175" y="3302736"/>
            <a:ext cx="39519" cy="754777"/>
          </a:xfrm>
          <a:custGeom xmlns:a="http://schemas.openxmlformats.org/drawingml/2006/main">
            <a:pathLst>
              <a:path w="39519" h="754777">
                <a:moveTo>
                  <a:pt x="0" y="0"/>
                </a:moveTo>
                <a:lnTo>
                  <a:pt x="7904" y="0"/>
                </a:lnTo>
                <a:lnTo>
                  <a:pt x="15807" y="0"/>
                </a:lnTo>
                <a:lnTo>
                  <a:pt x="23711" y="0"/>
                </a:lnTo>
                <a:lnTo>
                  <a:pt x="31615" y="0"/>
                </a:lnTo>
                <a:lnTo>
                  <a:pt x="39519" y="0"/>
                </a:lnTo>
                <a:lnTo>
                  <a:pt x="39519" y="754777"/>
                </a:lnTo>
                <a:lnTo>
                  <a:pt x="31615" y="754777"/>
                </a:lnTo>
                <a:lnTo>
                  <a:pt x="23711" y="754777"/>
                </a:lnTo>
                <a:lnTo>
                  <a:pt x="15807" y="754777"/>
                </a:lnTo>
                <a:lnTo>
                  <a:pt x="7904" y="754777"/>
                </a:lnTo>
                <a:lnTo>
                  <a:pt x="0" y="754777"/>
                </a:lnTo>
                <a:close/>
              </a:path>
            </a:pathLst>
          </a:custGeom>
          <a:solidFill xmlns:a="http://schemas.openxmlformats.org/drawingml/2006/main">
            <a:srgbClr val="ECEE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native-gradient-strip-36">
            <a:extLst xmlns:a="http://schemas.openxmlformats.org/drawingml/2006/main">
              <a:ext uri="{FF2B5EF4-FFF2-40B4-BE49-F238E27FC236}">
                <a16:creationId xmlns:a16="http://schemas.microsoft.com/office/drawing/2014/main" id="{D6ED5244-4A17-48BF-98B0-5A16BD6D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49264" y="3302736"/>
            <a:ext cx="39519" cy="754777"/>
          </a:xfrm>
          <a:custGeom xmlns:a="http://schemas.openxmlformats.org/drawingml/2006/main">
            <a:pathLst>
              <a:path w="39519" h="754777">
                <a:moveTo>
                  <a:pt x="0" y="0"/>
                </a:moveTo>
                <a:lnTo>
                  <a:pt x="7904" y="0"/>
                </a:lnTo>
                <a:lnTo>
                  <a:pt x="15807" y="0"/>
                </a:lnTo>
                <a:lnTo>
                  <a:pt x="23711" y="0"/>
                </a:lnTo>
                <a:lnTo>
                  <a:pt x="31615" y="0"/>
                </a:lnTo>
                <a:lnTo>
                  <a:pt x="39519" y="0"/>
                </a:lnTo>
                <a:lnTo>
                  <a:pt x="39519" y="754777"/>
                </a:lnTo>
                <a:lnTo>
                  <a:pt x="31615" y="754777"/>
                </a:lnTo>
                <a:lnTo>
                  <a:pt x="23711" y="754777"/>
                </a:lnTo>
                <a:lnTo>
                  <a:pt x="15807" y="754777"/>
                </a:lnTo>
                <a:lnTo>
                  <a:pt x="7904" y="754777"/>
                </a:lnTo>
                <a:lnTo>
                  <a:pt x="0" y="754777"/>
                </a:lnTo>
                <a:close/>
              </a:path>
            </a:pathLst>
          </a:custGeom>
          <a:solidFill xmlns:a="http://schemas.openxmlformats.org/drawingml/2006/main">
            <a:srgbClr val="EDEE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native-gradient-strip-37">
            <a:extLst xmlns:a="http://schemas.openxmlformats.org/drawingml/2006/main">
              <a:ext uri="{FF2B5EF4-FFF2-40B4-BE49-F238E27FC236}">
                <a16:creationId xmlns:a16="http://schemas.microsoft.com/office/drawing/2014/main" id="{9941447B-DBD5-4C0B-8BA8-9D998D179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77353" y="3302736"/>
            <a:ext cx="39519" cy="754777"/>
          </a:xfrm>
          <a:custGeom xmlns:a="http://schemas.openxmlformats.org/drawingml/2006/main">
            <a:pathLst>
              <a:path w="39519" h="754777">
                <a:moveTo>
                  <a:pt x="0" y="0"/>
                </a:moveTo>
                <a:lnTo>
                  <a:pt x="7904" y="0"/>
                </a:lnTo>
                <a:lnTo>
                  <a:pt x="15807" y="0"/>
                </a:lnTo>
                <a:lnTo>
                  <a:pt x="23711" y="0"/>
                </a:lnTo>
                <a:lnTo>
                  <a:pt x="31615" y="0"/>
                </a:lnTo>
                <a:lnTo>
                  <a:pt x="39519" y="0"/>
                </a:lnTo>
                <a:lnTo>
                  <a:pt x="39519" y="754777"/>
                </a:lnTo>
                <a:lnTo>
                  <a:pt x="31615" y="754777"/>
                </a:lnTo>
                <a:lnTo>
                  <a:pt x="23711" y="754777"/>
                </a:lnTo>
                <a:lnTo>
                  <a:pt x="15807" y="754777"/>
                </a:lnTo>
                <a:lnTo>
                  <a:pt x="7904" y="754777"/>
                </a:lnTo>
                <a:lnTo>
                  <a:pt x="0" y="754777"/>
                </a:lnTo>
                <a:close/>
              </a:path>
            </a:pathLst>
          </a:custGeom>
          <a:solidFill xmlns:a="http://schemas.openxmlformats.org/drawingml/2006/main">
            <a:srgbClr val="EDEE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native-gradient-strip-38">
            <a:extLst xmlns:a="http://schemas.openxmlformats.org/drawingml/2006/main">
              <a:ext uri="{FF2B5EF4-FFF2-40B4-BE49-F238E27FC236}">
                <a16:creationId xmlns:a16="http://schemas.microsoft.com/office/drawing/2014/main" id="{1C1667E3-5E35-4215-BF75-9CDF41736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05441" y="3302736"/>
            <a:ext cx="39519" cy="754777"/>
          </a:xfrm>
          <a:custGeom xmlns:a="http://schemas.openxmlformats.org/drawingml/2006/main">
            <a:pathLst>
              <a:path w="39519" h="754777">
                <a:moveTo>
                  <a:pt x="0" y="0"/>
                </a:moveTo>
                <a:lnTo>
                  <a:pt x="7904" y="0"/>
                </a:lnTo>
                <a:lnTo>
                  <a:pt x="15807" y="0"/>
                </a:lnTo>
                <a:lnTo>
                  <a:pt x="23711" y="0"/>
                </a:lnTo>
                <a:lnTo>
                  <a:pt x="31615" y="0"/>
                </a:lnTo>
                <a:lnTo>
                  <a:pt x="39519" y="0"/>
                </a:lnTo>
                <a:lnTo>
                  <a:pt x="39519" y="754777"/>
                </a:lnTo>
                <a:lnTo>
                  <a:pt x="31615" y="754777"/>
                </a:lnTo>
                <a:lnTo>
                  <a:pt x="23711" y="754777"/>
                </a:lnTo>
                <a:lnTo>
                  <a:pt x="15807" y="754777"/>
                </a:lnTo>
                <a:lnTo>
                  <a:pt x="7904" y="754777"/>
                </a:lnTo>
                <a:lnTo>
                  <a:pt x="0" y="754777"/>
                </a:lnTo>
                <a:close/>
              </a:path>
            </a:pathLst>
          </a:custGeom>
          <a:solidFill xmlns:a="http://schemas.openxmlformats.org/drawingml/2006/main">
            <a:srgbClr val="EEEE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native-gradient-strip-39">
            <a:extLst xmlns:a="http://schemas.openxmlformats.org/drawingml/2006/main">
              <a:ext uri="{FF2B5EF4-FFF2-40B4-BE49-F238E27FC236}">
                <a16:creationId xmlns:a16="http://schemas.microsoft.com/office/drawing/2014/main" id="{FFB32E4D-9DCC-4D59-9C16-E9CC6132A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33530" y="3302736"/>
            <a:ext cx="39519" cy="754777"/>
          </a:xfrm>
          <a:custGeom xmlns:a="http://schemas.openxmlformats.org/drawingml/2006/main">
            <a:pathLst>
              <a:path w="39519" h="754777">
                <a:moveTo>
                  <a:pt x="0" y="0"/>
                </a:moveTo>
                <a:lnTo>
                  <a:pt x="7904" y="0"/>
                </a:lnTo>
                <a:lnTo>
                  <a:pt x="15807" y="0"/>
                </a:lnTo>
                <a:lnTo>
                  <a:pt x="23711" y="0"/>
                </a:lnTo>
                <a:lnTo>
                  <a:pt x="31615" y="0"/>
                </a:lnTo>
                <a:lnTo>
                  <a:pt x="39519" y="0"/>
                </a:lnTo>
                <a:lnTo>
                  <a:pt x="39519" y="754777"/>
                </a:lnTo>
                <a:lnTo>
                  <a:pt x="31615" y="754777"/>
                </a:lnTo>
                <a:lnTo>
                  <a:pt x="23711" y="754777"/>
                </a:lnTo>
                <a:lnTo>
                  <a:pt x="15807" y="754777"/>
                </a:lnTo>
                <a:lnTo>
                  <a:pt x="7904" y="754777"/>
                </a:lnTo>
                <a:lnTo>
                  <a:pt x="0" y="754777"/>
                </a:lnTo>
                <a:close/>
              </a:path>
            </a:pathLst>
          </a:custGeom>
          <a:solidFill xmlns:a="http://schemas.openxmlformats.org/drawingml/2006/main">
            <a:srgbClr val="EEEE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native-gradient-strip-40">
            <a:extLst xmlns:a="http://schemas.openxmlformats.org/drawingml/2006/main">
              <a:ext uri="{FF2B5EF4-FFF2-40B4-BE49-F238E27FC236}">
                <a16:creationId xmlns:a16="http://schemas.microsoft.com/office/drawing/2014/main" id="{430F8A7A-6672-4627-8C70-C5A80E54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61619" y="3302736"/>
            <a:ext cx="39519" cy="754777"/>
          </a:xfrm>
          <a:custGeom xmlns:a="http://schemas.openxmlformats.org/drawingml/2006/main">
            <a:pathLst>
              <a:path w="39519" h="754777">
                <a:moveTo>
                  <a:pt x="0" y="0"/>
                </a:moveTo>
                <a:lnTo>
                  <a:pt x="7904" y="0"/>
                </a:lnTo>
                <a:lnTo>
                  <a:pt x="15807" y="0"/>
                </a:lnTo>
                <a:lnTo>
                  <a:pt x="23711" y="0"/>
                </a:lnTo>
                <a:lnTo>
                  <a:pt x="31615" y="0"/>
                </a:lnTo>
                <a:lnTo>
                  <a:pt x="39519" y="0"/>
                </a:lnTo>
                <a:lnTo>
                  <a:pt x="39519" y="754777"/>
                </a:lnTo>
                <a:lnTo>
                  <a:pt x="31615" y="754777"/>
                </a:lnTo>
                <a:lnTo>
                  <a:pt x="23711" y="754777"/>
                </a:lnTo>
                <a:lnTo>
                  <a:pt x="15807" y="754777"/>
                </a:lnTo>
                <a:lnTo>
                  <a:pt x="7904" y="754777"/>
                </a:lnTo>
                <a:lnTo>
                  <a:pt x="0" y="754777"/>
                </a:lnTo>
                <a:close/>
              </a:path>
            </a:pathLst>
          </a:custGeom>
          <a:solidFill xmlns:a="http://schemas.openxmlformats.org/drawingml/2006/main">
            <a:srgbClr val="EFEF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native-gradient-strip-41">
            <a:extLst xmlns:a="http://schemas.openxmlformats.org/drawingml/2006/main">
              <a:ext uri="{FF2B5EF4-FFF2-40B4-BE49-F238E27FC236}">
                <a16:creationId xmlns:a16="http://schemas.microsoft.com/office/drawing/2014/main" id="{49CE1216-2881-452B-859E-2C640EED2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9707" y="3302736"/>
            <a:ext cx="39519" cy="754777"/>
          </a:xfrm>
          <a:custGeom xmlns:a="http://schemas.openxmlformats.org/drawingml/2006/main">
            <a:pathLst>
              <a:path w="39519" h="754777">
                <a:moveTo>
                  <a:pt x="0" y="0"/>
                </a:moveTo>
                <a:lnTo>
                  <a:pt x="7904" y="0"/>
                </a:lnTo>
                <a:lnTo>
                  <a:pt x="15807" y="0"/>
                </a:lnTo>
                <a:lnTo>
                  <a:pt x="23711" y="0"/>
                </a:lnTo>
                <a:lnTo>
                  <a:pt x="31615" y="0"/>
                </a:lnTo>
                <a:lnTo>
                  <a:pt x="39519" y="0"/>
                </a:lnTo>
                <a:lnTo>
                  <a:pt x="39519" y="754777"/>
                </a:lnTo>
                <a:lnTo>
                  <a:pt x="31615" y="754777"/>
                </a:lnTo>
                <a:lnTo>
                  <a:pt x="23711" y="754777"/>
                </a:lnTo>
                <a:lnTo>
                  <a:pt x="15807" y="754777"/>
                </a:lnTo>
                <a:lnTo>
                  <a:pt x="7904" y="754777"/>
                </a:lnTo>
                <a:lnTo>
                  <a:pt x="0" y="754777"/>
                </a:lnTo>
                <a:close/>
              </a:path>
            </a:pathLst>
          </a:custGeom>
          <a:solidFill xmlns:a="http://schemas.openxmlformats.org/drawingml/2006/main">
            <a:srgbClr val="EFEF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native-gradient-strip-42">
            <a:extLst xmlns:a="http://schemas.openxmlformats.org/drawingml/2006/main">
              <a:ext uri="{FF2B5EF4-FFF2-40B4-BE49-F238E27FC236}">
                <a16:creationId xmlns:a16="http://schemas.microsoft.com/office/drawing/2014/main" id="{400C6954-2F71-4DFF-A98B-0CA0C825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17796" y="3302736"/>
            <a:ext cx="39519" cy="754777"/>
          </a:xfrm>
          <a:custGeom xmlns:a="http://schemas.openxmlformats.org/drawingml/2006/main">
            <a:pathLst>
              <a:path w="39519" h="754777">
                <a:moveTo>
                  <a:pt x="0" y="0"/>
                </a:moveTo>
                <a:lnTo>
                  <a:pt x="7904" y="0"/>
                </a:lnTo>
                <a:lnTo>
                  <a:pt x="15807" y="0"/>
                </a:lnTo>
                <a:lnTo>
                  <a:pt x="23711" y="0"/>
                </a:lnTo>
                <a:lnTo>
                  <a:pt x="31615" y="0"/>
                </a:lnTo>
                <a:lnTo>
                  <a:pt x="39519" y="0"/>
                </a:lnTo>
                <a:lnTo>
                  <a:pt x="39519" y="754777"/>
                </a:lnTo>
                <a:lnTo>
                  <a:pt x="31615" y="754777"/>
                </a:lnTo>
                <a:lnTo>
                  <a:pt x="23711" y="754777"/>
                </a:lnTo>
                <a:lnTo>
                  <a:pt x="15807" y="754777"/>
                </a:lnTo>
                <a:lnTo>
                  <a:pt x="7904" y="754777"/>
                </a:lnTo>
                <a:lnTo>
                  <a:pt x="0" y="754777"/>
                </a:lnTo>
                <a:close/>
              </a:path>
            </a:pathLst>
          </a:custGeom>
          <a:solidFill xmlns:a="http://schemas.openxmlformats.org/drawingml/2006/main">
            <a:srgbClr val="F0EF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native-gradient-strip-43">
            <a:extLst xmlns:a="http://schemas.openxmlformats.org/drawingml/2006/main">
              <a:ext uri="{FF2B5EF4-FFF2-40B4-BE49-F238E27FC236}">
                <a16:creationId xmlns:a16="http://schemas.microsoft.com/office/drawing/2014/main" id="{F8D67CEA-165D-4BAA-AB6A-204BD0E87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45885" y="3302736"/>
            <a:ext cx="39519" cy="754777"/>
          </a:xfrm>
          <a:custGeom xmlns:a="http://schemas.openxmlformats.org/drawingml/2006/main">
            <a:pathLst>
              <a:path w="39519" h="754777">
                <a:moveTo>
                  <a:pt x="0" y="0"/>
                </a:moveTo>
                <a:lnTo>
                  <a:pt x="7904" y="0"/>
                </a:lnTo>
                <a:lnTo>
                  <a:pt x="15807" y="0"/>
                </a:lnTo>
                <a:lnTo>
                  <a:pt x="23711" y="0"/>
                </a:lnTo>
                <a:lnTo>
                  <a:pt x="31615" y="0"/>
                </a:lnTo>
                <a:lnTo>
                  <a:pt x="39519" y="0"/>
                </a:lnTo>
                <a:lnTo>
                  <a:pt x="39519" y="754777"/>
                </a:lnTo>
                <a:lnTo>
                  <a:pt x="31615" y="754777"/>
                </a:lnTo>
                <a:lnTo>
                  <a:pt x="23711" y="754777"/>
                </a:lnTo>
                <a:lnTo>
                  <a:pt x="15807" y="754777"/>
                </a:lnTo>
                <a:lnTo>
                  <a:pt x="7904" y="754777"/>
                </a:lnTo>
                <a:lnTo>
                  <a:pt x="0" y="754777"/>
                </a:lnTo>
                <a:close/>
              </a:path>
            </a:pathLst>
          </a:custGeom>
          <a:solidFill xmlns:a="http://schemas.openxmlformats.org/drawingml/2006/main">
            <a:srgbClr val="F1EF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native-gradient-strip-44">
            <a:extLst xmlns:a="http://schemas.openxmlformats.org/drawingml/2006/main">
              <a:ext uri="{FF2B5EF4-FFF2-40B4-BE49-F238E27FC236}">
                <a16:creationId xmlns:a16="http://schemas.microsoft.com/office/drawing/2014/main" id="{86619535-37FB-4D66-8A33-518ADB801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73974" y="3302736"/>
            <a:ext cx="39519" cy="754777"/>
          </a:xfrm>
          <a:custGeom xmlns:a="http://schemas.openxmlformats.org/drawingml/2006/main">
            <a:pathLst>
              <a:path w="39519" h="754777">
                <a:moveTo>
                  <a:pt x="0" y="0"/>
                </a:moveTo>
                <a:lnTo>
                  <a:pt x="7904" y="0"/>
                </a:lnTo>
                <a:lnTo>
                  <a:pt x="15807" y="0"/>
                </a:lnTo>
                <a:lnTo>
                  <a:pt x="23711" y="0"/>
                </a:lnTo>
                <a:lnTo>
                  <a:pt x="31615" y="0"/>
                </a:lnTo>
                <a:lnTo>
                  <a:pt x="39519" y="0"/>
                </a:lnTo>
                <a:lnTo>
                  <a:pt x="39519" y="754777"/>
                </a:lnTo>
                <a:lnTo>
                  <a:pt x="31615" y="754777"/>
                </a:lnTo>
                <a:lnTo>
                  <a:pt x="23711" y="754777"/>
                </a:lnTo>
                <a:lnTo>
                  <a:pt x="15807" y="754777"/>
                </a:lnTo>
                <a:lnTo>
                  <a:pt x="7904" y="754777"/>
                </a:lnTo>
                <a:lnTo>
                  <a:pt x="0" y="754777"/>
                </a:lnTo>
                <a:close/>
              </a:path>
            </a:pathLst>
          </a:custGeom>
          <a:solidFill xmlns:a="http://schemas.openxmlformats.org/drawingml/2006/main">
            <a:srgbClr val="F1EF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native-gradient-strip-45">
            <a:extLst xmlns:a="http://schemas.openxmlformats.org/drawingml/2006/main">
              <a:ext uri="{FF2B5EF4-FFF2-40B4-BE49-F238E27FC236}">
                <a16:creationId xmlns:a16="http://schemas.microsoft.com/office/drawing/2014/main" id="{F18180FA-478B-4E6A-8F7C-FDFAE3888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2062" y="3302736"/>
            <a:ext cx="39519" cy="754777"/>
          </a:xfrm>
          <a:custGeom xmlns:a="http://schemas.openxmlformats.org/drawingml/2006/main">
            <a:pathLst>
              <a:path w="39519" h="754777">
                <a:moveTo>
                  <a:pt x="0" y="0"/>
                </a:moveTo>
                <a:lnTo>
                  <a:pt x="7904" y="0"/>
                </a:lnTo>
                <a:lnTo>
                  <a:pt x="15807" y="0"/>
                </a:lnTo>
                <a:lnTo>
                  <a:pt x="23711" y="0"/>
                </a:lnTo>
                <a:lnTo>
                  <a:pt x="31615" y="0"/>
                </a:lnTo>
                <a:lnTo>
                  <a:pt x="39519" y="0"/>
                </a:lnTo>
                <a:lnTo>
                  <a:pt x="39519" y="754777"/>
                </a:lnTo>
                <a:lnTo>
                  <a:pt x="31615" y="754777"/>
                </a:lnTo>
                <a:lnTo>
                  <a:pt x="23711" y="754777"/>
                </a:lnTo>
                <a:lnTo>
                  <a:pt x="15807" y="754777"/>
                </a:lnTo>
                <a:lnTo>
                  <a:pt x="7904" y="754777"/>
                </a:lnTo>
                <a:lnTo>
                  <a:pt x="0" y="754777"/>
                </a:lnTo>
                <a:close/>
              </a:path>
            </a:pathLst>
          </a:custGeom>
          <a:solidFill xmlns:a="http://schemas.openxmlformats.org/drawingml/2006/main">
            <a:srgbClr val="F2EF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native-gradient-strip-46">
            <a:extLst xmlns:a="http://schemas.openxmlformats.org/drawingml/2006/main">
              <a:ext uri="{FF2B5EF4-FFF2-40B4-BE49-F238E27FC236}">
                <a16:creationId xmlns:a16="http://schemas.microsoft.com/office/drawing/2014/main" id="{7580B4AC-FA37-401C-A6C9-D6DDA9385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30151" y="3302736"/>
            <a:ext cx="39519" cy="754777"/>
          </a:xfrm>
          <a:custGeom xmlns:a="http://schemas.openxmlformats.org/drawingml/2006/main">
            <a:pathLst>
              <a:path w="39519" h="754777">
                <a:moveTo>
                  <a:pt x="0" y="0"/>
                </a:moveTo>
                <a:lnTo>
                  <a:pt x="7904" y="0"/>
                </a:lnTo>
                <a:lnTo>
                  <a:pt x="15807" y="0"/>
                </a:lnTo>
                <a:lnTo>
                  <a:pt x="23711" y="0"/>
                </a:lnTo>
                <a:lnTo>
                  <a:pt x="31615" y="0"/>
                </a:lnTo>
                <a:lnTo>
                  <a:pt x="39519" y="0"/>
                </a:lnTo>
                <a:lnTo>
                  <a:pt x="39519" y="754777"/>
                </a:lnTo>
                <a:lnTo>
                  <a:pt x="31615" y="754777"/>
                </a:lnTo>
                <a:lnTo>
                  <a:pt x="23711" y="754777"/>
                </a:lnTo>
                <a:lnTo>
                  <a:pt x="15807" y="754777"/>
                </a:lnTo>
                <a:lnTo>
                  <a:pt x="7904" y="754777"/>
                </a:lnTo>
                <a:lnTo>
                  <a:pt x="0" y="754777"/>
                </a:lnTo>
                <a:close/>
              </a:path>
            </a:pathLst>
          </a:custGeom>
          <a:solidFill xmlns:a="http://schemas.openxmlformats.org/drawingml/2006/main">
            <a:srgbClr val="F2EF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native-gradient-strip-47">
            <a:extLst xmlns:a="http://schemas.openxmlformats.org/drawingml/2006/main">
              <a:ext uri="{FF2B5EF4-FFF2-40B4-BE49-F238E27FC236}">
                <a16:creationId xmlns:a16="http://schemas.microsoft.com/office/drawing/2014/main" id="{0EEF7543-E251-464D-9562-6D0D4BAB6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58240" y="3302736"/>
            <a:ext cx="39519" cy="754777"/>
          </a:xfrm>
          <a:custGeom xmlns:a="http://schemas.openxmlformats.org/drawingml/2006/main">
            <a:pathLst>
              <a:path w="39519" h="754777">
                <a:moveTo>
                  <a:pt x="0" y="0"/>
                </a:moveTo>
                <a:lnTo>
                  <a:pt x="7904" y="0"/>
                </a:lnTo>
                <a:lnTo>
                  <a:pt x="15807" y="0"/>
                </a:lnTo>
                <a:lnTo>
                  <a:pt x="23711" y="0"/>
                </a:lnTo>
                <a:lnTo>
                  <a:pt x="31615" y="0"/>
                </a:lnTo>
                <a:lnTo>
                  <a:pt x="39519" y="0"/>
                </a:lnTo>
                <a:lnTo>
                  <a:pt x="39519" y="754777"/>
                </a:lnTo>
                <a:lnTo>
                  <a:pt x="31615" y="754777"/>
                </a:lnTo>
                <a:lnTo>
                  <a:pt x="23711" y="754777"/>
                </a:lnTo>
                <a:lnTo>
                  <a:pt x="15807" y="754777"/>
                </a:lnTo>
                <a:lnTo>
                  <a:pt x="7904" y="754777"/>
                </a:lnTo>
                <a:lnTo>
                  <a:pt x="0" y="754777"/>
                </a:lnTo>
                <a:close/>
              </a:path>
            </a:pathLst>
          </a:custGeom>
          <a:solidFill xmlns:a="http://schemas.openxmlformats.org/drawingml/2006/main">
            <a:srgbClr val="F3EF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native-gradient-strip-48">
            <a:extLst xmlns:a="http://schemas.openxmlformats.org/drawingml/2006/main">
              <a:ext uri="{FF2B5EF4-FFF2-40B4-BE49-F238E27FC236}">
                <a16:creationId xmlns:a16="http://schemas.microsoft.com/office/drawing/2014/main" id="{CEA3FDB6-716C-4FBB-9483-849FD8E38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86329" y="3302736"/>
            <a:ext cx="39519" cy="754777"/>
          </a:xfrm>
          <a:custGeom xmlns:a="http://schemas.openxmlformats.org/drawingml/2006/main">
            <a:pathLst>
              <a:path w="39519" h="754777">
                <a:moveTo>
                  <a:pt x="0" y="0"/>
                </a:moveTo>
                <a:lnTo>
                  <a:pt x="7904" y="0"/>
                </a:lnTo>
                <a:lnTo>
                  <a:pt x="15807" y="0"/>
                </a:lnTo>
                <a:lnTo>
                  <a:pt x="23711" y="0"/>
                </a:lnTo>
                <a:lnTo>
                  <a:pt x="31615" y="0"/>
                </a:lnTo>
                <a:lnTo>
                  <a:pt x="39519" y="0"/>
                </a:lnTo>
                <a:lnTo>
                  <a:pt x="39519" y="754777"/>
                </a:lnTo>
                <a:lnTo>
                  <a:pt x="31615" y="754777"/>
                </a:lnTo>
                <a:lnTo>
                  <a:pt x="23711" y="754777"/>
                </a:lnTo>
                <a:lnTo>
                  <a:pt x="15807" y="754777"/>
                </a:lnTo>
                <a:lnTo>
                  <a:pt x="7904" y="754777"/>
                </a:lnTo>
                <a:lnTo>
                  <a:pt x="0" y="754777"/>
                </a:lnTo>
                <a:close/>
              </a:path>
            </a:pathLst>
          </a:custGeom>
          <a:solidFill xmlns:a="http://schemas.openxmlformats.org/drawingml/2006/main">
            <a:srgbClr val="F3F0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native-gradient-strip-49">
            <a:extLst xmlns:a="http://schemas.openxmlformats.org/drawingml/2006/main">
              <a:ext uri="{FF2B5EF4-FFF2-40B4-BE49-F238E27FC236}">
                <a16:creationId xmlns:a16="http://schemas.microsoft.com/office/drawing/2014/main" id="{FB29D413-1470-4A6D-A378-E47082CCA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14417" y="3302736"/>
            <a:ext cx="39519" cy="754777"/>
          </a:xfrm>
          <a:custGeom xmlns:a="http://schemas.openxmlformats.org/drawingml/2006/main">
            <a:pathLst>
              <a:path w="39519" h="754777">
                <a:moveTo>
                  <a:pt x="0" y="0"/>
                </a:moveTo>
                <a:lnTo>
                  <a:pt x="7904" y="0"/>
                </a:lnTo>
                <a:lnTo>
                  <a:pt x="15807" y="0"/>
                </a:lnTo>
                <a:lnTo>
                  <a:pt x="23711" y="0"/>
                </a:lnTo>
                <a:lnTo>
                  <a:pt x="31615" y="0"/>
                </a:lnTo>
                <a:lnTo>
                  <a:pt x="39519" y="0"/>
                </a:lnTo>
                <a:lnTo>
                  <a:pt x="39519" y="754777"/>
                </a:lnTo>
                <a:lnTo>
                  <a:pt x="31615" y="754777"/>
                </a:lnTo>
                <a:lnTo>
                  <a:pt x="23711" y="754777"/>
                </a:lnTo>
                <a:lnTo>
                  <a:pt x="15807" y="754777"/>
                </a:lnTo>
                <a:lnTo>
                  <a:pt x="7904" y="754777"/>
                </a:lnTo>
                <a:lnTo>
                  <a:pt x="0" y="754777"/>
                </a:lnTo>
                <a:close/>
              </a:path>
            </a:pathLst>
          </a:custGeom>
          <a:solidFill xmlns:a="http://schemas.openxmlformats.org/drawingml/2006/main">
            <a:srgbClr val="F4F0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native-gradient-strip-50">
            <a:extLst xmlns:a="http://schemas.openxmlformats.org/drawingml/2006/main">
              <a:ext uri="{FF2B5EF4-FFF2-40B4-BE49-F238E27FC236}">
                <a16:creationId xmlns:a16="http://schemas.microsoft.com/office/drawing/2014/main" id="{B0CA1857-E59E-4FBC-800E-7BEF96144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42506" y="3302736"/>
            <a:ext cx="39519" cy="754777"/>
          </a:xfrm>
          <a:custGeom xmlns:a="http://schemas.openxmlformats.org/drawingml/2006/main">
            <a:pathLst>
              <a:path w="39519" h="754777">
                <a:moveTo>
                  <a:pt x="0" y="0"/>
                </a:moveTo>
                <a:lnTo>
                  <a:pt x="7904" y="0"/>
                </a:lnTo>
                <a:lnTo>
                  <a:pt x="15807" y="0"/>
                </a:lnTo>
                <a:lnTo>
                  <a:pt x="23711" y="0"/>
                </a:lnTo>
                <a:lnTo>
                  <a:pt x="31615" y="0"/>
                </a:lnTo>
                <a:lnTo>
                  <a:pt x="39519" y="0"/>
                </a:lnTo>
                <a:lnTo>
                  <a:pt x="39519" y="754777"/>
                </a:lnTo>
                <a:lnTo>
                  <a:pt x="31615" y="754777"/>
                </a:lnTo>
                <a:lnTo>
                  <a:pt x="23711" y="754777"/>
                </a:lnTo>
                <a:lnTo>
                  <a:pt x="15807" y="754777"/>
                </a:lnTo>
                <a:lnTo>
                  <a:pt x="7904" y="754777"/>
                </a:lnTo>
                <a:lnTo>
                  <a:pt x="0" y="754777"/>
                </a:lnTo>
                <a:close/>
              </a:path>
            </a:pathLst>
          </a:custGeom>
          <a:solidFill xmlns:a="http://schemas.openxmlformats.org/drawingml/2006/main">
            <a:srgbClr val="F4F0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native-gradient-strip-51">
            <a:extLst xmlns:a="http://schemas.openxmlformats.org/drawingml/2006/main">
              <a:ext uri="{FF2B5EF4-FFF2-40B4-BE49-F238E27FC236}">
                <a16:creationId xmlns:a16="http://schemas.microsoft.com/office/drawing/2014/main" id="{906C79B7-660C-40FB-817E-F8F2F2B57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0595" y="3302736"/>
            <a:ext cx="39519" cy="754777"/>
          </a:xfrm>
          <a:custGeom xmlns:a="http://schemas.openxmlformats.org/drawingml/2006/main">
            <a:pathLst>
              <a:path w="39519" h="754777">
                <a:moveTo>
                  <a:pt x="0" y="0"/>
                </a:moveTo>
                <a:lnTo>
                  <a:pt x="7904" y="0"/>
                </a:lnTo>
                <a:lnTo>
                  <a:pt x="15807" y="0"/>
                </a:lnTo>
                <a:lnTo>
                  <a:pt x="23711" y="0"/>
                </a:lnTo>
                <a:lnTo>
                  <a:pt x="31615" y="0"/>
                </a:lnTo>
                <a:lnTo>
                  <a:pt x="39519" y="0"/>
                </a:lnTo>
                <a:lnTo>
                  <a:pt x="39519" y="754777"/>
                </a:lnTo>
                <a:lnTo>
                  <a:pt x="31615" y="754777"/>
                </a:lnTo>
                <a:lnTo>
                  <a:pt x="23711" y="754777"/>
                </a:lnTo>
                <a:lnTo>
                  <a:pt x="15807" y="754777"/>
                </a:lnTo>
                <a:lnTo>
                  <a:pt x="7904" y="754777"/>
                </a:lnTo>
                <a:lnTo>
                  <a:pt x="0" y="754777"/>
                </a:lnTo>
                <a:close/>
              </a:path>
            </a:pathLst>
          </a:custGeom>
          <a:solidFill xmlns:a="http://schemas.openxmlformats.org/drawingml/2006/main">
            <a:srgbClr val="F5F0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native-gradient-strip-52">
            <a:extLst xmlns:a="http://schemas.openxmlformats.org/drawingml/2006/main">
              <a:ext uri="{FF2B5EF4-FFF2-40B4-BE49-F238E27FC236}">
                <a16:creationId xmlns:a16="http://schemas.microsoft.com/office/drawing/2014/main" id="{6EBF6393-287F-4D82-BC48-0B9D6A8E4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98684" y="3302736"/>
            <a:ext cx="39519" cy="754777"/>
          </a:xfrm>
          <a:custGeom xmlns:a="http://schemas.openxmlformats.org/drawingml/2006/main">
            <a:pathLst>
              <a:path w="39519" h="754777">
                <a:moveTo>
                  <a:pt x="0" y="0"/>
                </a:moveTo>
                <a:lnTo>
                  <a:pt x="7904" y="0"/>
                </a:lnTo>
                <a:lnTo>
                  <a:pt x="15807" y="0"/>
                </a:lnTo>
                <a:lnTo>
                  <a:pt x="23711" y="0"/>
                </a:lnTo>
                <a:lnTo>
                  <a:pt x="31615" y="0"/>
                </a:lnTo>
                <a:lnTo>
                  <a:pt x="39519" y="0"/>
                </a:lnTo>
                <a:lnTo>
                  <a:pt x="39519" y="754777"/>
                </a:lnTo>
                <a:lnTo>
                  <a:pt x="31615" y="754777"/>
                </a:lnTo>
                <a:lnTo>
                  <a:pt x="23711" y="754777"/>
                </a:lnTo>
                <a:lnTo>
                  <a:pt x="15807" y="754777"/>
                </a:lnTo>
                <a:lnTo>
                  <a:pt x="7904" y="754777"/>
                </a:lnTo>
                <a:lnTo>
                  <a:pt x="0" y="754777"/>
                </a:lnTo>
                <a:close/>
              </a:path>
            </a:pathLst>
          </a:custGeom>
          <a:solidFill xmlns:a="http://schemas.openxmlformats.org/drawingml/2006/main">
            <a:srgbClr val="F5F0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native-gradient-strip-53">
            <a:extLst xmlns:a="http://schemas.openxmlformats.org/drawingml/2006/main">
              <a:ext uri="{FF2B5EF4-FFF2-40B4-BE49-F238E27FC236}">
                <a16:creationId xmlns:a16="http://schemas.microsoft.com/office/drawing/2014/main" id="{1D8567D0-243F-4AA7-9D60-9135BDC25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6772" y="3302736"/>
            <a:ext cx="39519" cy="754777"/>
          </a:xfrm>
          <a:custGeom xmlns:a="http://schemas.openxmlformats.org/drawingml/2006/main">
            <a:pathLst>
              <a:path w="39519" h="754777">
                <a:moveTo>
                  <a:pt x="0" y="0"/>
                </a:moveTo>
                <a:lnTo>
                  <a:pt x="7904" y="0"/>
                </a:lnTo>
                <a:lnTo>
                  <a:pt x="15807" y="0"/>
                </a:lnTo>
                <a:lnTo>
                  <a:pt x="23711" y="0"/>
                </a:lnTo>
                <a:lnTo>
                  <a:pt x="31615" y="0"/>
                </a:lnTo>
                <a:lnTo>
                  <a:pt x="39519" y="0"/>
                </a:lnTo>
                <a:lnTo>
                  <a:pt x="39519" y="754777"/>
                </a:lnTo>
                <a:lnTo>
                  <a:pt x="31615" y="754777"/>
                </a:lnTo>
                <a:lnTo>
                  <a:pt x="23711" y="754777"/>
                </a:lnTo>
                <a:lnTo>
                  <a:pt x="15807" y="754777"/>
                </a:lnTo>
                <a:lnTo>
                  <a:pt x="7904" y="754777"/>
                </a:lnTo>
                <a:lnTo>
                  <a:pt x="0" y="754777"/>
                </a:lnTo>
                <a:close/>
              </a:path>
            </a:pathLst>
          </a:custGeom>
          <a:solidFill xmlns:a="http://schemas.openxmlformats.org/drawingml/2006/main">
            <a:srgbClr val="F6F0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native-gradient-strip-54">
            <a:extLst xmlns:a="http://schemas.openxmlformats.org/drawingml/2006/main">
              <a:ext uri="{FF2B5EF4-FFF2-40B4-BE49-F238E27FC236}">
                <a16:creationId xmlns:a16="http://schemas.microsoft.com/office/drawing/2014/main" id="{D8675CD1-68E1-425C-9DE3-2BB86BF47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54861" y="3302736"/>
            <a:ext cx="39519" cy="754777"/>
          </a:xfrm>
          <a:custGeom xmlns:a="http://schemas.openxmlformats.org/drawingml/2006/main">
            <a:pathLst>
              <a:path w="39519" h="754777">
                <a:moveTo>
                  <a:pt x="0" y="0"/>
                </a:moveTo>
                <a:lnTo>
                  <a:pt x="7904" y="0"/>
                </a:lnTo>
                <a:lnTo>
                  <a:pt x="15807" y="0"/>
                </a:lnTo>
                <a:lnTo>
                  <a:pt x="23711" y="0"/>
                </a:lnTo>
                <a:lnTo>
                  <a:pt x="31615" y="0"/>
                </a:lnTo>
                <a:lnTo>
                  <a:pt x="39519" y="0"/>
                </a:lnTo>
                <a:lnTo>
                  <a:pt x="39519" y="754777"/>
                </a:lnTo>
                <a:lnTo>
                  <a:pt x="31615" y="754777"/>
                </a:lnTo>
                <a:lnTo>
                  <a:pt x="23711" y="754777"/>
                </a:lnTo>
                <a:lnTo>
                  <a:pt x="15807" y="754777"/>
                </a:lnTo>
                <a:lnTo>
                  <a:pt x="7904" y="754777"/>
                </a:lnTo>
                <a:lnTo>
                  <a:pt x="0" y="754777"/>
                </a:lnTo>
                <a:close/>
              </a:path>
            </a:pathLst>
          </a:custGeom>
          <a:solidFill xmlns:a="http://schemas.openxmlformats.org/drawingml/2006/main">
            <a:srgbClr val="F7F0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native-gradient-strip-55">
            <a:extLst xmlns:a="http://schemas.openxmlformats.org/drawingml/2006/main">
              <a:ext uri="{FF2B5EF4-FFF2-40B4-BE49-F238E27FC236}">
                <a16:creationId xmlns:a16="http://schemas.microsoft.com/office/drawing/2014/main" id="{555A78E6-F122-4725-A5BD-4087E65E8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82950" y="3302736"/>
            <a:ext cx="39519" cy="754777"/>
          </a:xfrm>
          <a:custGeom xmlns:a="http://schemas.openxmlformats.org/drawingml/2006/main">
            <a:pathLst>
              <a:path w="39519" h="754777">
                <a:moveTo>
                  <a:pt x="0" y="0"/>
                </a:moveTo>
                <a:lnTo>
                  <a:pt x="7904" y="0"/>
                </a:lnTo>
                <a:lnTo>
                  <a:pt x="15807" y="0"/>
                </a:lnTo>
                <a:lnTo>
                  <a:pt x="23711" y="0"/>
                </a:lnTo>
                <a:lnTo>
                  <a:pt x="31615" y="0"/>
                </a:lnTo>
                <a:lnTo>
                  <a:pt x="39519" y="0"/>
                </a:lnTo>
                <a:lnTo>
                  <a:pt x="39519" y="754777"/>
                </a:lnTo>
                <a:lnTo>
                  <a:pt x="31615" y="754777"/>
                </a:lnTo>
                <a:lnTo>
                  <a:pt x="23711" y="754777"/>
                </a:lnTo>
                <a:lnTo>
                  <a:pt x="15807" y="754777"/>
                </a:lnTo>
                <a:lnTo>
                  <a:pt x="7904" y="754777"/>
                </a:lnTo>
                <a:lnTo>
                  <a:pt x="0" y="754777"/>
                </a:lnTo>
                <a:close/>
              </a:path>
            </a:pathLst>
          </a:custGeom>
          <a:solidFill xmlns:a="http://schemas.openxmlformats.org/drawingml/2006/main">
            <a:srgbClr val="F7F0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native-gradient-strip-56">
            <a:extLst xmlns:a="http://schemas.openxmlformats.org/drawingml/2006/main">
              <a:ext uri="{FF2B5EF4-FFF2-40B4-BE49-F238E27FC236}">
                <a16:creationId xmlns:a16="http://schemas.microsoft.com/office/drawing/2014/main" id="{547251E6-0BC1-4097-9BBA-47CC6D3E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11039" y="3302736"/>
            <a:ext cx="39519" cy="754777"/>
          </a:xfrm>
          <a:custGeom xmlns:a="http://schemas.openxmlformats.org/drawingml/2006/main">
            <a:pathLst>
              <a:path w="39519" h="754777">
                <a:moveTo>
                  <a:pt x="0" y="0"/>
                </a:moveTo>
                <a:lnTo>
                  <a:pt x="7904" y="0"/>
                </a:lnTo>
                <a:lnTo>
                  <a:pt x="15807" y="0"/>
                </a:lnTo>
                <a:lnTo>
                  <a:pt x="23711" y="0"/>
                </a:lnTo>
                <a:lnTo>
                  <a:pt x="31615" y="0"/>
                </a:lnTo>
                <a:lnTo>
                  <a:pt x="39519" y="0"/>
                </a:lnTo>
                <a:lnTo>
                  <a:pt x="39519" y="754777"/>
                </a:lnTo>
                <a:lnTo>
                  <a:pt x="31615" y="754777"/>
                </a:lnTo>
                <a:lnTo>
                  <a:pt x="23711" y="754777"/>
                </a:lnTo>
                <a:lnTo>
                  <a:pt x="15807" y="754777"/>
                </a:lnTo>
                <a:lnTo>
                  <a:pt x="7904" y="754777"/>
                </a:lnTo>
                <a:lnTo>
                  <a:pt x="0" y="754777"/>
                </a:lnTo>
                <a:close/>
              </a:path>
            </a:pathLst>
          </a:custGeom>
          <a:solidFill xmlns:a="http://schemas.openxmlformats.org/drawingml/2006/main">
            <a:srgbClr val="F8F0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native-gradient-strip-57">
            <a:extLst xmlns:a="http://schemas.openxmlformats.org/drawingml/2006/main">
              <a:ext uri="{FF2B5EF4-FFF2-40B4-BE49-F238E27FC236}">
                <a16:creationId xmlns:a16="http://schemas.microsoft.com/office/drawing/2014/main" id="{0DB5CF57-2F48-4B10-B079-1542DCC4C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39127" y="3302736"/>
            <a:ext cx="39519" cy="754777"/>
          </a:xfrm>
          <a:custGeom xmlns:a="http://schemas.openxmlformats.org/drawingml/2006/main">
            <a:pathLst>
              <a:path w="39519" h="754777">
                <a:moveTo>
                  <a:pt x="0" y="0"/>
                </a:moveTo>
                <a:lnTo>
                  <a:pt x="7904" y="0"/>
                </a:lnTo>
                <a:lnTo>
                  <a:pt x="15807" y="0"/>
                </a:lnTo>
                <a:lnTo>
                  <a:pt x="23711" y="0"/>
                </a:lnTo>
                <a:lnTo>
                  <a:pt x="31615" y="0"/>
                </a:lnTo>
                <a:lnTo>
                  <a:pt x="39519" y="0"/>
                </a:lnTo>
                <a:lnTo>
                  <a:pt x="39519" y="754777"/>
                </a:lnTo>
                <a:lnTo>
                  <a:pt x="31615" y="754777"/>
                </a:lnTo>
                <a:lnTo>
                  <a:pt x="23711" y="754777"/>
                </a:lnTo>
                <a:lnTo>
                  <a:pt x="15807" y="754777"/>
                </a:lnTo>
                <a:lnTo>
                  <a:pt x="7904" y="754777"/>
                </a:lnTo>
                <a:lnTo>
                  <a:pt x="0" y="754777"/>
                </a:lnTo>
                <a:close/>
              </a:path>
            </a:pathLst>
          </a:custGeom>
          <a:solidFill xmlns:a="http://schemas.openxmlformats.org/drawingml/2006/main">
            <a:srgbClr val="F8F1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native-gradient-strip-58">
            <a:extLst xmlns:a="http://schemas.openxmlformats.org/drawingml/2006/main">
              <a:ext uri="{FF2B5EF4-FFF2-40B4-BE49-F238E27FC236}">
                <a16:creationId xmlns:a16="http://schemas.microsoft.com/office/drawing/2014/main" id="{59CFB1A0-D415-408D-BC41-78E025163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7216" y="3302736"/>
            <a:ext cx="39519" cy="754777"/>
          </a:xfrm>
          <a:custGeom xmlns:a="http://schemas.openxmlformats.org/drawingml/2006/main">
            <a:pathLst>
              <a:path w="39519" h="754777">
                <a:moveTo>
                  <a:pt x="0" y="0"/>
                </a:moveTo>
                <a:lnTo>
                  <a:pt x="7904" y="0"/>
                </a:lnTo>
                <a:lnTo>
                  <a:pt x="15807" y="0"/>
                </a:lnTo>
                <a:lnTo>
                  <a:pt x="23711" y="0"/>
                </a:lnTo>
                <a:lnTo>
                  <a:pt x="31615" y="0"/>
                </a:lnTo>
                <a:lnTo>
                  <a:pt x="39519" y="0"/>
                </a:lnTo>
                <a:lnTo>
                  <a:pt x="39519" y="754777"/>
                </a:lnTo>
                <a:lnTo>
                  <a:pt x="31615" y="754777"/>
                </a:lnTo>
                <a:lnTo>
                  <a:pt x="23711" y="754777"/>
                </a:lnTo>
                <a:lnTo>
                  <a:pt x="15807" y="754777"/>
                </a:lnTo>
                <a:lnTo>
                  <a:pt x="7904" y="754777"/>
                </a:lnTo>
                <a:lnTo>
                  <a:pt x="0" y="754777"/>
                </a:lnTo>
                <a:close/>
              </a:path>
            </a:pathLst>
          </a:custGeom>
          <a:solidFill xmlns:a="http://schemas.openxmlformats.org/drawingml/2006/main">
            <a:srgbClr val="F9F1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native-gradient-strip-59">
            <a:extLst xmlns:a="http://schemas.openxmlformats.org/drawingml/2006/main">
              <a:ext uri="{FF2B5EF4-FFF2-40B4-BE49-F238E27FC236}">
                <a16:creationId xmlns:a16="http://schemas.microsoft.com/office/drawing/2014/main" id="{A0B04320-937E-4CBD-ACD7-7A0E4AA69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95305" y="3302736"/>
            <a:ext cx="39519" cy="754777"/>
          </a:xfrm>
          <a:custGeom xmlns:a="http://schemas.openxmlformats.org/drawingml/2006/main">
            <a:pathLst>
              <a:path w="39519" h="754777">
                <a:moveTo>
                  <a:pt x="0" y="0"/>
                </a:moveTo>
                <a:lnTo>
                  <a:pt x="7904" y="0"/>
                </a:lnTo>
                <a:lnTo>
                  <a:pt x="15807" y="0"/>
                </a:lnTo>
                <a:lnTo>
                  <a:pt x="23711" y="0"/>
                </a:lnTo>
                <a:lnTo>
                  <a:pt x="31615" y="0"/>
                </a:lnTo>
                <a:lnTo>
                  <a:pt x="39519" y="0"/>
                </a:lnTo>
                <a:lnTo>
                  <a:pt x="39519" y="754777"/>
                </a:lnTo>
                <a:lnTo>
                  <a:pt x="31615" y="754777"/>
                </a:lnTo>
                <a:lnTo>
                  <a:pt x="23711" y="754777"/>
                </a:lnTo>
                <a:lnTo>
                  <a:pt x="15807" y="754777"/>
                </a:lnTo>
                <a:lnTo>
                  <a:pt x="7904" y="754777"/>
                </a:lnTo>
                <a:lnTo>
                  <a:pt x="0" y="754777"/>
                </a:lnTo>
                <a:close/>
              </a:path>
            </a:pathLst>
          </a:custGeom>
          <a:solidFill xmlns:a="http://schemas.openxmlformats.org/drawingml/2006/main">
            <a:srgbClr val="F9F1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native-gradient-strip-60">
            <a:extLst xmlns:a="http://schemas.openxmlformats.org/drawingml/2006/main">
              <a:ext uri="{FF2B5EF4-FFF2-40B4-BE49-F238E27FC236}">
                <a16:creationId xmlns:a16="http://schemas.microsoft.com/office/drawing/2014/main" id="{E2D5C4FD-1BA5-4B18-B1FB-714ACA8B1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23393" y="3302736"/>
            <a:ext cx="39519" cy="754777"/>
          </a:xfrm>
          <a:custGeom xmlns:a="http://schemas.openxmlformats.org/drawingml/2006/main">
            <a:pathLst>
              <a:path w="39519" h="754777">
                <a:moveTo>
                  <a:pt x="0" y="0"/>
                </a:moveTo>
                <a:lnTo>
                  <a:pt x="7904" y="0"/>
                </a:lnTo>
                <a:lnTo>
                  <a:pt x="15807" y="0"/>
                </a:lnTo>
                <a:lnTo>
                  <a:pt x="23711" y="0"/>
                </a:lnTo>
                <a:lnTo>
                  <a:pt x="31615" y="0"/>
                </a:lnTo>
                <a:lnTo>
                  <a:pt x="39519" y="0"/>
                </a:lnTo>
                <a:lnTo>
                  <a:pt x="39519" y="754777"/>
                </a:lnTo>
                <a:lnTo>
                  <a:pt x="31615" y="754777"/>
                </a:lnTo>
                <a:lnTo>
                  <a:pt x="23711" y="754777"/>
                </a:lnTo>
                <a:lnTo>
                  <a:pt x="15807" y="754777"/>
                </a:lnTo>
                <a:lnTo>
                  <a:pt x="7904" y="754777"/>
                </a:lnTo>
                <a:lnTo>
                  <a:pt x="0" y="754777"/>
                </a:lnTo>
                <a:close/>
              </a:path>
            </a:pathLst>
          </a:custGeom>
          <a:solidFill xmlns:a="http://schemas.openxmlformats.org/drawingml/2006/main">
            <a:srgbClr val="FAF1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native-gradient-strip-61">
            <a:extLst xmlns:a="http://schemas.openxmlformats.org/drawingml/2006/main">
              <a:ext uri="{FF2B5EF4-FFF2-40B4-BE49-F238E27FC236}">
                <a16:creationId xmlns:a16="http://schemas.microsoft.com/office/drawing/2014/main" id="{C5A07B88-A2C9-42B4-9032-8B525F43F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1482" y="3302736"/>
            <a:ext cx="39519" cy="754777"/>
          </a:xfrm>
          <a:custGeom xmlns:a="http://schemas.openxmlformats.org/drawingml/2006/main">
            <a:pathLst>
              <a:path w="39519" h="754777">
                <a:moveTo>
                  <a:pt x="0" y="0"/>
                </a:moveTo>
                <a:lnTo>
                  <a:pt x="7904" y="0"/>
                </a:lnTo>
                <a:lnTo>
                  <a:pt x="15807" y="0"/>
                </a:lnTo>
                <a:lnTo>
                  <a:pt x="23711" y="0"/>
                </a:lnTo>
                <a:lnTo>
                  <a:pt x="31615" y="0"/>
                </a:lnTo>
                <a:lnTo>
                  <a:pt x="39519" y="0"/>
                </a:lnTo>
                <a:lnTo>
                  <a:pt x="39519" y="754777"/>
                </a:lnTo>
                <a:lnTo>
                  <a:pt x="31615" y="754777"/>
                </a:lnTo>
                <a:lnTo>
                  <a:pt x="23711" y="754777"/>
                </a:lnTo>
                <a:lnTo>
                  <a:pt x="15807" y="754777"/>
                </a:lnTo>
                <a:lnTo>
                  <a:pt x="7904" y="754777"/>
                </a:lnTo>
                <a:lnTo>
                  <a:pt x="0" y="754777"/>
                </a:lnTo>
                <a:close/>
              </a:path>
            </a:pathLst>
          </a:custGeom>
          <a:solidFill xmlns:a="http://schemas.openxmlformats.org/drawingml/2006/main">
            <a:srgbClr val="FBF1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native-gradient-strip-62">
            <a:extLst xmlns:a="http://schemas.openxmlformats.org/drawingml/2006/main">
              <a:ext uri="{FF2B5EF4-FFF2-40B4-BE49-F238E27FC236}">
                <a16:creationId xmlns:a16="http://schemas.microsoft.com/office/drawing/2014/main" id="{035FC081-83B1-4821-9E4E-EE94C7EB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79571" y="3302736"/>
            <a:ext cx="39519" cy="754777"/>
          </a:xfrm>
          <a:custGeom xmlns:a="http://schemas.openxmlformats.org/drawingml/2006/main">
            <a:pathLst>
              <a:path w="39519" h="754777">
                <a:moveTo>
                  <a:pt x="0" y="0"/>
                </a:moveTo>
                <a:lnTo>
                  <a:pt x="7904" y="0"/>
                </a:lnTo>
                <a:lnTo>
                  <a:pt x="15807" y="0"/>
                </a:lnTo>
                <a:lnTo>
                  <a:pt x="23711" y="0"/>
                </a:lnTo>
                <a:lnTo>
                  <a:pt x="31615" y="0"/>
                </a:lnTo>
                <a:lnTo>
                  <a:pt x="39519" y="0"/>
                </a:lnTo>
                <a:lnTo>
                  <a:pt x="39519" y="754777"/>
                </a:lnTo>
                <a:lnTo>
                  <a:pt x="31615" y="754777"/>
                </a:lnTo>
                <a:lnTo>
                  <a:pt x="23711" y="754777"/>
                </a:lnTo>
                <a:lnTo>
                  <a:pt x="15807" y="754777"/>
                </a:lnTo>
                <a:lnTo>
                  <a:pt x="7904" y="754777"/>
                </a:lnTo>
                <a:lnTo>
                  <a:pt x="0" y="754777"/>
                </a:lnTo>
                <a:close/>
              </a:path>
            </a:pathLst>
          </a:custGeom>
          <a:solidFill xmlns:a="http://schemas.openxmlformats.org/drawingml/2006/main">
            <a:srgbClr val="FBF1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native-gradient-strip-63">
            <a:extLst xmlns:a="http://schemas.openxmlformats.org/drawingml/2006/main">
              <a:ext uri="{FF2B5EF4-FFF2-40B4-BE49-F238E27FC236}">
                <a16:creationId xmlns:a16="http://schemas.microsoft.com/office/drawing/2014/main" id="{BFD1B021-F71D-4F2C-B2BA-CA7C70E0F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07660" y="3302736"/>
            <a:ext cx="39519" cy="754777"/>
          </a:xfrm>
          <a:custGeom xmlns:a="http://schemas.openxmlformats.org/drawingml/2006/main">
            <a:pathLst>
              <a:path w="39519" h="754777">
                <a:moveTo>
                  <a:pt x="0" y="0"/>
                </a:moveTo>
                <a:lnTo>
                  <a:pt x="7904" y="0"/>
                </a:lnTo>
                <a:lnTo>
                  <a:pt x="15807" y="0"/>
                </a:lnTo>
                <a:lnTo>
                  <a:pt x="23711" y="0"/>
                </a:lnTo>
                <a:lnTo>
                  <a:pt x="31615" y="0"/>
                </a:lnTo>
                <a:lnTo>
                  <a:pt x="39519" y="0"/>
                </a:lnTo>
                <a:lnTo>
                  <a:pt x="39519" y="754777"/>
                </a:lnTo>
                <a:lnTo>
                  <a:pt x="31615" y="754777"/>
                </a:lnTo>
                <a:lnTo>
                  <a:pt x="23711" y="754777"/>
                </a:lnTo>
                <a:lnTo>
                  <a:pt x="15807" y="754777"/>
                </a:lnTo>
                <a:lnTo>
                  <a:pt x="7904" y="754777"/>
                </a:lnTo>
                <a:lnTo>
                  <a:pt x="0" y="754777"/>
                </a:lnTo>
                <a:close/>
              </a:path>
            </a:pathLst>
          </a:custGeom>
          <a:solidFill xmlns:a="http://schemas.openxmlformats.org/drawingml/2006/main">
            <a:srgbClr val="FCF1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native-gradient-strip-64">
            <a:extLst xmlns:a="http://schemas.openxmlformats.org/drawingml/2006/main">
              <a:ext uri="{FF2B5EF4-FFF2-40B4-BE49-F238E27FC236}">
                <a16:creationId xmlns:a16="http://schemas.microsoft.com/office/drawing/2014/main" id="{675C7361-D207-412E-BD0C-A4816675F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5748" y="3302736"/>
            <a:ext cx="39519" cy="754777"/>
          </a:xfrm>
          <a:custGeom xmlns:a="http://schemas.openxmlformats.org/drawingml/2006/main">
            <a:pathLst>
              <a:path w="39519" h="754777">
                <a:moveTo>
                  <a:pt x="0" y="0"/>
                </a:moveTo>
                <a:lnTo>
                  <a:pt x="7904" y="0"/>
                </a:lnTo>
                <a:lnTo>
                  <a:pt x="15807" y="0"/>
                </a:lnTo>
                <a:lnTo>
                  <a:pt x="23711" y="0"/>
                </a:lnTo>
                <a:lnTo>
                  <a:pt x="31615" y="0"/>
                </a:lnTo>
                <a:lnTo>
                  <a:pt x="39519" y="0"/>
                </a:lnTo>
                <a:lnTo>
                  <a:pt x="39519" y="754777"/>
                </a:lnTo>
                <a:lnTo>
                  <a:pt x="31615" y="754777"/>
                </a:lnTo>
                <a:lnTo>
                  <a:pt x="23711" y="754777"/>
                </a:lnTo>
                <a:lnTo>
                  <a:pt x="15807" y="754777"/>
                </a:lnTo>
                <a:lnTo>
                  <a:pt x="7904" y="754777"/>
                </a:lnTo>
                <a:lnTo>
                  <a:pt x="0" y="754777"/>
                </a:lnTo>
                <a:close/>
              </a:path>
            </a:pathLst>
          </a:custGeom>
          <a:solidFill xmlns:a="http://schemas.openxmlformats.org/drawingml/2006/main">
            <a:srgbClr val="FCF1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native-gradient-strip-65">
            <a:extLst xmlns:a="http://schemas.openxmlformats.org/drawingml/2006/main">
              <a:ext uri="{FF2B5EF4-FFF2-40B4-BE49-F238E27FC236}">
                <a16:creationId xmlns:a16="http://schemas.microsoft.com/office/drawing/2014/main" id="{DCCF51CC-BA68-4328-B1F8-9CB468B62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63837" y="3302736"/>
            <a:ext cx="39519" cy="754777"/>
          </a:xfrm>
          <a:custGeom xmlns:a="http://schemas.openxmlformats.org/drawingml/2006/main">
            <a:pathLst>
              <a:path w="39519" h="754777">
                <a:moveTo>
                  <a:pt x="0" y="0"/>
                </a:moveTo>
                <a:lnTo>
                  <a:pt x="7904" y="0"/>
                </a:lnTo>
                <a:lnTo>
                  <a:pt x="15807" y="5"/>
                </a:lnTo>
                <a:lnTo>
                  <a:pt x="23711" y="322"/>
                </a:lnTo>
                <a:lnTo>
                  <a:pt x="31615" y="1141"/>
                </a:lnTo>
                <a:lnTo>
                  <a:pt x="39519" y="2471"/>
                </a:lnTo>
                <a:lnTo>
                  <a:pt x="39519" y="752306"/>
                </a:lnTo>
                <a:lnTo>
                  <a:pt x="31615" y="753636"/>
                </a:lnTo>
                <a:lnTo>
                  <a:pt x="23711" y="754455"/>
                </a:lnTo>
                <a:lnTo>
                  <a:pt x="15807" y="754772"/>
                </a:lnTo>
                <a:lnTo>
                  <a:pt x="7904" y="754777"/>
                </a:lnTo>
                <a:lnTo>
                  <a:pt x="0" y="754777"/>
                </a:lnTo>
                <a:close/>
              </a:path>
            </a:pathLst>
          </a:custGeom>
          <a:solidFill xmlns:a="http://schemas.openxmlformats.org/drawingml/2006/main">
            <a:srgbClr val="FDF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native-gradient-strip-66">
            <a:extLst xmlns:a="http://schemas.openxmlformats.org/drawingml/2006/main">
              <a:ext uri="{FF2B5EF4-FFF2-40B4-BE49-F238E27FC236}">
                <a16:creationId xmlns:a16="http://schemas.microsoft.com/office/drawing/2014/main" id="{459DC0C9-FF81-4B04-AE43-7C55D34A3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1926" y="3302736"/>
            <a:ext cx="39519" cy="754777"/>
          </a:xfrm>
          <a:custGeom xmlns:a="http://schemas.openxmlformats.org/drawingml/2006/main">
            <a:pathLst>
              <a:path w="39519" h="754777">
                <a:moveTo>
                  <a:pt x="0" y="713"/>
                </a:moveTo>
                <a:lnTo>
                  <a:pt x="7904" y="1814"/>
                </a:lnTo>
                <a:lnTo>
                  <a:pt x="15807" y="3434"/>
                </a:lnTo>
                <a:lnTo>
                  <a:pt x="23711" y="5594"/>
                </a:lnTo>
                <a:lnTo>
                  <a:pt x="31615" y="8325"/>
                </a:lnTo>
                <a:lnTo>
                  <a:pt x="39519" y="11667"/>
                </a:lnTo>
                <a:lnTo>
                  <a:pt x="39519" y="743110"/>
                </a:lnTo>
                <a:lnTo>
                  <a:pt x="31615" y="746452"/>
                </a:lnTo>
                <a:lnTo>
                  <a:pt x="23711" y="749183"/>
                </a:lnTo>
                <a:lnTo>
                  <a:pt x="15807" y="751344"/>
                </a:lnTo>
                <a:lnTo>
                  <a:pt x="7904" y="752963"/>
                </a:lnTo>
                <a:lnTo>
                  <a:pt x="0" y="754064"/>
                </a:lnTo>
                <a:close/>
              </a:path>
            </a:pathLst>
          </a:custGeom>
          <a:solidFill xmlns:a="http://schemas.openxmlformats.org/drawingml/2006/main">
            <a:srgbClr val="FDF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native-gradient-strip-67">
            <a:extLst xmlns:a="http://schemas.openxmlformats.org/drawingml/2006/main">
              <a:ext uri="{FF2B5EF4-FFF2-40B4-BE49-F238E27FC236}">
                <a16:creationId xmlns:a16="http://schemas.microsoft.com/office/drawing/2014/main" id="{483944DD-989C-4FB7-A64B-01A9DC85A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20015" y="3302736"/>
            <a:ext cx="39519" cy="754777"/>
          </a:xfrm>
          <a:custGeom xmlns:a="http://schemas.openxmlformats.org/drawingml/2006/main">
            <a:pathLst>
              <a:path w="39519" h="754777">
                <a:moveTo>
                  <a:pt x="0" y="7034"/>
                </a:moveTo>
                <a:lnTo>
                  <a:pt x="7904" y="10097"/>
                </a:lnTo>
                <a:lnTo>
                  <a:pt x="15807" y="13801"/>
                </a:lnTo>
                <a:lnTo>
                  <a:pt x="23711" y="18211"/>
                </a:lnTo>
                <a:lnTo>
                  <a:pt x="31615" y="23419"/>
                </a:lnTo>
                <a:lnTo>
                  <a:pt x="39519" y="29554"/>
                </a:lnTo>
                <a:lnTo>
                  <a:pt x="39519" y="725223"/>
                </a:lnTo>
                <a:lnTo>
                  <a:pt x="31615" y="731358"/>
                </a:lnTo>
                <a:lnTo>
                  <a:pt x="23711" y="736566"/>
                </a:lnTo>
                <a:lnTo>
                  <a:pt x="15807" y="740976"/>
                </a:lnTo>
                <a:lnTo>
                  <a:pt x="7904" y="744680"/>
                </a:lnTo>
                <a:lnTo>
                  <a:pt x="0" y="747743"/>
                </a:lnTo>
                <a:close/>
              </a:path>
            </a:pathLst>
          </a:custGeom>
          <a:solidFill xmlns:a="http://schemas.openxmlformats.org/drawingml/2006/main">
            <a:srgbClr val="FEF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native-gradient-strip-68">
            <a:extLst xmlns:a="http://schemas.openxmlformats.org/drawingml/2006/main">
              <a:ext uri="{FF2B5EF4-FFF2-40B4-BE49-F238E27FC236}">
                <a16:creationId xmlns:a16="http://schemas.microsoft.com/office/drawing/2014/main" id="{6D4771BA-5BD2-4309-8FE3-4C2A8ADC7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8103" y="3302736"/>
            <a:ext cx="39519" cy="754777"/>
          </a:xfrm>
          <a:custGeom xmlns:a="http://schemas.openxmlformats.org/drawingml/2006/main">
            <a:pathLst>
              <a:path w="39519" h="754777">
                <a:moveTo>
                  <a:pt x="0" y="20990"/>
                </a:moveTo>
                <a:lnTo>
                  <a:pt x="7904" y="26692"/>
                </a:lnTo>
                <a:lnTo>
                  <a:pt x="15807" y="33417"/>
                </a:lnTo>
                <a:lnTo>
                  <a:pt x="23711" y="41410"/>
                </a:lnTo>
                <a:lnTo>
                  <a:pt x="31615" y="51076"/>
                </a:lnTo>
                <a:lnTo>
                  <a:pt x="39519" y="63188"/>
                </a:lnTo>
                <a:lnTo>
                  <a:pt x="39519" y="691589"/>
                </a:lnTo>
                <a:lnTo>
                  <a:pt x="31615" y="703701"/>
                </a:lnTo>
                <a:lnTo>
                  <a:pt x="23711" y="713367"/>
                </a:lnTo>
                <a:lnTo>
                  <a:pt x="15807" y="721360"/>
                </a:lnTo>
                <a:lnTo>
                  <a:pt x="7904" y="728085"/>
                </a:lnTo>
                <a:lnTo>
                  <a:pt x="0" y="733787"/>
                </a:lnTo>
                <a:close/>
              </a:path>
            </a:pathLst>
          </a:custGeom>
          <a:solidFill xmlns:a="http://schemas.openxmlformats.org/drawingml/2006/main">
            <a:srgbClr val="FEF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native-gradient-strip-69">
            <a:extLst xmlns:a="http://schemas.openxmlformats.org/drawingml/2006/main">
              <a:ext uri="{FF2B5EF4-FFF2-40B4-BE49-F238E27FC236}">
                <a16:creationId xmlns:a16="http://schemas.microsoft.com/office/drawing/2014/main" id="{FA54E847-A004-40D9-B6C1-7C3E4ADEA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6192" y="3302736"/>
            <a:ext cx="28089" cy="754777"/>
          </a:xfrm>
          <a:custGeom xmlns:a="http://schemas.openxmlformats.org/drawingml/2006/main">
            <a:pathLst>
              <a:path w="28089" h="754777">
                <a:moveTo>
                  <a:pt x="0" y="46520"/>
                </a:moveTo>
                <a:lnTo>
                  <a:pt x="5618" y="53997"/>
                </a:lnTo>
                <a:lnTo>
                  <a:pt x="11235" y="62850"/>
                </a:lnTo>
                <a:lnTo>
                  <a:pt x="16853" y="73778"/>
                </a:lnTo>
                <a:lnTo>
                  <a:pt x="22471" y="88567"/>
                </a:lnTo>
                <a:lnTo>
                  <a:pt x="28089" y="125730"/>
                </a:lnTo>
                <a:lnTo>
                  <a:pt x="28089" y="629047"/>
                </a:lnTo>
                <a:lnTo>
                  <a:pt x="22471" y="666210"/>
                </a:lnTo>
                <a:lnTo>
                  <a:pt x="16853" y="680999"/>
                </a:lnTo>
                <a:lnTo>
                  <a:pt x="11235" y="691927"/>
                </a:lnTo>
                <a:lnTo>
                  <a:pt x="5618" y="700780"/>
                </a:lnTo>
                <a:lnTo>
                  <a:pt x="0" y="708257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pdf-path-51">
            <a:extLst xmlns:a="http://schemas.openxmlformats.org/drawingml/2006/main">
              <a:ext uri="{FF2B5EF4-FFF2-40B4-BE49-F238E27FC236}">
                <a16:creationId xmlns:a16="http://schemas.microsoft.com/office/drawing/2014/main" id="{46F31FC1-53BC-44B4-ACF8-051ED427D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34693" y="4326217"/>
            <a:ext cx="1792164" cy="871384"/>
          </a:xfrm>
          <a:custGeom xmlns:a="http://schemas.openxmlformats.org/drawingml/2006/main">
            <a:pathLst>
              <a:path w="1792164" h="871384">
                <a:moveTo>
                  <a:pt x="0" y="145235"/>
                </a:moveTo>
                <a:lnTo>
                  <a:pt x="0" y="145235"/>
                </a:lnTo>
                <a:cubicBezTo>
                  <a:pt x="0" y="65023"/>
                  <a:pt x="65023" y="0"/>
                  <a:pt x="145234" y="0"/>
                </a:cubicBezTo>
                <a:lnTo>
                  <a:pt x="1646929" y="0"/>
                </a:lnTo>
                <a:cubicBezTo>
                  <a:pt x="1685447" y="0"/>
                  <a:pt x="1722390" y="15303"/>
                  <a:pt x="1749626" y="42538"/>
                </a:cubicBezTo>
                <a:cubicBezTo>
                  <a:pt x="1776861" y="69774"/>
                  <a:pt x="1792164" y="106717"/>
                  <a:pt x="1792164" y="145235"/>
                </a:cubicBezTo>
                <a:lnTo>
                  <a:pt x="1792164" y="726149"/>
                </a:lnTo>
                <a:cubicBezTo>
                  <a:pt x="1792164" y="806361"/>
                  <a:pt x="1727141" y="871384"/>
                  <a:pt x="1646929" y="871384"/>
                </a:cubicBezTo>
                <a:lnTo>
                  <a:pt x="145234" y="871384"/>
                </a:lnTo>
                <a:cubicBezTo>
                  <a:pt x="65023" y="871384"/>
                  <a:pt x="0" y="806361"/>
                  <a:pt x="0" y="726149"/>
                </a:cubicBezTo>
                <a:lnTo>
                  <a:pt x="0" y="145235"/>
                </a:lnTo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pdf-text-68-0">
            <a:extLst xmlns:a="http://schemas.openxmlformats.org/drawingml/2006/main">
              <a:ext uri="{FF2B5EF4-FFF2-40B4-BE49-F238E27FC236}">
                <a16:creationId xmlns:a16="http://schemas.microsoft.com/office/drawing/2014/main" id="{A7295656-F63D-4243-A66A-D54493BE8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49797" y="4506532"/>
            <a:ext cx="1229658" cy="243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91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1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1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High-Level </a:t>
            </a:r>
          </a:p>
        </p:txBody>
      </p:sp>
      <p:sp>
        <p:nvSpPr>
          <p:cNvPr id="102" name="pdf-text-69-0">
            <a:extLst xmlns:a="http://schemas.openxmlformats.org/drawingml/2006/main">
              <a:ext uri="{FF2B5EF4-FFF2-40B4-BE49-F238E27FC236}">
                <a16:creationId xmlns:a16="http://schemas.microsoft.com/office/drawing/2014/main" id="{29D8683D-F2B1-4F63-ADE5-1F50B68B2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55441" y="4798334"/>
            <a:ext cx="1350552" cy="243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91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1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1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Policy (LLM)</a:t>
            </a:r>
          </a:p>
        </p:txBody>
      </p:sp>
      <p:sp>
        <p:nvSpPr>
          <p:cNvPr id="103" name="pdf-path-54">
            <a:extLst xmlns:a="http://schemas.openxmlformats.org/drawingml/2006/main">
              <a:ext uri="{FF2B5EF4-FFF2-40B4-BE49-F238E27FC236}">
                <a16:creationId xmlns:a16="http://schemas.microsoft.com/office/drawing/2014/main" id="{7D7183AE-0C1D-4B85-A5FF-A86C306FC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5315" y="4326217"/>
            <a:ext cx="1792164" cy="871384"/>
          </a:xfrm>
          <a:custGeom xmlns:a="http://schemas.openxmlformats.org/drawingml/2006/main">
            <a:pathLst>
              <a:path w="1792164" h="871384">
                <a:moveTo>
                  <a:pt x="0" y="145235"/>
                </a:moveTo>
                <a:lnTo>
                  <a:pt x="0" y="145235"/>
                </a:lnTo>
                <a:cubicBezTo>
                  <a:pt x="0" y="65023"/>
                  <a:pt x="65024" y="0"/>
                  <a:pt x="145234" y="0"/>
                </a:cubicBezTo>
                <a:lnTo>
                  <a:pt x="1646930" y="0"/>
                </a:lnTo>
                <a:cubicBezTo>
                  <a:pt x="1685450" y="0"/>
                  <a:pt x="1722390" y="15303"/>
                  <a:pt x="1749627" y="42540"/>
                </a:cubicBezTo>
                <a:cubicBezTo>
                  <a:pt x="1776861" y="69774"/>
                  <a:pt x="1792164" y="106717"/>
                  <a:pt x="1792164" y="145235"/>
                </a:cubicBezTo>
                <a:lnTo>
                  <a:pt x="1792164" y="726149"/>
                </a:lnTo>
                <a:cubicBezTo>
                  <a:pt x="1792164" y="806361"/>
                  <a:pt x="1727141" y="871384"/>
                  <a:pt x="1646930" y="871384"/>
                </a:cubicBezTo>
                <a:lnTo>
                  <a:pt x="145234" y="871384"/>
                </a:lnTo>
                <a:cubicBezTo>
                  <a:pt x="65024" y="871384"/>
                  <a:pt x="0" y="806361"/>
                  <a:pt x="0" y="726149"/>
                </a:cubicBezTo>
                <a:lnTo>
                  <a:pt x="0" y="145235"/>
                </a:lnTo>
              </a:path>
            </a:pathLst>
          </a:custGeom>
          <a:solidFill xmlns:a="http://schemas.openxmlformats.org/drawingml/2006/main">
            <a:srgbClr val="D9EA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pdf-text-70-0">
            <a:extLst xmlns:a="http://schemas.openxmlformats.org/drawingml/2006/main">
              <a:ext uri="{FF2B5EF4-FFF2-40B4-BE49-F238E27FC236}">
                <a16:creationId xmlns:a16="http://schemas.microsoft.com/office/drawing/2014/main" id="{8E71D60F-CE57-4110-8146-494CC2373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0419" y="4506532"/>
            <a:ext cx="1229657" cy="243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91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1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1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High-Level </a:t>
            </a:r>
          </a:p>
        </p:txBody>
      </p:sp>
      <p:sp>
        <p:nvSpPr>
          <p:cNvPr id="105" name="pdf-text-71-0">
            <a:extLst xmlns:a="http://schemas.openxmlformats.org/drawingml/2006/main">
              <a:ext uri="{FF2B5EF4-FFF2-40B4-BE49-F238E27FC236}">
                <a16:creationId xmlns:a16="http://schemas.microsoft.com/office/drawing/2014/main" id="{0D1B334E-8C06-4046-9417-8C5C507FD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063" y="4798334"/>
            <a:ext cx="1350554" cy="243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91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1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1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Policy (LLM)</a:t>
            </a:r>
          </a:p>
        </p:txBody>
      </p:sp>
      <p:sp>
        <p:nvSpPr>
          <p:cNvPr id="106" name="pdf-path-57">
            <a:extLst xmlns:a="http://schemas.openxmlformats.org/drawingml/2006/main">
              <a:ext uri="{FF2B5EF4-FFF2-40B4-BE49-F238E27FC236}">
                <a16:creationId xmlns:a16="http://schemas.microsoft.com/office/drawing/2014/main" id="{ABFD72E6-1723-4658-BEDA-A82453442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1397" y="5197601"/>
            <a:ext cx="95" cy="956394"/>
          </a:xfrm>
          <a:custGeom xmlns:a="http://schemas.openxmlformats.org/drawingml/2006/main">
            <a:pathLst>
              <a:path w="95" h="956394">
                <a:moveTo>
                  <a:pt x="0" y="956394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pdf-path-58">
            <a:extLst xmlns:a="http://schemas.openxmlformats.org/drawingml/2006/main">
              <a:ext uri="{FF2B5EF4-FFF2-40B4-BE49-F238E27FC236}">
                <a16:creationId xmlns:a16="http://schemas.microsoft.com/office/drawing/2014/main" id="{7E047A98-B85A-415A-BA3D-8CE75626A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1397" y="5307025"/>
            <a:ext cx="95" cy="846970"/>
          </a:xfrm>
          <a:custGeom xmlns:a="http://schemas.openxmlformats.org/drawingml/2006/main">
            <a:pathLst>
              <a:path w="95" h="846970">
                <a:moveTo>
                  <a:pt x="0" y="84697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238">
            <a:solidFill>
              <a:srgbClr val="595959"/>
            </a:solidFill>
            <a:prstDash val="solid"/>
          </a:ln>
        </p:spPr>
      </p:sp>
      <p:sp>
        <p:nvSpPr>
          <p:cNvPr id="108" name="pdf-path-59">
            <a:extLst xmlns:a="http://schemas.openxmlformats.org/drawingml/2006/main">
              <a:ext uri="{FF2B5EF4-FFF2-40B4-BE49-F238E27FC236}">
                <a16:creationId xmlns:a16="http://schemas.microsoft.com/office/drawing/2014/main" id="{6865244B-F112-44F7-BDD4-A11C112D4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1273" y="5224261"/>
            <a:ext cx="60247" cy="82764"/>
          </a:xfrm>
          <a:custGeom xmlns:a="http://schemas.openxmlformats.org/drawingml/2006/main">
            <a:pathLst>
              <a:path w="60247" h="82764">
                <a:moveTo>
                  <a:pt x="60247" y="82764"/>
                </a:moveTo>
                <a:lnTo>
                  <a:pt x="30124" y="0"/>
                </a:lnTo>
                <a:lnTo>
                  <a:pt x="0" y="82764"/>
                </a:lnTo>
                <a:lnTo>
                  <a:pt x="60247" y="82764"/>
                </a:lnTo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18238">
            <a:solidFill>
              <a:srgbClr val="595959"/>
            </a:solidFill>
            <a:prstDash val="solid"/>
          </a:ln>
        </p:spPr>
      </p:sp>
      <p:sp>
        <p:nvSpPr>
          <p:cNvPr id="109" name="pdf-text-72-0">
            <a:extLst xmlns:a="http://schemas.openxmlformats.org/drawingml/2006/main">
              <a:ext uri="{FF2B5EF4-FFF2-40B4-BE49-F238E27FC236}">
                <a16:creationId xmlns:a16="http://schemas.microsoft.com/office/drawing/2014/main" id="{4DE1057F-E5FF-4D03-800A-447626BA8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60569" y="66174"/>
            <a:ext cx="1085499" cy="2918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298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98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2298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Sim Env</a:t>
            </a:r>
          </a:p>
        </p:txBody>
      </p:sp>
      <p:sp>
        <p:nvSpPr>
          <p:cNvPr id="110" name="pdf-text-73-0">
            <a:extLst xmlns:a="http://schemas.openxmlformats.org/drawingml/2006/main">
              <a:ext uri="{FF2B5EF4-FFF2-40B4-BE49-F238E27FC236}">
                <a16:creationId xmlns:a16="http://schemas.microsoft.com/office/drawing/2014/main" id="{AAF2F95F-A426-4928-A2A0-D45409ADB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98140" y="416335"/>
            <a:ext cx="1410027" cy="2918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2298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98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2298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Habitat 3.0</a:t>
            </a:r>
          </a:p>
        </p:txBody>
      </p:sp>
      <p:sp>
        <p:nvSpPr>
          <p:cNvPr id="111" name="pdf-text-74-0">
            <a:extLst xmlns:a="http://schemas.openxmlformats.org/drawingml/2006/main">
              <a:ext uri="{FF2B5EF4-FFF2-40B4-BE49-F238E27FC236}">
                <a16:creationId xmlns:a16="http://schemas.microsoft.com/office/drawing/2014/main" id="{E3DE74E1-04AD-4E0D-9676-8C97487A1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34447" y="3570646"/>
            <a:ext cx="1373205" cy="243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91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1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1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World Graph</a:t>
            </a:r>
          </a:p>
        </p:txBody>
      </p:sp>
      <p:sp>
        <p:nvSpPr>
          <p:cNvPr id="112" name="pdf-path-66">
            <a:extLst xmlns:a="http://schemas.openxmlformats.org/drawingml/2006/main">
              <a:ext uri="{FF2B5EF4-FFF2-40B4-BE49-F238E27FC236}">
                <a16:creationId xmlns:a16="http://schemas.microsoft.com/office/drawing/2014/main" id="{D6593B2A-391C-4862-A596-2507948AD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38069" y="2847848"/>
            <a:ext cx="1966211" cy="473316"/>
          </a:xfrm>
          <a:custGeom xmlns:a="http://schemas.openxmlformats.org/drawingml/2006/main">
            <a:pathLst>
              <a:path w="1966211" h="473316">
                <a:moveTo>
                  <a:pt x="0" y="78889"/>
                </a:moveTo>
                <a:lnTo>
                  <a:pt x="0" y="78889"/>
                </a:lnTo>
                <a:cubicBezTo>
                  <a:pt x="0" y="35321"/>
                  <a:pt x="35320" y="0"/>
                  <a:pt x="78887" y="0"/>
                </a:cubicBezTo>
                <a:lnTo>
                  <a:pt x="1887323" y="0"/>
                </a:lnTo>
                <a:cubicBezTo>
                  <a:pt x="1908245" y="0"/>
                  <a:pt x="1928311" y="8312"/>
                  <a:pt x="1943105" y="23106"/>
                </a:cubicBezTo>
                <a:cubicBezTo>
                  <a:pt x="1957899" y="37901"/>
                  <a:pt x="1966211" y="57967"/>
                  <a:pt x="1966211" y="78889"/>
                </a:cubicBezTo>
                <a:lnTo>
                  <a:pt x="1966211" y="394428"/>
                </a:lnTo>
                <a:cubicBezTo>
                  <a:pt x="1966211" y="437996"/>
                  <a:pt x="1930891" y="473316"/>
                  <a:pt x="1887323" y="473316"/>
                </a:cubicBezTo>
                <a:lnTo>
                  <a:pt x="78887" y="473316"/>
                </a:lnTo>
                <a:cubicBezTo>
                  <a:pt x="35320" y="473316"/>
                  <a:pt x="0" y="437996"/>
                  <a:pt x="0" y="394428"/>
                </a:cubicBezTo>
                <a:lnTo>
                  <a:pt x="0" y="78889"/>
                </a:lnTo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pdf-text-75-0">
            <a:extLst xmlns:a="http://schemas.openxmlformats.org/drawingml/2006/main">
              <a:ext uri="{FF2B5EF4-FFF2-40B4-BE49-F238E27FC236}">
                <a16:creationId xmlns:a16="http://schemas.microsoft.com/office/drawing/2014/main" id="{D017B451-6190-4F14-A45C-48601AC0E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40138" y="2975031"/>
            <a:ext cx="1161892" cy="243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91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1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1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Perception</a:t>
            </a:r>
          </a:p>
        </p:txBody>
      </p:sp>
      <p:sp>
        <p:nvSpPr>
          <p:cNvPr id="114" name="pdf-path-68">
            <a:extLst xmlns:a="http://schemas.openxmlformats.org/drawingml/2006/main">
              <a:ext uri="{FF2B5EF4-FFF2-40B4-BE49-F238E27FC236}">
                <a16:creationId xmlns:a16="http://schemas.microsoft.com/office/drawing/2014/main" id="{E963794D-F4EE-4B75-B9AE-0FBC18C0E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12516" y="1993221"/>
            <a:ext cx="1250494" cy="943184"/>
          </a:xfrm>
          <a:custGeom xmlns:a="http://schemas.openxmlformats.org/drawingml/2006/main">
            <a:pathLst>
              <a:path w="1250494" h="943184">
                <a:moveTo>
                  <a:pt x="0" y="943184"/>
                </a:moveTo>
                <a:lnTo>
                  <a:pt x="1250494" y="943184"/>
                </a:lnTo>
                <a:lnTo>
                  <a:pt x="1250494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pdf-text-76-0">
            <a:extLst xmlns:a="http://schemas.openxmlformats.org/drawingml/2006/main">
              <a:ext uri="{FF2B5EF4-FFF2-40B4-BE49-F238E27FC236}">
                <a16:creationId xmlns:a16="http://schemas.microsoft.com/office/drawing/2014/main" id="{945E09D2-5EB5-459A-AF00-DE6AB0943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5974" y="2193784"/>
            <a:ext cx="783767" cy="243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915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15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1915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Human</a:t>
            </a:r>
          </a:p>
        </p:txBody>
      </p:sp>
      <p:sp>
        <p:nvSpPr>
          <p:cNvPr id="116" name="pdf-text-77-0">
            <a:extLst xmlns:a="http://schemas.openxmlformats.org/drawingml/2006/main">
              <a:ext uri="{FF2B5EF4-FFF2-40B4-BE49-F238E27FC236}">
                <a16:creationId xmlns:a16="http://schemas.microsoft.com/office/drawing/2014/main" id="{E6381A62-FC2B-4B2E-933A-8EBFFC64F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14867" y="2485585"/>
            <a:ext cx="445727" cy="243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915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15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1915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Obs</a:t>
            </a:r>
          </a:p>
        </p:txBody>
      </p:sp>
      <p:sp>
        <p:nvSpPr>
          <p:cNvPr id="117" name="pdf-path-71">
            <a:extLst xmlns:a="http://schemas.openxmlformats.org/drawingml/2006/main">
              <a:ext uri="{FF2B5EF4-FFF2-40B4-BE49-F238E27FC236}">
                <a16:creationId xmlns:a16="http://schemas.microsoft.com/office/drawing/2014/main" id="{86BBD1DE-1271-4CF8-87F4-7D692CE82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0682" y="922779"/>
            <a:ext cx="2029396" cy="871382"/>
          </a:xfrm>
          <a:custGeom xmlns:a="http://schemas.openxmlformats.org/drawingml/2006/main">
            <a:pathLst>
              <a:path w="2029396" h="871382">
                <a:moveTo>
                  <a:pt x="0" y="145232"/>
                </a:moveTo>
                <a:lnTo>
                  <a:pt x="0" y="145232"/>
                </a:lnTo>
                <a:cubicBezTo>
                  <a:pt x="0" y="65024"/>
                  <a:pt x="65023" y="0"/>
                  <a:pt x="145233" y="0"/>
                </a:cubicBezTo>
                <a:lnTo>
                  <a:pt x="1884161" y="0"/>
                </a:lnTo>
                <a:cubicBezTo>
                  <a:pt x="1922681" y="0"/>
                  <a:pt x="1959621" y="15301"/>
                  <a:pt x="1986858" y="42538"/>
                </a:cubicBezTo>
                <a:cubicBezTo>
                  <a:pt x="2014094" y="69775"/>
                  <a:pt x="2029396" y="106715"/>
                  <a:pt x="2029396" y="145232"/>
                </a:cubicBezTo>
                <a:lnTo>
                  <a:pt x="2029396" y="726150"/>
                </a:lnTo>
                <a:cubicBezTo>
                  <a:pt x="2029396" y="806359"/>
                  <a:pt x="1964373" y="871382"/>
                  <a:pt x="1884161" y="871382"/>
                </a:cubicBezTo>
                <a:lnTo>
                  <a:pt x="145233" y="871382"/>
                </a:lnTo>
                <a:cubicBezTo>
                  <a:pt x="65023" y="871382"/>
                  <a:pt x="0" y="806359"/>
                  <a:pt x="0" y="726150"/>
                </a:cubicBezTo>
                <a:lnTo>
                  <a:pt x="0" y="145232"/>
                </a:lnTo>
              </a:path>
            </a:pathLst>
          </a:custGeom>
          <a:solidFill xmlns:a="http://schemas.openxmlformats.org/drawingml/2006/main">
            <a:srgbClr val="D9EA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pdf-text-78-0">
            <a:extLst xmlns:a="http://schemas.openxmlformats.org/drawingml/2006/main">
              <a:ext uri="{FF2B5EF4-FFF2-40B4-BE49-F238E27FC236}">
                <a16:creationId xmlns:a16="http://schemas.microsoft.com/office/drawing/2014/main" id="{62AA6B1F-766A-4DCF-B7F8-B1510CBD3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1404" y="1103095"/>
            <a:ext cx="1108154" cy="243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91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1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1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Low-Level</a:t>
            </a:r>
          </a:p>
        </p:txBody>
      </p:sp>
      <p:sp>
        <p:nvSpPr>
          <p:cNvPr id="119" name="pdf-text-79-0">
            <a:extLst xmlns:a="http://schemas.openxmlformats.org/drawingml/2006/main">
              <a:ext uri="{FF2B5EF4-FFF2-40B4-BE49-F238E27FC236}">
                <a16:creationId xmlns:a16="http://schemas.microsoft.com/office/drawing/2014/main" id="{A8FF2702-0AF1-4FBA-BC10-BDFEBF745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2543" y="1394896"/>
            <a:ext cx="445523" cy="243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91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1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1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Skill</a:t>
            </a:r>
          </a:p>
        </p:txBody>
      </p:sp>
      <p:sp>
        <p:nvSpPr>
          <p:cNvPr id="120" name="pdf-text-80-0">
            <a:extLst xmlns:a="http://schemas.openxmlformats.org/drawingml/2006/main">
              <a:ext uri="{FF2B5EF4-FFF2-40B4-BE49-F238E27FC236}">
                <a16:creationId xmlns:a16="http://schemas.microsoft.com/office/drawing/2014/main" id="{2DA72962-3871-4A2E-A0B9-B8E4109E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6827" y="2897894"/>
            <a:ext cx="1108156" cy="243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915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15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1915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Low-Level</a:t>
            </a:r>
          </a:p>
        </p:txBody>
      </p:sp>
      <p:sp>
        <p:nvSpPr>
          <p:cNvPr id="121" name="pdf-text-81-0">
            <a:extLst xmlns:a="http://schemas.openxmlformats.org/drawingml/2006/main">
              <a:ext uri="{FF2B5EF4-FFF2-40B4-BE49-F238E27FC236}">
                <a16:creationId xmlns:a16="http://schemas.microsoft.com/office/drawing/2014/main" id="{6D81B332-9921-46B9-BC96-D9612C7DA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87966" y="3189695"/>
            <a:ext cx="445523" cy="243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915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15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1915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Skill</a:t>
            </a:r>
          </a:p>
        </p:txBody>
      </p:sp>
      <p:sp>
        <p:nvSpPr>
          <p:cNvPr id="122" name="pdf-text-82-0">
            <a:extLst xmlns:a="http://schemas.openxmlformats.org/drawingml/2006/main">
              <a:ext uri="{FF2B5EF4-FFF2-40B4-BE49-F238E27FC236}">
                <a16:creationId xmlns:a16="http://schemas.microsoft.com/office/drawing/2014/main" id="{169473C5-9CED-47A1-BFDC-0B05758A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59" y="2896432"/>
            <a:ext cx="1108155" cy="243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915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15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1915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Low-Level</a:t>
            </a:r>
          </a:p>
        </p:txBody>
      </p:sp>
      <p:sp>
        <p:nvSpPr>
          <p:cNvPr id="123" name="pdf-text-83-0">
            <a:extLst xmlns:a="http://schemas.openxmlformats.org/drawingml/2006/main">
              <a:ext uri="{FF2B5EF4-FFF2-40B4-BE49-F238E27FC236}">
                <a16:creationId xmlns:a16="http://schemas.microsoft.com/office/drawing/2014/main" id="{2492436C-9DE5-4D44-AA2E-E4E08A0F1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4498" y="3188233"/>
            <a:ext cx="445523" cy="243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915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15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1915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Skill</a:t>
            </a:r>
          </a:p>
        </p:txBody>
      </p:sp>
      <p:sp>
        <p:nvSpPr>
          <p:cNvPr id="124" name="pdf-path-80">
            <a:extLst xmlns:a="http://schemas.openxmlformats.org/drawingml/2006/main">
              <a:ext uri="{FF2B5EF4-FFF2-40B4-BE49-F238E27FC236}">
                <a16:creationId xmlns:a16="http://schemas.microsoft.com/office/drawing/2014/main" id="{AD226A7F-07D0-4B4E-A7B8-38D519098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5652" y="1794211"/>
            <a:ext cx="5744" cy="2532006"/>
          </a:xfrm>
          <a:custGeom xmlns:a="http://schemas.openxmlformats.org/drawingml/2006/main">
            <a:pathLst>
              <a:path w="5744" h="2532006">
                <a:moveTo>
                  <a:pt x="5744" y="2532006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pdf-path-81">
            <a:extLst xmlns:a="http://schemas.openxmlformats.org/drawingml/2006/main">
              <a:ext uri="{FF2B5EF4-FFF2-40B4-BE49-F238E27FC236}">
                <a16:creationId xmlns:a16="http://schemas.microsoft.com/office/drawing/2014/main" id="{96B4A754-ECA4-4779-BCFD-15392C59E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5901" y="1903638"/>
            <a:ext cx="5496" cy="2422580"/>
          </a:xfrm>
          <a:custGeom xmlns:a="http://schemas.openxmlformats.org/drawingml/2006/main">
            <a:pathLst>
              <a:path w="5496" h="2422580">
                <a:moveTo>
                  <a:pt x="5496" y="242258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238">
            <a:solidFill>
              <a:srgbClr val="595959"/>
            </a:solidFill>
            <a:prstDash val="solid"/>
          </a:ln>
        </p:spPr>
      </p:sp>
      <p:sp>
        <p:nvSpPr>
          <p:cNvPr id="126" name="pdf-path-82">
            <a:extLst xmlns:a="http://schemas.openxmlformats.org/drawingml/2006/main">
              <a:ext uri="{FF2B5EF4-FFF2-40B4-BE49-F238E27FC236}">
                <a16:creationId xmlns:a16="http://schemas.microsoft.com/office/drawing/2014/main" id="{CF1B3A33-8142-4852-ACF8-259589CD9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5777" y="1820874"/>
            <a:ext cx="60247" cy="82832"/>
          </a:xfrm>
          <a:custGeom xmlns:a="http://schemas.openxmlformats.org/drawingml/2006/main">
            <a:pathLst>
              <a:path w="60247" h="82832">
                <a:moveTo>
                  <a:pt x="60247" y="82696"/>
                </a:moveTo>
                <a:lnTo>
                  <a:pt x="29935" y="0"/>
                </a:lnTo>
                <a:lnTo>
                  <a:pt x="0" y="82832"/>
                </a:lnTo>
                <a:lnTo>
                  <a:pt x="60247" y="82696"/>
                </a:lnTo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18238">
            <a:solidFill>
              <a:srgbClr val="595959"/>
            </a:solidFill>
            <a:prstDash val="solid"/>
          </a:ln>
        </p:spPr>
      </p:sp>
      <p:sp>
        <p:nvSpPr>
          <p:cNvPr id="127" name="pdf-path-84">
            <a:extLst xmlns:a="http://schemas.openxmlformats.org/drawingml/2006/main">
              <a:ext uri="{FF2B5EF4-FFF2-40B4-BE49-F238E27FC236}">
                <a16:creationId xmlns:a16="http://schemas.microsoft.com/office/drawing/2014/main" id="{CF39DB70-A365-415B-B910-FA2988342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50078" y="1355598"/>
            <a:ext cx="977647" cy="2872"/>
          </a:xfrm>
          <a:custGeom xmlns:a="http://schemas.openxmlformats.org/drawingml/2006/main">
            <a:pathLst>
              <a:path w="977647" h="2872">
                <a:moveTo>
                  <a:pt x="0" y="2872"/>
                </a:moveTo>
                <a:lnTo>
                  <a:pt x="977647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pdf-path-85">
            <a:extLst xmlns:a="http://schemas.openxmlformats.org/drawingml/2006/main">
              <a:ext uri="{FF2B5EF4-FFF2-40B4-BE49-F238E27FC236}">
                <a16:creationId xmlns:a16="http://schemas.microsoft.com/office/drawing/2014/main" id="{747EDC1B-BD57-44B0-A487-8A7B916E2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50077" y="1355920"/>
            <a:ext cx="868223" cy="2551"/>
          </a:xfrm>
          <a:custGeom xmlns:a="http://schemas.openxmlformats.org/drawingml/2006/main">
            <a:pathLst>
              <a:path w="868223" h="2551">
                <a:moveTo>
                  <a:pt x="0" y="2551"/>
                </a:moveTo>
                <a:lnTo>
                  <a:pt x="8682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238">
            <a:solidFill>
              <a:srgbClr val="595959"/>
            </a:solidFill>
            <a:prstDash val="solid"/>
          </a:ln>
        </p:spPr>
      </p:sp>
      <p:sp>
        <p:nvSpPr>
          <p:cNvPr id="129" name="pdf-path-86">
            <a:extLst xmlns:a="http://schemas.openxmlformats.org/drawingml/2006/main">
              <a:ext uri="{FF2B5EF4-FFF2-40B4-BE49-F238E27FC236}">
                <a16:creationId xmlns:a16="http://schemas.microsoft.com/office/drawing/2014/main" id="{67DC9B85-41C0-4CC2-A11E-385F380C4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18213" y="1325796"/>
            <a:ext cx="82852" cy="60247"/>
          </a:xfrm>
          <a:custGeom xmlns:a="http://schemas.openxmlformats.org/drawingml/2006/main">
            <a:pathLst>
              <a:path w="82852" h="60247">
                <a:moveTo>
                  <a:pt x="176" y="60247"/>
                </a:moveTo>
                <a:lnTo>
                  <a:pt x="82852" y="29880"/>
                </a:lnTo>
                <a:lnTo>
                  <a:pt x="0" y="0"/>
                </a:lnTo>
                <a:lnTo>
                  <a:pt x="176" y="60247"/>
                </a:lnTo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18238">
            <a:solidFill>
              <a:srgbClr val="595959"/>
            </a:solidFill>
            <a:prstDash val="solid"/>
          </a:ln>
        </p:spPr>
      </p:sp>
      <p:sp>
        <p:nvSpPr>
          <p:cNvPr id="130" name="pdf-path-88">
            <a:extLst xmlns:a="http://schemas.openxmlformats.org/drawingml/2006/main">
              <a:ext uri="{FF2B5EF4-FFF2-40B4-BE49-F238E27FC236}">
                <a16:creationId xmlns:a16="http://schemas.microsoft.com/office/drawing/2014/main" id="{54B4B549-2132-4E80-9108-E5E02AFE8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2355" y="258882"/>
            <a:ext cx="1897281" cy="648510"/>
          </a:xfrm>
          <a:custGeom xmlns:a="http://schemas.openxmlformats.org/drawingml/2006/main">
            <a:pathLst>
              <a:path w="1897281" h="648510">
                <a:moveTo>
                  <a:pt x="0" y="648510"/>
                </a:moveTo>
                <a:lnTo>
                  <a:pt x="1897281" y="648510"/>
                </a:lnTo>
                <a:lnTo>
                  <a:pt x="1897281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pdf-text-84-0">
            <a:extLst xmlns:a="http://schemas.openxmlformats.org/drawingml/2006/main">
              <a:ext uri="{FF2B5EF4-FFF2-40B4-BE49-F238E27FC236}">
                <a16:creationId xmlns:a16="http://schemas.microsoft.com/office/drawing/2014/main" id="{505BD4A4-FD45-4F48-86C8-490125D3C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27595" y="459444"/>
            <a:ext cx="1526403" cy="243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915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15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1915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Control Signal</a:t>
            </a:r>
          </a:p>
        </p:txBody>
      </p:sp>
      <p:sp>
        <p:nvSpPr>
          <p:cNvPr id="132" name="pdf-path-90">
            <a:extLst xmlns:a="http://schemas.openxmlformats.org/drawingml/2006/main">
              <a:ext uri="{FF2B5EF4-FFF2-40B4-BE49-F238E27FC236}">
                <a16:creationId xmlns:a16="http://schemas.microsoft.com/office/drawing/2014/main" id="{AB257FDD-525C-4D3D-8C95-77270CE98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57392" y="1993244"/>
            <a:ext cx="1148248" cy="943183"/>
          </a:xfrm>
          <a:custGeom xmlns:a="http://schemas.openxmlformats.org/drawingml/2006/main">
            <a:pathLst>
              <a:path w="1148248" h="943183">
                <a:moveTo>
                  <a:pt x="0" y="943183"/>
                </a:moveTo>
                <a:lnTo>
                  <a:pt x="1148248" y="943183"/>
                </a:lnTo>
                <a:lnTo>
                  <a:pt x="114824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pdf-text-85-0">
            <a:extLst xmlns:a="http://schemas.openxmlformats.org/drawingml/2006/main">
              <a:ext uri="{FF2B5EF4-FFF2-40B4-BE49-F238E27FC236}">
                <a16:creationId xmlns:a16="http://schemas.microsoft.com/office/drawing/2014/main" id="{18DB27CD-8038-4A1D-A360-4FD3AEDF7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07201" y="2193807"/>
            <a:ext cx="648730" cy="243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915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15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1915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Robot</a:t>
            </a:r>
          </a:p>
        </p:txBody>
      </p:sp>
      <p:sp>
        <p:nvSpPr>
          <p:cNvPr id="134" name="pdf-text-86-0">
            <a:extLst xmlns:a="http://schemas.openxmlformats.org/drawingml/2006/main">
              <a:ext uri="{FF2B5EF4-FFF2-40B4-BE49-F238E27FC236}">
                <a16:creationId xmlns:a16="http://schemas.microsoft.com/office/drawing/2014/main" id="{1244D10D-A26E-4C66-9E3D-BF7A1BAD7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08620" y="2485608"/>
            <a:ext cx="445726" cy="2431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915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15" b="0" i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1915" b="0" i="0">
                <a:solidFill>
                  <a:srgbClr val="595959"/>
                </a:solidFill>
                <a:latin typeface="Arial"/>
                <a:ea typeface="Arial"/>
                <a:cs typeface="Arial"/>
              </a:rPr>
              <a:t>Obs</a:t>
            </a:r>
          </a:p>
        </p:txBody>
      </p:sp>
      <p:sp>
        <p:nvSpPr>
          <p:cNvPr id="135" name="pdf-path-93">
            <a:extLst xmlns:a="http://schemas.openxmlformats.org/drawingml/2006/main">
              <a:ext uri="{FF2B5EF4-FFF2-40B4-BE49-F238E27FC236}">
                <a16:creationId xmlns:a16="http://schemas.microsoft.com/office/drawing/2014/main" id="{5BB8BD09-BC37-43BE-96D8-7983663A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0458" y="6206937"/>
            <a:ext cx="1250493" cy="1250493"/>
          </a:xfrm>
          <a:custGeom xmlns:a="http://schemas.openxmlformats.org/drawingml/2006/main">
            <a:pathLst>
              <a:path w="1250493" h="1250493">
                <a:moveTo>
                  <a:pt x="0" y="1250493"/>
                </a:moveTo>
                <a:lnTo>
                  <a:pt x="1250493" y="1250493"/>
                </a:lnTo>
                <a:lnTo>
                  <a:pt x="125049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F0ECF18E-A66D-43A4-B70B-77C1185963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cac9636b65478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0458" y="6206937"/>
            <a:ext cx="1250493" cy="1250493"/>
          </a:xfrm>
          <a:prstGeom xmlns:a="http://schemas.openxmlformats.org/drawingml/2006/main" prst="rect">
            <a:avLst/>
          </a:prstGeom>
        </p:spPr>
      </p:pic>
      <p:sp>
        <p:nvSpPr>
          <p:cNvPr id="137" name="reviewed-image-2">
            <a:extLst xmlns:a="http://schemas.openxmlformats.org/drawingml/2006/main">
              <a:ext uri="{FF2B5EF4-FFF2-40B4-BE49-F238E27FC236}">
                <a16:creationId xmlns:a16="http://schemas.microsoft.com/office/drawing/2014/main" id="{782E07E5-AB6C-4113-A851-E7A93C98B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0458" y="6206937"/>
            <a:ext cx="1250493" cy="125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8" name="pdf-path-95">
            <a:extLst xmlns:a="http://schemas.openxmlformats.org/drawingml/2006/main">
              <a:ext uri="{FF2B5EF4-FFF2-40B4-BE49-F238E27FC236}">
                <a16:creationId xmlns:a16="http://schemas.microsoft.com/office/drawing/2014/main" id="{51F45FB8-4998-4137-966E-F265332BB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05527" y="6087889"/>
            <a:ext cx="1445315" cy="1445315"/>
          </a:xfrm>
          <a:custGeom xmlns:a="http://schemas.openxmlformats.org/drawingml/2006/main">
            <a:pathLst>
              <a:path w="1445315" h="1445315">
                <a:moveTo>
                  <a:pt x="0" y="1445315"/>
                </a:moveTo>
                <a:lnTo>
                  <a:pt x="1445315" y="1445315"/>
                </a:lnTo>
                <a:lnTo>
                  <a:pt x="144531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B8910A8A-4523-44FC-B941-6E458D4B65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f1c366c958405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05527" y="6087889"/>
            <a:ext cx="1445315" cy="1445315"/>
          </a:xfrm>
          <a:prstGeom xmlns:a="http://schemas.openxmlformats.org/drawingml/2006/main" prst="rect">
            <a:avLst/>
          </a:prstGeom>
        </p:spPr>
      </p:pic>
      <p:sp>
        <p:nvSpPr>
          <p:cNvPr id="140" name="reviewed-image-3">
            <a:extLst xmlns:a="http://schemas.openxmlformats.org/drawingml/2006/main">
              <a:ext uri="{FF2B5EF4-FFF2-40B4-BE49-F238E27FC236}">
                <a16:creationId xmlns:a16="http://schemas.microsoft.com/office/drawing/2014/main" id="{7F753438-ACEA-445A-AB33-1CDCF3ADF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05527" y="6087889"/>
            <a:ext cx="1445315" cy="1445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1" name="pdf-path-97">
            <a:extLst xmlns:a="http://schemas.openxmlformats.org/drawingml/2006/main">
              <a:ext uri="{FF2B5EF4-FFF2-40B4-BE49-F238E27FC236}">
                <a16:creationId xmlns:a16="http://schemas.microsoft.com/office/drawing/2014/main" id="{1200FE36-0C88-4B39-9FBF-9ADF47DDE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37479" y="4066873"/>
            <a:ext cx="1371832" cy="695035"/>
          </a:xfrm>
          <a:custGeom xmlns:a="http://schemas.openxmlformats.org/drawingml/2006/main">
            <a:pathLst>
              <a:path w="1371832" h="695035">
                <a:moveTo>
                  <a:pt x="1371694" y="0"/>
                </a:moveTo>
                <a:lnTo>
                  <a:pt x="1371832" y="0"/>
                </a:lnTo>
                <a:lnTo>
                  <a:pt x="1371832" y="695035"/>
                </a:lnTo>
                <a:lnTo>
                  <a:pt x="0" y="695035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pdf-path-98">
            <a:extLst xmlns:a="http://schemas.openxmlformats.org/drawingml/2006/main">
              <a:ext uri="{FF2B5EF4-FFF2-40B4-BE49-F238E27FC236}">
                <a16:creationId xmlns:a16="http://schemas.microsoft.com/office/drawing/2014/main" id="{AA3F9C49-AF96-4E40-8D06-CBEF456BB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46904" y="4066871"/>
            <a:ext cx="1262407" cy="695038"/>
          </a:xfrm>
          <a:custGeom xmlns:a="http://schemas.openxmlformats.org/drawingml/2006/main">
            <a:pathLst>
              <a:path w="1262407" h="695038">
                <a:moveTo>
                  <a:pt x="1262270" y="0"/>
                </a:moveTo>
                <a:lnTo>
                  <a:pt x="1262407" y="0"/>
                </a:lnTo>
                <a:lnTo>
                  <a:pt x="1262407" y="695038"/>
                </a:lnTo>
                <a:lnTo>
                  <a:pt x="0" y="695038"/>
                </a:lnTo>
              </a:path>
            </a:pathLst>
          </a:custGeom>
          <a:noFill xmlns:a="http://schemas.openxmlformats.org/drawingml/2006/main"/>
          <a:ln xmlns:a="http://schemas.openxmlformats.org/drawingml/2006/main" w="18238">
            <a:solidFill>
              <a:srgbClr val="595959"/>
            </a:solidFill>
            <a:prstDash val="solid"/>
          </a:ln>
        </p:spPr>
      </p:sp>
      <p:sp>
        <p:nvSpPr>
          <p:cNvPr id="143" name="pdf-path-99">
            <a:extLst xmlns:a="http://schemas.openxmlformats.org/drawingml/2006/main">
              <a:ext uri="{FF2B5EF4-FFF2-40B4-BE49-F238E27FC236}">
                <a16:creationId xmlns:a16="http://schemas.microsoft.com/office/drawing/2014/main" id="{CB14A25A-DCDD-4227-A93E-E3E591604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64140" y="4731786"/>
            <a:ext cx="82764" cy="60246"/>
          </a:xfrm>
          <a:custGeom xmlns:a="http://schemas.openxmlformats.org/drawingml/2006/main">
            <a:pathLst>
              <a:path w="82764" h="60246">
                <a:moveTo>
                  <a:pt x="82764" y="0"/>
                </a:moveTo>
                <a:lnTo>
                  <a:pt x="0" y="30124"/>
                </a:lnTo>
                <a:lnTo>
                  <a:pt x="82764" y="60246"/>
                </a:lnTo>
                <a:lnTo>
                  <a:pt x="82764" y="0"/>
                </a:lnTo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18238">
            <a:solidFill>
              <a:srgbClr val="595959"/>
            </a:solidFill>
            <a:prstDash val="solid"/>
          </a:ln>
        </p:spPr>
      </p:sp>
      <p:sp>
        <p:nvSpPr>
          <p:cNvPr id="144" name="pdf-path-101">
            <a:extLst xmlns:a="http://schemas.openxmlformats.org/drawingml/2006/main">
              <a:ext uri="{FF2B5EF4-FFF2-40B4-BE49-F238E27FC236}">
                <a16:creationId xmlns:a16="http://schemas.microsoft.com/office/drawing/2014/main" id="{F8FC11F3-14FB-481C-91D8-1EAF0AD45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4978" y="4060552"/>
            <a:ext cx="1339715" cy="701355"/>
          </a:xfrm>
          <a:custGeom xmlns:a="http://schemas.openxmlformats.org/drawingml/2006/main">
            <a:pathLst>
              <a:path w="1339715" h="701355">
                <a:moveTo>
                  <a:pt x="187" y="0"/>
                </a:moveTo>
                <a:lnTo>
                  <a:pt x="0" y="0"/>
                </a:lnTo>
                <a:lnTo>
                  <a:pt x="0" y="701355"/>
                </a:lnTo>
                <a:lnTo>
                  <a:pt x="1339715" y="701355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pdf-path-102">
            <a:extLst xmlns:a="http://schemas.openxmlformats.org/drawingml/2006/main">
              <a:ext uri="{FF2B5EF4-FFF2-40B4-BE49-F238E27FC236}">
                <a16:creationId xmlns:a16="http://schemas.microsoft.com/office/drawing/2014/main" id="{74D1A97C-144D-48B5-8068-CCA75476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4978" y="4060552"/>
            <a:ext cx="1230289" cy="701357"/>
          </a:xfrm>
          <a:custGeom xmlns:a="http://schemas.openxmlformats.org/drawingml/2006/main">
            <a:pathLst>
              <a:path w="1230289" h="701357">
                <a:moveTo>
                  <a:pt x="187" y="0"/>
                </a:moveTo>
                <a:lnTo>
                  <a:pt x="0" y="0"/>
                </a:lnTo>
                <a:lnTo>
                  <a:pt x="0" y="701357"/>
                </a:lnTo>
                <a:lnTo>
                  <a:pt x="1230289" y="701357"/>
                </a:lnTo>
              </a:path>
            </a:pathLst>
          </a:custGeom>
          <a:noFill xmlns:a="http://schemas.openxmlformats.org/drawingml/2006/main"/>
          <a:ln xmlns:a="http://schemas.openxmlformats.org/drawingml/2006/main" w="18238">
            <a:solidFill>
              <a:srgbClr val="595959"/>
            </a:solidFill>
            <a:prstDash val="solid"/>
          </a:ln>
        </p:spPr>
      </p:sp>
      <p:sp>
        <p:nvSpPr>
          <p:cNvPr id="146" name="pdf-path-103">
            <a:extLst xmlns:a="http://schemas.openxmlformats.org/drawingml/2006/main">
              <a:ext uri="{FF2B5EF4-FFF2-40B4-BE49-F238E27FC236}">
                <a16:creationId xmlns:a16="http://schemas.microsoft.com/office/drawing/2014/main" id="{139396F1-DD81-4630-814A-505D299E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25267" y="4731786"/>
            <a:ext cx="82763" cy="60246"/>
          </a:xfrm>
          <a:custGeom xmlns:a="http://schemas.openxmlformats.org/drawingml/2006/main">
            <a:pathLst>
              <a:path w="82763" h="60246">
                <a:moveTo>
                  <a:pt x="0" y="60246"/>
                </a:moveTo>
                <a:lnTo>
                  <a:pt x="82763" y="30124"/>
                </a:lnTo>
                <a:lnTo>
                  <a:pt x="0" y="0"/>
                </a:lnTo>
                <a:lnTo>
                  <a:pt x="0" y="60246"/>
                </a:lnTo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18238">
            <a:solidFill>
              <a:srgbClr val="595959"/>
            </a:solidFill>
            <a:prstDash val="solid"/>
          </a:ln>
        </p:spPr>
      </p:sp>
      <p:sp>
        <p:nvSpPr>
          <p:cNvPr id="147" name="pdf-path-105">
            <a:extLst xmlns:a="http://schemas.openxmlformats.org/drawingml/2006/main">
              <a:ext uri="{FF2B5EF4-FFF2-40B4-BE49-F238E27FC236}">
                <a16:creationId xmlns:a16="http://schemas.microsoft.com/office/drawing/2014/main" id="{CF4E7888-271A-46B4-A4AC-86D0F98FA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38486" y="2401891"/>
            <a:ext cx="95" cy="473314"/>
          </a:xfrm>
          <a:custGeom xmlns:a="http://schemas.openxmlformats.org/drawingml/2006/main">
            <a:pathLst>
              <a:path w="95" h="473314">
                <a:moveTo>
                  <a:pt x="0" y="0"/>
                </a:moveTo>
                <a:lnTo>
                  <a:pt x="0" y="473314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pdf-path-106">
            <a:extLst xmlns:a="http://schemas.openxmlformats.org/drawingml/2006/main">
              <a:ext uri="{FF2B5EF4-FFF2-40B4-BE49-F238E27FC236}">
                <a16:creationId xmlns:a16="http://schemas.microsoft.com/office/drawing/2014/main" id="{4C5F1430-2883-4BEE-98DE-F5ABC63AC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38484" y="2401891"/>
            <a:ext cx="95" cy="363890"/>
          </a:xfrm>
          <a:custGeom xmlns:a="http://schemas.openxmlformats.org/drawingml/2006/main">
            <a:pathLst>
              <a:path w="95" h="363890">
                <a:moveTo>
                  <a:pt x="0" y="0"/>
                </a:moveTo>
                <a:lnTo>
                  <a:pt x="0" y="363890"/>
                </a:lnTo>
              </a:path>
            </a:pathLst>
          </a:custGeom>
          <a:noFill xmlns:a="http://schemas.openxmlformats.org/drawingml/2006/main"/>
          <a:ln xmlns:a="http://schemas.openxmlformats.org/drawingml/2006/main" w="18238">
            <a:solidFill>
              <a:srgbClr val="595959"/>
            </a:solidFill>
            <a:prstDash val="solid"/>
          </a:ln>
        </p:spPr>
      </p:sp>
      <p:sp>
        <p:nvSpPr>
          <p:cNvPr id="149" name="pdf-path-107">
            <a:extLst xmlns:a="http://schemas.openxmlformats.org/drawingml/2006/main">
              <a:ext uri="{FF2B5EF4-FFF2-40B4-BE49-F238E27FC236}">
                <a16:creationId xmlns:a16="http://schemas.microsoft.com/office/drawing/2014/main" id="{05D76D89-09C7-4183-B224-BD70A26A9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08362" y="2765781"/>
            <a:ext cx="60246" cy="82764"/>
          </a:xfrm>
          <a:custGeom xmlns:a="http://schemas.openxmlformats.org/drawingml/2006/main">
            <a:pathLst>
              <a:path w="60246" h="82764">
                <a:moveTo>
                  <a:pt x="0" y="0"/>
                </a:moveTo>
                <a:lnTo>
                  <a:pt x="30122" y="82764"/>
                </a:lnTo>
                <a:lnTo>
                  <a:pt x="60246" y="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18238">
            <a:solidFill>
              <a:srgbClr val="595959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274301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2026-10-09T21:06:09.8720000Z</dcterms:created>
  <dcterms:modified xsi:type="dcterms:W3CDTF">2026-10-09T21:06:09.8720000Z</dcterms:modified>
</coreProperties>
</file>