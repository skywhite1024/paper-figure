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9e9afd2fdc4569" /><Relationship Type="http://schemas.openxmlformats.org/officeDocument/2006/relationships/extended-properties" Target="/docProps/app.xml" Id="R24fb1a9535e043db" /><Relationship Type="http://schemas.openxmlformats.org/officeDocument/2006/relationships/officeDocument" Target="/ppt/presentation.xml" Id="R682e6c86981446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29c75d35094c4c"/>
  </p:sldMasterIdLst>
  <p:notesMasterIdLst>
    <p:notesMasterId xmlns:r="http://schemas.openxmlformats.org/officeDocument/2006/relationships" r:id="Rdffa9cdf07244809"/>
  </p:notesMasterIdLst>
  <p:sldIdLst>
    <p:sldId xmlns:r="http://schemas.openxmlformats.org/officeDocument/2006/relationships" id="256" r:id="R1a53b43a6cab4748"/>
  </p:sldIdLst>
  <p:sldSz cx="13601700" cy="4600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b3e701e8a2489a" /><Relationship Type="http://schemas.openxmlformats.org/officeDocument/2006/relationships/slideMaster" Target="/ppt/slideMasters/slideMaster1.xml" Id="R8c29c75d35094c4c" /><Relationship Type="http://schemas.openxmlformats.org/officeDocument/2006/relationships/notesMaster" Target="/ppt/notesMasters/notesMaster1.xml" Id="Rdffa9cdf07244809" /><Relationship Type="http://schemas.openxmlformats.org/officeDocument/2006/relationships/presProps" Target="/ppt/presProps.xml" Id="Rc2d43350869e4a5b" /><Relationship Type="http://schemas.openxmlformats.org/officeDocument/2006/relationships/tableStyles" Target="/ppt/tableStyles.xml" Id="Rd2fb19121c5f40dc" /><Relationship Type="http://schemas.openxmlformats.org/officeDocument/2006/relationships/slide" Target="/ppt/slides/slide1.xml" Id="R1a53b43a6cab47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bf2a1c499b49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214c5243594636" /><Relationship Type="http://schemas.openxmlformats.org/officeDocument/2006/relationships/notesMaster" Target="/ppt/notesMasters/notesMaster1.xml" Id="R8a952b434e9e41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"SLAC: Safe and Efficient Real-Robot Reinforcement Learning via Unsupervised Simulation Pre-Training",</a:t>
            </a:r>
          </a:p>
          <a:p xmlns:a="http://schemas.openxmlformats.org/drawingml/2006/main">
            <a:r>
              <a:t>  "paper_url": "https://arxiv.org/abs/2506.04147v5",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"license": "http://creativecommons.org/licenses/by/4.0/",</a:t>
            </a:r>
          </a:p>
          <a:p xmlns:a="http://schemas.openxmlformats.org/drawingml/2006/main">
            <a:r>
              <a:t>  "notes": "Original vector geometry and editable text; source photo/plot/formula assets preserved separately with their transparency. Internal pixels of raster subassets are not editable. Freeform arrows lack semantic endpoint attachment. Independent cross-format QA pending. Broad transparent panel-shadow raster overlays omitted; native panel geometry retained with simplified shadow. Clipped robot frames individually preserved. Task, Policy and Filter are live90degree text; only the slanted mathematical ellipsis is a glyph outline. Other ordinary text remains typeable. Broad shadow images omitted, panel shadows simplified.",</a:t>
            </a:r>
          </a:p>
          <a:p xmlns:a="http://schemas.openxmlformats.org/drawingml/2006/main">
            <a:r>
              <a:t>  "page": 4,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"4b5d88741b8729fa81e1042f47874bada21853f811f0f2b9e4cc501f5ce8ee32",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61,</a:t>
            </a:r>
          </a:p>
          <a:p xmlns:a="http://schemas.openxmlformats.org/drawingml/2006/main">
            <a:r>
              <a:t>    52,</a:t>
            </a:r>
          </a:p>
          <a:p xmlns:a="http://schemas.openxmlformats.org/drawingml/2006/main">
            <a:r>
              <a:t>    537,</a:t>
            </a:r>
          </a:p>
          <a:p xmlns:a="http://schemas.openxmlformats.org/drawingml/2006/main">
            <a:r>
              <a:t>    213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"outlined_font_families": [</a:t>
            </a:r>
          </a:p>
          <a:p xmlns:a="http://schemas.openxmlformats.org/drawingml/2006/main">
            <a:r>
              <a:t>    "CMM",</a:t>
            </a:r>
          </a:p>
          <a:p xmlns:a="http://schemas.openxmlformats.org/drawingml/2006/main">
            <a:r>
              <a:t>    "CMSY",</a:t>
            </a:r>
          </a:p>
          <a:p xmlns:a="http://schemas.openxmlformats.org/drawingml/2006/main">
            <a:r>
              <a:t>    "CMEX",</a:t>
            </a:r>
          </a:p>
          <a:p xmlns:a="http://schemas.openxmlformats.org/drawingml/2006/main">
            <a:r>
              <a:t>    "CMR",</a:t>
            </a:r>
          </a:p>
          <a:p xmlns:a="http://schemas.openxmlformats.org/drawingml/2006/main">
            <a:r>
              <a:t>    "CambriaMath"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"outlined_math_limit": "Selected source mathematical fonts preserved as editable glyph outlines, not live equation/text objects.",</a:t>
            </a:r>
          </a:p>
          <a:p xmlns:a="http://schemas.openxmlformats.org/drawingml/2006/main">
            <a:r>
              <a:t>  "dash_fidelity": "PPTX uses the closest supported native preset, not exact PDF dash lengths. Draw.io retains interval lengths; PDF phase/caps are not preserved; zero intervals become 0.001 scene units.",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"34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2",</a:t>
            </a:r>
          </a:p>
          <a:p xmlns:a="http://schemas.openxmlformats.org/drawingml/2006/main">
            <a:r>
              <a:t>    "path crosses crop boundary: 3",</a:t>
            </a:r>
          </a:p>
          <a:p xmlns:a="http://schemas.openxmlformats.org/drawingml/2006/main">
            <a:r>
              <a:t>    "path partially intersects raster inset: 10",</a:t>
            </a:r>
          </a:p>
          <a:p xmlns:a="http://schemas.openxmlformats.org/drawingml/2006/main">
            <a:r>
              <a:t>    "path partially intersects raster inset: 17",</a:t>
            </a:r>
          </a:p>
          <a:p xmlns:a="http://schemas.openxmlformats.org/drawingml/2006/main">
            <a:r>
              <a:t>    "path partially intersects raster inset: 71",</a:t>
            </a:r>
          </a:p>
          <a:p xmlns:a="http://schemas.openxmlformats.org/drawingml/2006/main">
            <a:r>
              <a:t>    "path partially intersects raster inset: 177",</a:t>
            </a:r>
          </a:p>
          <a:p xmlns:a="http://schemas.openxmlformats.org/drawingml/2006/main">
            <a:r>
              <a:t>    "rotated text needs manual reconstruction: …",</a:t>
            </a:r>
          </a:p>
          <a:p xmlns:a="http://schemas.openxmlformats.org/drawingml/2006/main">
            <a:r>
              <a:t>    "rotated text needs manual reconstruction: …",</a:t>
            </a:r>
          </a:p>
          <a:p xmlns:a="http://schemas.openxmlformats.org/drawingml/2006/main">
            <a:r>
              <a:t>    "rotated text needs manual reconstruction: T",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s",</a:t>
            </a:r>
          </a:p>
          <a:p xmlns:a="http://schemas.openxmlformats.org/drawingml/2006/main">
            <a:r>
              <a:t>    "rotated text needs manual reconstruction: k",</a:t>
            </a:r>
          </a:p>
          <a:p xmlns:a="http://schemas.openxmlformats.org/drawingml/2006/main">
            <a:r>
              <a:t>    "rotated text needs manual reconstruction: T",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s",</a:t>
            </a:r>
          </a:p>
          <a:p xmlns:a="http://schemas.openxmlformats.org/drawingml/2006/main">
            <a:r>
              <a:t>    "rotated text needs manual reconstruction: k",</a:t>
            </a:r>
          </a:p>
          <a:p xmlns:a="http://schemas.openxmlformats.org/drawingml/2006/main">
            <a:r>
              <a:t>    "rotated text needs manual reconstruction: P",</a:t>
            </a:r>
          </a:p>
          <a:p xmlns:a="http://schemas.openxmlformats.org/drawingml/2006/main">
            <a:r>
              <a:t>    "rotated text needs manual reconstruction: o",</a:t>
            </a:r>
          </a:p>
          <a:p xmlns:a="http://schemas.openxmlformats.org/drawingml/2006/main">
            <a:r>
              <a:t>    "rotated text needs manual reconstruction: l",</a:t>
            </a:r>
          </a:p>
          <a:p xmlns:a="http://schemas.openxmlformats.org/drawingml/2006/main">
            <a:r>
              <a:t>    "rotated text needs manual reconstruction: i",</a:t>
            </a:r>
          </a:p>
          <a:p xmlns:a="http://schemas.openxmlformats.org/drawingml/2006/main">
            <a:r>
              <a:t>    "rotated text needs manual reconstruction: c",</a:t>
            </a:r>
          </a:p>
          <a:p xmlns:a="http://schemas.openxmlformats.org/drawingml/2006/main">
            <a:r>
              <a:t>    "rotated text needs manual reconstruction: y",</a:t>
            </a:r>
          </a:p>
          <a:p xmlns:a="http://schemas.openxmlformats.org/drawingml/2006/main">
            <a:r>
              <a:t>    "rotated text needs manual reconstruction: P",</a:t>
            </a:r>
          </a:p>
          <a:p xmlns:a="http://schemas.openxmlformats.org/drawingml/2006/main">
            <a:r>
              <a:t>    "rotated text needs manual reconstruction: o",</a:t>
            </a:r>
          </a:p>
          <a:p xmlns:a="http://schemas.openxmlformats.org/drawingml/2006/main">
            <a:r>
              <a:t>    "rotated text needs manual reconstruction: l",</a:t>
            </a:r>
          </a:p>
          <a:p xmlns:a="http://schemas.openxmlformats.org/drawingml/2006/main">
            <a:r>
              <a:t>    "rotated text needs manual reconstruction: i",</a:t>
            </a:r>
          </a:p>
          <a:p xmlns:a="http://schemas.openxmlformats.org/drawingml/2006/main">
            <a:r>
              <a:t>    "rotated text needs manual reconstruction: c",</a:t>
            </a:r>
          </a:p>
          <a:p xmlns:a="http://schemas.openxmlformats.org/drawingml/2006/main">
            <a:r>
              <a:t>    "rotated text needs manual reconstruction: y",</a:t>
            </a:r>
          </a:p>
          <a:p xmlns:a="http://schemas.openxmlformats.org/drawingml/2006/main">
            <a:r>
              <a:t>    "rotated text needs manual reconstruction: F",</a:t>
            </a:r>
          </a:p>
          <a:p xmlns:a="http://schemas.openxmlformats.org/drawingml/2006/main">
            <a:r>
              <a:t>    "rotated text needs manual reconstruction: i",</a:t>
            </a:r>
          </a:p>
          <a:p xmlns:a="http://schemas.openxmlformats.org/drawingml/2006/main">
            <a:r>
              <a:t>    "rotated text needs manual reconstruction: l",</a:t>
            </a:r>
          </a:p>
          <a:p xmlns:a="http://schemas.openxmlformats.org/drawingml/2006/main">
            <a:r>
              <a:t>    "rotated text needs manual reconstruction: t",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r",</a:t>
            </a:r>
          </a:p>
          <a:p xmlns:a="http://schemas.openxmlformats.org/drawingml/2006/main">
            <a:r>
              <a:t>    "unhandled image/shading at seq 9: [68.62913513183594, 88.75396728515625, 164.3251953125, 174.00668334960938]; requires reviewed raster region",</a:t>
            </a:r>
          </a:p>
          <a:p xmlns:a="http://schemas.openxmlformats.org/drawingml/2006/main">
            <a:r>
              <a:t>    "unhandled image/shading at seq 134: [168.18643188476562, 151.8346405029297, 224.993896484375, 194.4397430419922]; requires reviewed raster region",</a:t>
            </a:r>
          </a:p>
          <a:p xmlns:a="http://schemas.openxmlformats.org/drawingml/2006/main">
            <a:r>
              <a:t>    "unhandled image/shading at seq 136: [204.13540649414062, 151.98947143554688, 260.9421081542969, 194.59457397460938]; requires reviewed raster region",</a:t>
            </a:r>
          </a:p>
          <a:p xmlns:a="http://schemas.openxmlformats.org/drawingml/2006/main">
            <a:r>
              <a:t>    "unhandled image/shading at seq 138: [240.4581756591797, 151.80763244628906, 297.26483154296875, 194.41273498535156]; requires reviewed raster region",</a:t>
            </a:r>
          </a:p>
          <a:p xmlns:a="http://schemas.openxmlformats.org/drawingml/2006/main">
            <a:r>
              <a:t>    "unhandled image/shading at seq 197: [394.89068603515625, 163.0272216796875, 451.409912109375, 194.85267639160156]; requires reviewed raster region",</a:t>
            </a:r>
          </a:p>
          <a:p xmlns:a="http://schemas.openxmlformats.org/drawingml/2006/main">
            <a:r>
              <a:t>    "unhandled image/shading at seq 198: [436.73760986328125, 163.16802978515625, 493.2568359375, 194.9934844970703]; requires reviewed raster region",</a:t>
            </a:r>
          </a:p>
          <a:p xmlns:a="http://schemas.openxmlformats.org/drawingml/2006/main">
            <a:r>
              <a:t>    "unhandled image/shading at seq 199: [478.584716796875, 162.95289611816406, 535.1039428710938, 194.77835083007812]; requires reviewed raster region",</a:t>
            </a:r>
          </a:p>
          <a:p xmlns:a="http://schemas.openxmlformats.org/drawingml/2006/main">
            <a:r>
              <a:t>    "unhandled image/shading at seq 215: [513.2056884765625, 80.99032592773438, 526.4443359375, 94.22906494140625]; requires reviewed raster region",</a:t>
            </a:r>
          </a:p>
          <a:p xmlns:a="http://schemas.openxmlformats.org/drawingml/2006/main">
            <a:r>
              <a:t>    "unhandled image/shading at seq 258: [62.44482421875, 55.25862121582031, 289.34197998046875, 210.75131225585938]; requires reviewed raster region",</a:t>
            </a:r>
          </a:p>
          <a:p xmlns:a="http://schemas.openxmlformats.org/drawingml/2006/main">
            <a:r>
              <a:t>    "unhandled image/shading at seq 260: [291.27978515625, 54.20164489746094, 532.7984619140625, 209.6943359375]; requires reviewed raster region"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"rotated_text_source_seqnos": [</a:t>
            </a:r>
          </a:p>
          <a:p xmlns:a="http://schemas.openxmlformats.org/drawingml/2006/main">
            <a:r>
              <a:t>    92,</a:t>
            </a:r>
          </a:p>
          <a:p xmlns:a="http://schemas.openxmlformats.org/drawingml/2006/main">
            <a:r>
              <a:t>    152,</a:t>
            </a:r>
          </a:p>
          <a:p xmlns:a="http://schemas.openxmlformats.org/drawingml/2006/main">
            <a:r>
              <a:t>    153,</a:t>
            </a:r>
          </a:p>
          <a:p xmlns:a="http://schemas.openxmlformats.org/drawingml/2006/main">
            <a:r>
              <a:t>    154,</a:t>
            </a:r>
          </a:p>
          <a:p xmlns:a="http://schemas.openxmlformats.org/drawingml/2006/main">
            <a:r>
              <a:t>    155,</a:t>
            </a:r>
          </a:p>
          <a:p xmlns:a="http://schemas.openxmlformats.org/drawingml/2006/main">
            <a:r>
              <a:t>    205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5abb55b843470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0e39acfe5f41b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8b5409079e454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63517e3c8f43c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c3ee1346c4477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d4a7a9bfa64f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89D4F7-DEFF-452C-AD41-2110EA5828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60170" y="1737995"/>
            <a:ext cx="10881360" cy="66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2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4A99A45-E6C6-46E1-BAC2-8D4CA46176E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40255" y="2530316"/>
            <a:ext cx="9521190" cy="511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4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6D5A9E7-1333-45AE-93AB-72DC941FAF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60170" y="1916906"/>
            <a:ext cx="10881360" cy="766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8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71C81F-1AB7-4EA3-91DC-EF54525A83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65096" y="357822"/>
            <a:ext cx="12071509" cy="5622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1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5163EB0-EA80-42E2-BB54-57B07201D6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65096" y="1277938"/>
            <a:ext cx="12071509" cy="2862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3352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1pPr>
            <a:lvl2pPr marL="357822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2pPr>
            <a:lvl3pPr marL="562293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3pPr>
            <a:lvl4pPr marL="766763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4pPr>
            <a:lvl5pPr marL="971232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5pPr>
            <a:lvl6pPr marL="1175703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6pPr>
            <a:lvl7pPr marL="1380172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7pPr>
            <a:lvl8pPr marL="1584642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8pPr>
            <a:lvl9pPr marL="1789112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ED3079A-1A45-4ED9-BA71-E55B650C58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65096" y="357822"/>
            <a:ext cx="12071509" cy="5622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1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F42B5AA-8ABC-4896-9BCC-E950F86AC8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65096" y="1277938"/>
            <a:ext cx="5610701" cy="2862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3352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1pPr>
            <a:lvl2pPr marL="357822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2pPr>
            <a:lvl3pPr marL="562293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3pPr>
            <a:lvl4pPr marL="766763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4pPr>
            <a:lvl5pPr marL="971232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5pPr>
            <a:lvl6pPr marL="1175703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6pPr>
            <a:lvl7pPr marL="1380172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7pPr>
            <a:lvl8pPr marL="1584642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8pPr>
            <a:lvl9pPr marL="1789112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AAF03B2-FAD7-48A7-A365-578B5668208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225903" y="1277938"/>
            <a:ext cx="5610701" cy="2862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3352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1pPr>
            <a:lvl2pPr marL="357822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2pPr>
            <a:lvl3pPr marL="562293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3pPr>
            <a:lvl4pPr marL="766763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4pPr>
            <a:lvl5pPr marL="971232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5pPr>
            <a:lvl6pPr marL="1175703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6pPr>
            <a:lvl7pPr marL="1380172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7pPr>
            <a:lvl8pPr marL="1584642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8pPr>
            <a:lvl9pPr marL="1789112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54C239F-EA99-42BA-AFD2-AF8470A394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65096" y="357822"/>
            <a:ext cx="12071509" cy="5622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1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695E6C0-A90F-43CC-944B-F76AA678C4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65096" y="1277938"/>
            <a:ext cx="5610701" cy="2862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3352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1pPr>
            <a:lvl2pPr marL="357822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2pPr>
            <a:lvl3pPr marL="562293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3pPr>
            <a:lvl4pPr marL="766763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4pPr>
            <a:lvl5pPr marL="971232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5pPr>
            <a:lvl6pPr marL="1175703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6pPr>
            <a:lvl7pPr marL="1380172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7pPr>
            <a:lvl8pPr marL="1584642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8pPr>
            <a:lvl9pPr marL="1789112" indent="-153352">
              <a:lnSpc>
                <a:spcPct val="110000"/>
              </a:lnSpc>
              <a:spcBef>
                <a:spcPts val="0"/>
              </a:spcBef>
              <a:spcAft>
                <a:spcPts val="80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7aafac2f1947cb" /><Relationship Type="http://schemas.openxmlformats.org/officeDocument/2006/relationships/slideLayout" Target="/ppt/slideLayouts/slideLayout1.xml" Id="R6bb1afde369b40e7" /><Relationship Type="http://schemas.openxmlformats.org/officeDocument/2006/relationships/slideLayout" Target="/ppt/slideLayouts/slideLayout2.xml" Id="Rf8894def44524026" /><Relationship Type="http://schemas.openxmlformats.org/officeDocument/2006/relationships/slideLayout" Target="/ppt/slideLayouts/slideLayout3.xml" Id="Rc47f56546ca44cf3" /><Relationship Type="http://schemas.openxmlformats.org/officeDocument/2006/relationships/slideLayout" Target="/ppt/slideLayouts/slideLayout4.xml" Id="R6e109422948f40d0" /><Relationship Type="http://schemas.openxmlformats.org/officeDocument/2006/relationships/slideLayout" Target="/ppt/slideLayouts/slideLayout5.xml" Id="R30c7c5a928624f47" /><Relationship Type="http://schemas.openxmlformats.org/officeDocument/2006/relationships/slideLayout" Target="/ppt/slideLayouts/slideLayout6.xml" Id="R26f90825976748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b1afde369b40e7"/>
    <p:sldLayoutId xmlns:r="http://schemas.openxmlformats.org/officeDocument/2006/relationships" id="2147483650" r:id="Rf8894def44524026"/>
    <p:sldLayoutId xmlns:r="http://schemas.openxmlformats.org/officeDocument/2006/relationships" id="2147483651" r:id="Rc47f56546ca44cf3"/>
    <p:sldLayoutId xmlns:r="http://schemas.openxmlformats.org/officeDocument/2006/relationships" id="2147483652" r:id="R6e109422948f40d0"/>
    <p:sldLayoutId xmlns:r="http://schemas.openxmlformats.org/officeDocument/2006/relationships" id="2147483653" r:id="R30c7c5a928624f47"/>
    <p:sldLayoutId xmlns:r="http://schemas.openxmlformats.org/officeDocument/2006/relationships" id="2147483654" r:id="R26f90825976748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a23237d7f641a8" /><Relationship Type="http://schemas.openxmlformats.org/officeDocument/2006/relationships/image" Target="/ppt/media/image.png" Id="Rc3200a02bf724c28" /><Relationship Type="http://schemas.openxmlformats.org/officeDocument/2006/relationships/image" Target="/ppt/media/image2.png" Id="Rfe98e345d71d428f" /><Relationship Type="http://schemas.openxmlformats.org/officeDocument/2006/relationships/image" Target="/ppt/media/image3.png" Id="R71e1914d489e4f37" /><Relationship Type="http://schemas.openxmlformats.org/officeDocument/2006/relationships/image" Target="/ppt/media/image4.png" Id="Ra7726f58cf274d71" /><Relationship Type="http://schemas.openxmlformats.org/officeDocument/2006/relationships/image" Target="/ppt/media/image5.png" Id="Rd25bd2c0ecca4dc9" /><Relationship Type="http://schemas.openxmlformats.org/officeDocument/2006/relationships/image" Target="/ppt/media/image6.png" Id="R7009e5588f6447f2" /><Relationship Type="http://schemas.openxmlformats.org/officeDocument/2006/relationships/image" Target="/ppt/media/image7.png" Id="R4cb862a5a47f46bf" /><Relationship Type="http://schemas.openxmlformats.org/officeDocument/2006/relationships/image" Target="/ppt/media/image8.png" Id="R1c786277f4ce415b" /><Relationship Type="http://schemas.openxmlformats.org/officeDocument/2006/relationships/image" Target="/ppt/media/image9.png" Id="R75dcb40d7fba45e8" /><Relationship Type="http://schemas.openxmlformats.org/officeDocument/2006/relationships/image" Target="/ppt/media/image10.png" Id="R8b16ebfc367342cd" /><Relationship Type="http://schemas.openxmlformats.org/officeDocument/2006/relationships/image" Target="/ppt/media/image11.png" Id="R93aa5d4ad295452d" /><Relationship Type="http://schemas.openxmlformats.org/officeDocument/2006/relationships/image" Target="/ppt/media/image12.png" Id="Ra49ca3f432dc4a10" /><Relationship Type="http://schemas.openxmlformats.org/officeDocument/2006/relationships/image" Target="/ppt/media/image13.png" Id="R558e7fd5f4854d58" /><Relationship Type="http://schemas.openxmlformats.org/officeDocument/2006/relationships/image" Target="/ppt/media/image14.png" Id="R59d4329c020b4b1d" /><Relationship Type="http://schemas.openxmlformats.org/officeDocument/2006/relationships/image" Target="/ppt/media/image15.png" Id="Rdaf128024e924ff3" /><Relationship Type="http://schemas.openxmlformats.org/officeDocument/2006/relationships/image" Target="/ppt/media/image16.png" Id="R981f2ff909054705" /><Relationship Type="http://schemas.openxmlformats.org/officeDocument/2006/relationships/notesSlide" Target="/ppt/notesSlides/notesSlide1.xml" Id="R8fccfc0f0d2d4c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6" name="pdf-text-2-0">
            <a:extLst xmlns:a="http://schemas.openxmlformats.org/drawingml/2006/main">
              <a:ext uri="{FF2B5EF4-FFF2-40B4-BE49-F238E27FC236}">
                <a16:creationId xmlns:a16="http://schemas.microsoft.com/office/drawing/2014/main" id="{CAC99BA3-BE19-4459-8811-4F104A0D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1359" y="339407"/>
            <a:ext cx="2472488" cy="223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62" b="0" i="0">
                <a:solidFill>
                  <a:srgbClr val="215F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62" b="0" i="0">
                <a:solidFill>
                  <a:srgbClr val="215F9A"/>
                </a:solidFill>
                <a:latin typeface="Arial"/>
                <a:ea typeface="Arial"/>
                <a:cs typeface="Arial"/>
              </a:defRPr>
            </a:pPr>
            <a:r>
              <a:rPr sz="1762" b="0" i="0">
                <a:solidFill>
                  <a:srgbClr val="215F9A"/>
                </a:solidFill>
                <a:latin typeface="Arial"/>
                <a:ea typeface="Arial"/>
                <a:cs typeface="Arial"/>
              </a:rPr>
              <a:t>1. Unsupervised Latent </a:t>
            </a:r>
          </a:p>
        </p:txBody>
      </p:sp>
      <p:sp>
        <p:nvSpPr>
          <p:cNvPr id="2" name="pdf-text-3-0">
            <a:extLst xmlns:a="http://schemas.openxmlformats.org/drawingml/2006/main">
              <a:ext uri="{FF2B5EF4-FFF2-40B4-BE49-F238E27FC236}">
                <a16:creationId xmlns:a16="http://schemas.microsoft.com/office/drawing/2014/main" id="{AA2004B9-2DEF-4982-B00B-CEA607CA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1359" y="339407"/>
            <a:ext cx="2472488" cy="223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62" b="0" i="0">
                <a:solidFill>
                  <a:srgbClr val="215F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62" b="0" i="0">
                <a:solidFill>
                  <a:srgbClr val="215F9A"/>
                </a:solidFill>
                <a:latin typeface="Arial"/>
                <a:ea typeface="Arial"/>
                <a:cs typeface="Arial"/>
              </a:defRPr>
            </a:pPr>
            <a:r>
              <a:rPr sz="1762" b="0" i="0">
                <a:solidFill>
                  <a:srgbClr val="215F9A"/>
                </a:solidFill>
                <a:latin typeface="Arial"/>
                <a:ea typeface="Arial"/>
                <a:cs typeface="Arial"/>
              </a:rPr>
              <a:t>1. Unsupervised Latent </a:t>
            </a:r>
          </a:p>
        </p:txBody>
      </p:sp>
      <p:sp>
        <p:nvSpPr>
          <p:cNvPr id="3" name="pdf-text-4-0">
            <a:extLst xmlns:a="http://schemas.openxmlformats.org/drawingml/2006/main">
              <a:ext uri="{FF2B5EF4-FFF2-40B4-BE49-F238E27FC236}">
                <a16:creationId xmlns:a16="http://schemas.microsoft.com/office/drawing/2014/main" id="{13261112-F5EA-4649-9431-984D6279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1914" y="604523"/>
            <a:ext cx="2365009" cy="223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62" b="0" i="0">
                <a:solidFill>
                  <a:srgbClr val="215F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62" b="0" i="0">
                <a:solidFill>
                  <a:srgbClr val="215F9A"/>
                </a:solidFill>
                <a:latin typeface="Arial"/>
                <a:ea typeface="Arial"/>
                <a:cs typeface="Arial"/>
              </a:defRPr>
            </a:pPr>
            <a:r>
              <a:rPr sz="1762" b="0" i="0">
                <a:solidFill>
                  <a:srgbClr val="215F9A"/>
                </a:solidFill>
                <a:latin typeface="Arial"/>
                <a:ea typeface="Arial"/>
                <a:cs typeface="Arial"/>
              </a:rPr>
              <a:t>Action Space Learning</a:t>
            </a:r>
          </a:p>
        </p:txBody>
      </p:sp>
      <p:sp>
        <p:nvSpPr>
          <p:cNvPr id="4" name="pdf-text-5-0">
            <a:extLst xmlns:a="http://schemas.openxmlformats.org/drawingml/2006/main">
              <a:ext uri="{FF2B5EF4-FFF2-40B4-BE49-F238E27FC236}">
                <a16:creationId xmlns:a16="http://schemas.microsoft.com/office/drawing/2014/main" id="{9CC79389-BD15-440E-8D5D-EDDC2F25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1914" y="604523"/>
            <a:ext cx="2365009" cy="223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62" b="0" i="0">
                <a:solidFill>
                  <a:srgbClr val="215F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62" b="0" i="0">
                <a:solidFill>
                  <a:srgbClr val="215F9A"/>
                </a:solidFill>
                <a:latin typeface="Arial"/>
                <a:ea typeface="Arial"/>
                <a:cs typeface="Arial"/>
              </a:defRPr>
            </a:pPr>
            <a:r>
              <a:rPr sz="1762" b="0" i="0">
                <a:solidFill>
                  <a:srgbClr val="215F9A"/>
                </a:solidFill>
                <a:latin typeface="Arial"/>
                <a:ea typeface="Arial"/>
                <a:cs typeface="Arial"/>
              </a:rPr>
              <a:t>Action Space Learning</a:t>
            </a:r>
          </a:p>
        </p:txBody>
      </p:sp>
      <p:sp>
        <p:nvSpPr>
          <p:cNvPr id="5" name="pdf-path-10">
            <a:extLst xmlns:a="http://schemas.openxmlformats.org/drawingml/2006/main">
              <a:ext uri="{FF2B5EF4-FFF2-40B4-BE49-F238E27FC236}">
                <a16:creationId xmlns:a16="http://schemas.microsoft.com/office/drawing/2014/main" id="{F4145575-98EC-4CE8-AFFE-BC8BF5E1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8003" y="1050245"/>
            <a:ext cx="2734515" cy="2428234"/>
          </a:xfrm>
          <a:custGeom xmlns:a="http://schemas.openxmlformats.org/drawingml/2006/main">
            <a:pathLst>
              <a:path w="2734515" h="2428234">
                <a:moveTo>
                  <a:pt x="0" y="0"/>
                </a:moveTo>
                <a:lnTo>
                  <a:pt x="2734515" y="0"/>
                </a:lnTo>
                <a:lnTo>
                  <a:pt x="2734515" y="2428234"/>
                </a:lnTo>
                <a:lnTo>
                  <a:pt x="0" y="242823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974">
            <a:solidFill>
              <a:srgbClr val="042433"/>
            </a:solidFill>
            <a:prstDash val="solid"/>
          </a:ln>
        </p:spPr>
      </p:sp>
      <p:sp>
        <p:nvSpPr>
          <p:cNvPr id="6" name="pdf-text-6-0">
            <a:extLst xmlns:a="http://schemas.openxmlformats.org/drawingml/2006/main">
              <a:ext uri="{FF2B5EF4-FFF2-40B4-BE49-F238E27FC236}">
                <a16:creationId xmlns:a16="http://schemas.microsoft.com/office/drawing/2014/main" id="{B9574A00-E39D-49EE-9C3D-393E92F4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258" y="3207944"/>
            <a:ext cx="2272566" cy="223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Low Fidelity Simulation</a:t>
            </a:r>
          </a:p>
        </p:txBody>
      </p:sp>
      <p:sp>
        <p:nvSpPr>
          <p:cNvPr id="7" name="pdf-path-17-part-0">
            <a:extLst xmlns:a="http://schemas.openxmlformats.org/drawingml/2006/main">
              <a:ext uri="{FF2B5EF4-FFF2-40B4-BE49-F238E27FC236}">
                <a16:creationId xmlns:a16="http://schemas.microsoft.com/office/drawing/2014/main" id="{4D09CF76-0FFE-4CFC-AC17-584A1EEC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3900" y="2699946"/>
            <a:ext cx="3955416" cy="1131481"/>
          </a:xfrm>
          <a:custGeom xmlns:a="http://schemas.openxmlformats.org/drawingml/2006/main">
            <a:pathLst>
              <a:path w="3955416" h="1131481">
                <a:moveTo>
                  <a:pt x="3955416" y="0"/>
                </a:moveTo>
                <a:lnTo>
                  <a:pt x="3955416" y="1120120"/>
                </a:lnTo>
                <a:cubicBezTo>
                  <a:pt x="3955416" y="1126394"/>
                  <a:pt x="3950329" y="1131481"/>
                  <a:pt x="3944055" y="1131481"/>
                </a:cubicBezTo>
                <a:lnTo>
                  <a:pt x="11361" y="1131481"/>
                </a:lnTo>
                <a:cubicBezTo>
                  <a:pt x="5086" y="1131481"/>
                  <a:pt x="0" y="1126394"/>
                  <a:pt x="0" y="1120120"/>
                </a:cubicBezTo>
                <a:lnTo>
                  <a:pt x="0" y="835338"/>
                </a:lnTo>
                <a:lnTo>
                  <a:pt x="22722" y="835338"/>
                </a:lnTo>
                <a:lnTo>
                  <a:pt x="22722" y="1120120"/>
                </a:lnTo>
                <a:lnTo>
                  <a:pt x="11361" y="1108759"/>
                </a:lnTo>
                <a:lnTo>
                  <a:pt x="3944055" y="1108759"/>
                </a:lnTo>
                <a:lnTo>
                  <a:pt x="3932694" y="1120120"/>
                </a:lnTo>
                <a:lnTo>
                  <a:pt x="3932694" y="0"/>
                </a:lnTo>
                <a:lnTo>
                  <a:pt x="3955416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df-path-17-part-1">
            <a:extLst xmlns:a="http://schemas.openxmlformats.org/drawingml/2006/main">
              <a:ext uri="{FF2B5EF4-FFF2-40B4-BE49-F238E27FC236}">
                <a16:creationId xmlns:a16="http://schemas.microsoft.com/office/drawing/2014/main" id="{2C9C0F66-8FB9-4681-A50A-B2096AAA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3900" y="2699946"/>
            <a:ext cx="3955416" cy="1131481"/>
          </a:xfrm>
          <a:custGeom xmlns:a="http://schemas.openxmlformats.org/drawingml/2006/main">
            <a:pathLst>
              <a:path w="3955416" h="1131481">
                <a:moveTo>
                  <a:pt x="-22722" y="846699"/>
                </a:moveTo>
                <a:lnTo>
                  <a:pt x="11361" y="778532"/>
                </a:lnTo>
                <a:lnTo>
                  <a:pt x="45444" y="846699"/>
                </a:lnTo>
                <a:lnTo>
                  <a:pt x="-22722" y="84669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df-text-7-0">
            <a:extLst xmlns:a="http://schemas.openxmlformats.org/drawingml/2006/main">
              <a:ext uri="{FF2B5EF4-FFF2-40B4-BE49-F238E27FC236}">
                <a16:creationId xmlns:a16="http://schemas.microsoft.com/office/drawing/2014/main" id="{CF5E813E-2B18-4FC7-AB39-2B350427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62559" y="4205763"/>
            <a:ext cx="2108592" cy="167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2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Temporally Extended Whole</a:t>
            </a:r>
          </a:p>
        </p:txBody>
      </p:sp>
      <p:sp>
        <p:nvSpPr>
          <p:cNvPr id="10" name="pdf-text-8-0">
            <a:extLst xmlns:a="http://schemas.openxmlformats.org/drawingml/2006/main">
              <a:ext uri="{FF2B5EF4-FFF2-40B4-BE49-F238E27FC236}">
                <a16:creationId xmlns:a16="http://schemas.microsoft.com/office/drawing/2014/main" id="{05312069-6310-414A-8328-082C1B07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1353" y="4205763"/>
            <a:ext cx="55876" cy="167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2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11" name="pdf-text-9-0">
            <a:extLst xmlns:a="http://schemas.openxmlformats.org/drawingml/2006/main">
              <a:ext uri="{FF2B5EF4-FFF2-40B4-BE49-F238E27FC236}">
                <a16:creationId xmlns:a16="http://schemas.microsoft.com/office/drawing/2014/main" id="{7B105ADB-BF18-417D-9A0D-EBA4E9C2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7285" y="4205763"/>
            <a:ext cx="1016383" cy="167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2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body Motions</a:t>
            </a:r>
          </a:p>
        </p:txBody>
      </p:sp>
      <p:sp>
        <p:nvSpPr>
          <p:cNvPr id="12" name="pdf-text-10-0">
            <a:extLst xmlns:a="http://schemas.openxmlformats.org/drawingml/2006/main">
              <a:ext uri="{FF2B5EF4-FFF2-40B4-BE49-F238E27FC236}">
                <a16:creationId xmlns:a16="http://schemas.microsoft.com/office/drawing/2014/main" id="{6776FC2F-80B8-48E9-A365-3DD1EDF8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1767" y="324306"/>
            <a:ext cx="717311" cy="223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62" b="0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62" b="0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1762" b="0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2. Real</a:t>
            </a:r>
          </a:p>
        </p:txBody>
      </p:sp>
      <p:sp>
        <p:nvSpPr>
          <p:cNvPr id="13" name="pdf-text-11-0">
            <a:extLst xmlns:a="http://schemas.openxmlformats.org/drawingml/2006/main">
              <a:ext uri="{FF2B5EF4-FFF2-40B4-BE49-F238E27FC236}">
                <a16:creationId xmlns:a16="http://schemas.microsoft.com/office/drawing/2014/main" id="{0DE4DF92-23A6-4407-B0E7-EC4D07C5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1767" y="324306"/>
            <a:ext cx="717311" cy="223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62" b="0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62" b="0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1762" b="0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2. Real</a:t>
            </a:r>
          </a:p>
        </p:txBody>
      </p:sp>
      <p:sp>
        <p:nvSpPr>
          <p:cNvPr id="14" name="pdf-text-12-0">
            <a:extLst xmlns:a="http://schemas.openxmlformats.org/drawingml/2006/main">
              <a:ext uri="{FF2B5EF4-FFF2-40B4-BE49-F238E27FC236}">
                <a16:creationId xmlns:a16="http://schemas.microsoft.com/office/drawing/2014/main" id="{622B70AD-5FC6-4248-A8C2-E8CFC545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3634" y="324306"/>
            <a:ext cx="74501" cy="223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62" b="0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62" b="0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1762" b="0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15" name="pdf-text-13-0">
            <a:extLst xmlns:a="http://schemas.openxmlformats.org/drawingml/2006/main">
              <a:ext uri="{FF2B5EF4-FFF2-40B4-BE49-F238E27FC236}">
                <a16:creationId xmlns:a16="http://schemas.microsoft.com/office/drawing/2014/main" id="{E11759D5-D4D0-4E31-8BF7-91F73F5A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3634" y="324306"/>
            <a:ext cx="74501" cy="223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62" b="0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62" b="0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1762" b="0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16" name="pdf-text-14-0">
            <a:extLst xmlns:a="http://schemas.openxmlformats.org/drawingml/2006/main">
              <a:ext uri="{FF2B5EF4-FFF2-40B4-BE49-F238E27FC236}">
                <a16:creationId xmlns:a16="http://schemas.microsoft.com/office/drawing/2014/main" id="{E3C1CA85-E24C-45E9-A807-D82EDED8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2287" y="324306"/>
            <a:ext cx="1990760" cy="223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62" b="0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62" b="0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1762" b="0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world Downstream </a:t>
            </a:r>
          </a:p>
        </p:txBody>
      </p:sp>
      <p:sp>
        <p:nvSpPr>
          <p:cNvPr id="17" name="pdf-text-15-0">
            <a:extLst xmlns:a="http://schemas.openxmlformats.org/drawingml/2006/main">
              <a:ext uri="{FF2B5EF4-FFF2-40B4-BE49-F238E27FC236}">
                <a16:creationId xmlns:a16="http://schemas.microsoft.com/office/drawing/2014/main" id="{6C6A32A1-DC93-4408-B6F5-B834C0B1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2287" y="324306"/>
            <a:ext cx="1990760" cy="223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62" b="0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62" b="0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1762" b="0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world Downstream </a:t>
            </a:r>
          </a:p>
        </p:txBody>
      </p:sp>
      <p:sp>
        <p:nvSpPr>
          <p:cNvPr id="18" name="pdf-text-16-0">
            <a:extLst xmlns:a="http://schemas.openxmlformats.org/drawingml/2006/main">
              <a:ext uri="{FF2B5EF4-FFF2-40B4-BE49-F238E27FC236}">
                <a16:creationId xmlns:a16="http://schemas.microsoft.com/office/drawing/2014/main" id="{538EC5A2-A34F-49F5-BF5D-71D9FE5E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2370" y="589421"/>
            <a:ext cx="2483920" cy="223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62" b="0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62" b="0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1762" b="0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Reinforcement Learning</a:t>
            </a:r>
          </a:p>
        </p:txBody>
      </p:sp>
      <p:sp>
        <p:nvSpPr>
          <p:cNvPr id="19" name="pdf-text-17-0">
            <a:extLst xmlns:a="http://schemas.openxmlformats.org/drawingml/2006/main">
              <a:ext uri="{FF2B5EF4-FFF2-40B4-BE49-F238E27FC236}">
                <a16:creationId xmlns:a16="http://schemas.microsoft.com/office/drawing/2014/main" id="{E23D6739-7810-4EAC-90D3-5917FFDC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2370" y="589421"/>
            <a:ext cx="2483920" cy="223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62" b="0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62" b="0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1762" b="0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Reinforcement Learning</a:t>
            </a:r>
          </a:p>
        </p:txBody>
      </p:sp>
      <p:sp>
        <p:nvSpPr>
          <p:cNvPr id="20" name="pdf-text-18-0">
            <a:extLst xmlns:a="http://schemas.openxmlformats.org/drawingml/2006/main">
              <a:ext uri="{FF2B5EF4-FFF2-40B4-BE49-F238E27FC236}">
                <a16:creationId xmlns:a16="http://schemas.microsoft.com/office/drawing/2014/main" id="{2FA6F525-A1E8-4465-8F0B-5B226392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66856" y="2187193"/>
            <a:ext cx="401466" cy="167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2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 </a:t>
            </a:r>
          </a:p>
        </p:txBody>
      </p:sp>
      <p:sp>
        <p:nvSpPr>
          <p:cNvPr id="21" name="pdf-text-19-0">
            <a:extLst xmlns:a="http://schemas.openxmlformats.org/drawingml/2006/main">
              <a:ext uri="{FF2B5EF4-FFF2-40B4-BE49-F238E27FC236}">
                <a16:creationId xmlns:a16="http://schemas.microsoft.com/office/drawing/2014/main" id="{F564C1C5-D743-4533-8E2C-291F9CB6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54993" y="2390224"/>
            <a:ext cx="578975" cy="167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2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Reward</a:t>
            </a:r>
          </a:p>
        </p:txBody>
      </p:sp>
      <p:sp>
        <p:nvSpPr>
          <p:cNvPr id="22" name="pdf-path-31">
            <a:extLst xmlns:a="http://schemas.openxmlformats.org/drawingml/2006/main">
              <a:ext uri="{FF2B5EF4-FFF2-40B4-BE49-F238E27FC236}">
                <a16:creationId xmlns:a16="http://schemas.microsoft.com/office/drawing/2014/main" id="{1D3922BE-3676-4754-9C95-4C518742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94683" y="571031"/>
            <a:ext cx="1519947" cy="800412"/>
          </a:xfrm>
          <a:custGeom xmlns:a="http://schemas.openxmlformats.org/drawingml/2006/main">
            <a:pathLst>
              <a:path w="1519947" h="800412">
                <a:moveTo>
                  <a:pt x="0" y="41166"/>
                </a:moveTo>
                <a:cubicBezTo>
                  <a:pt x="0" y="18431"/>
                  <a:pt x="18431" y="0"/>
                  <a:pt x="41166" y="0"/>
                </a:cubicBezTo>
                <a:lnTo>
                  <a:pt x="1478782" y="0"/>
                </a:lnTo>
                <a:cubicBezTo>
                  <a:pt x="1501511" y="0"/>
                  <a:pt x="1519947" y="18431"/>
                  <a:pt x="1519947" y="41166"/>
                </a:cubicBezTo>
                <a:lnTo>
                  <a:pt x="1519947" y="759248"/>
                </a:lnTo>
                <a:cubicBezTo>
                  <a:pt x="1519947" y="781982"/>
                  <a:pt x="1501511" y="800412"/>
                  <a:pt x="1478782" y="800412"/>
                </a:cubicBezTo>
                <a:lnTo>
                  <a:pt x="41166" y="800412"/>
                </a:lnTo>
                <a:cubicBezTo>
                  <a:pt x="18431" y="800412"/>
                  <a:pt x="0" y="781982"/>
                  <a:pt x="0" y="759248"/>
                </a:cubicBezTo>
                <a:lnTo>
                  <a:pt x="0" y="41166"/>
                </a:lnTo>
              </a:path>
            </a:pathLst>
          </a:custGeom>
          <a:solidFill xmlns:a="http://schemas.openxmlformats.org/drawingml/2006/main">
            <a:srgbClr val="F5D4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df-text-20-0">
            <a:extLst xmlns:a="http://schemas.openxmlformats.org/drawingml/2006/main">
              <a:ext uri="{FF2B5EF4-FFF2-40B4-BE49-F238E27FC236}">
                <a16:creationId xmlns:a16="http://schemas.microsoft.com/office/drawing/2014/main" id="{A1B90AC9-700A-4AE3-8A37-67D385CF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2425" y="1222093"/>
            <a:ext cx="497091" cy="1398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0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Camera</a:t>
            </a:r>
          </a:p>
        </p:txBody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CB13E2-0789-48FF-B017-7FFFF63D6B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200a02bf724c2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30746" y="663027"/>
            <a:ext cx="794660" cy="578280"/>
          </a:xfrm>
          <a:prstGeom xmlns:a="http://schemas.openxmlformats.org/drawingml/2006/main" prst="rect">
            <a:avLst/>
          </a:prstGeom>
        </p:spPr>
      </p:pic>
      <p:sp>
        <p:nvSpPr>
          <p:cNvPr id="25" name="pdf-source-image-1">
            <a:extLst xmlns:a="http://schemas.openxmlformats.org/drawingml/2006/main">
              <a:ext uri="{FF2B5EF4-FFF2-40B4-BE49-F238E27FC236}">
                <a16:creationId xmlns:a16="http://schemas.microsoft.com/office/drawing/2014/main" id="{FE685D93-A47A-4A39-9301-EF5EBFD1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30746" y="663027"/>
            <a:ext cx="794660" cy="57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pdf-path-34">
            <a:extLst xmlns:a="http://schemas.openxmlformats.org/drawingml/2006/main">
              <a:ext uri="{FF2B5EF4-FFF2-40B4-BE49-F238E27FC236}">
                <a16:creationId xmlns:a16="http://schemas.microsoft.com/office/drawing/2014/main" id="{92C2022A-0709-4FA3-A17A-200A3CE2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15204" y="903956"/>
            <a:ext cx="58414" cy="209467"/>
          </a:xfrm>
          <a:custGeom xmlns:a="http://schemas.openxmlformats.org/drawingml/2006/main">
            <a:pathLst>
              <a:path w="58414" h="209467">
                <a:moveTo>
                  <a:pt x="0" y="209467"/>
                </a:moveTo>
                <a:lnTo>
                  <a:pt x="584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226">
            <a:solidFill>
              <a:srgbClr val="000000"/>
            </a:solidFill>
            <a:prstDash val="solid"/>
          </a:ln>
        </p:spPr>
      </p:sp>
      <p:sp>
        <p:nvSpPr>
          <p:cNvPr id="27" name="pdf-path-35">
            <a:extLst xmlns:a="http://schemas.openxmlformats.org/drawingml/2006/main">
              <a:ext uri="{FF2B5EF4-FFF2-40B4-BE49-F238E27FC236}">
                <a16:creationId xmlns:a16="http://schemas.microsoft.com/office/drawing/2014/main" id="{54F3A830-1C5D-47CA-8D74-CF34483A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0882" y="819172"/>
            <a:ext cx="122186" cy="84784"/>
          </a:xfrm>
          <a:custGeom xmlns:a="http://schemas.openxmlformats.org/drawingml/2006/main">
            <a:pathLst>
              <a:path w="122186" h="84784">
                <a:moveTo>
                  <a:pt x="0" y="84784"/>
                </a:moveTo>
                <a:lnTo>
                  <a:pt x="1221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226">
            <a:solidFill>
              <a:srgbClr val="000000"/>
            </a:solidFill>
            <a:prstDash val="solid"/>
          </a:ln>
        </p:spPr>
      </p:sp>
      <p:sp>
        <p:nvSpPr>
          <p:cNvPr id="28" name="pdf-path-36">
            <a:extLst xmlns:a="http://schemas.openxmlformats.org/drawingml/2006/main">
              <a:ext uri="{FF2B5EF4-FFF2-40B4-BE49-F238E27FC236}">
                <a16:creationId xmlns:a16="http://schemas.microsoft.com/office/drawing/2014/main" id="{0BB1CF42-0FD7-48EC-88D6-94D6D785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03071" y="813909"/>
            <a:ext cx="83263" cy="192495"/>
          </a:xfrm>
          <a:custGeom xmlns:a="http://schemas.openxmlformats.org/drawingml/2006/main">
            <a:pathLst>
              <a:path w="83263" h="192495">
                <a:moveTo>
                  <a:pt x="0" y="0"/>
                </a:moveTo>
                <a:lnTo>
                  <a:pt x="83263" y="192495"/>
                </a:lnTo>
              </a:path>
            </a:pathLst>
          </a:custGeom>
          <a:noFill xmlns:a="http://schemas.openxmlformats.org/drawingml/2006/main"/>
          <a:ln xmlns:a="http://schemas.openxmlformats.org/drawingml/2006/main" w="19226">
            <a:solidFill>
              <a:srgbClr val="000000"/>
            </a:solidFill>
            <a:prstDash val="solid"/>
          </a:ln>
        </p:spPr>
      </p:sp>
      <p:sp>
        <p:nvSpPr>
          <p:cNvPr id="29" name="pdf-path-37">
            <a:extLst xmlns:a="http://schemas.openxmlformats.org/drawingml/2006/main">
              <a:ext uri="{FF2B5EF4-FFF2-40B4-BE49-F238E27FC236}">
                <a16:creationId xmlns:a16="http://schemas.microsoft.com/office/drawing/2014/main" id="{80FB99F4-6F92-4FC5-815C-369C4321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30369" y="865782"/>
            <a:ext cx="92196" cy="99429"/>
          </a:xfrm>
          <a:custGeom xmlns:a="http://schemas.openxmlformats.org/drawingml/2006/main">
            <a:pathLst>
              <a:path w="92196" h="99429">
                <a:moveTo>
                  <a:pt x="0" y="49715"/>
                </a:moveTo>
                <a:cubicBezTo>
                  <a:pt x="0" y="22258"/>
                  <a:pt x="20638" y="0"/>
                  <a:pt x="46093" y="0"/>
                </a:cubicBezTo>
                <a:cubicBezTo>
                  <a:pt x="71557" y="0"/>
                  <a:pt x="92196" y="22258"/>
                  <a:pt x="92196" y="49715"/>
                </a:cubicBezTo>
                <a:cubicBezTo>
                  <a:pt x="92196" y="77171"/>
                  <a:pt x="71557" y="99429"/>
                  <a:pt x="46093" y="99429"/>
                </a:cubicBezTo>
                <a:cubicBezTo>
                  <a:pt x="20638" y="99429"/>
                  <a:pt x="0" y="77171"/>
                  <a:pt x="0" y="49715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df-path-38">
            <a:extLst xmlns:a="http://schemas.openxmlformats.org/drawingml/2006/main">
              <a:ext uri="{FF2B5EF4-FFF2-40B4-BE49-F238E27FC236}">
                <a16:creationId xmlns:a16="http://schemas.microsoft.com/office/drawing/2014/main" id="{504BB35E-6536-4CE4-B28E-8A792303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30369" y="865782"/>
            <a:ext cx="92196" cy="99429"/>
          </a:xfrm>
          <a:custGeom xmlns:a="http://schemas.openxmlformats.org/drawingml/2006/main">
            <a:pathLst>
              <a:path w="92196" h="99429">
                <a:moveTo>
                  <a:pt x="0" y="49714"/>
                </a:moveTo>
                <a:cubicBezTo>
                  <a:pt x="0" y="22258"/>
                  <a:pt x="20639" y="0"/>
                  <a:pt x="46098" y="0"/>
                </a:cubicBezTo>
                <a:cubicBezTo>
                  <a:pt x="71557" y="0"/>
                  <a:pt x="92196" y="22258"/>
                  <a:pt x="92196" y="49714"/>
                </a:cubicBezTo>
                <a:cubicBezTo>
                  <a:pt x="92196" y="77171"/>
                  <a:pt x="71557" y="99429"/>
                  <a:pt x="46098" y="99429"/>
                </a:cubicBezTo>
                <a:cubicBezTo>
                  <a:pt x="20639" y="99429"/>
                  <a:pt x="0" y="77171"/>
                  <a:pt x="0" y="49714"/>
                </a:cubicBezTo>
              </a:path>
            </a:pathLst>
          </a:custGeom>
          <a:noFill xmlns:a="http://schemas.openxmlformats.org/drawingml/2006/main"/>
          <a:ln xmlns:a="http://schemas.openxmlformats.org/drawingml/2006/main" w="20974">
            <a:solidFill>
              <a:srgbClr val="000000"/>
            </a:solidFill>
            <a:prstDash val="solid"/>
          </a:ln>
        </p:spPr>
      </p:sp>
      <p:sp>
        <p:nvSpPr>
          <p:cNvPr id="31" name="pdf-path-39">
            <a:extLst xmlns:a="http://schemas.openxmlformats.org/drawingml/2006/main">
              <a:ext uri="{FF2B5EF4-FFF2-40B4-BE49-F238E27FC236}">
                <a16:creationId xmlns:a16="http://schemas.microsoft.com/office/drawing/2014/main" id="{C34A8251-F1BC-4A18-A53E-05237568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53215" y="772683"/>
            <a:ext cx="92196" cy="99429"/>
          </a:xfrm>
          <a:custGeom xmlns:a="http://schemas.openxmlformats.org/drawingml/2006/main">
            <a:pathLst>
              <a:path w="92196" h="99429">
                <a:moveTo>
                  <a:pt x="0" y="49715"/>
                </a:moveTo>
                <a:cubicBezTo>
                  <a:pt x="0" y="22258"/>
                  <a:pt x="20639" y="0"/>
                  <a:pt x="46101" y="0"/>
                </a:cubicBezTo>
                <a:cubicBezTo>
                  <a:pt x="71557" y="0"/>
                  <a:pt x="92196" y="22258"/>
                  <a:pt x="92196" y="49715"/>
                </a:cubicBezTo>
                <a:cubicBezTo>
                  <a:pt x="92196" y="77171"/>
                  <a:pt x="71557" y="99429"/>
                  <a:pt x="46101" y="99429"/>
                </a:cubicBezTo>
                <a:cubicBezTo>
                  <a:pt x="20639" y="99429"/>
                  <a:pt x="0" y="77171"/>
                  <a:pt x="0" y="49715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df-path-40">
            <a:extLst xmlns:a="http://schemas.openxmlformats.org/drawingml/2006/main">
              <a:ext uri="{FF2B5EF4-FFF2-40B4-BE49-F238E27FC236}">
                <a16:creationId xmlns:a16="http://schemas.microsoft.com/office/drawing/2014/main" id="{DE5D9D22-B245-4C40-A940-135A09FD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53215" y="772683"/>
            <a:ext cx="92196" cy="99429"/>
          </a:xfrm>
          <a:custGeom xmlns:a="http://schemas.openxmlformats.org/drawingml/2006/main">
            <a:pathLst>
              <a:path w="92196" h="99429">
                <a:moveTo>
                  <a:pt x="0" y="49714"/>
                </a:moveTo>
                <a:cubicBezTo>
                  <a:pt x="0" y="22258"/>
                  <a:pt x="20639" y="0"/>
                  <a:pt x="46098" y="0"/>
                </a:cubicBezTo>
                <a:cubicBezTo>
                  <a:pt x="71557" y="0"/>
                  <a:pt x="92196" y="22258"/>
                  <a:pt x="92196" y="49714"/>
                </a:cubicBezTo>
                <a:cubicBezTo>
                  <a:pt x="92196" y="77171"/>
                  <a:pt x="71557" y="99429"/>
                  <a:pt x="46098" y="99429"/>
                </a:cubicBezTo>
                <a:cubicBezTo>
                  <a:pt x="20639" y="99429"/>
                  <a:pt x="0" y="77171"/>
                  <a:pt x="0" y="49714"/>
                </a:cubicBezTo>
              </a:path>
            </a:pathLst>
          </a:custGeom>
          <a:noFill xmlns:a="http://schemas.openxmlformats.org/drawingml/2006/main"/>
          <a:ln xmlns:a="http://schemas.openxmlformats.org/drawingml/2006/main" w="20974">
            <a:solidFill>
              <a:srgbClr val="000000"/>
            </a:solidFill>
            <a:prstDash val="solid"/>
          </a:ln>
        </p:spPr>
      </p:sp>
      <p:sp>
        <p:nvSpPr>
          <p:cNvPr id="33" name="pdf-path-41">
            <a:extLst xmlns:a="http://schemas.openxmlformats.org/drawingml/2006/main">
              <a:ext uri="{FF2B5EF4-FFF2-40B4-BE49-F238E27FC236}">
                <a16:creationId xmlns:a16="http://schemas.microsoft.com/office/drawing/2014/main" id="{0EF58DA8-570E-431B-BB45-979B5ABE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67417" y="1050943"/>
            <a:ext cx="92196" cy="99429"/>
          </a:xfrm>
          <a:custGeom xmlns:a="http://schemas.openxmlformats.org/drawingml/2006/main">
            <a:pathLst>
              <a:path w="92196" h="99429">
                <a:moveTo>
                  <a:pt x="0" y="49715"/>
                </a:moveTo>
                <a:cubicBezTo>
                  <a:pt x="0" y="22258"/>
                  <a:pt x="20639" y="0"/>
                  <a:pt x="46095" y="0"/>
                </a:cubicBezTo>
                <a:cubicBezTo>
                  <a:pt x="71558" y="0"/>
                  <a:pt x="92196" y="22258"/>
                  <a:pt x="92196" y="49715"/>
                </a:cubicBezTo>
                <a:cubicBezTo>
                  <a:pt x="92196" y="77171"/>
                  <a:pt x="71558" y="99429"/>
                  <a:pt x="46095" y="99429"/>
                </a:cubicBezTo>
                <a:cubicBezTo>
                  <a:pt x="20639" y="99429"/>
                  <a:pt x="0" y="77171"/>
                  <a:pt x="0" y="49715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df-path-42">
            <a:extLst xmlns:a="http://schemas.openxmlformats.org/drawingml/2006/main">
              <a:ext uri="{FF2B5EF4-FFF2-40B4-BE49-F238E27FC236}">
                <a16:creationId xmlns:a16="http://schemas.microsoft.com/office/drawing/2014/main" id="{43E63EC9-CA2A-468B-BA8C-D70042E7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67417" y="1050943"/>
            <a:ext cx="92196" cy="99429"/>
          </a:xfrm>
          <a:custGeom xmlns:a="http://schemas.openxmlformats.org/drawingml/2006/main">
            <a:pathLst>
              <a:path w="92196" h="99429">
                <a:moveTo>
                  <a:pt x="0" y="49714"/>
                </a:moveTo>
                <a:cubicBezTo>
                  <a:pt x="0" y="22258"/>
                  <a:pt x="20639" y="0"/>
                  <a:pt x="46098" y="0"/>
                </a:cubicBezTo>
                <a:cubicBezTo>
                  <a:pt x="71557" y="0"/>
                  <a:pt x="92196" y="22258"/>
                  <a:pt x="92196" y="49714"/>
                </a:cubicBezTo>
                <a:cubicBezTo>
                  <a:pt x="92196" y="77171"/>
                  <a:pt x="71557" y="99429"/>
                  <a:pt x="46098" y="99429"/>
                </a:cubicBezTo>
                <a:cubicBezTo>
                  <a:pt x="20639" y="99429"/>
                  <a:pt x="0" y="77171"/>
                  <a:pt x="0" y="49714"/>
                </a:cubicBezTo>
              </a:path>
            </a:pathLst>
          </a:custGeom>
          <a:noFill xmlns:a="http://schemas.openxmlformats.org/drawingml/2006/main"/>
          <a:ln xmlns:a="http://schemas.openxmlformats.org/drawingml/2006/main" w="20974">
            <a:solidFill>
              <a:srgbClr val="000000"/>
            </a:solidFill>
            <a:prstDash val="solid"/>
          </a:ln>
        </p:spPr>
      </p:sp>
      <p:sp>
        <p:nvSpPr>
          <p:cNvPr id="35" name="pdf-path-43">
            <a:extLst xmlns:a="http://schemas.openxmlformats.org/drawingml/2006/main">
              <a:ext uri="{FF2B5EF4-FFF2-40B4-BE49-F238E27FC236}">
                <a16:creationId xmlns:a16="http://schemas.microsoft.com/office/drawing/2014/main" id="{5351D9B4-CCE2-423C-84AC-4BECCB34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50646" y="980416"/>
            <a:ext cx="86060" cy="67674"/>
          </a:xfrm>
          <a:custGeom xmlns:a="http://schemas.openxmlformats.org/drawingml/2006/main">
            <a:pathLst>
              <a:path w="86060" h="67674">
                <a:moveTo>
                  <a:pt x="86060" y="0"/>
                </a:moveTo>
                <a:lnTo>
                  <a:pt x="0" y="67674"/>
                </a:lnTo>
              </a:path>
            </a:pathLst>
          </a:custGeom>
          <a:noFill xmlns:a="http://schemas.openxmlformats.org/drawingml/2006/main"/>
          <a:ln xmlns:a="http://schemas.openxmlformats.org/drawingml/2006/main" w="19226">
            <a:solidFill>
              <a:srgbClr val="000000"/>
            </a:solidFill>
            <a:prstDash val="solid"/>
          </a:ln>
        </p:spPr>
      </p:sp>
      <p:sp>
        <p:nvSpPr>
          <p:cNvPr id="36" name="pdf-path-44">
            <a:extLst xmlns:a="http://schemas.openxmlformats.org/drawingml/2006/main">
              <a:ext uri="{FF2B5EF4-FFF2-40B4-BE49-F238E27FC236}">
                <a16:creationId xmlns:a16="http://schemas.microsoft.com/office/drawing/2014/main" id="{3F1C58E0-9266-468C-9977-47092128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61222" y="1048090"/>
            <a:ext cx="85034" cy="10088"/>
          </a:xfrm>
          <a:custGeom xmlns:a="http://schemas.openxmlformats.org/drawingml/2006/main">
            <a:pathLst>
              <a:path w="85034" h="10088">
                <a:moveTo>
                  <a:pt x="85034" y="1008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226">
            <a:solidFill>
              <a:srgbClr val="000000"/>
            </a:solidFill>
            <a:prstDash val="solid"/>
          </a:ln>
        </p:spPr>
      </p:sp>
      <p:sp>
        <p:nvSpPr>
          <p:cNvPr id="37" name="pdf-path-45">
            <a:extLst xmlns:a="http://schemas.openxmlformats.org/drawingml/2006/main">
              <a:ext uri="{FF2B5EF4-FFF2-40B4-BE49-F238E27FC236}">
                <a16:creationId xmlns:a16="http://schemas.microsoft.com/office/drawing/2014/main" id="{02F288E7-3293-4B8F-9921-9CDCE62A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33448" y="977159"/>
            <a:ext cx="95" cy="90151"/>
          </a:xfrm>
          <a:custGeom xmlns:a="http://schemas.openxmlformats.org/drawingml/2006/main">
            <a:pathLst>
              <a:path w="95" h="90151">
                <a:moveTo>
                  <a:pt x="0" y="90151"/>
                </a:moveTo>
                <a:lnTo>
                  <a:pt x="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226">
            <a:solidFill>
              <a:srgbClr val="000000"/>
            </a:solidFill>
            <a:prstDash val="solid"/>
          </a:ln>
        </p:spPr>
      </p:sp>
      <p:sp>
        <p:nvSpPr>
          <p:cNvPr id="38" name="pdf-text-21-0">
            <a:extLst xmlns:a="http://schemas.openxmlformats.org/drawingml/2006/main">
              <a:ext uri="{FF2B5EF4-FFF2-40B4-BE49-F238E27FC236}">
                <a16:creationId xmlns:a16="http://schemas.microsoft.com/office/drawing/2014/main" id="{6FD5914C-67BC-4FFA-9A9E-B910B83A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47464" y="1220416"/>
            <a:ext cx="490030" cy="1398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0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Proprio.</a:t>
            </a:r>
          </a:p>
        </p:txBody>
      </p:sp>
      <p:sp>
        <p:nvSpPr>
          <p:cNvPr id="39" name="pdf-text-25-0">
            <a:extLst xmlns:a="http://schemas.openxmlformats.org/drawingml/2006/main">
              <a:ext uri="{FF2B5EF4-FFF2-40B4-BE49-F238E27FC236}">
                <a16:creationId xmlns:a16="http://schemas.microsoft.com/office/drawing/2014/main" id="{8F44C383-6B9C-474E-B22C-17832A67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0567" y="393468"/>
            <a:ext cx="1080497" cy="167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2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Onboard Obs.</a:t>
            </a:r>
          </a:p>
        </p:txBody>
      </p:sp>
      <p:sp>
        <p:nvSpPr>
          <p:cNvPr id="40" name="pdf-text-26-0">
            <a:extLst xmlns:a="http://schemas.openxmlformats.org/drawingml/2006/main">
              <a:ext uri="{FF2B5EF4-FFF2-40B4-BE49-F238E27FC236}">
                <a16:creationId xmlns:a16="http://schemas.microsoft.com/office/drawing/2014/main" id="{A2D88D98-344A-48D2-A3F2-2F3A4277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7656" y="3181097"/>
            <a:ext cx="447452" cy="223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Real</a:t>
            </a:r>
          </a:p>
        </p:txBody>
      </p:sp>
      <p:sp>
        <p:nvSpPr>
          <p:cNvPr id="41" name="pdf-text-27-0">
            <a:extLst xmlns:a="http://schemas.openxmlformats.org/drawingml/2006/main">
              <a:ext uri="{FF2B5EF4-FFF2-40B4-BE49-F238E27FC236}">
                <a16:creationId xmlns:a16="http://schemas.microsoft.com/office/drawing/2014/main" id="{9C5771C0-740F-48B8-B23E-E66A3A50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5109" y="3181097"/>
            <a:ext cx="74501" cy="223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42" name="pdf-text-28-0">
            <a:extLst xmlns:a="http://schemas.openxmlformats.org/drawingml/2006/main">
              <a:ext uri="{FF2B5EF4-FFF2-40B4-BE49-F238E27FC236}">
                <a16:creationId xmlns:a16="http://schemas.microsoft.com/office/drawing/2014/main" id="{83A1D599-6D29-40EB-8C7A-8322F385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393" y="3181097"/>
            <a:ext cx="1192058" cy="223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6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world Tasks</a:t>
            </a:r>
          </a:p>
        </p:txBody>
      </p:sp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F7543E5-8D3F-4A06-AB95-CC89EC2C64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98e345d71d428f"/>
          <a:srcRect xmlns:a="http://schemas.openxmlformats.org/drawingml/2006/main" l="0" t="2403" r="0" b="24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37273" y="1060350"/>
            <a:ext cx="2788987" cy="1989545"/>
          </a:xfrm>
          <a:prstGeom xmlns:a="http://schemas.openxmlformats.org/drawingml/2006/main" prst="rect">
            <a:avLst/>
          </a:prstGeom>
        </p:spPr>
      </p:pic>
      <p:sp>
        <p:nvSpPr>
          <p:cNvPr id="44" name="pdf-source-image-2">
            <a:extLst xmlns:a="http://schemas.openxmlformats.org/drawingml/2006/main">
              <a:ext uri="{FF2B5EF4-FFF2-40B4-BE49-F238E27FC236}">
                <a16:creationId xmlns:a16="http://schemas.microsoft.com/office/drawing/2014/main" id="{899CFC86-8618-41DA-8AB1-760CA7BB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37273" y="1060350"/>
            <a:ext cx="2788987" cy="1989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" name="pdf-path-55">
            <a:extLst xmlns:a="http://schemas.openxmlformats.org/drawingml/2006/main">
              <a:ext uri="{FF2B5EF4-FFF2-40B4-BE49-F238E27FC236}">
                <a16:creationId xmlns:a16="http://schemas.microsoft.com/office/drawing/2014/main" id="{BF9C5901-854D-4C45-ACA8-C214596D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37273" y="1059041"/>
            <a:ext cx="2788986" cy="2011590"/>
          </a:xfrm>
          <a:custGeom xmlns:a="http://schemas.openxmlformats.org/drawingml/2006/main">
            <a:pathLst>
              <a:path w="2788986" h="2011590">
                <a:moveTo>
                  <a:pt x="1564518" y="1267848"/>
                </a:moveTo>
                <a:cubicBezTo>
                  <a:pt x="1402911" y="1267848"/>
                  <a:pt x="1271905" y="1398258"/>
                  <a:pt x="1271905" y="1559128"/>
                </a:cubicBezTo>
                <a:cubicBezTo>
                  <a:pt x="1271905" y="1719997"/>
                  <a:pt x="1402911" y="1850407"/>
                  <a:pt x="1564518" y="1850407"/>
                </a:cubicBezTo>
                <a:cubicBezTo>
                  <a:pt x="1726125" y="1850407"/>
                  <a:pt x="1857131" y="1719997"/>
                  <a:pt x="1857131" y="1559128"/>
                </a:cubicBezTo>
                <a:cubicBezTo>
                  <a:pt x="1857131" y="1398258"/>
                  <a:pt x="1726125" y="1267848"/>
                  <a:pt x="1564518" y="1267848"/>
                </a:cubicBezTo>
                <a:moveTo>
                  <a:pt x="704619" y="1093485"/>
                </a:moveTo>
                <a:cubicBezTo>
                  <a:pt x="487163" y="1093485"/>
                  <a:pt x="310881" y="1268961"/>
                  <a:pt x="310881" y="1485422"/>
                </a:cubicBezTo>
                <a:cubicBezTo>
                  <a:pt x="310881" y="1701883"/>
                  <a:pt x="487163" y="1877360"/>
                  <a:pt x="704619" y="1877360"/>
                </a:cubicBezTo>
                <a:cubicBezTo>
                  <a:pt x="922067" y="1877360"/>
                  <a:pt x="1098349" y="1701883"/>
                  <a:pt x="1098349" y="1485422"/>
                </a:cubicBezTo>
                <a:cubicBezTo>
                  <a:pt x="1098349" y="1268961"/>
                  <a:pt x="922067" y="1093485"/>
                  <a:pt x="704619" y="1093485"/>
                </a:cubicBezTo>
                <a:moveTo>
                  <a:pt x="1885691" y="29709"/>
                </a:moveTo>
                <a:cubicBezTo>
                  <a:pt x="1690462" y="29709"/>
                  <a:pt x="1532196" y="187253"/>
                  <a:pt x="1532196" y="381593"/>
                </a:cubicBezTo>
                <a:cubicBezTo>
                  <a:pt x="1532196" y="575933"/>
                  <a:pt x="1690462" y="733477"/>
                  <a:pt x="1885691" y="733477"/>
                </a:cubicBezTo>
                <a:cubicBezTo>
                  <a:pt x="2080920" y="733477"/>
                  <a:pt x="2239185" y="575933"/>
                  <a:pt x="2239185" y="381593"/>
                </a:cubicBezTo>
                <a:cubicBezTo>
                  <a:pt x="2239185" y="187253"/>
                  <a:pt x="2080920" y="29709"/>
                  <a:pt x="1885691" y="29709"/>
                </a:cubicBezTo>
                <a:moveTo>
                  <a:pt x="0" y="0"/>
                </a:moveTo>
                <a:lnTo>
                  <a:pt x="2788986" y="0"/>
                </a:lnTo>
                <a:lnTo>
                  <a:pt x="2788986" y="2011590"/>
                </a:lnTo>
                <a:lnTo>
                  <a:pt x="0" y="201159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df-path-56">
            <a:extLst xmlns:a="http://schemas.openxmlformats.org/drawingml/2006/main">
              <a:ext uri="{FF2B5EF4-FFF2-40B4-BE49-F238E27FC236}">
                <a16:creationId xmlns:a16="http://schemas.microsoft.com/office/drawing/2014/main" id="{DF3AEDC2-ED44-4E80-B39C-E1A1B5C1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9469" y="1088747"/>
            <a:ext cx="706991" cy="703768"/>
          </a:xfrm>
          <a:custGeom xmlns:a="http://schemas.openxmlformats.org/drawingml/2006/main">
            <a:pathLst>
              <a:path w="706991" h="703768">
                <a:moveTo>
                  <a:pt x="0" y="351884"/>
                </a:moveTo>
                <a:cubicBezTo>
                  <a:pt x="0" y="157544"/>
                  <a:pt x="158265" y="0"/>
                  <a:pt x="353495" y="0"/>
                </a:cubicBezTo>
                <a:cubicBezTo>
                  <a:pt x="548725" y="0"/>
                  <a:pt x="706991" y="157544"/>
                  <a:pt x="706991" y="351884"/>
                </a:cubicBezTo>
                <a:cubicBezTo>
                  <a:pt x="706991" y="546224"/>
                  <a:pt x="548725" y="703768"/>
                  <a:pt x="353495" y="703768"/>
                </a:cubicBezTo>
                <a:cubicBezTo>
                  <a:pt x="158265" y="703768"/>
                  <a:pt x="0" y="546224"/>
                  <a:pt x="0" y="351884"/>
                </a:cubicBezTo>
              </a:path>
            </a:pathLst>
          </a:custGeom>
          <a:noFill xmlns:a="http://schemas.openxmlformats.org/drawingml/2006/main"/>
          <a:ln xmlns:a="http://schemas.openxmlformats.org/drawingml/2006/main" w="27966">
            <a:solidFill>
              <a:srgbClr val="F44786"/>
            </a:solidFill>
            <a:prstDash val="solid"/>
          </a:ln>
        </p:spPr>
      </p:sp>
      <p:sp>
        <p:nvSpPr>
          <p:cNvPr id="47" name="pdf-path-60">
            <a:extLst xmlns:a="http://schemas.openxmlformats.org/drawingml/2006/main">
              <a:ext uri="{FF2B5EF4-FFF2-40B4-BE49-F238E27FC236}">
                <a16:creationId xmlns:a16="http://schemas.microsoft.com/office/drawing/2014/main" id="{D38C4F93-C24F-4BCB-839D-3B3A7B34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4407" y="2160773"/>
            <a:ext cx="787463" cy="783874"/>
          </a:xfrm>
          <a:custGeom xmlns:a="http://schemas.openxmlformats.org/drawingml/2006/main">
            <a:pathLst>
              <a:path w="787463" h="783874">
                <a:moveTo>
                  <a:pt x="0" y="391937"/>
                </a:moveTo>
                <a:cubicBezTo>
                  <a:pt x="0" y="175476"/>
                  <a:pt x="176279" y="0"/>
                  <a:pt x="393731" y="0"/>
                </a:cubicBezTo>
                <a:cubicBezTo>
                  <a:pt x="611183" y="0"/>
                  <a:pt x="787463" y="175476"/>
                  <a:pt x="787463" y="391937"/>
                </a:cubicBezTo>
                <a:cubicBezTo>
                  <a:pt x="787463" y="608398"/>
                  <a:pt x="611183" y="783874"/>
                  <a:pt x="393731" y="783874"/>
                </a:cubicBezTo>
                <a:cubicBezTo>
                  <a:pt x="176279" y="783874"/>
                  <a:pt x="0" y="608398"/>
                  <a:pt x="0" y="391937"/>
                </a:cubicBezTo>
              </a:path>
            </a:pathLst>
          </a:custGeom>
          <a:noFill xmlns:a="http://schemas.openxmlformats.org/drawingml/2006/main"/>
          <a:ln xmlns:a="http://schemas.openxmlformats.org/drawingml/2006/main" w="27966">
            <a:solidFill>
              <a:srgbClr val="7B8787"/>
            </a:solidFill>
            <a:prstDash val="solid"/>
          </a:ln>
        </p:spPr>
      </p:sp>
      <p:sp>
        <p:nvSpPr>
          <p:cNvPr id="48" name="pdf-path-61">
            <a:extLst xmlns:a="http://schemas.openxmlformats.org/drawingml/2006/main">
              <a:ext uri="{FF2B5EF4-FFF2-40B4-BE49-F238E27FC236}">
                <a16:creationId xmlns:a16="http://schemas.microsoft.com/office/drawing/2014/main" id="{7C35F339-CEA3-4AFC-BAF1-27FED448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361" y="2338017"/>
            <a:ext cx="585225" cy="582559"/>
          </a:xfrm>
          <a:custGeom xmlns:a="http://schemas.openxmlformats.org/drawingml/2006/main">
            <a:pathLst>
              <a:path w="585225" h="582559">
                <a:moveTo>
                  <a:pt x="0" y="291279"/>
                </a:moveTo>
                <a:cubicBezTo>
                  <a:pt x="0" y="130410"/>
                  <a:pt x="131007" y="0"/>
                  <a:pt x="292613" y="0"/>
                </a:cubicBezTo>
                <a:cubicBezTo>
                  <a:pt x="454218" y="0"/>
                  <a:pt x="585225" y="130410"/>
                  <a:pt x="585225" y="291279"/>
                </a:cubicBezTo>
                <a:cubicBezTo>
                  <a:pt x="585225" y="452148"/>
                  <a:pt x="454218" y="582559"/>
                  <a:pt x="292613" y="582559"/>
                </a:cubicBezTo>
                <a:cubicBezTo>
                  <a:pt x="131007" y="582559"/>
                  <a:pt x="0" y="452148"/>
                  <a:pt x="0" y="291279"/>
                </a:cubicBezTo>
              </a:path>
            </a:pathLst>
          </a:custGeom>
          <a:noFill xmlns:a="http://schemas.openxmlformats.org/drawingml/2006/main"/>
          <a:ln xmlns:a="http://schemas.openxmlformats.org/drawingml/2006/main" w="27966">
            <a:solidFill>
              <a:srgbClr val="00C0BA"/>
            </a:solidFill>
            <a:prstDash val="solid"/>
          </a:ln>
        </p:spPr>
      </p:sp>
      <p:sp>
        <p:nvSpPr>
          <p:cNvPr id="49" name="pdf-text-38-0">
            <a:extLst xmlns:a="http://schemas.openxmlformats.org/drawingml/2006/main">
              <a:ext uri="{FF2B5EF4-FFF2-40B4-BE49-F238E27FC236}">
                <a16:creationId xmlns:a16="http://schemas.microsoft.com/office/drawing/2014/main" id="{87A320D8-5280-499B-B3F8-E9EAB2AE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13348" y="4204085"/>
            <a:ext cx="2108591" cy="167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2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Temporally Extended Whole</a:t>
            </a:r>
          </a:p>
        </p:txBody>
      </p:sp>
      <p:sp>
        <p:nvSpPr>
          <p:cNvPr id="50" name="pdf-text-39-0">
            <a:extLst xmlns:a="http://schemas.openxmlformats.org/drawingml/2006/main">
              <a:ext uri="{FF2B5EF4-FFF2-40B4-BE49-F238E27FC236}">
                <a16:creationId xmlns:a16="http://schemas.microsoft.com/office/drawing/2014/main" id="{D4083019-F3D0-4FB0-814C-7B03F4B2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22142" y="4204085"/>
            <a:ext cx="55876" cy="167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2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51" name="pdf-text-40-0">
            <a:extLst xmlns:a="http://schemas.openxmlformats.org/drawingml/2006/main">
              <a:ext uri="{FF2B5EF4-FFF2-40B4-BE49-F238E27FC236}">
                <a16:creationId xmlns:a16="http://schemas.microsoft.com/office/drawing/2014/main" id="{47316D12-2351-46B8-875E-5307B789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78074" y="4204085"/>
            <a:ext cx="1016383" cy="167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2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body Motions</a:t>
            </a:r>
          </a:p>
        </p:txBody>
      </p:sp>
      <p:sp>
        <p:nvSpPr>
          <p:cNvPr id="52" name="pdf-path-71-part-0">
            <a:extLst xmlns:a="http://schemas.openxmlformats.org/drawingml/2006/main">
              <a:ext uri="{FF2B5EF4-FFF2-40B4-BE49-F238E27FC236}">
                <a16:creationId xmlns:a16="http://schemas.microsoft.com/office/drawing/2014/main" id="{010A3C6B-66DD-4456-A51A-930F9E1A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4141" y="2938553"/>
            <a:ext cx="4462317" cy="875623"/>
          </a:xfrm>
          <a:custGeom xmlns:a="http://schemas.openxmlformats.org/drawingml/2006/main">
            <a:pathLst>
              <a:path w="4462317" h="875623">
                <a:moveTo>
                  <a:pt x="4462317" y="0"/>
                </a:moveTo>
                <a:lnTo>
                  <a:pt x="4462317" y="864262"/>
                </a:lnTo>
                <a:cubicBezTo>
                  <a:pt x="4462317" y="870536"/>
                  <a:pt x="4457235" y="875623"/>
                  <a:pt x="4450956" y="875623"/>
                </a:cubicBezTo>
                <a:lnTo>
                  <a:pt x="11361" y="875623"/>
                </a:lnTo>
                <a:cubicBezTo>
                  <a:pt x="5089" y="875623"/>
                  <a:pt x="0" y="870536"/>
                  <a:pt x="0" y="864262"/>
                </a:cubicBezTo>
                <a:lnTo>
                  <a:pt x="0" y="579486"/>
                </a:lnTo>
                <a:lnTo>
                  <a:pt x="22722" y="579486"/>
                </a:lnTo>
                <a:lnTo>
                  <a:pt x="22722" y="864262"/>
                </a:lnTo>
                <a:lnTo>
                  <a:pt x="11361" y="852901"/>
                </a:lnTo>
                <a:lnTo>
                  <a:pt x="4450956" y="852901"/>
                </a:lnTo>
                <a:lnTo>
                  <a:pt x="4439595" y="864262"/>
                </a:lnTo>
                <a:lnTo>
                  <a:pt x="4439595" y="0"/>
                </a:lnTo>
                <a:lnTo>
                  <a:pt x="4462317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df-path-71-part-1">
            <a:extLst xmlns:a="http://schemas.openxmlformats.org/drawingml/2006/main">
              <a:ext uri="{FF2B5EF4-FFF2-40B4-BE49-F238E27FC236}">
                <a16:creationId xmlns:a16="http://schemas.microsoft.com/office/drawing/2014/main" id="{C7970EBE-BE1C-4AD2-803B-9EDA7300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4141" y="2938553"/>
            <a:ext cx="4462317" cy="875623"/>
          </a:xfrm>
          <a:custGeom xmlns:a="http://schemas.openxmlformats.org/drawingml/2006/main">
            <a:pathLst>
              <a:path w="4462317" h="875623">
                <a:moveTo>
                  <a:pt x="-22723" y="590848"/>
                </a:moveTo>
                <a:lnTo>
                  <a:pt x="11361" y="522681"/>
                </a:lnTo>
                <a:lnTo>
                  <a:pt x="45444" y="590848"/>
                </a:lnTo>
                <a:lnTo>
                  <a:pt x="-22723" y="59084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df-path-72-part-0">
            <a:extLst xmlns:a="http://schemas.openxmlformats.org/drawingml/2006/main">
              <a:ext uri="{FF2B5EF4-FFF2-40B4-BE49-F238E27FC236}">
                <a16:creationId xmlns:a16="http://schemas.microsoft.com/office/drawing/2014/main" id="{03796B54-8851-49EE-BF70-DA5E8B07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52351" y="2347855"/>
            <a:ext cx="578087" cy="45445"/>
          </a:xfrm>
          <a:custGeom xmlns:a="http://schemas.openxmlformats.org/drawingml/2006/main">
            <a:pathLst>
              <a:path w="578087" h="45445">
                <a:moveTo>
                  <a:pt x="0" y="0"/>
                </a:moveTo>
                <a:lnTo>
                  <a:pt x="521282" y="0"/>
                </a:lnTo>
                <a:lnTo>
                  <a:pt x="521282" y="22723"/>
                </a:lnTo>
                <a:lnTo>
                  <a:pt x="0" y="2272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df-path-72-part-1">
            <a:extLst xmlns:a="http://schemas.openxmlformats.org/drawingml/2006/main">
              <a:ext uri="{FF2B5EF4-FFF2-40B4-BE49-F238E27FC236}">
                <a16:creationId xmlns:a16="http://schemas.microsoft.com/office/drawing/2014/main" id="{C9012CE0-C9D2-4B8D-97F0-31832A7D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52351" y="2347855"/>
            <a:ext cx="578087" cy="45445"/>
          </a:xfrm>
          <a:custGeom xmlns:a="http://schemas.openxmlformats.org/drawingml/2006/main">
            <a:pathLst>
              <a:path w="578087" h="45445">
                <a:moveTo>
                  <a:pt x="509920" y="-22722"/>
                </a:moveTo>
                <a:lnTo>
                  <a:pt x="578087" y="11361"/>
                </a:lnTo>
                <a:lnTo>
                  <a:pt x="509920" y="45445"/>
                </a:lnTo>
                <a:lnTo>
                  <a:pt x="509920" y="-2272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df-path-73-part-0">
            <a:extLst xmlns:a="http://schemas.openxmlformats.org/drawingml/2006/main">
              <a:ext uri="{FF2B5EF4-FFF2-40B4-BE49-F238E27FC236}">
                <a16:creationId xmlns:a16="http://schemas.microsoft.com/office/drawing/2014/main" id="{652219FF-2AF5-4DC0-BE0D-EAE3EEA5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3303" y="862208"/>
            <a:ext cx="133760" cy="45445"/>
          </a:xfrm>
          <a:custGeom xmlns:a="http://schemas.openxmlformats.org/drawingml/2006/main">
            <a:pathLst>
              <a:path w="133760" h="45445">
                <a:moveTo>
                  <a:pt x="0" y="0"/>
                </a:moveTo>
                <a:lnTo>
                  <a:pt x="76955" y="1"/>
                </a:lnTo>
                <a:lnTo>
                  <a:pt x="76955" y="22723"/>
                </a:lnTo>
                <a:lnTo>
                  <a:pt x="0" y="2272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df-path-73-part-1">
            <a:extLst xmlns:a="http://schemas.openxmlformats.org/drawingml/2006/main">
              <a:ext uri="{FF2B5EF4-FFF2-40B4-BE49-F238E27FC236}">
                <a16:creationId xmlns:a16="http://schemas.microsoft.com/office/drawing/2014/main" id="{BCB05AA7-E384-4E7A-AAE8-CC80F692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3303" y="862208"/>
            <a:ext cx="133760" cy="45445"/>
          </a:xfrm>
          <a:custGeom xmlns:a="http://schemas.openxmlformats.org/drawingml/2006/main">
            <a:pathLst>
              <a:path w="133760" h="45445">
                <a:moveTo>
                  <a:pt x="65594" y="-22721"/>
                </a:moveTo>
                <a:lnTo>
                  <a:pt x="133760" y="11362"/>
                </a:lnTo>
                <a:lnTo>
                  <a:pt x="65594" y="45445"/>
                </a:lnTo>
                <a:lnTo>
                  <a:pt x="65594" y="-2272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df-path-77">
            <a:extLst xmlns:a="http://schemas.openxmlformats.org/drawingml/2006/main">
              <a:ext uri="{FF2B5EF4-FFF2-40B4-BE49-F238E27FC236}">
                <a16:creationId xmlns:a16="http://schemas.microsoft.com/office/drawing/2014/main" id="{7F31C5CB-876D-4849-8F62-85530869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1256" y="1545830"/>
            <a:ext cx="1110305" cy="915519"/>
          </a:xfrm>
          <a:custGeom xmlns:a="http://schemas.openxmlformats.org/drawingml/2006/main">
            <a:pathLst>
              <a:path w="1110305" h="915519">
                <a:moveTo>
                  <a:pt x="0" y="152590"/>
                </a:moveTo>
                <a:cubicBezTo>
                  <a:pt x="0" y="68316"/>
                  <a:pt x="68321" y="0"/>
                  <a:pt x="152590" y="0"/>
                </a:cubicBezTo>
                <a:lnTo>
                  <a:pt x="957717" y="0"/>
                </a:lnTo>
                <a:cubicBezTo>
                  <a:pt x="1041985" y="0"/>
                  <a:pt x="1110305" y="68316"/>
                  <a:pt x="1110305" y="152590"/>
                </a:cubicBezTo>
                <a:lnTo>
                  <a:pt x="1110305" y="762928"/>
                </a:lnTo>
                <a:cubicBezTo>
                  <a:pt x="1110305" y="847201"/>
                  <a:pt x="1041985" y="915519"/>
                  <a:pt x="957717" y="915519"/>
                </a:cubicBezTo>
                <a:lnTo>
                  <a:pt x="152590" y="915519"/>
                </a:lnTo>
                <a:cubicBezTo>
                  <a:pt x="68321" y="915519"/>
                  <a:pt x="0" y="847201"/>
                  <a:pt x="0" y="762928"/>
                </a:cubicBezTo>
                <a:lnTo>
                  <a:pt x="0" y="15259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df-path-78">
            <a:extLst xmlns:a="http://schemas.openxmlformats.org/drawingml/2006/main">
              <a:ext uri="{FF2B5EF4-FFF2-40B4-BE49-F238E27FC236}">
                <a16:creationId xmlns:a16="http://schemas.microsoft.com/office/drawing/2014/main" id="{F5242200-2491-4642-B0A8-DC4144FA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1256" y="1545830"/>
            <a:ext cx="1110302" cy="915519"/>
          </a:xfrm>
          <a:custGeom xmlns:a="http://schemas.openxmlformats.org/drawingml/2006/main">
            <a:pathLst>
              <a:path w="1110302" h="915519">
                <a:moveTo>
                  <a:pt x="0" y="152590"/>
                </a:moveTo>
                <a:cubicBezTo>
                  <a:pt x="0" y="68317"/>
                  <a:pt x="68316" y="0"/>
                  <a:pt x="152590" y="0"/>
                </a:cubicBezTo>
                <a:lnTo>
                  <a:pt x="957712" y="0"/>
                </a:lnTo>
                <a:cubicBezTo>
                  <a:pt x="1041986" y="0"/>
                  <a:pt x="1110302" y="68317"/>
                  <a:pt x="1110302" y="152590"/>
                </a:cubicBezTo>
                <a:lnTo>
                  <a:pt x="1110302" y="762928"/>
                </a:lnTo>
                <a:cubicBezTo>
                  <a:pt x="1110302" y="847202"/>
                  <a:pt x="1041986" y="915519"/>
                  <a:pt x="957712" y="915519"/>
                </a:cubicBezTo>
                <a:lnTo>
                  <a:pt x="152590" y="915519"/>
                </a:lnTo>
                <a:cubicBezTo>
                  <a:pt x="68316" y="915519"/>
                  <a:pt x="0" y="847202"/>
                  <a:pt x="0" y="762928"/>
                </a:cubicBezTo>
                <a:lnTo>
                  <a:pt x="0" y="152590"/>
                </a:lnTo>
              </a:path>
            </a:pathLst>
          </a:custGeom>
          <a:noFill xmlns:a="http://schemas.openxmlformats.org/drawingml/2006/main"/>
          <a:ln xmlns:a="http://schemas.openxmlformats.org/drawingml/2006/main" w="20974">
            <a:solidFill>
              <a:srgbClr val="7B8787"/>
            </a:solidFill>
            <a:prstDash val="solid"/>
          </a:ln>
        </p:spPr>
      </p:sp>
      <p:sp>
        <p:nvSpPr>
          <p:cNvPr id="60" name="pdf-path-82">
            <a:extLst xmlns:a="http://schemas.openxmlformats.org/drawingml/2006/main">
              <a:ext uri="{FF2B5EF4-FFF2-40B4-BE49-F238E27FC236}">
                <a16:creationId xmlns:a16="http://schemas.microsoft.com/office/drawing/2014/main" id="{70C65194-5E2D-4178-A8C1-CCBFC20A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98009" y="1759706"/>
            <a:ext cx="1110298" cy="915519"/>
          </a:xfrm>
          <a:custGeom xmlns:a="http://schemas.openxmlformats.org/drawingml/2006/main">
            <a:pathLst>
              <a:path w="1110298" h="915519">
                <a:moveTo>
                  <a:pt x="0" y="152590"/>
                </a:moveTo>
                <a:cubicBezTo>
                  <a:pt x="0" y="68317"/>
                  <a:pt x="68314" y="0"/>
                  <a:pt x="152590" y="0"/>
                </a:cubicBezTo>
                <a:lnTo>
                  <a:pt x="957710" y="0"/>
                </a:lnTo>
                <a:cubicBezTo>
                  <a:pt x="1041985" y="0"/>
                  <a:pt x="1110298" y="68317"/>
                  <a:pt x="1110298" y="152590"/>
                </a:cubicBezTo>
                <a:lnTo>
                  <a:pt x="1110298" y="762929"/>
                </a:lnTo>
                <a:cubicBezTo>
                  <a:pt x="1110298" y="847202"/>
                  <a:pt x="1041985" y="915519"/>
                  <a:pt x="957710" y="915519"/>
                </a:cubicBezTo>
                <a:lnTo>
                  <a:pt x="152590" y="915519"/>
                </a:lnTo>
                <a:cubicBezTo>
                  <a:pt x="68314" y="915519"/>
                  <a:pt x="0" y="847202"/>
                  <a:pt x="0" y="762929"/>
                </a:cubicBezTo>
                <a:lnTo>
                  <a:pt x="0" y="15259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df-path-83">
            <a:extLst xmlns:a="http://schemas.openxmlformats.org/drawingml/2006/main">
              <a:ext uri="{FF2B5EF4-FFF2-40B4-BE49-F238E27FC236}">
                <a16:creationId xmlns:a16="http://schemas.microsoft.com/office/drawing/2014/main" id="{F9EF0A5B-FF4E-41FD-9DF0-13C7E4DA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98009" y="1759706"/>
            <a:ext cx="1110302" cy="915519"/>
          </a:xfrm>
          <a:custGeom xmlns:a="http://schemas.openxmlformats.org/drawingml/2006/main">
            <a:pathLst>
              <a:path w="1110302" h="915519">
                <a:moveTo>
                  <a:pt x="0" y="152590"/>
                </a:moveTo>
                <a:cubicBezTo>
                  <a:pt x="0" y="68317"/>
                  <a:pt x="68316" y="0"/>
                  <a:pt x="152590" y="0"/>
                </a:cubicBezTo>
                <a:lnTo>
                  <a:pt x="957712" y="0"/>
                </a:lnTo>
                <a:cubicBezTo>
                  <a:pt x="1041986" y="0"/>
                  <a:pt x="1110302" y="68317"/>
                  <a:pt x="1110302" y="152590"/>
                </a:cubicBezTo>
                <a:lnTo>
                  <a:pt x="1110302" y="762928"/>
                </a:lnTo>
                <a:cubicBezTo>
                  <a:pt x="1110302" y="847202"/>
                  <a:pt x="1041986" y="915519"/>
                  <a:pt x="957712" y="915519"/>
                </a:cubicBezTo>
                <a:lnTo>
                  <a:pt x="152590" y="915519"/>
                </a:lnTo>
                <a:cubicBezTo>
                  <a:pt x="68316" y="915519"/>
                  <a:pt x="0" y="847202"/>
                  <a:pt x="0" y="762928"/>
                </a:cubicBezTo>
                <a:lnTo>
                  <a:pt x="0" y="152590"/>
                </a:lnTo>
              </a:path>
            </a:pathLst>
          </a:custGeom>
          <a:noFill xmlns:a="http://schemas.openxmlformats.org/drawingml/2006/main"/>
          <a:ln xmlns:a="http://schemas.openxmlformats.org/drawingml/2006/main" w="20974">
            <a:solidFill>
              <a:srgbClr val="00C0BA"/>
            </a:solidFill>
            <a:prstDash val="solid"/>
          </a:ln>
        </p:spPr>
      </p:sp>
      <p:sp>
        <p:nvSpPr>
          <p:cNvPr id="62" name="pdf-path-87">
            <a:extLst xmlns:a="http://schemas.openxmlformats.org/drawingml/2006/main">
              <a:ext uri="{FF2B5EF4-FFF2-40B4-BE49-F238E27FC236}">
                <a16:creationId xmlns:a16="http://schemas.microsoft.com/office/drawing/2014/main" id="{77A1B338-4B68-4850-BB07-1CA95CD1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0086" y="1970947"/>
            <a:ext cx="1110298" cy="915519"/>
          </a:xfrm>
          <a:custGeom xmlns:a="http://schemas.openxmlformats.org/drawingml/2006/main">
            <a:pathLst>
              <a:path w="1110298" h="915519">
                <a:moveTo>
                  <a:pt x="0" y="152590"/>
                </a:moveTo>
                <a:cubicBezTo>
                  <a:pt x="0" y="68317"/>
                  <a:pt x="68314" y="0"/>
                  <a:pt x="152589" y="0"/>
                </a:cubicBezTo>
                <a:lnTo>
                  <a:pt x="957710" y="0"/>
                </a:lnTo>
                <a:cubicBezTo>
                  <a:pt x="1041984" y="0"/>
                  <a:pt x="1110298" y="68317"/>
                  <a:pt x="1110298" y="152590"/>
                </a:cubicBezTo>
                <a:lnTo>
                  <a:pt x="1110298" y="762929"/>
                </a:lnTo>
                <a:cubicBezTo>
                  <a:pt x="1110298" y="847201"/>
                  <a:pt x="1041984" y="915519"/>
                  <a:pt x="957710" y="915519"/>
                </a:cubicBezTo>
                <a:lnTo>
                  <a:pt x="152589" y="915519"/>
                </a:lnTo>
                <a:cubicBezTo>
                  <a:pt x="68314" y="915519"/>
                  <a:pt x="0" y="847201"/>
                  <a:pt x="0" y="762929"/>
                </a:cubicBezTo>
                <a:lnTo>
                  <a:pt x="0" y="15259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df-path-88">
            <a:extLst xmlns:a="http://schemas.openxmlformats.org/drawingml/2006/main">
              <a:ext uri="{FF2B5EF4-FFF2-40B4-BE49-F238E27FC236}">
                <a16:creationId xmlns:a16="http://schemas.microsoft.com/office/drawing/2014/main" id="{BD60A7F4-FCB0-4AE6-936A-A966B5D3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0086" y="1970947"/>
            <a:ext cx="1110302" cy="915519"/>
          </a:xfrm>
          <a:custGeom xmlns:a="http://schemas.openxmlformats.org/drawingml/2006/main">
            <a:pathLst>
              <a:path w="1110302" h="915519">
                <a:moveTo>
                  <a:pt x="0" y="152590"/>
                </a:moveTo>
                <a:cubicBezTo>
                  <a:pt x="0" y="68317"/>
                  <a:pt x="68316" y="0"/>
                  <a:pt x="152590" y="0"/>
                </a:cubicBezTo>
                <a:lnTo>
                  <a:pt x="957712" y="0"/>
                </a:lnTo>
                <a:cubicBezTo>
                  <a:pt x="1041986" y="0"/>
                  <a:pt x="1110302" y="68317"/>
                  <a:pt x="1110302" y="152590"/>
                </a:cubicBezTo>
                <a:lnTo>
                  <a:pt x="1110302" y="762928"/>
                </a:lnTo>
                <a:cubicBezTo>
                  <a:pt x="1110302" y="847202"/>
                  <a:pt x="1041986" y="915519"/>
                  <a:pt x="957712" y="915519"/>
                </a:cubicBezTo>
                <a:lnTo>
                  <a:pt x="152590" y="915519"/>
                </a:lnTo>
                <a:cubicBezTo>
                  <a:pt x="68316" y="915519"/>
                  <a:pt x="0" y="847202"/>
                  <a:pt x="0" y="762928"/>
                </a:cubicBezTo>
                <a:lnTo>
                  <a:pt x="0" y="152590"/>
                </a:lnTo>
              </a:path>
            </a:pathLst>
          </a:custGeom>
          <a:noFill xmlns:a="http://schemas.openxmlformats.org/drawingml/2006/main"/>
          <a:ln xmlns:a="http://schemas.openxmlformats.org/drawingml/2006/main" w="20974">
            <a:solidFill>
              <a:srgbClr val="F44786"/>
            </a:solidFill>
            <a:prstDash val="solid"/>
          </a:ln>
        </p:spPr>
      </p:sp>
      <p:sp>
        <p:nvSpPr>
          <p:cNvPr id="64" name="pdf-text-54-0">
            <a:extLst xmlns:a="http://schemas.openxmlformats.org/drawingml/2006/main">
              <a:ext uri="{FF2B5EF4-FFF2-40B4-BE49-F238E27FC236}">
                <a16:creationId xmlns:a16="http://schemas.microsoft.com/office/drawing/2014/main" id="{C3F0CE76-B813-4649-9DE2-2C23B922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72624" y="2718823"/>
            <a:ext cx="877454" cy="1398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0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Factorized Qs</a:t>
            </a:r>
          </a:p>
        </p:txBody>
      </p:sp>
      <p:sp>
        <p:nvSpPr>
          <p:cNvPr id="65" name="pdf-path-94">
            <a:extLst xmlns:a="http://schemas.openxmlformats.org/drawingml/2006/main">
              <a:ext uri="{FF2B5EF4-FFF2-40B4-BE49-F238E27FC236}">
                <a16:creationId xmlns:a16="http://schemas.microsoft.com/office/drawing/2014/main" id="{8EC24F31-0FEF-4428-A17D-4A8E48C9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8955" y="2241318"/>
            <a:ext cx="136606" cy="136610"/>
          </a:xfrm>
          <a:custGeom xmlns:a="http://schemas.openxmlformats.org/drawingml/2006/main">
            <a:pathLst>
              <a:path w="136606" h="136610">
                <a:moveTo>
                  <a:pt x="68306" y="0"/>
                </a:moveTo>
                <a:cubicBezTo>
                  <a:pt x="106025" y="0"/>
                  <a:pt x="136606" y="30581"/>
                  <a:pt x="136606" y="68305"/>
                </a:cubicBezTo>
                <a:cubicBezTo>
                  <a:pt x="136606" y="106029"/>
                  <a:pt x="106025" y="136610"/>
                  <a:pt x="68306" y="136610"/>
                </a:cubicBezTo>
                <a:cubicBezTo>
                  <a:pt x="30580" y="136610"/>
                  <a:pt x="0" y="106029"/>
                  <a:pt x="0" y="68305"/>
                </a:cubicBezTo>
                <a:cubicBezTo>
                  <a:pt x="0" y="30581"/>
                  <a:pt x="30580" y="0"/>
                  <a:pt x="68306" y="0"/>
                </a:cubicBezTo>
              </a:path>
            </a:pathLst>
          </a:custGeom>
          <a:solidFill xmlns:a="http://schemas.openxmlformats.org/drawingml/2006/main">
            <a:srgbClr val="B930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pdf-path-95">
            <a:extLst xmlns:a="http://schemas.openxmlformats.org/drawingml/2006/main">
              <a:ext uri="{FF2B5EF4-FFF2-40B4-BE49-F238E27FC236}">
                <a16:creationId xmlns:a16="http://schemas.microsoft.com/office/drawing/2014/main" id="{73D7CDFF-C036-4B5C-A16B-ADA83C11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8951" y="2241318"/>
            <a:ext cx="136609" cy="136609"/>
          </a:xfrm>
          <a:custGeom xmlns:a="http://schemas.openxmlformats.org/drawingml/2006/main">
            <a:pathLst>
              <a:path w="136609" h="136609">
                <a:moveTo>
                  <a:pt x="68304" y="0"/>
                </a:moveTo>
                <a:cubicBezTo>
                  <a:pt x="106029" y="0"/>
                  <a:pt x="136609" y="30581"/>
                  <a:pt x="136609" y="68305"/>
                </a:cubicBezTo>
                <a:cubicBezTo>
                  <a:pt x="136609" y="106028"/>
                  <a:pt x="106029" y="136609"/>
                  <a:pt x="68304" y="136609"/>
                </a:cubicBezTo>
                <a:cubicBezTo>
                  <a:pt x="30581" y="136609"/>
                  <a:pt x="0" y="106028"/>
                  <a:pt x="0" y="68305"/>
                </a:cubicBezTo>
                <a:cubicBezTo>
                  <a:pt x="0" y="30581"/>
                  <a:pt x="30581" y="0"/>
                  <a:pt x="6830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487">
            <a:solidFill>
              <a:srgbClr val="C583B5"/>
            </a:solidFill>
            <a:prstDash val="solid"/>
          </a:ln>
        </p:spPr>
      </p:sp>
      <p:sp>
        <p:nvSpPr>
          <p:cNvPr id="67" name="pdf-path-96">
            <a:extLst xmlns:a="http://schemas.openxmlformats.org/drawingml/2006/main">
              <a:ext uri="{FF2B5EF4-FFF2-40B4-BE49-F238E27FC236}">
                <a16:creationId xmlns:a16="http://schemas.microsoft.com/office/drawing/2014/main" id="{CB36FA91-95E9-4111-846F-D86783C0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8955" y="2463566"/>
            <a:ext cx="136606" cy="136610"/>
          </a:xfrm>
          <a:custGeom xmlns:a="http://schemas.openxmlformats.org/drawingml/2006/main">
            <a:pathLst>
              <a:path w="136606" h="136610">
                <a:moveTo>
                  <a:pt x="68306" y="0"/>
                </a:moveTo>
                <a:cubicBezTo>
                  <a:pt x="106025" y="0"/>
                  <a:pt x="136606" y="30581"/>
                  <a:pt x="136606" y="68305"/>
                </a:cubicBezTo>
                <a:cubicBezTo>
                  <a:pt x="136606" y="106029"/>
                  <a:pt x="106025" y="136610"/>
                  <a:pt x="68306" y="136610"/>
                </a:cubicBezTo>
                <a:cubicBezTo>
                  <a:pt x="30580" y="136610"/>
                  <a:pt x="0" y="106029"/>
                  <a:pt x="0" y="68305"/>
                </a:cubicBezTo>
                <a:cubicBezTo>
                  <a:pt x="0" y="30581"/>
                  <a:pt x="30580" y="0"/>
                  <a:pt x="68306" y="0"/>
                </a:cubicBezTo>
              </a:path>
            </a:pathLst>
          </a:custGeom>
          <a:solidFill xmlns:a="http://schemas.openxmlformats.org/drawingml/2006/main">
            <a:srgbClr val="B930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pdf-path-97">
            <a:extLst xmlns:a="http://schemas.openxmlformats.org/drawingml/2006/main">
              <a:ext uri="{FF2B5EF4-FFF2-40B4-BE49-F238E27FC236}">
                <a16:creationId xmlns:a16="http://schemas.microsoft.com/office/drawing/2014/main" id="{4D9F18D3-0582-4789-8D20-9760C7C1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8951" y="2463566"/>
            <a:ext cx="136609" cy="136609"/>
          </a:xfrm>
          <a:custGeom xmlns:a="http://schemas.openxmlformats.org/drawingml/2006/main">
            <a:pathLst>
              <a:path w="136609" h="136609">
                <a:moveTo>
                  <a:pt x="68304" y="0"/>
                </a:moveTo>
                <a:cubicBezTo>
                  <a:pt x="106029" y="0"/>
                  <a:pt x="136609" y="30581"/>
                  <a:pt x="136609" y="68305"/>
                </a:cubicBezTo>
                <a:cubicBezTo>
                  <a:pt x="136609" y="106028"/>
                  <a:pt x="106029" y="136609"/>
                  <a:pt x="68304" y="136609"/>
                </a:cubicBezTo>
                <a:cubicBezTo>
                  <a:pt x="30581" y="136609"/>
                  <a:pt x="0" y="106028"/>
                  <a:pt x="0" y="68305"/>
                </a:cubicBezTo>
                <a:cubicBezTo>
                  <a:pt x="0" y="30581"/>
                  <a:pt x="30581" y="0"/>
                  <a:pt x="6830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487">
            <a:solidFill>
              <a:srgbClr val="C583B5"/>
            </a:solidFill>
            <a:prstDash val="solid"/>
          </a:ln>
        </p:spPr>
      </p:sp>
      <p:sp>
        <p:nvSpPr>
          <p:cNvPr id="69" name="pdf-path-98">
            <a:extLst xmlns:a="http://schemas.openxmlformats.org/drawingml/2006/main">
              <a:ext uri="{FF2B5EF4-FFF2-40B4-BE49-F238E27FC236}">
                <a16:creationId xmlns:a16="http://schemas.microsoft.com/office/drawing/2014/main" id="{B17261B8-2F36-4946-8D52-C878557F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54362" y="2131144"/>
            <a:ext cx="136607" cy="136610"/>
          </a:xfrm>
          <a:custGeom xmlns:a="http://schemas.openxmlformats.org/drawingml/2006/main">
            <a:pathLst>
              <a:path w="136607" h="136610">
                <a:moveTo>
                  <a:pt x="68300" y="0"/>
                </a:moveTo>
                <a:cubicBezTo>
                  <a:pt x="106026" y="0"/>
                  <a:pt x="136607" y="30581"/>
                  <a:pt x="136607" y="68305"/>
                </a:cubicBezTo>
                <a:cubicBezTo>
                  <a:pt x="136607" y="106029"/>
                  <a:pt x="106026" y="136610"/>
                  <a:pt x="68300" y="136610"/>
                </a:cubicBezTo>
                <a:cubicBezTo>
                  <a:pt x="30581" y="136610"/>
                  <a:pt x="0" y="106029"/>
                  <a:pt x="0" y="68305"/>
                </a:cubicBezTo>
                <a:cubicBezTo>
                  <a:pt x="0" y="30581"/>
                  <a:pt x="30581" y="0"/>
                  <a:pt x="68300" y="0"/>
                </a:cubicBezTo>
              </a:path>
            </a:pathLst>
          </a:custGeom>
          <a:solidFill xmlns:a="http://schemas.openxmlformats.org/drawingml/2006/main">
            <a:srgbClr val="B930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df-path-99">
            <a:extLst xmlns:a="http://schemas.openxmlformats.org/drawingml/2006/main">
              <a:ext uri="{FF2B5EF4-FFF2-40B4-BE49-F238E27FC236}">
                <a16:creationId xmlns:a16="http://schemas.microsoft.com/office/drawing/2014/main" id="{7854CC0F-7445-4074-92C2-9BBDFA0F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54360" y="2131144"/>
            <a:ext cx="136609" cy="136610"/>
          </a:xfrm>
          <a:custGeom xmlns:a="http://schemas.openxmlformats.org/drawingml/2006/main">
            <a:pathLst>
              <a:path w="136609" h="136610">
                <a:moveTo>
                  <a:pt x="68304" y="0"/>
                </a:moveTo>
                <a:cubicBezTo>
                  <a:pt x="106029" y="0"/>
                  <a:pt x="136609" y="30581"/>
                  <a:pt x="136609" y="68305"/>
                </a:cubicBezTo>
                <a:cubicBezTo>
                  <a:pt x="136609" y="106028"/>
                  <a:pt x="106029" y="136610"/>
                  <a:pt x="68304" y="136610"/>
                </a:cubicBezTo>
                <a:cubicBezTo>
                  <a:pt x="30581" y="136610"/>
                  <a:pt x="0" y="106028"/>
                  <a:pt x="0" y="68305"/>
                </a:cubicBezTo>
                <a:cubicBezTo>
                  <a:pt x="0" y="30581"/>
                  <a:pt x="30581" y="0"/>
                  <a:pt x="6830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487">
            <a:solidFill>
              <a:srgbClr val="C583B5"/>
            </a:solidFill>
            <a:prstDash val="solid"/>
          </a:ln>
        </p:spPr>
      </p:sp>
      <p:sp>
        <p:nvSpPr>
          <p:cNvPr id="71" name="pdf-path-100">
            <a:extLst xmlns:a="http://schemas.openxmlformats.org/drawingml/2006/main">
              <a:ext uri="{FF2B5EF4-FFF2-40B4-BE49-F238E27FC236}">
                <a16:creationId xmlns:a16="http://schemas.microsoft.com/office/drawing/2014/main" id="{4570F8BA-FAB3-4EA3-8C15-362D6393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54362" y="2353392"/>
            <a:ext cx="136607" cy="136609"/>
          </a:xfrm>
          <a:custGeom xmlns:a="http://schemas.openxmlformats.org/drawingml/2006/main">
            <a:pathLst>
              <a:path w="136607" h="136609">
                <a:moveTo>
                  <a:pt x="68300" y="0"/>
                </a:moveTo>
                <a:cubicBezTo>
                  <a:pt x="106026" y="0"/>
                  <a:pt x="136607" y="30582"/>
                  <a:pt x="136607" y="68305"/>
                </a:cubicBezTo>
                <a:cubicBezTo>
                  <a:pt x="136607" y="106029"/>
                  <a:pt x="106026" y="136609"/>
                  <a:pt x="68300" y="136609"/>
                </a:cubicBezTo>
                <a:cubicBezTo>
                  <a:pt x="30581" y="136609"/>
                  <a:pt x="0" y="106029"/>
                  <a:pt x="0" y="68305"/>
                </a:cubicBezTo>
                <a:cubicBezTo>
                  <a:pt x="0" y="30582"/>
                  <a:pt x="30581" y="0"/>
                  <a:pt x="68300" y="0"/>
                </a:cubicBezTo>
              </a:path>
            </a:pathLst>
          </a:custGeom>
          <a:solidFill xmlns:a="http://schemas.openxmlformats.org/drawingml/2006/main">
            <a:srgbClr val="B930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pdf-path-101">
            <a:extLst xmlns:a="http://schemas.openxmlformats.org/drawingml/2006/main">
              <a:ext uri="{FF2B5EF4-FFF2-40B4-BE49-F238E27FC236}">
                <a16:creationId xmlns:a16="http://schemas.microsoft.com/office/drawing/2014/main" id="{34679A11-68D6-41EB-A55B-EBA297BD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54360" y="2353392"/>
            <a:ext cx="136609" cy="136609"/>
          </a:xfrm>
          <a:custGeom xmlns:a="http://schemas.openxmlformats.org/drawingml/2006/main">
            <a:pathLst>
              <a:path w="136609" h="136609">
                <a:moveTo>
                  <a:pt x="68304" y="0"/>
                </a:moveTo>
                <a:cubicBezTo>
                  <a:pt x="106029" y="0"/>
                  <a:pt x="136609" y="30581"/>
                  <a:pt x="136609" y="68305"/>
                </a:cubicBezTo>
                <a:cubicBezTo>
                  <a:pt x="136609" y="106028"/>
                  <a:pt x="106029" y="136609"/>
                  <a:pt x="68304" y="136609"/>
                </a:cubicBezTo>
                <a:cubicBezTo>
                  <a:pt x="30581" y="136609"/>
                  <a:pt x="0" y="106028"/>
                  <a:pt x="0" y="68305"/>
                </a:cubicBezTo>
                <a:cubicBezTo>
                  <a:pt x="0" y="30581"/>
                  <a:pt x="30581" y="0"/>
                  <a:pt x="6830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487">
            <a:solidFill>
              <a:srgbClr val="C583B5"/>
            </a:solidFill>
            <a:prstDash val="solid"/>
          </a:ln>
        </p:spPr>
      </p:sp>
      <p:sp>
        <p:nvSpPr>
          <p:cNvPr id="73" name="pdf-path-102">
            <a:extLst xmlns:a="http://schemas.openxmlformats.org/drawingml/2006/main">
              <a:ext uri="{FF2B5EF4-FFF2-40B4-BE49-F238E27FC236}">
                <a16:creationId xmlns:a16="http://schemas.microsoft.com/office/drawing/2014/main" id="{E034B2F0-8976-4B8A-8A3A-A94AB3E5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70350" y="2241318"/>
            <a:ext cx="136606" cy="136610"/>
          </a:xfrm>
          <a:custGeom xmlns:a="http://schemas.openxmlformats.org/drawingml/2006/main">
            <a:pathLst>
              <a:path w="136606" h="136610">
                <a:moveTo>
                  <a:pt x="68300" y="0"/>
                </a:moveTo>
                <a:cubicBezTo>
                  <a:pt x="106026" y="0"/>
                  <a:pt x="136606" y="30581"/>
                  <a:pt x="136606" y="68305"/>
                </a:cubicBezTo>
                <a:cubicBezTo>
                  <a:pt x="136606" y="106029"/>
                  <a:pt x="106026" y="136610"/>
                  <a:pt x="68300" y="136610"/>
                </a:cubicBezTo>
                <a:cubicBezTo>
                  <a:pt x="30581" y="136610"/>
                  <a:pt x="0" y="106029"/>
                  <a:pt x="0" y="68305"/>
                </a:cubicBezTo>
                <a:cubicBezTo>
                  <a:pt x="0" y="30581"/>
                  <a:pt x="30581" y="0"/>
                  <a:pt x="68300" y="0"/>
                </a:cubicBezTo>
              </a:path>
            </a:pathLst>
          </a:custGeom>
          <a:solidFill xmlns:a="http://schemas.openxmlformats.org/drawingml/2006/main">
            <a:srgbClr val="B930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df-path-103">
            <a:extLst xmlns:a="http://schemas.openxmlformats.org/drawingml/2006/main">
              <a:ext uri="{FF2B5EF4-FFF2-40B4-BE49-F238E27FC236}">
                <a16:creationId xmlns:a16="http://schemas.microsoft.com/office/drawing/2014/main" id="{3A9D3D0E-2A62-4649-BD88-3E2E5750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70346" y="2241318"/>
            <a:ext cx="136609" cy="136609"/>
          </a:xfrm>
          <a:custGeom xmlns:a="http://schemas.openxmlformats.org/drawingml/2006/main">
            <a:pathLst>
              <a:path w="136609" h="136609">
                <a:moveTo>
                  <a:pt x="68304" y="0"/>
                </a:moveTo>
                <a:cubicBezTo>
                  <a:pt x="106029" y="0"/>
                  <a:pt x="136609" y="30581"/>
                  <a:pt x="136609" y="68305"/>
                </a:cubicBezTo>
                <a:cubicBezTo>
                  <a:pt x="136609" y="106028"/>
                  <a:pt x="106029" y="136609"/>
                  <a:pt x="68304" y="136609"/>
                </a:cubicBezTo>
                <a:cubicBezTo>
                  <a:pt x="30581" y="136609"/>
                  <a:pt x="0" y="106028"/>
                  <a:pt x="0" y="68305"/>
                </a:cubicBezTo>
                <a:cubicBezTo>
                  <a:pt x="0" y="30581"/>
                  <a:pt x="30581" y="0"/>
                  <a:pt x="6830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487">
            <a:solidFill>
              <a:srgbClr val="C583B5"/>
            </a:solidFill>
            <a:prstDash val="solid"/>
          </a:ln>
        </p:spPr>
      </p:sp>
      <p:sp>
        <p:nvSpPr>
          <p:cNvPr id="75" name="pdf-path-104">
            <a:extLst xmlns:a="http://schemas.openxmlformats.org/drawingml/2006/main">
              <a:ext uri="{FF2B5EF4-FFF2-40B4-BE49-F238E27FC236}">
                <a16:creationId xmlns:a16="http://schemas.microsoft.com/office/drawing/2014/main" id="{7F6E5179-D0CB-4C4E-904B-F4116F71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70350" y="2463566"/>
            <a:ext cx="136606" cy="136610"/>
          </a:xfrm>
          <a:custGeom xmlns:a="http://schemas.openxmlformats.org/drawingml/2006/main">
            <a:pathLst>
              <a:path w="136606" h="136610">
                <a:moveTo>
                  <a:pt x="68300" y="0"/>
                </a:moveTo>
                <a:cubicBezTo>
                  <a:pt x="106026" y="0"/>
                  <a:pt x="136606" y="30581"/>
                  <a:pt x="136606" y="68305"/>
                </a:cubicBezTo>
                <a:cubicBezTo>
                  <a:pt x="136606" y="106029"/>
                  <a:pt x="106026" y="136610"/>
                  <a:pt x="68300" y="136610"/>
                </a:cubicBezTo>
                <a:cubicBezTo>
                  <a:pt x="30581" y="136610"/>
                  <a:pt x="0" y="106029"/>
                  <a:pt x="0" y="68305"/>
                </a:cubicBezTo>
                <a:cubicBezTo>
                  <a:pt x="0" y="30581"/>
                  <a:pt x="30581" y="0"/>
                  <a:pt x="68300" y="0"/>
                </a:cubicBezTo>
              </a:path>
            </a:pathLst>
          </a:custGeom>
          <a:solidFill xmlns:a="http://schemas.openxmlformats.org/drawingml/2006/main">
            <a:srgbClr val="B930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pdf-path-105">
            <a:extLst xmlns:a="http://schemas.openxmlformats.org/drawingml/2006/main">
              <a:ext uri="{FF2B5EF4-FFF2-40B4-BE49-F238E27FC236}">
                <a16:creationId xmlns:a16="http://schemas.microsoft.com/office/drawing/2014/main" id="{CF20A931-8EFE-486F-A808-20247514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70346" y="2463566"/>
            <a:ext cx="136609" cy="136609"/>
          </a:xfrm>
          <a:custGeom xmlns:a="http://schemas.openxmlformats.org/drawingml/2006/main">
            <a:pathLst>
              <a:path w="136609" h="136609">
                <a:moveTo>
                  <a:pt x="68304" y="0"/>
                </a:moveTo>
                <a:cubicBezTo>
                  <a:pt x="106029" y="0"/>
                  <a:pt x="136609" y="30581"/>
                  <a:pt x="136609" y="68305"/>
                </a:cubicBezTo>
                <a:cubicBezTo>
                  <a:pt x="136609" y="106028"/>
                  <a:pt x="106029" y="136609"/>
                  <a:pt x="68304" y="136609"/>
                </a:cubicBezTo>
                <a:cubicBezTo>
                  <a:pt x="30581" y="136609"/>
                  <a:pt x="0" y="106028"/>
                  <a:pt x="0" y="68305"/>
                </a:cubicBezTo>
                <a:cubicBezTo>
                  <a:pt x="0" y="30581"/>
                  <a:pt x="30581" y="0"/>
                  <a:pt x="6830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487">
            <a:solidFill>
              <a:srgbClr val="C583B5"/>
            </a:solidFill>
            <a:prstDash val="solid"/>
          </a:ln>
        </p:spPr>
      </p:sp>
      <p:sp>
        <p:nvSpPr>
          <p:cNvPr id="77" name="pdf-path-106">
            <a:extLst xmlns:a="http://schemas.openxmlformats.org/drawingml/2006/main">
              <a:ext uri="{FF2B5EF4-FFF2-40B4-BE49-F238E27FC236}">
                <a16:creationId xmlns:a16="http://schemas.microsoft.com/office/drawing/2014/main" id="{316D49C8-5701-41F9-AED1-3443F4D4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54362" y="2577971"/>
            <a:ext cx="136607" cy="136609"/>
          </a:xfrm>
          <a:custGeom xmlns:a="http://schemas.openxmlformats.org/drawingml/2006/main">
            <a:pathLst>
              <a:path w="136607" h="136609">
                <a:moveTo>
                  <a:pt x="68300" y="0"/>
                </a:moveTo>
                <a:cubicBezTo>
                  <a:pt x="106026" y="0"/>
                  <a:pt x="136607" y="30581"/>
                  <a:pt x="136607" y="68304"/>
                </a:cubicBezTo>
                <a:cubicBezTo>
                  <a:pt x="136607" y="106028"/>
                  <a:pt x="106026" y="136609"/>
                  <a:pt x="68300" y="136609"/>
                </a:cubicBezTo>
                <a:cubicBezTo>
                  <a:pt x="30581" y="136609"/>
                  <a:pt x="0" y="106028"/>
                  <a:pt x="0" y="68304"/>
                </a:cubicBezTo>
                <a:cubicBezTo>
                  <a:pt x="0" y="30581"/>
                  <a:pt x="30581" y="0"/>
                  <a:pt x="68300" y="0"/>
                </a:cubicBezTo>
              </a:path>
            </a:pathLst>
          </a:custGeom>
          <a:solidFill xmlns:a="http://schemas.openxmlformats.org/drawingml/2006/main">
            <a:srgbClr val="B930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pdf-path-107">
            <a:extLst xmlns:a="http://schemas.openxmlformats.org/drawingml/2006/main">
              <a:ext uri="{FF2B5EF4-FFF2-40B4-BE49-F238E27FC236}">
                <a16:creationId xmlns:a16="http://schemas.microsoft.com/office/drawing/2014/main" id="{231D7457-DF6C-408B-B13A-42A09813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54360" y="2577971"/>
            <a:ext cx="136609" cy="136609"/>
          </a:xfrm>
          <a:custGeom xmlns:a="http://schemas.openxmlformats.org/drawingml/2006/main">
            <a:pathLst>
              <a:path w="136609" h="136609">
                <a:moveTo>
                  <a:pt x="68304" y="0"/>
                </a:moveTo>
                <a:cubicBezTo>
                  <a:pt x="106029" y="0"/>
                  <a:pt x="136609" y="30581"/>
                  <a:pt x="136609" y="68305"/>
                </a:cubicBezTo>
                <a:cubicBezTo>
                  <a:pt x="136609" y="106028"/>
                  <a:pt x="106029" y="136609"/>
                  <a:pt x="68304" y="136609"/>
                </a:cubicBezTo>
                <a:cubicBezTo>
                  <a:pt x="30581" y="136609"/>
                  <a:pt x="0" y="106028"/>
                  <a:pt x="0" y="68305"/>
                </a:cubicBezTo>
                <a:cubicBezTo>
                  <a:pt x="0" y="30581"/>
                  <a:pt x="30581" y="0"/>
                  <a:pt x="6830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487">
            <a:solidFill>
              <a:srgbClr val="C583B5"/>
            </a:solidFill>
            <a:prstDash val="solid"/>
          </a:ln>
        </p:spPr>
      </p:sp>
      <p:sp>
        <p:nvSpPr>
          <p:cNvPr id="79" name="pdf-path-108">
            <a:extLst xmlns:a="http://schemas.openxmlformats.org/drawingml/2006/main">
              <a:ext uri="{FF2B5EF4-FFF2-40B4-BE49-F238E27FC236}">
                <a16:creationId xmlns:a16="http://schemas.microsoft.com/office/drawing/2014/main" id="{07963A9F-6CA9-4710-8D1B-F5C2258A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90969" y="2199449"/>
            <a:ext cx="157986" cy="110174"/>
          </a:xfrm>
          <a:custGeom xmlns:a="http://schemas.openxmlformats.org/drawingml/2006/main">
            <a:pathLst>
              <a:path w="157986" h="110174">
                <a:moveTo>
                  <a:pt x="157986" y="110174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930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df-path-109">
            <a:extLst xmlns:a="http://schemas.openxmlformats.org/drawingml/2006/main">
              <a:ext uri="{FF2B5EF4-FFF2-40B4-BE49-F238E27FC236}">
                <a16:creationId xmlns:a16="http://schemas.microsoft.com/office/drawing/2014/main" id="{B1C640C9-F940-445A-A679-478DE9E0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90973" y="2199448"/>
            <a:ext cx="157982" cy="110174"/>
          </a:xfrm>
          <a:custGeom xmlns:a="http://schemas.openxmlformats.org/drawingml/2006/main">
            <a:pathLst>
              <a:path w="157982" h="110174">
                <a:moveTo>
                  <a:pt x="157982" y="11017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87">
            <a:solidFill>
              <a:srgbClr val="C583B5"/>
            </a:solidFill>
            <a:prstDash val="solid"/>
          </a:ln>
        </p:spPr>
      </p:sp>
      <p:sp>
        <p:nvSpPr>
          <p:cNvPr id="81" name="pdf-path-110">
            <a:extLst xmlns:a="http://schemas.openxmlformats.org/drawingml/2006/main">
              <a:ext uri="{FF2B5EF4-FFF2-40B4-BE49-F238E27FC236}">
                <a16:creationId xmlns:a16="http://schemas.microsoft.com/office/drawing/2014/main" id="{1E33616E-2BCC-4E3D-A4E8-C12EE4BD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90969" y="2199448"/>
            <a:ext cx="157986" cy="332423"/>
          </a:xfrm>
          <a:custGeom xmlns:a="http://schemas.openxmlformats.org/drawingml/2006/main">
            <a:pathLst>
              <a:path w="157986" h="332423">
                <a:moveTo>
                  <a:pt x="157986" y="332423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930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pdf-path-111">
            <a:extLst xmlns:a="http://schemas.openxmlformats.org/drawingml/2006/main">
              <a:ext uri="{FF2B5EF4-FFF2-40B4-BE49-F238E27FC236}">
                <a16:creationId xmlns:a16="http://schemas.microsoft.com/office/drawing/2014/main" id="{9D89A126-EF45-4150-AF5B-95DF76D6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90973" y="2199449"/>
            <a:ext cx="157982" cy="332422"/>
          </a:xfrm>
          <a:custGeom xmlns:a="http://schemas.openxmlformats.org/drawingml/2006/main">
            <a:pathLst>
              <a:path w="157982" h="332422">
                <a:moveTo>
                  <a:pt x="157982" y="33242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87">
            <a:solidFill>
              <a:srgbClr val="C583B5"/>
            </a:solidFill>
            <a:prstDash val="solid"/>
          </a:ln>
        </p:spPr>
      </p:sp>
      <p:sp>
        <p:nvSpPr>
          <p:cNvPr id="83" name="pdf-path-112">
            <a:extLst xmlns:a="http://schemas.openxmlformats.org/drawingml/2006/main">
              <a:ext uri="{FF2B5EF4-FFF2-40B4-BE49-F238E27FC236}">
                <a16:creationId xmlns:a16="http://schemas.microsoft.com/office/drawing/2014/main" id="{406BCCF3-C874-440A-949E-159B682B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90969" y="2309623"/>
            <a:ext cx="157986" cy="336652"/>
          </a:xfrm>
          <a:custGeom xmlns:a="http://schemas.openxmlformats.org/drawingml/2006/main">
            <a:pathLst>
              <a:path w="157986" h="336652">
                <a:moveTo>
                  <a:pt x="157986" y="0"/>
                </a:moveTo>
                <a:lnTo>
                  <a:pt x="0" y="336652"/>
                </a:lnTo>
              </a:path>
            </a:pathLst>
          </a:custGeom>
          <a:solidFill xmlns:a="http://schemas.openxmlformats.org/drawingml/2006/main">
            <a:srgbClr val="B930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pdf-path-113">
            <a:extLst xmlns:a="http://schemas.openxmlformats.org/drawingml/2006/main">
              <a:ext uri="{FF2B5EF4-FFF2-40B4-BE49-F238E27FC236}">
                <a16:creationId xmlns:a16="http://schemas.microsoft.com/office/drawing/2014/main" id="{39114A4E-57A4-459C-BDDC-F41FCDA4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90973" y="2309623"/>
            <a:ext cx="157982" cy="336652"/>
          </a:xfrm>
          <a:custGeom xmlns:a="http://schemas.openxmlformats.org/drawingml/2006/main">
            <a:pathLst>
              <a:path w="157982" h="336652">
                <a:moveTo>
                  <a:pt x="157982" y="0"/>
                </a:moveTo>
                <a:lnTo>
                  <a:pt x="0" y="336652"/>
                </a:lnTo>
              </a:path>
            </a:pathLst>
          </a:custGeom>
          <a:noFill xmlns:a="http://schemas.openxmlformats.org/drawingml/2006/main"/>
          <a:ln xmlns:a="http://schemas.openxmlformats.org/drawingml/2006/main" w="10487">
            <a:solidFill>
              <a:srgbClr val="C583B5"/>
            </a:solidFill>
            <a:prstDash val="solid"/>
          </a:ln>
        </p:spPr>
      </p:sp>
      <p:sp>
        <p:nvSpPr>
          <p:cNvPr id="85" name="pdf-path-114">
            <a:extLst xmlns:a="http://schemas.openxmlformats.org/drawingml/2006/main">
              <a:ext uri="{FF2B5EF4-FFF2-40B4-BE49-F238E27FC236}">
                <a16:creationId xmlns:a16="http://schemas.microsoft.com/office/drawing/2014/main" id="{089CE481-6EA0-48E6-9FD3-9FEEBB2D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90969" y="2309623"/>
            <a:ext cx="157986" cy="112074"/>
          </a:xfrm>
          <a:custGeom xmlns:a="http://schemas.openxmlformats.org/drawingml/2006/main">
            <a:pathLst>
              <a:path w="157986" h="112074">
                <a:moveTo>
                  <a:pt x="157986" y="0"/>
                </a:moveTo>
                <a:lnTo>
                  <a:pt x="0" y="112074"/>
                </a:lnTo>
              </a:path>
            </a:pathLst>
          </a:custGeom>
          <a:solidFill xmlns:a="http://schemas.openxmlformats.org/drawingml/2006/main">
            <a:srgbClr val="B930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pdf-path-115">
            <a:extLst xmlns:a="http://schemas.openxmlformats.org/drawingml/2006/main">
              <a:ext uri="{FF2B5EF4-FFF2-40B4-BE49-F238E27FC236}">
                <a16:creationId xmlns:a16="http://schemas.microsoft.com/office/drawing/2014/main" id="{59C52481-0821-477B-B061-EFF38D14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90973" y="2309623"/>
            <a:ext cx="157982" cy="112074"/>
          </a:xfrm>
          <a:custGeom xmlns:a="http://schemas.openxmlformats.org/drawingml/2006/main">
            <a:pathLst>
              <a:path w="157982" h="112074">
                <a:moveTo>
                  <a:pt x="157982" y="0"/>
                </a:moveTo>
                <a:lnTo>
                  <a:pt x="0" y="112074"/>
                </a:lnTo>
              </a:path>
            </a:pathLst>
          </a:custGeom>
          <a:noFill xmlns:a="http://schemas.openxmlformats.org/drawingml/2006/main"/>
          <a:ln xmlns:a="http://schemas.openxmlformats.org/drawingml/2006/main" w="10487">
            <a:solidFill>
              <a:srgbClr val="C583B5"/>
            </a:solidFill>
            <a:prstDash val="solid"/>
          </a:ln>
        </p:spPr>
      </p:sp>
      <p:sp>
        <p:nvSpPr>
          <p:cNvPr id="87" name="pdf-path-116">
            <a:extLst xmlns:a="http://schemas.openxmlformats.org/drawingml/2006/main">
              <a:ext uri="{FF2B5EF4-FFF2-40B4-BE49-F238E27FC236}">
                <a16:creationId xmlns:a16="http://schemas.microsoft.com/office/drawing/2014/main" id="{4EE86802-0A38-484B-BCB9-BED3B88D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90969" y="2421697"/>
            <a:ext cx="157986" cy="110174"/>
          </a:xfrm>
          <a:custGeom xmlns:a="http://schemas.openxmlformats.org/drawingml/2006/main">
            <a:pathLst>
              <a:path w="157986" h="110174">
                <a:moveTo>
                  <a:pt x="157986" y="110174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930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pdf-path-117">
            <a:extLst xmlns:a="http://schemas.openxmlformats.org/drawingml/2006/main">
              <a:ext uri="{FF2B5EF4-FFF2-40B4-BE49-F238E27FC236}">
                <a16:creationId xmlns:a16="http://schemas.microsoft.com/office/drawing/2014/main" id="{D29284F2-41BE-446A-9786-7C8A20C5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90973" y="2421697"/>
            <a:ext cx="157982" cy="110174"/>
          </a:xfrm>
          <a:custGeom xmlns:a="http://schemas.openxmlformats.org/drawingml/2006/main">
            <a:pathLst>
              <a:path w="157982" h="110174">
                <a:moveTo>
                  <a:pt x="157982" y="11017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87">
            <a:solidFill>
              <a:srgbClr val="C583B5"/>
            </a:solidFill>
            <a:prstDash val="solid"/>
          </a:ln>
        </p:spPr>
      </p:sp>
      <p:sp>
        <p:nvSpPr>
          <p:cNvPr id="89" name="pdf-path-118">
            <a:extLst xmlns:a="http://schemas.openxmlformats.org/drawingml/2006/main">
              <a:ext uri="{FF2B5EF4-FFF2-40B4-BE49-F238E27FC236}">
                <a16:creationId xmlns:a16="http://schemas.microsoft.com/office/drawing/2014/main" id="{5A6C1EB8-12D0-42E7-BDD0-242CFEF5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90969" y="2531871"/>
            <a:ext cx="157986" cy="114404"/>
          </a:xfrm>
          <a:custGeom xmlns:a="http://schemas.openxmlformats.org/drawingml/2006/main">
            <a:pathLst>
              <a:path w="157986" h="114404">
                <a:moveTo>
                  <a:pt x="157986" y="0"/>
                </a:moveTo>
                <a:lnTo>
                  <a:pt x="0" y="114404"/>
                </a:lnTo>
              </a:path>
            </a:pathLst>
          </a:custGeom>
          <a:solidFill xmlns:a="http://schemas.openxmlformats.org/drawingml/2006/main">
            <a:srgbClr val="B930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pdf-path-119">
            <a:extLst xmlns:a="http://schemas.openxmlformats.org/drawingml/2006/main">
              <a:ext uri="{FF2B5EF4-FFF2-40B4-BE49-F238E27FC236}">
                <a16:creationId xmlns:a16="http://schemas.microsoft.com/office/drawing/2014/main" id="{CF4A4B12-B891-4247-991D-9FAEE20D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90973" y="2531871"/>
            <a:ext cx="157982" cy="114404"/>
          </a:xfrm>
          <a:custGeom xmlns:a="http://schemas.openxmlformats.org/drawingml/2006/main">
            <a:pathLst>
              <a:path w="157982" h="114404">
                <a:moveTo>
                  <a:pt x="157982" y="0"/>
                </a:moveTo>
                <a:lnTo>
                  <a:pt x="0" y="114404"/>
                </a:lnTo>
              </a:path>
            </a:pathLst>
          </a:custGeom>
          <a:noFill xmlns:a="http://schemas.openxmlformats.org/drawingml/2006/main"/>
          <a:ln xmlns:a="http://schemas.openxmlformats.org/drawingml/2006/main" w="10487">
            <a:solidFill>
              <a:srgbClr val="C583B5"/>
            </a:solidFill>
            <a:prstDash val="solid"/>
          </a:ln>
        </p:spPr>
      </p:sp>
      <p:sp>
        <p:nvSpPr>
          <p:cNvPr id="91" name="pdf-path-120">
            <a:extLst xmlns:a="http://schemas.openxmlformats.org/drawingml/2006/main">
              <a:ext uri="{FF2B5EF4-FFF2-40B4-BE49-F238E27FC236}">
                <a16:creationId xmlns:a16="http://schemas.microsoft.com/office/drawing/2014/main" id="{ABE7BC29-5F92-4D23-88E3-DC89F9B0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6955" y="2199449"/>
            <a:ext cx="147407" cy="110174"/>
          </a:xfrm>
          <a:custGeom xmlns:a="http://schemas.openxmlformats.org/drawingml/2006/main">
            <a:pathLst>
              <a:path w="147407" h="110174">
                <a:moveTo>
                  <a:pt x="147407" y="0"/>
                </a:moveTo>
                <a:lnTo>
                  <a:pt x="0" y="110174"/>
                </a:lnTo>
              </a:path>
            </a:pathLst>
          </a:custGeom>
          <a:solidFill xmlns:a="http://schemas.openxmlformats.org/drawingml/2006/main">
            <a:srgbClr val="B930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pdf-path-121">
            <a:extLst xmlns:a="http://schemas.openxmlformats.org/drawingml/2006/main">
              <a:ext uri="{FF2B5EF4-FFF2-40B4-BE49-F238E27FC236}">
                <a16:creationId xmlns:a16="http://schemas.microsoft.com/office/drawing/2014/main" id="{2D4D06E7-8453-45BF-A5FA-71098606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6957" y="2199449"/>
            <a:ext cx="147405" cy="110174"/>
          </a:xfrm>
          <a:custGeom xmlns:a="http://schemas.openxmlformats.org/drawingml/2006/main">
            <a:pathLst>
              <a:path w="147405" h="110174">
                <a:moveTo>
                  <a:pt x="147405" y="0"/>
                </a:moveTo>
                <a:lnTo>
                  <a:pt x="0" y="110174"/>
                </a:lnTo>
              </a:path>
            </a:pathLst>
          </a:custGeom>
          <a:noFill xmlns:a="http://schemas.openxmlformats.org/drawingml/2006/main"/>
          <a:ln xmlns:a="http://schemas.openxmlformats.org/drawingml/2006/main" w="10487">
            <a:solidFill>
              <a:srgbClr val="C583B5"/>
            </a:solidFill>
            <a:prstDash val="solid"/>
          </a:ln>
        </p:spPr>
      </p:sp>
      <p:sp>
        <p:nvSpPr>
          <p:cNvPr id="93" name="pdf-path-122">
            <a:extLst xmlns:a="http://schemas.openxmlformats.org/drawingml/2006/main">
              <a:ext uri="{FF2B5EF4-FFF2-40B4-BE49-F238E27FC236}">
                <a16:creationId xmlns:a16="http://schemas.microsoft.com/office/drawing/2014/main" id="{C3A57005-156C-4E97-9630-4DCA8833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6955" y="2309623"/>
            <a:ext cx="147407" cy="112074"/>
          </a:xfrm>
          <a:custGeom xmlns:a="http://schemas.openxmlformats.org/drawingml/2006/main">
            <a:pathLst>
              <a:path w="147407" h="112074">
                <a:moveTo>
                  <a:pt x="147407" y="112074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930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pdf-path-123">
            <a:extLst xmlns:a="http://schemas.openxmlformats.org/drawingml/2006/main">
              <a:ext uri="{FF2B5EF4-FFF2-40B4-BE49-F238E27FC236}">
                <a16:creationId xmlns:a16="http://schemas.microsoft.com/office/drawing/2014/main" id="{567DF70C-9B08-41D5-9326-F29569AD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6957" y="2309622"/>
            <a:ext cx="147405" cy="112074"/>
          </a:xfrm>
          <a:custGeom xmlns:a="http://schemas.openxmlformats.org/drawingml/2006/main">
            <a:pathLst>
              <a:path w="147405" h="112074">
                <a:moveTo>
                  <a:pt x="147405" y="11207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87">
            <a:solidFill>
              <a:srgbClr val="C583B5"/>
            </a:solidFill>
            <a:prstDash val="solid"/>
          </a:ln>
        </p:spPr>
      </p:sp>
      <p:sp>
        <p:nvSpPr>
          <p:cNvPr id="95" name="pdf-path-124">
            <a:extLst xmlns:a="http://schemas.openxmlformats.org/drawingml/2006/main">
              <a:ext uri="{FF2B5EF4-FFF2-40B4-BE49-F238E27FC236}">
                <a16:creationId xmlns:a16="http://schemas.microsoft.com/office/drawing/2014/main" id="{5A4FC058-25D4-4676-B406-6F3C81FB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6955" y="2421697"/>
            <a:ext cx="147407" cy="110174"/>
          </a:xfrm>
          <a:custGeom xmlns:a="http://schemas.openxmlformats.org/drawingml/2006/main">
            <a:pathLst>
              <a:path w="147407" h="110174">
                <a:moveTo>
                  <a:pt x="147407" y="0"/>
                </a:moveTo>
                <a:lnTo>
                  <a:pt x="0" y="110174"/>
                </a:lnTo>
              </a:path>
            </a:pathLst>
          </a:custGeom>
          <a:solidFill xmlns:a="http://schemas.openxmlformats.org/drawingml/2006/main">
            <a:srgbClr val="B930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pdf-path-125">
            <a:extLst xmlns:a="http://schemas.openxmlformats.org/drawingml/2006/main">
              <a:ext uri="{FF2B5EF4-FFF2-40B4-BE49-F238E27FC236}">
                <a16:creationId xmlns:a16="http://schemas.microsoft.com/office/drawing/2014/main" id="{9D945965-8FDE-4B9C-AD58-942A6B13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6957" y="2421697"/>
            <a:ext cx="147405" cy="110174"/>
          </a:xfrm>
          <a:custGeom xmlns:a="http://schemas.openxmlformats.org/drawingml/2006/main">
            <a:pathLst>
              <a:path w="147405" h="110174">
                <a:moveTo>
                  <a:pt x="147405" y="0"/>
                </a:moveTo>
                <a:lnTo>
                  <a:pt x="0" y="110174"/>
                </a:lnTo>
              </a:path>
            </a:pathLst>
          </a:custGeom>
          <a:noFill xmlns:a="http://schemas.openxmlformats.org/drawingml/2006/main"/>
          <a:ln xmlns:a="http://schemas.openxmlformats.org/drawingml/2006/main" w="10487">
            <a:solidFill>
              <a:srgbClr val="C583B5"/>
            </a:solidFill>
            <a:prstDash val="solid"/>
          </a:ln>
        </p:spPr>
      </p:sp>
      <p:sp>
        <p:nvSpPr>
          <p:cNvPr id="97" name="pdf-path-126">
            <a:extLst xmlns:a="http://schemas.openxmlformats.org/drawingml/2006/main">
              <a:ext uri="{FF2B5EF4-FFF2-40B4-BE49-F238E27FC236}">
                <a16:creationId xmlns:a16="http://schemas.microsoft.com/office/drawing/2014/main" id="{5F08F3AF-3C92-4860-9864-FF4CC1E9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6955" y="2531871"/>
            <a:ext cx="147407" cy="114404"/>
          </a:xfrm>
          <a:custGeom xmlns:a="http://schemas.openxmlformats.org/drawingml/2006/main">
            <a:pathLst>
              <a:path w="147407" h="114404">
                <a:moveTo>
                  <a:pt x="147407" y="114404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930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pdf-path-127">
            <a:extLst xmlns:a="http://schemas.openxmlformats.org/drawingml/2006/main">
              <a:ext uri="{FF2B5EF4-FFF2-40B4-BE49-F238E27FC236}">
                <a16:creationId xmlns:a16="http://schemas.microsoft.com/office/drawing/2014/main" id="{9E00186C-9AB1-4442-8CF3-D4A9EFFB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6957" y="2531871"/>
            <a:ext cx="147405" cy="114404"/>
          </a:xfrm>
          <a:custGeom xmlns:a="http://schemas.openxmlformats.org/drawingml/2006/main">
            <a:pathLst>
              <a:path w="147405" h="114404">
                <a:moveTo>
                  <a:pt x="147405" y="11440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87">
            <a:solidFill>
              <a:srgbClr val="C583B5"/>
            </a:solidFill>
            <a:prstDash val="solid"/>
          </a:ln>
        </p:spPr>
      </p:sp>
      <p:sp>
        <p:nvSpPr>
          <p:cNvPr id="99" name="pdf-path-128">
            <a:extLst xmlns:a="http://schemas.openxmlformats.org/drawingml/2006/main">
              <a:ext uri="{FF2B5EF4-FFF2-40B4-BE49-F238E27FC236}">
                <a16:creationId xmlns:a16="http://schemas.microsoft.com/office/drawing/2014/main" id="{EFB35ED9-D71C-4F47-82F6-45A68076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6955" y="2199448"/>
            <a:ext cx="147407" cy="332422"/>
          </a:xfrm>
          <a:custGeom xmlns:a="http://schemas.openxmlformats.org/drawingml/2006/main">
            <a:pathLst>
              <a:path w="147407" h="332422">
                <a:moveTo>
                  <a:pt x="147407" y="0"/>
                </a:moveTo>
                <a:lnTo>
                  <a:pt x="0" y="332422"/>
                </a:lnTo>
              </a:path>
            </a:pathLst>
          </a:custGeom>
          <a:solidFill xmlns:a="http://schemas.openxmlformats.org/drawingml/2006/main">
            <a:srgbClr val="B930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pdf-path-129">
            <a:extLst xmlns:a="http://schemas.openxmlformats.org/drawingml/2006/main">
              <a:ext uri="{FF2B5EF4-FFF2-40B4-BE49-F238E27FC236}">
                <a16:creationId xmlns:a16="http://schemas.microsoft.com/office/drawing/2014/main" id="{A682106D-D5C4-407B-AEC8-3951CC34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6957" y="2199448"/>
            <a:ext cx="147405" cy="332422"/>
          </a:xfrm>
          <a:custGeom xmlns:a="http://schemas.openxmlformats.org/drawingml/2006/main">
            <a:pathLst>
              <a:path w="147405" h="332422">
                <a:moveTo>
                  <a:pt x="147405" y="0"/>
                </a:moveTo>
                <a:lnTo>
                  <a:pt x="0" y="332422"/>
                </a:lnTo>
              </a:path>
            </a:pathLst>
          </a:custGeom>
          <a:noFill xmlns:a="http://schemas.openxmlformats.org/drawingml/2006/main"/>
          <a:ln xmlns:a="http://schemas.openxmlformats.org/drawingml/2006/main" w="10487">
            <a:solidFill>
              <a:srgbClr val="C583B5"/>
            </a:solidFill>
            <a:prstDash val="solid"/>
          </a:ln>
        </p:spPr>
      </p:sp>
      <p:sp>
        <p:nvSpPr>
          <p:cNvPr id="101" name="pdf-path-130">
            <a:extLst xmlns:a="http://schemas.openxmlformats.org/drawingml/2006/main">
              <a:ext uri="{FF2B5EF4-FFF2-40B4-BE49-F238E27FC236}">
                <a16:creationId xmlns:a16="http://schemas.microsoft.com/office/drawing/2014/main" id="{5C881399-3B6A-49C4-BF3E-526C1BC4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6955" y="2309623"/>
            <a:ext cx="147407" cy="336652"/>
          </a:xfrm>
          <a:custGeom xmlns:a="http://schemas.openxmlformats.org/drawingml/2006/main">
            <a:pathLst>
              <a:path w="147407" h="336652">
                <a:moveTo>
                  <a:pt x="147407" y="336652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930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pdf-path-131">
            <a:extLst xmlns:a="http://schemas.openxmlformats.org/drawingml/2006/main">
              <a:ext uri="{FF2B5EF4-FFF2-40B4-BE49-F238E27FC236}">
                <a16:creationId xmlns:a16="http://schemas.microsoft.com/office/drawing/2014/main" id="{E192E69A-F27D-433E-BEF4-ED28A542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6957" y="2309623"/>
            <a:ext cx="147405" cy="336652"/>
          </a:xfrm>
          <a:custGeom xmlns:a="http://schemas.openxmlformats.org/drawingml/2006/main">
            <a:pathLst>
              <a:path w="147405" h="336652">
                <a:moveTo>
                  <a:pt x="147405" y="33665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87">
            <a:solidFill>
              <a:srgbClr val="C583B5"/>
            </a:solidFill>
            <a:prstDash val="solid"/>
          </a:ln>
        </p:spPr>
      </p:sp>
      <p:pic>
        <p:nvPic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0CC3931-7439-44A9-8EBA-EC5DB12DE8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e1914d489e4f3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70502" y="1989697"/>
            <a:ext cx="195410" cy="240877"/>
          </a:xfrm>
          <a:prstGeom xmlns:a="http://schemas.openxmlformats.org/drawingml/2006/main" prst="rect">
            <a:avLst/>
          </a:prstGeom>
        </p:spPr>
      </p:pic>
      <p:sp>
        <p:nvSpPr>
          <p:cNvPr id="104" name="pdf-source-image-3">
            <a:extLst xmlns:a="http://schemas.openxmlformats.org/drawingml/2006/main">
              <a:ext uri="{FF2B5EF4-FFF2-40B4-BE49-F238E27FC236}">
                <a16:creationId xmlns:a16="http://schemas.microsoft.com/office/drawing/2014/main" id="{AEFA0071-35F9-4A0B-968B-9EB8CE7D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70502" y="1989697"/>
            <a:ext cx="195410" cy="2408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13AB968-8A19-4774-AEAD-80EB8460E0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726f58cf274d7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31275" y="562533"/>
            <a:ext cx="195410" cy="240877"/>
          </a:xfrm>
          <a:prstGeom xmlns:a="http://schemas.openxmlformats.org/drawingml/2006/main" prst="rect">
            <a:avLst/>
          </a:prstGeom>
        </p:spPr>
      </p:pic>
      <p:sp>
        <p:nvSpPr>
          <p:cNvPr id="106" name="pdf-source-image-4">
            <a:extLst xmlns:a="http://schemas.openxmlformats.org/drawingml/2006/main">
              <a:ext uri="{FF2B5EF4-FFF2-40B4-BE49-F238E27FC236}">
                <a16:creationId xmlns:a16="http://schemas.microsoft.com/office/drawing/2014/main" id="{1881074E-8D0A-4142-A03A-FDDBC13F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1275" y="562533"/>
            <a:ext cx="195410" cy="2408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pdf-path-135">
            <a:extLst xmlns:a="http://schemas.openxmlformats.org/drawingml/2006/main">
              <a:ext uri="{FF2B5EF4-FFF2-40B4-BE49-F238E27FC236}">
                <a16:creationId xmlns:a16="http://schemas.microsoft.com/office/drawing/2014/main" id="{570BBEB5-73FB-44E9-930B-54E478AB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55861" y="3109518"/>
            <a:ext cx="926246" cy="967689"/>
          </a:xfrm>
          <a:custGeom xmlns:a="http://schemas.openxmlformats.org/drawingml/2006/main">
            <a:pathLst>
              <a:path w="926246" h="967689">
                <a:moveTo>
                  <a:pt x="0" y="0"/>
                </a:moveTo>
                <a:lnTo>
                  <a:pt x="926246" y="0"/>
                </a:lnTo>
                <a:lnTo>
                  <a:pt x="926246" y="967689"/>
                </a:lnTo>
                <a:lnTo>
                  <a:pt x="0" y="96768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983">
            <a:solidFill>
              <a:srgbClr val="000000"/>
            </a:solidFill>
            <a:prstDash val="solid"/>
          </a:ln>
        </p:spPr>
      </p:sp>
      <p:sp>
        <p:nvSpPr>
          <p:cNvPr id="108" name="pdf-path-137">
            <a:extLst xmlns:a="http://schemas.openxmlformats.org/drawingml/2006/main">
              <a:ext uri="{FF2B5EF4-FFF2-40B4-BE49-F238E27FC236}">
                <a16:creationId xmlns:a16="http://schemas.microsoft.com/office/drawing/2014/main" id="{DCBC3395-EBAD-4144-97C2-DCEBC237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3087" y="3113942"/>
            <a:ext cx="935243" cy="967689"/>
          </a:xfrm>
          <a:custGeom xmlns:a="http://schemas.openxmlformats.org/drawingml/2006/main">
            <a:pathLst>
              <a:path w="935243" h="967689">
                <a:moveTo>
                  <a:pt x="0" y="0"/>
                </a:moveTo>
                <a:lnTo>
                  <a:pt x="935243" y="0"/>
                </a:lnTo>
                <a:lnTo>
                  <a:pt x="935243" y="967689"/>
                </a:lnTo>
                <a:lnTo>
                  <a:pt x="0" y="96768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983">
            <a:solidFill>
              <a:srgbClr val="000000"/>
            </a:solidFill>
            <a:prstDash val="solid"/>
          </a:ln>
        </p:spPr>
      </p:sp>
      <p:sp>
        <p:nvSpPr>
          <p:cNvPr id="109" name="pdf-path-139">
            <a:extLst xmlns:a="http://schemas.openxmlformats.org/drawingml/2006/main">
              <a:ext uri="{FF2B5EF4-FFF2-40B4-BE49-F238E27FC236}">
                <a16:creationId xmlns:a16="http://schemas.microsoft.com/office/drawing/2014/main" id="{8B1C7B83-8C07-4916-A0A1-37BEFAE9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1010" y="3108746"/>
            <a:ext cx="935242" cy="967689"/>
          </a:xfrm>
          <a:custGeom xmlns:a="http://schemas.openxmlformats.org/drawingml/2006/main">
            <a:pathLst>
              <a:path w="935242" h="967689">
                <a:moveTo>
                  <a:pt x="0" y="0"/>
                </a:moveTo>
                <a:lnTo>
                  <a:pt x="935242" y="0"/>
                </a:lnTo>
                <a:lnTo>
                  <a:pt x="935242" y="967689"/>
                </a:lnTo>
                <a:lnTo>
                  <a:pt x="0" y="96768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983">
            <a:solidFill>
              <a:srgbClr val="000000"/>
            </a:solidFill>
            <a:prstDash val="solid"/>
          </a:ln>
        </p:spPr>
      </p:sp>
      <p:sp>
        <p:nvSpPr>
          <p:cNvPr id="110" name="pdf-text-55-0">
            <a:extLst xmlns:a="http://schemas.openxmlformats.org/drawingml/2006/main">
              <a:ext uri="{FF2B5EF4-FFF2-40B4-BE49-F238E27FC236}">
                <a16:creationId xmlns:a16="http://schemas.microsoft.com/office/drawing/2014/main" id="{5C226070-483C-4301-8F87-18119B8B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56673" y="2903397"/>
            <a:ext cx="139829" cy="1398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0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11" name="pdf-path-141">
            <a:extLst xmlns:a="http://schemas.openxmlformats.org/drawingml/2006/main">
              <a:ext uri="{FF2B5EF4-FFF2-40B4-BE49-F238E27FC236}">
                <a16:creationId xmlns:a16="http://schemas.microsoft.com/office/drawing/2014/main" id="{5B23B2F9-3DDE-442B-81F2-8C60FD98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5463" y="341696"/>
            <a:ext cx="1532136" cy="865049"/>
          </a:xfrm>
          <a:custGeom xmlns:a="http://schemas.openxmlformats.org/drawingml/2006/main">
            <a:pathLst>
              <a:path w="1532136" h="865049">
                <a:moveTo>
                  <a:pt x="0" y="144177"/>
                </a:moveTo>
                <a:cubicBezTo>
                  <a:pt x="0" y="64551"/>
                  <a:pt x="64550" y="0"/>
                  <a:pt x="144177" y="0"/>
                </a:cubicBezTo>
                <a:lnTo>
                  <a:pt x="1387959" y="0"/>
                </a:lnTo>
                <a:cubicBezTo>
                  <a:pt x="1467585" y="0"/>
                  <a:pt x="1532136" y="64551"/>
                  <a:pt x="1532136" y="144177"/>
                </a:cubicBezTo>
                <a:lnTo>
                  <a:pt x="1532136" y="720872"/>
                </a:lnTo>
                <a:cubicBezTo>
                  <a:pt x="1532136" y="800499"/>
                  <a:pt x="1467585" y="865049"/>
                  <a:pt x="1387959" y="865049"/>
                </a:cubicBezTo>
                <a:lnTo>
                  <a:pt x="144177" y="865049"/>
                </a:lnTo>
                <a:cubicBezTo>
                  <a:pt x="64550" y="865049"/>
                  <a:pt x="0" y="800499"/>
                  <a:pt x="0" y="720872"/>
                </a:cubicBezTo>
                <a:lnTo>
                  <a:pt x="0" y="144177"/>
                </a:ln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pdf-text-56-0">
            <a:extLst xmlns:a="http://schemas.openxmlformats.org/drawingml/2006/main">
              <a:ext uri="{FF2B5EF4-FFF2-40B4-BE49-F238E27FC236}">
                <a16:creationId xmlns:a16="http://schemas.microsoft.com/office/drawing/2014/main" id="{32613F71-7CCD-491E-81FE-68837B4B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13688" y="393468"/>
            <a:ext cx="1045579" cy="167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2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Disentangled </a:t>
            </a:r>
          </a:p>
        </p:txBody>
      </p:sp>
      <p:sp>
        <p:nvSpPr>
          <p:cNvPr id="113" name="pdf-text-57-0">
            <a:extLst xmlns:a="http://schemas.openxmlformats.org/drawingml/2006/main">
              <a:ext uri="{FF2B5EF4-FFF2-40B4-BE49-F238E27FC236}">
                <a16:creationId xmlns:a16="http://schemas.microsoft.com/office/drawing/2014/main" id="{76D348D4-0D75-41ED-A1B8-8D7045DF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3387" y="596500"/>
            <a:ext cx="1165804" cy="167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2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States Features</a:t>
            </a:r>
          </a:p>
        </p:txBody>
      </p:sp>
      <p:sp>
        <p:nvSpPr>
          <p:cNvPr id="114" name="pdf-path-144">
            <a:extLst xmlns:a="http://schemas.openxmlformats.org/drawingml/2006/main">
              <a:ext uri="{FF2B5EF4-FFF2-40B4-BE49-F238E27FC236}">
                <a16:creationId xmlns:a16="http://schemas.microsoft.com/office/drawing/2014/main" id="{EEC8DC7E-1D4E-4B53-AD85-140AE477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340" y="878341"/>
            <a:ext cx="306050" cy="208213"/>
          </a:xfrm>
          <a:custGeom xmlns:a="http://schemas.openxmlformats.org/drawingml/2006/main">
            <a:pathLst>
              <a:path w="306050" h="208213">
                <a:moveTo>
                  <a:pt x="44632" y="208213"/>
                </a:moveTo>
                <a:cubicBezTo>
                  <a:pt x="13050" y="145073"/>
                  <a:pt x="0" y="72139"/>
                  <a:pt x="7375" y="0"/>
                </a:cubicBezTo>
                <a:lnTo>
                  <a:pt x="306050" y="39417"/>
                </a:lnTo>
                <a:lnTo>
                  <a:pt x="44632" y="208213"/>
                </a:lnTo>
              </a:path>
            </a:pathLst>
          </a:custGeom>
          <a:solidFill xmlns:a="http://schemas.openxmlformats.org/drawingml/2006/main">
            <a:srgbClr val="FF0000">
              <a:alpha val="5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pdf-path-145">
            <a:extLst xmlns:a="http://schemas.openxmlformats.org/drawingml/2006/main">
              <a:ext uri="{FF2B5EF4-FFF2-40B4-BE49-F238E27FC236}">
                <a16:creationId xmlns:a16="http://schemas.microsoft.com/office/drawing/2014/main" id="{C13F48AD-B13C-46B0-9A5D-251F759E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340" y="878341"/>
            <a:ext cx="306050" cy="208213"/>
          </a:xfrm>
          <a:custGeom xmlns:a="http://schemas.openxmlformats.org/drawingml/2006/main">
            <a:pathLst>
              <a:path w="306050" h="208213">
                <a:moveTo>
                  <a:pt x="44632" y="208213"/>
                </a:moveTo>
                <a:cubicBezTo>
                  <a:pt x="13051" y="145073"/>
                  <a:pt x="0" y="72140"/>
                  <a:pt x="7375" y="0"/>
                </a:cubicBezTo>
                <a:lnTo>
                  <a:pt x="306050" y="39417"/>
                </a:lnTo>
                <a:lnTo>
                  <a:pt x="44632" y="208213"/>
                </a:lnTo>
              </a:path>
            </a:pathLst>
          </a:custGeom>
          <a:noFill xmlns:a="http://schemas.openxmlformats.org/drawingml/2006/main"/>
          <a:ln xmlns:a="http://schemas.openxmlformats.org/drawingml/2006/main" w="10487">
            <a:solidFill>
              <a:srgbClr val="FF0000"/>
            </a:solidFill>
            <a:prstDash val="dash"/>
          </a:ln>
        </p:spPr>
      </p:sp>
      <p:sp>
        <p:nvSpPr>
          <p:cNvPr id="116" name="pdf-path-146">
            <a:extLst xmlns:a="http://schemas.openxmlformats.org/drawingml/2006/main">
              <a:ext uri="{FF2B5EF4-FFF2-40B4-BE49-F238E27FC236}">
                <a16:creationId xmlns:a16="http://schemas.microsoft.com/office/drawing/2014/main" id="{88703FCC-45B2-4CF8-8D91-4F95165E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1372" y="833691"/>
            <a:ext cx="303403" cy="275889"/>
          </a:xfrm>
          <a:custGeom xmlns:a="http://schemas.openxmlformats.org/drawingml/2006/main">
            <a:pathLst>
              <a:path w="303403" h="275889">
                <a:moveTo>
                  <a:pt x="39458" y="275889"/>
                </a:moveTo>
                <a:lnTo>
                  <a:pt x="0" y="87012"/>
                </a:lnTo>
                <a:lnTo>
                  <a:pt x="179705" y="0"/>
                </a:lnTo>
                <a:lnTo>
                  <a:pt x="303403" y="148088"/>
                </a:lnTo>
                <a:lnTo>
                  <a:pt x="39458" y="275889"/>
                </a:lnTo>
              </a:path>
            </a:pathLst>
          </a:custGeom>
          <a:solidFill xmlns:a="http://schemas.openxmlformats.org/drawingml/2006/main">
            <a:srgbClr val="156082">
              <a:alpha val="6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pdf-path-147">
            <a:extLst xmlns:a="http://schemas.openxmlformats.org/drawingml/2006/main">
              <a:ext uri="{FF2B5EF4-FFF2-40B4-BE49-F238E27FC236}">
                <a16:creationId xmlns:a16="http://schemas.microsoft.com/office/drawing/2014/main" id="{4924D1D9-6A03-4E6C-80BD-E66BE567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4287" y="793694"/>
            <a:ext cx="420534" cy="184859"/>
          </a:xfrm>
          <a:custGeom xmlns:a="http://schemas.openxmlformats.org/drawingml/2006/main">
            <a:pathLst>
              <a:path w="420534" h="184859">
                <a:moveTo>
                  <a:pt x="406361" y="184859"/>
                </a:moveTo>
                <a:lnTo>
                  <a:pt x="91618" y="71877"/>
                </a:lnTo>
                <a:lnTo>
                  <a:pt x="105791" y="32396"/>
                </a:lnTo>
                <a:lnTo>
                  <a:pt x="420534" y="145378"/>
                </a:lnTo>
                <a:lnTo>
                  <a:pt x="406361" y="184859"/>
                </a:lnTo>
                <a:moveTo>
                  <a:pt x="97186" y="118446"/>
                </a:moveTo>
                <a:lnTo>
                  <a:pt x="0" y="16705"/>
                </a:lnTo>
                <a:lnTo>
                  <a:pt x="139705" y="0"/>
                </a:lnTo>
                <a:lnTo>
                  <a:pt x="97186" y="118446"/>
                </a:lnTo>
              </a:path>
            </a:pathLst>
          </a:custGeom>
          <a:solidFill xmlns:a="http://schemas.openxmlformats.org/drawingml/2006/main">
            <a:srgbClr val="50B130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pdf-path-148">
            <a:extLst xmlns:a="http://schemas.openxmlformats.org/drawingml/2006/main">
              <a:ext uri="{FF2B5EF4-FFF2-40B4-BE49-F238E27FC236}">
                <a16:creationId xmlns:a16="http://schemas.microsoft.com/office/drawing/2014/main" id="{674ABDD0-2144-41AF-8DD1-8EA130F0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2318" y="940218"/>
            <a:ext cx="106213" cy="204391"/>
          </a:xfrm>
          <a:custGeom xmlns:a="http://schemas.openxmlformats.org/drawingml/2006/main">
            <a:pathLst>
              <a:path w="106213" h="204391">
                <a:moveTo>
                  <a:pt x="61761" y="0"/>
                </a:moveTo>
                <a:lnTo>
                  <a:pt x="20664" y="99458"/>
                </a:lnTo>
                <a:lnTo>
                  <a:pt x="59433" y="115479"/>
                </a:lnTo>
                <a:lnTo>
                  <a:pt x="100530" y="16020"/>
                </a:lnTo>
                <a:lnTo>
                  <a:pt x="61761" y="0"/>
                </a:lnTo>
                <a:moveTo>
                  <a:pt x="-10095" y="64054"/>
                </a:moveTo>
                <a:lnTo>
                  <a:pt x="0" y="204391"/>
                </a:lnTo>
                <a:lnTo>
                  <a:pt x="106213" y="112114"/>
                </a:lnTo>
                <a:lnTo>
                  <a:pt x="-10095" y="64054"/>
                </a:lnTo>
              </a:path>
            </a:pathLst>
          </a:custGeom>
          <a:solidFill xmlns:a="http://schemas.openxmlformats.org/drawingml/2006/main">
            <a:srgbClr val="50B130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pdf-text-58-0">
            <a:extLst xmlns:a="http://schemas.openxmlformats.org/drawingml/2006/main">
              <a:ext uri="{FF2B5EF4-FFF2-40B4-BE49-F238E27FC236}">
                <a16:creationId xmlns:a16="http://schemas.microsoft.com/office/drawing/2014/main" id="{18E67417-9B4D-4E94-9E17-7821CA58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12782" y="862034"/>
            <a:ext cx="125846" cy="125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9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20" name="pdf-text-59-0">
            <a:extLst xmlns:a="http://schemas.openxmlformats.org/drawingml/2006/main">
              <a:ext uri="{FF2B5EF4-FFF2-40B4-BE49-F238E27FC236}">
                <a16:creationId xmlns:a16="http://schemas.microsoft.com/office/drawing/2014/main" id="{8731C207-A0E8-4CE2-8429-1D39507E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3086" y="860356"/>
            <a:ext cx="125846" cy="125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9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21" name="pdf-path-151">
            <a:extLst xmlns:a="http://schemas.openxmlformats.org/drawingml/2006/main">
              <a:ext uri="{FF2B5EF4-FFF2-40B4-BE49-F238E27FC236}">
                <a16:creationId xmlns:a16="http://schemas.microsoft.com/office/drawing/2014/main" id="{004C1EF9-B53C-4142-9B6F-BAF331C8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93759" y="307848"/>
            <a:ext cx="652342" cy="1081455"/>
          </a:xfrm>
          <a:custGeom xmlns:a="http://schemas.openxmlformats.org/drawingml/2006/main">
            <a:pathLst>
              <a:path w="652342" h="1081455">
                <a:moveTo>
                  <a:pt x="0" y="0"/>
                </a:moveTo>
                <a:lnTo>
                  <a:pt x="652342" y="163085"/>
                </a:lnTo>
                <a:lnTo>
                  <a:pt x="652342" y="918370"/>
                </a:lnTo>
                <a:lnTo>
                  <a:pt x="0" y="1081455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2AA8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1C764D9-3CB9-4E4C-8C53-88855E3AAF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5bd2c0ecca4dc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008948" y="489058"/>
            <a:ext cx="195410" cy="240877"/>
          </a:xfrm>
          <a:prstGeom xmlns:a="http://schemas.openxmlformats.org/drawingml/2006/main" prst="rect">
            <a:avLst/>
          </a:prstGeom>
        </p:spPr>
      </p:pic>
      <p:sp>
        <p:nvSpPr>
          <p:cNvPr id="123" name="pdf-source-image-8">
            <a:extLst xmlns:a="http://schemas.openxmlformats.org/drawingml/2006/main">
              <a:ext uri="{FF2B5EF4-FFF2-40B4-BE49-F238E27FC236}">
                <a16:creationId xmlns:a16="http://schemas.microsoft.com/office/drawing/2014/main" id="{442716D7-EDE7-4714-8842-3BF93ED3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8948" y="489058"/>
            <a:ext cx="195410" cy="2408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4" name="pdf-path-157">
            <a:extLst xmlns:a="http://schemas.openxmlformats.org/drawingml/2006/main">
              <a:ext uri="{FF2B5EF4-FFF2-40B4-BE49-F238E27FC236}">
                <a16:creationId xmlns:a16="http://schemas.microsoft.com/office/drawing/2014/main" id="{7FDF9DE0-9436-4ACA-86D4-16C99B9F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8676" y="926566"/>
            <a:ext cx="1478556" cy="1773379"/>
          </a:xfrm>
          <a:custGeom xmlns:a="http://schemas.openxmlformats.org/drawingml/2006/main">
            <a:pathLst>
              <a:path w="1478556" h="1773379">
                <a:moveTo>
                  <a:pt x="0" y="246430"/>
                </a:moveTo>
                <a:cubicBezTo>
                  <a:pt x="0" y="110330"/>
                  <a:pt x="110331" y="0"/>
                  <a:pt x="246431" y="0"/>
                </a:cubicBezTo>
                <a:lnTo>
                  <a:pt x="1232125" y="0"/>
                </a:lnTo>
                <a:cubicBezTo>
                  <a:pt x="1368224" y="0"/>
                  <a:pt x="1478556" y="110330"/>
                  <a:pt x="1478556" y="246430"/>
                </a:cubicBezTo>
                <a:lnTo>
                  <a:pt x="1478556" y="1526948"/>
                </a:lnTo>
                <a:cubicBezTo>
                  <a:pt x="1478556" y="1663049"/>
                  <a:pt x="1368224" y="1773379"/>
                  <a:pt x="1232125" y="1773379"/>
                </a:cubicBezTo>
                <a:lnTo>
                  <a:pt x="246431" y="1773379"/>
                </a:lnTo>
                <a:cubicBezTo>
                  <a:pt x="110331" y="1773379"/>
                  <a:pt x="0" y="1663049"/>
                  <a:pt x="0" y="1526948"/>
                </a:cubicBezTo>
                <a:lnTo>
                  <a:pt x="0" y="246430"/>
                </a:lnTo>
              </a:path>
            </a:pathLst>
          </a:custGeom>
          <a:solidFill xmlns:a="http://schemas.openxmlformats.org/drawingml/2006/main">
            <a:srgbClr val="C1E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pdf-path-158">
            <a:extLst xmlns:a="http://schemas.openxmlformats.org/drawingml/2006/main">
              <a:ext uri="{FF2B5EF4-FFF2-40B4-BE49-F238E27FC236}">
                <a16:creationId xmlns:a16="http://schemas.microsoft.com/office/drawing/2014/main" id="{8E3DF34A-544D-4D2C-861F-AF0EC7A4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8249" y="1927511"/>
            <a:ext cx="1241088" cy="643502"/>
          </a:xfrm>
          <a:custGeom xmlns:a="http://schemas.openxmlformats.org/drawingml/2006/main">
            <a:pathLst>
              <a:path w="1241088" h="643502">
                <a:moveTo>
                  <a:pt x="1241088" y="0"/>
                </a:moveTo>
                <a:lnTo>
                  <a:pt x="1069614" y="643502"/>
                </a:lnTo>
                <a:lnTo>
                  <a:pt x="171474" y="643502"/>
                </a:lnTo>
                <a:lnTo>
                  <a:pt x="0" y="0"/>
                </a:lnTo>
                <a:lnTo>
                  <a:pt x="1241088" y="0"/>
                </a:lnTo>
              </a:path>
            </a:pathLst>
          </a:custGeom>
          <a:solidFill xmlns:a="http://schemas.openxmlformats.org/drawingml/2006/main">
            <a:srgbClr val="61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pdf-text-64-0">
            <a:extLst xmlns:a="http://schemas.openxmlformats.org/drawingml/2006/main">
              <a:ext uri="{FF2B5EF4-FFF2-40B4-BE49-F238E27FC236}">
                <a16:creationId xmlns:a16="http://schemas.microsoft.com/office/drawing/2014/main" id="{9D9D1A43-10CC-4EA0-85F7-FA9AB401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6146" y="2077749"/>
            <a:ext cx="1026601" cy="167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2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Latent Action</a:t>
            </a:r>
          </a:p>
        </p:txBody>
      </p:sp>
      <p:sp>
        <p:nvSpPr>
          <p:cNvPr id="127" name="pdf-text-65-0">
            <a:extLst xmlns:a="http://schemas.openxmlformats.org/drawingml/2006/main">
              <a:ext uri="{FF2B5EF4-FFF2-40B4-BE49-F238E27FC236}">
                <a16:creationId xmlns:a16="http://schemas.microsoft.com/office/drawing/2014/main" id="{FA7B4E4B-C8F4-4DB4-8BDE-705CBA9C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6146" y="2077749"/>
            <a:ext cx="1026601" cy="167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2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Latent Action</a:t>
            </a:r>
          </a:p>
        </p:txBody>
      </p:sp>
      <p:sp>
        <p:nvSpPr>
          <p:cNvPr id="128" name="pdf-text-66-0">
            <a:extLst xmlns:a="http://schemas.openxmlformats.org/drawingml/2006/main">
              <a:ext uri="{FF2B5EF4-FFF2-40B4-BE49-F238E27FC236}">
                <a16:creationId xmlns:a16="http://schemas.microsoft.com/office/drawing/2014/main" id="{69DBA34A-B003-4183-94EF-6607DD57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2680" y="2280781"/>
            <a:ext cx="674132" cy="167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2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Decoder</a:t>
            </a:r>
          </a:p>
        </p:txBody>
      </p:sp>
      <p:sp>
        <p:nvSpPr>
          <p:cNvPr id="129" name="pdf-text-67-0">
            <a:extLst xmlns:a="http://schemas.openxmlformats.org/drawingml/2006/main">
              <a:ext uri="{FF2B5EF4-FFF2-40B4-BE49-F238E27FC236}">
                <a16:creationId xmlns:a16="http://schemas.microsoft.com/office/drawing/2014/main" id="{F1DD581E-A9C1-4E94-8F68-D7FE6A8E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2680" y="2280781"/>
            <a:ext cx="674132" cy="167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2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Decoder</a:t>
            </a:r>
          </a:p>
        </p:txBody>
      </p:sp>
      <p:sp>
        <p:nvSpPr>
          <p:cNvPr id="130" name="pdf-text-68-0">
            <a:extLst xmlns:a="http://schemas.openxmlformats.org/drawingml/2006/main">
              <a:ext uri="{FF2B5EF4-FFF2-40B4-BE49-F238E27FC236}">
                <a16:creationId xmlns:a16="http://schemas.microsoft.com/office/drawing/2014/main" id="{4A96B2AE-6721-44C4-8D5D-6C61D62D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7681" y="1066324"/>
            <a:ext cx="998546" cy="167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2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latent actions</a:t>
            </a:r>
          </a:p>
        </p:txBody>
      </p:sp>
      <p:sp>
        <p:nvSpPr>
          <p:cNvPr id="131" name="pdf-path-164">
            <a:extLst xmlns:a="http://schemas.openxmlformats.org/drawingml/2006/main">
              <a:ext uri="{FF2B5EF4-FFF2-40B4-BE49-F238E27FC236}">
                <a16:creationId xmlns:a16="http://schemas.microsoft.com/office/drawing/2014/main" id="{0A8A1395-CD0F-423F-A246-FEB27810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4537" y="1472699"/>
            <a:ext cx="231716" cy="199756"/>
          </a:xfrm>
          <a:custGeom xmlns:a="http://schemas.openxmlformats.org/drawingml/2006/main">
            <a:pathLst>
              <a:path w="231716" h="199756">
                <a:moveTo>
                  <a:pt x="0" y="0"/>
                </a:moveTo>
                <a:lnTo>
                  <a:pt x="231716" y="0"/>
                </a:lnTo>
                <a:lnTo>
                  <a:pt x="231716" y="199756"/>
                </a:lnTo>
                <a:lnTo>
                  <a:pt x="0" y="199756"/>
                </a:lnTo>
                <a:close/>
              </a:path>
            </a:pathLst>
          </a:custGeom>
          <a:solidFill xmlns:a="http://schemas.openxmlformats.org/drawingml/2006/main">
            <a:srgbClr val="71B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pdf-path-165">
            <a:extLst xmlns:a="http://schemas.openxmlformats.org/drawingml/2006/main">
              <a:ext uri="{FF2B5EF4-FFF2-40B4-BE49-F238E27FC236}">
                <a16:creationId xmlns:a16="http://schemas.microsoft.com/office/drawing/2014/main" id="{B2136E6D-083B-4D9E-9EEE-CE814BF9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4537" y="1472699"/>
            <a:ext cx="231717" cy="199756"/>
          </a:xfrm>
          <a:custGeom xmlns:a="http://schemas.openxmlformats.org/drawingml/2006/main">
            <a:pathLst>
              <a:path w="231717" h="199756">
                <a:moveTo>
                  <a:pt x="0" y="0"/>
                </a:moveTo>
                <a:lnTo>
                  <a:pt x="231717" y="0"/>
                </a:lnTo>
                <a:lnTo>
                  <a:pt x="231717" y="199756"/>
                </a:lnTo>
                <a:lnTo>
                  <a:pt x="0" y="1997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487">
            <a:solidFill>
              <a:srgbClr val="042433"/>
            </a:solidFill>
            <a:prstDash val="solid"/>
          </a:ln>
        </p:spPr>
      </p:sp>
      <p:sp>
        <p:nvSpPr>
          <p:cNvPr id="133" name="pdf-path-166">
            <a:extLst xmlns:a="http://schemas.openxmlformats.org/drawingml/2006/main">
              <a:ext uri="{FF2B5EF4-FFF2-40B4-BE49-F238E27FC236}">
                <a16:creationId xmlns:a16="http://schemas.microsoft.com/office/drawing/2014/main" id="{4DC1E446-9620-4F03-8BAE-938A0D09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3028" y="1472700"/>
            <a:ext cx="231716" cy="199756"/>
          </a:xfrm>
          <a:custGeom xmlns:a="http://schemas.openxmlformats.org/drawingml/2006/main">
            <a:pathLst>
              <a:path w="231716" h="199756">
                <a:moveTo>
                  <a:pt x="0" y="0"/>
                </a:moveTo>
                <a:lnTo>
                  <a:pt x="231716" y="0"/>
                </a:lnTo>
                <a:lnTo>
                  <a:pt x="231716" y="199756"/>
                </a:lnTo>
                <a:lnTo>
                  <a:pt x="0" y="199756"/>
                </a:lnTo>
                <a:close/>
              </a:path>
            </a:pathLst>
          </a:custGeom>
          <a:solidFill xmlns:a="http://schemas.openxmlformats.org/drawingml/2006/main">
            <a:srgbClr val="F972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pdf-path-167">
            <a:extLst xmlns:a="http://schemas.openxmlformats.org/drawingml/2006/main">
              <a:ext uri="{FF2B5EF4-FFF2-40B4-BE49-F238E27FC236}">
                <a16:creationId xmlns:a16="http://schemas.microsoft.com/office/drawing/2014/main" id="{563EC9C2-11D4-465D-A7A0-1BC6BEBB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3028" y="1472700"/>
            <a:ext cx="231716" cy="199756"/>
          </a:xfrm>
          <a:custGeom xmlns:a="http://schemas.openxmlformats.org/drawingml/2006/main">
            <a:pathLst>
              <a:path w="231716" h="199756">
                <a:moveTo>
                  <a:pt x="0" y="0"/>
                </a:moveTo>
                <a:lnTo>
                  <a:pt x="231716" y="0"/>
                </a:lnTo>
                <a:lnTo>
                  <a:pt x="231716" y="199756"/>
                </a:lnTo>
                <a:lnTo>
                  <a:pt x="0" y="1997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487">
            <a:solidFill>
              <a:srgbClr val="042433"/>
            </a:solidFill>
            <a:prstDash val="solid"/>
          </a:ln>
        </p:spPr>
      </p:sp>
      <p:sp>
        <p:nvSpPr>
          <p:cNvPr id="135" name="pdf-path-168">
            <a:extLst xmlns:a="http://schemas.openxmlformats.org/drawingml/2006/main">
              <a:ext uri="{FF2B5EF4-FFF2-40B4-BE49-F238E27FC236}">
                <a16:creationId xmlns:a16="http://schemas.microsoft.com/office/drawing/2014/main" id="{DEE7BF64-1074-4900-8D11-D75C132B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05103" y="1472700"/>
            <a:ext cx="231717" cy="199756"/>
          </a:xfrm>
          <a:custGeom xmlns:a="http://schemas.openxmlformats.org/drawingml/2006/main">
            <a:pathLst>
              <a:path w="231717" h="199756">
                <a:moveTo>
                  <a:pt x="0" y="0"/>
                </a:moveTo>
                <a:lnTo>
                  <a:pt x="231717" y="0"/>
                </a:lnTo>
                <a:lnTo>
                  <a:pt x="231717" y="199756"/>
                </a:lnTo>
                <a:lnTo>
                  <a:pt x="0" y="199756"/>
                </a:lnTo>
                <a:close/>
              </a:path>
            </a:pathLst>
          </a:custGeom>
          <a:solidFill xmlns:a="http://schemas.openxmlformats.org/drawingml/2006/main">
            <a:srgbClr val="6494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pdf-path-169">
            <a:extLst xmlns:a="http://schemas.openxmlformats.org/drawingml/2006/main">
              <a:ext uri="{FF2B5EF4-FFF2-40B4-BE49-F238E27FC236}">
                <a16:creationId xmlns:a16="http://schemas.microsoft.com/office/drawing/2014/main" id="{31492815-C760-40EF-A1B6-B7762FBD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05103" y="1472700"/>
            <a:ext cx="231716" cy="199756"/>
          </a:xfrm>
          <a:custGeom xmlns:a="http://schemas.openxmlformats.org/drawingml/2006/main">
            <a:pathLst>
              <a:path w="231716" h="199756">
                <a:moveTo>
                  <a:pt x="0" y="0"/>
                </a:moveTo>
                <a:lnTo>
                  <a:pt x="231716" y="0"/>
                </a:lnTo>
                <a:lnTo>
                  <a:pt x="231716" y="199756"/>
                </a:lnTo>
                <a:lnTo>
                  <a:pt x="0" y="1997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487">
            <a:solidFill>
              <a:srgbClr val="042433"/>
            </a:solidFill>
            <a:prstDash val="solid"/>
          </a:ln>
        </p:spPr>
      </p:sp>
      <p:sp>
        <p:nvSpPr>
          <p:cNvPr id="137" name="pdf-path-170">
            <a:extLst xmlns:a="http://schemas.openxmlformats.org/drawingml/2006/main">
              <a:ext uri="{FF2B5EF4-FFF2-40B4-BE49-F238E27FC236}">
                <a16:creationId xmlns:a16="http://schemas.microsoft.com/office/drawing/2014/main" id="{83144103-CBD9-44FB-83C5-D2B283E8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64743" y="1472699"/>
            <a:ext cx="231716" cy="199756"/>
          </a:xfrm>
          <a:custGeom xmlns:a="http://schemas.openxmlformats.org/drawingml/2006/main">
            <a:pathLst>
              <a:path w="231716" h="199756">
                <a:moveTo>
                  <a:pt x="0" y="0"/>
                </a:moveTo>
                <a:lnTo>
                  <a:pt x="231716" y="0"/>
                </a:lnTo>
                <a:lnTo>
                  <a:pt x="231716" y="199756"/>
                </a:lnTo>
                <a:lnTo>
                  <a:pt x="0" y="19975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pdf-path-171">
            <a:extLst xmlns:a="http://schemas.openxmlformats.org/drawingml/2006/main">
              <a:ext uri="{FF2B5EF4-FFF2-40B4-BE49-F238E27FC236}">
                <a16:creationId xmlns:a16="http://schemas.microsoft.com/office/drawing/2014/main" id="{E8950002-C4B3-4773-88B9-8554775F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64743" y="1472699"/>
            <a:ext cx="231716" cy="199756"/>
          </a:xfrm>
          <a:custGeom xmlns:a="http://schemas.openxmlformats.org/drawingml/2006/main">
            <a:pathLst>
              <a:path w="231716" h="199756">
                <a:moveTo>
                  <a:pt x="0" y="0"/>
                </a:moveTo>
                <a:lnTo>
                  <a:pt x="231716" y="0"/>
                </a:lnTo>
                <a:lnTo>
                  <a:pt x="231716" y="199756"/>
                </a:lnTo>
                <a:lnTo>
                  <a:pt x="0" y="1997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487">
            <a:solidFill>
              <a:srgbClr val="042433"/>
            </a:solidFill>
            <a:prstDash val="solid"/>
          </a:ln>
        </p:spPr>
      </p:sp>
      <p:sp>
        <p:nvSpPr>
          <p:cNvPr id="139" name="pdf-text-69-0">
            <a:extLst xmlns:a="http://schemas.openxmlformats.org/drawingml/2006/main">
              <a:ext uri="{FF2B5EF4-FFF2-40B4-BE49-F238E27FC236}">
                <a16:creationId xmlns:a16="http://schemas.microsoft.com/office/drawing/2014/main" id="{B357AF0F-EC85-4C7E-ABBC-590A2A35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5566" y="1494620"/>
            <a:ext cx="125846" cy="125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9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40" name="pdf-path-173">
            <a:extLst xmlns:a="http://schemas.openxmlformats.org/drawingml/2006/main">
              <a:ext uri="{FF2B5EF4-FFF2-40B4-BE49-F238E27FC236}">
                <a16:creationId xmlns:a16="http://schemas.microsoft.com/office/drawing/2014/main" id="{CE3DCFB3-751D-4205-B672-13572863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6933" y="1472699"/>
            <a:ext cx="231716" cy="199756"/>
          </a:xfrm>
          <a:custGeom xmlns:a="http://schemas.openxmlformats.org/drawingml/2006/main">
            <a:pathLst>
              <a:path w="231716" h="199756">
                <a:moveTo>
                  <a:pt x="0" y="0"/>
                </a:moveTo>
                <a:lnTo>
                  <a:pt x="231716" y="0"/>
                </a:lnTo>
                <a:lnTo>
                  <a:pt x="231716" y="199756"/>
                </a:lnTo>
                <a:lnTo>
                  <a:pt x="0" y="19975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pdf-path-174">
            <a:extLst xmlns:a="http://schemas.openxmlformats.org/drawingml/2006/main">
              <a:ext uri="{FF2B5EF4-FFF2-40B4-BE49-F238E27FC236}">
                <a16:creationId xmlns:a16="http://schemas.microsoft.com/office/drawing/2014/main" id="{F91BCA00-864A-4418-BECD-036935C7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6933" y="1472699"/>
            <a:ext cx="231717" cy="199756"/>
          </a:xfrm>
          <a:custGeom xmlns:a="http://schemas.openxmlformats.org/drawingml/2006/main">
            <a:pathLst>
              <a:path w="231717" h="199756">
                <a:moveTo>
                  <a:pt x="0" y="0"/>
                </a:moveTo>
                <a:lnTo>
                  <a:pt x="231717" y="0"/>
                </a:lnTo>
                <a:lnTo>
                  <a:pt x="231717" y="199756"/>
                </a:lnTo>
                <a:lnTo>
                  <a:pt x="0" y="1997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487">
            <a:solidFill>
              <a:srgbClr val="042433"/>
            </a:solidFill>
            <a:prstDash val="solid"/>
          </a:ln>
        </p:spPr>
      </p:sp>
      <p:sp>
        <p:nvSpPr>
          <p:cNvPr id="142" name="pdf-text-70-0">
            <a:extLst xmlns:a="http://schemas.openxmlformats.org/drawingml/2006/main">
              <a:ext uri="{FF2B5EF4-FFF2-40B4-BE49-F238E27FC236}">
                <a16:creationId xmlns:a16="http://schemas.microsoft.com/office/drawing/2014/main" id="{9A5389D8-7B29-48B3-9B1A-3BE2655C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7755" y="1494620"/>
            <a:ext cx="125846" cy="125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9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43" name="pdf-path-176-part-0">
            <a:extLst xmlns:a="http://schemas.openxmlformats.org/drawingml/2006/main">
              <a:ext uri="{FF2B5EF4-FFF2-40B4-BE49-F238E27FC236}">
                <a16:creationId xmlns:a16="http://schemas.microsoft.com/office/drawing/2014/main" id="{71BA01FF-50EF-40D3-A052-5B1300D6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7915" y="1672360"/>
            <a:ext cx="45539" cy="255151"/>
          </a:xfrm>
          <a:custGeom xmlns:a="http://schemas.openxmlformats.org/drawingml/2006/main">
            <a:pathLst>
              <a:path w="45539" h="255151">
                <a:moveTo>
                  <a:pt x="1684" y="0"/>
                </a:moveTo>
                <a:lnTo>
                  <a:pt x="0" y="198251"/>
                </a:lnTo>
                <a:lnTo>
                  <a:pt x="22721" y="198444"/>
                </a:lnTo>
                <a:lnTo>
                  <a:pt x="24406" y="193"/>
                </a:lnTo>
                <a:lnTo>
                  <a:pt x="1684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pdf-path-176-part-1">
            <a:extLst xmlns:a="http://schemas.openxmlformats.org/drawingml/2006/main">
              <a:ext uri="{FF2B5EF4-FFF2-40B4-BE49-F238E27FC236}">
                <a16:creationId xmlns:a16="http://schemas.microsoft.com/office/drawing/2014/main" id="{489A1168-B8A4-420D-B570-6935AA2E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7915" y="1672360"/>
            <a:ext cx="45539" cy="255151"/>
          </a:xfrm>
          <a:custGeom xmlns:a="http://schemas.openxmlformats.org/drawingml/2006/main">
            <a:pathLst>
              <a:path w="45539" h="255151">
                <a:moveTo>
                  <a:pt x="-22626" y="186698"/>
                </a:moveTo>
                <a:lnTo>
                  <a:pt x="10878" y="255151"/>
                </a:lnTo>
                <a:lnTo>
                  <a:pt x="45539" y="187277"/>
                </a:lnTo>
                <a:lnTo>
                  <a:pt x="-22626" y="18669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pdf-path-177">
            <a:extLst xmlns:a="http://schemas.openxmlformats.org/drawingml/2006/main">
              <a:ext uri="{FF2B5EF4-FFF2-40B4-BE49-F238E27FC236}">
                <a16:creationId xmlns:a16="http://schemas.microsoft.com/office/drawing/2014/main" id="{043F0951-59F6-4E7D-88CB-0D52FA0E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39015" y="1194399"/>
            <a:ext cx="1452163" cy="1744155"/>
          </a:xfrm>
          <a:custGeom xmlns:a="http://schemas.openxmlformats.org/drawingml/2006/main">
            <a:pathLst>
              <a:path w="1452163" h="1744155">
                <a:moveTo>
                  <a:pt x="0" y="242034"/>
                </a:moveTo>
                <a:cubicBezTo>
                  <a:pt x="0" y="108363"/>
                  <a:pt x="108360" y="0"/>
                  <a:pt x="242029" y="0"/>
                </a:cubicBezTo>
                <a:lnTo>
                  <a:pt x="1210134" y="0"/>
                </a:lnTo>
                <a:cubicBezTo>
                  <a:pt x="1343804" y="0"/>
                  <a:pt x="1452163" y="108363"/>
                  <a:pt x="1452163" y="242034"/>
                </a:cubicBezTo>
                <a:lnTo>
                  <a:pt x="1452163" y="1502120"/>
                </a:lnTo>
                <a:cubicBezTo>
                  <a:pt x="1452163" y="1635792"/>
                  <a:pt x="1343804" y="1744155"/>
                  <a:pt x="1210134" y="1744155"/>
                </a:cubicBezTo>
                <a:lnTo>
                  <a:pt x="242029" y="1744155"/>
                </a:lnTo>
                <a:cubicBezTo>
                  <a:pt x="108360" y="1744155"/>
                  <a:pt x="0" y="1635792"/>
                  <a:pt x="0" y="1502120"/>
                </a:cubicBezTo>
                <a:lnTo>
                  <a:pt x="0" y="242034"/>
                </a:lnTo>
              </a:path>
            </a:pathLst>
          </a:custGeom>
          <a:solidFill xmlns:a="http://schemas.openxmlformats.org/drawingml/2006/main">
            <a:srgbClr val="C1E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pdf-path-178">
            <a:extLst xmlns:a="http://schemas.openxmlformats.org/drawingml/2006/main">
              <a:ext uri="{FF2B5EF4-FFF2-40B4-BE49-F238E27FC236}">
                <a16:creationId xmlns:a16="http://schemas.microsoft.com/office/drawing/2014/main" id="{B5087C15-D02E-4CAC-BDCF-968976C4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49892" y="2173558"/>
            <a:ext cx="1241086" cy="643503"/>
          </a:xfrm>
          <a:custGeom xmlns:a="http://schemas.openxmlformats.org/drawingml/2006/main">
            <a:pathLst>
              <a:path w="1241086" h="643503">
                <a:moveTo>
                  <a:pt x="1241086" y="0"/>
                </a:moveTo>
                <a:lnTo>
                  <a:pt x="1069613" y="643503"/>
                </a:lnTo>
                <a:lnTo>
                  <a:pt x="171472" y="643503"/>
                </a:lnTo>
                <a:lnTo>
                  <a:pt x="0" y="0"/>
                </a:lnTo>
                <a:lnTo>
                  <a:pt x="1241086" y="0"/>
                </a:lnTo>
              </a:path>
            </a:pathLst>
          </a:custGeom>
          <a:solidFill xmlns:a="http://schemas.openxmlformats.org/drawingml/2006/main">
            <a:srgbClr val="61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pdf-text-71-0">
            <a:extLst xmlns:a="http://schemas.openxmlformats.org/drawingml/2006/main">
              <a:ext uri="{FF2B5EF4-FFF2-40B4-BE49-F238E27FC236}">
                <a16:creationId xmlns:a16="http://schemas.microsoft.com/office/drawing/2014/main" id="{9EDE535A-7985-48E2-A441-A85B02F6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67789" y="2324407"/>
            <a:ext cx="1026602" cy="167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2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Latent Action</a:t>
            </a:r>
          </a:p>
        </p:txBody>
      </p:sp>
      <p:sp>
        <p:nvSpPr>
          <p:cNvPr id="148" name="pdf-text-72-0">
            <a:extLst xmlns:a="http://schemas.openxmlformats.org/drawingml/2006/main">
              <a:ext uri="{FF2B5EF4-FFF2-40B4-BE49-F238E27FC236}">
                <a16:creationId xmlns:a16="http://schemas.microsoft.com/office/drawing/2014/main" id="{560072E9-34AA-4E85-8BD7-C47679E1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67789" y="2324407"/>
            <a:ext cx="1026602" cy="167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2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Latent Action</a:t>
            </a:r>
          </a:p>
        </p:txBody>
      </p:sp>
      <p:sp>
        <p:nvSpPr>
          <p:cNvPr id="149" name="pdf-text-73-0">
            <a:extLst xmlns:a="http://schemas.openxmlformats.org/drawingml/2006/main">
              <a:ext uri="{FF2B5EF4-FFF2-40B4-BE49-F238E27FC236}">
                <a16:creationId xmlns:a16="http://schemas.microsoft.com/office/drawing/2014/main" id="{49C61570-6A89-4BBB-B8FA-E8A054AB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44323" y="2527439"/>
            <a:ext cx="674132" cy="167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2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Decoder</a:t>
            </a:r>
          </a:p>
        </p:txBody>
      </p:sp>
      <p:sp>
        <p:nvSpPr>
          <p:cNvPr id="150" name="pdf-text-74-0">
            <a:extLst xmlns:a="http://schemas.openxmlformats.org/drawingml/2006/main">
              <a:ext uri="{FF2B5EF4-FFF2-40B4-BE49-F238E27FC236}">
                <a16:creationId xmlns:a16="http://schemas.microsoft.com/office/drawing/2014/main" id="{F4A372A3-5049-4CE7-A3C1-4A2671F4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44323" y="2527439"/>
            <a:ext cx="674132" cy="167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2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Decoder</a:t>
            </a:r>
          </a:p>
        </p:txBody>
      </p:sp>
      <p:sp>
        <p:nvSpPr>
          <p:cNvPr id="151" name="pdf-text-75-0">
            <a:extLst xmlns:a="http://schemas.openxmlformats.org/drawingml/2006/main">
              <a:ext uri="{FF2B5EF4-FFF2-40B4-BE49-F238E27FC236}">
                <a16:creationId xmlns:a16="http://schemas.microsoft.com/office/drawing/2014/main" id="{040E6337-CE4A-47D9-8046-5CC25805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78479" y="1324728"/>
            <a:ext cx="998546" cy="167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2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latent actions</a:t>
            </a:r>
          </a:p>
        </p:txBody>
      </p:sp>
      <p:sp>
        <p:nvSpPr>
          <p:cNvPr id="152" name="pdf-path-184">
            <a:extLst xmlns:a="http://schemas.openxmlformats.org/drawingml/2006/main">
              <a:ext uri="{FF2B5EF4-FFF2-40B4-BE49-F238E27FC236}">
                <a16:creationId xmlns:a16="http://schemas.microsoft.com/office/drawing/2014/main" id="{C10A497C-9A11-4BEF-8F2E-65ECA75A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16179" y="1718747"/>
            <a:ext cx="231717" cy="199756"/>
          </a:xfrm>
          <a:custGeom xmlns:a="http://schemas.openxmlformats.org/drawingml/2006/main">
            <a:pathLst>
              <a:path w="231717" h="199756">
                <a:moveTo>
                  <a:pt x="0" y="0"/>
                </a:moveTo>
                <a:lnTo>
                  <a:pt x="231717" y="0"/>
                </a:lnTo>
                <a:lnTo>
                  <a:pt x="231717" y="199756"/>
                </a:lnTo>
                <a:lnTo>
                  <a:pt x="0" y="199756"/>
                </a:lnTo>
                <a:close/>
              </a:path>
            </a:pathLst>
          </a:custGeom>
          <a:solidFill xmlns:a="http://schemas.openxmlformats.org/drawingml/2006/main">
            <a:srgbClr val="71B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pdf-path-185">
            <a:extLst xmlns:a="http://schemas.openxmlformats.org/drawingml/2006/main">
              <a:ext uri="{FF2B5EF4-FFF2-40B4-BE49-F238E27FC236}">
                <a16:creationId xmlns:a16="http://schemas.microsoft.com/office/drawing/2014/main" id="{9BB1FF0F-848A-4498-8E6A-28B92758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16179" y="1718747"/>
            <a:ext cx="231717" cy="199756"/>
          </a:xfrm>
          <a:custGeom xmlns:a="http://schemas.openxmlformats.org/drawingml/2006/main">
            <a:pathLst>
              <a:path w="231717" h="199756">
                <a:moveTo>
                  <a:pt x="0" y="0"/>
                </a:moveTo>
                <a:lnTo>
                  <a:pt x="231717" y="0"/>
                </a:lnTo>
                <a:lnTo>
                  <a:pt x="231717" y="199756"/>
                </a:lnTo>
                <a:lnTo>
                  <a:pt x="0" y="1997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487">
            <a:solidFill>
              <a:srgbClr val="042433"/>
            </a:solidFill>
            <a:prstDash val="solid"/>
          </a:ln>
        </p:spPr>
      </p:sp>
      <p:sp>
        <p:nvSpPr>
          <p:cNvPr id="154" name="pdf-path-186">
            <a:extLst xmlns:a="http://schemas.openxmlformats.org/drawingml/2006/main">
              <a:ext uri="{FF2B5EF4-FFF2-40B4-BE49-F238E27FC236}">
                <a16:creationId xmlns:a16="http://schemas.microsoft.com/office/drawing/2014/main" id="{AF805D61-7922-4560-9601-B6AE8691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84675" y="1718747"/>
            <a:ext cx="231711" cy="199755"/>
          </a:xfrm>
          <a:custGeom xmlns:a="http://schemas.openxmlformats.org/drawingml/2006/main">
            <a:pathLst>
              <a:path w="231711" h="199755">
                <a:moveTo>
                  <a:pt x="0" y="0"/>
                </a:moveTo>
                <a:lnTo>
                  <a:pt x="231711" y="0"/>
                </a:lnTo>
                <a:lnTo>
                  <a:pt x="231711" y="199755"/>
                </a:lnTo>
                <a:lnTo>
                  <a:pt x="0" y="199755"/>
                </a:lnTo>
                <a:close/>
              </a:path>
            </a:pathLst>
          </a:custGeom>
          <a:solidFill xmlns:a="http://schemas.openxmlformats.org/drawingml/2006/main">
            <a:srgbClr val="F972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pdf-path-187">
            <a:extLst xmlns:a="http://schemas.openxmlformats.org/drawingml/2006/main">
              <a:ext uri="{FF2B5EF4-FFF2-40B4-BE49-F238E27FC236}">
                <a16:creationId xmlns:a16="http://schemas.microsoft.com/office/drawing/2014/main" id="{D56575DD-CCC3-4E40-9809-8369EF7B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84675" y="1718747"/>
            <a:ext cx="231717" cy="199756"/>
          </a:xfrm>
          <a:custGeom xmlns:a="http://schemas.openxmlformats.org/drawingml/2006/main">
            <a:pathLst>
              <a:path w="231717" h="199756">
                <a:moveTo>
                  <a:pt x="0" y="0"/>
                </a:moveTo>
                <a:lnTo>
                  <a:pt x="231717" y="0"/>
                </a:lnTo>
                <a:lnTo>
                  <a:pt x="231717" y="199756"/>
                </a:lnTo>
                <a:lnTo>
                  <a:pt x="0" y="1997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487">
            <a:solidFill>
              <a:srgbClr val="042433"/>
            </a:solidFill>
            <a:prstDash val="solid"/>
          </a:ln>
        </p:spPr>
      </p:sp>
      <p:sp>
        <p:nvSpPr>
          <p:cNvPr id="156" name="pdf-path-188">
            <a:extLst xmlns:a="http://schemas.openxmlformats.org/drawingml/2006/main">
              <a:ext uri="{FF2B5EF4-FFF2-40B4-BE49-F238E27FC236}">
                <a16:creationId xmlns:a16="http://schemas.microsoft.com/office/drawing/2014/main" id="{12806791-4582-4A81-A9F6-FFCAFFD9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56744" y="1718747"/>
            <a:ext cx="231718" cy="199755"/>
          </a:xfrm>
          <a:custGeom xmlns:a="http://schemas.openxmlformats.org/drawingml/2006/main">
            <a:pathLst>
              <a:path w="231718" h="199755">
                <a:moveTo>
                  <a:pt x="0" y="0"/>
                </a:moveTo>
                <a:lnTo>
                  <a:pt x="231718" y="0"/>
                </a:lnTo>
                <a:lnTo>
                  <a:pt x="231718" y="199755"/>
                </a:lnTo>
                <a:lnTo>
                  <a:pt x="0" y="199755"/>
                </a:lnTo>
                <a:close/>
              </a:path>
            </a:pathLst>
          </a:custGeom>
          <a:solidFill xmlns:a="http://schemas.openxmlformats.org/drawingml/2006/main">
            <a:srgbClr val="6494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pdf-path-189">
            <a:extLst xmlns:a="http://schemas.openxmlformats.org/drawingml/2006/main">
              <a:ext uri="{FF2B5EF4-FFF2-40B4-BE49-F238E27FC236}">
                <a16:creationId xmlns:a16="http://schemas.microsoft.com/office/drawing/2014/main" id="{BC4309C0-5EAE-4A96-A03C-67B2D9CB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56744" y="1718747"/>
            <a:ext cx="231717" cy="199756"/>
          </a:xfrm>
          <a:custGeom xmlns:a="http://schemas.openxmlformats.org/drawingml/2006/main">
            <a:pathLst>
              <a:path w="231717" h="199756">
                <a:moveTo>
                  <a:pt x="0" y="0"/>
                </a:moveTo>
                <a:lnTo>
                  <a:pt x="231717" y="0"/>
                </a:lnTo>
                <a:lnTo>
                  <a:pt x="231717" y="199756"/>
                </a:lnTo>
                <a:lnTo>
                  <a:pt x="0" y="1997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487">
            <a:solidFill>
              <a:srgbClr val="042433"/>
            </a:solidFill>
            <a:prstDash val="solid"/>
          </a:ln>
        </p:spPr>
      </p:sp>
      <p:sp>
        <p:nvSpPr>
          <p:cNvPr id="158" name="pdf-path-190">
            <a:extLst xmlns:a="http://schemas.openxmlformats.org/drawingml/2006/main">
              <a:ext uri="{FF2B5EF4-FFF2-40B4-BE49-F238E27FC236}">
                <a16:creationId xmlns:a16="http://schemas.microsoft.com/office/drawing/2014/main" id="{9B07D1E6-AC20-4A48-A118-E4479702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16385" y="1718747"/>
            <a:ext cx="231717" cy="199756"/>
          </a:xfrm>
          <a:custGeom xmlns:a="http://schemas.openxmlformats.org/drawingml/2006/main">
            <a:pathLst>
              <a:path w="231717" h="199756">
                <a:moveTo>
                  <a:pt x="0" y="0"/>
                </a:moveTo>
                <a:lnTo>
                  <a:pt x="231717" y="0"/>
                </a:lnTo>
                <a:lnTo>
                  <a:pt x="231717" y="199756"/>
                </a:lnTo>
                <a:lnTo>
                  <a:pt x="0" y="19975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pdf-path-191">
            <a:extLst xmlns:a="http://schemas.openxmlformats.org/drawingml/2006/main">
              <a:ext uri="{FF2B5EF4-FFF2-40B4-BE49-F238E27FC236}">
                <a16:creationId xmlns:a16="http://schemas.microsoft.com/office/drawing/2014/main" id="{D0BF2751-891A-48DC-82B5-9FA030CF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16385" y="1718747"/>
            <a:ext cx="231717" cy="199756"/>
          </a:xfrm>
          <a:custGeom xmlns:a="http://schemas.openxmlformats.org/drawingml/2006/main">
            <a:pathLst>
              <a:path w="231717" h="199756">
                <a:moveTo>
                  <a:pt x="0" y="0"/>
                </a:moveTo>
                <a:lnTo>
                  <a:pt x="231717" y="0"/>
                </a:lnTo>
                <a:lnTo>
                  <a:pt x="231717" y="199756"/>
                </a:lnTo>
                <a:lnTo>
                  <a:pt x="0" y="1997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487">
            <a:solidFill>
              <a:srgbClr val="042433"/>
            </a:solidFill>
            <a:prstDash val="solid"/>
          </a:ln>
        </p:spPr>
      </p:sp>
      <p:sp>
        <p:nvSpPr>
          <p:cNvPr id="160" name="pdf-text-76-0">
            <a:extLst xmlns:a="http://schemas.openxmlformats.org/drawingml/2006/main">
              <a:ext uri="{FF2B5EF4-FFF2-40B4-BE49-F238E27FC236}">
                <a16:creationId xmlns:a16="http://schemas.microsoft.com/office/drawing/2014/main" id="{2B36FD4F-4A39-4740-82F1-C7C9D221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67206" y="1741279"/>
            <a:ext cx="125846" cy="125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9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61" name="pdf-path-193">
            <a:extLst xmlns:a="http://schemas.openxmlformats.org/drawingml/2006/main">
              <a:ext uri="{FF2B5EF4-FFF2-40B4-BE49-F238E27FC236}">
                <a16:creationId xmlns:a16="http://schemas.microsoft.com/office/drawing/2014/main" id="{17471A30-4978-4396-991A-E84D5638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88573" y="1718747"/>
            <a:ext cx="231717" cy="199756"/>
          </a:xfrm>
          <a:custGeom xmlns:a="http://schemas.openxmlformats.org/drawingml/2006/main">
            <a:pathLst>
              <a:path w="231717" h="199756">
                <a:moveTo>
                  <a:pt x="0" y="0"/>
                </a:moveTo>
                <a:lnTo>
                  <a:pt x="231717" y="0"/>
                </a:lnTo>
                <a:lnTo>
                  <a:pt x="231717" y="199756"/>
                </a:lnTo>
                <a:lnTo>
                  <a:pt x="0" y="19975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pdf-path-194">
            <a:extLst xmlns:a="http://schemas.openxmlformats.org/drawingml/2006/main">
              <a:ext uri="{FF2B5EF4-FFF2-40B4-BE49-F238E27FC236}">
                <a16:creationId xmlns:a16="http://schemas.microsoft.com/office/drawing/2014/main" id="{C9CC94FB-BAB4-4F72-A387-AF16C7F3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88573" y="1718747"/>
            <a:ext cx="231717" cy="199756"/>
          </a:xfrm>
          <a:custGeom xmlns:a="http://schemas.openxmlformats.org/drawingml/2006/main">
            <a:pathLst>
              <a:path w="231717" h="199756">
                <a:moveTo>
                  <a:pt x="0" y="0"/>
                </a:moveTo>
                <a:lnTo>
                  <a:pt x="231717" y="0"/>
                </a:lnTo>
                <a:lnTo>
                  <a:pt x="231717" y="199756"/>
                </a:lnTo>
                <a:lnTo>
                  <a:pt x="0" y="1997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487">
            <a:solidFill>
              <a:srgbClr val="042433"/>
            </a:solidFill>
            <a:prstDash val="solid"/>
          </a:ln>
        </p:spPr>
      </p:sp>
      <p:sp>
        <p:nvSpPr>
          <p:cNvPr id="163" name="pdf-text-77-0">
            <a:extLst xmlns:a="http://schemas.openxmlformats.org/drawingml/2006/main">
              <a:ext uri="{FF2B5EF4-FFF2-40B4-BE49-F238E27FC236}">
                <a16:creationId xmlns:a16="http://schemas.microsoft.com/office/drawing/2014/main" id="{219F4AB8-9F5B-4D20-A461-221E5116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39401" y="1741279"/>
            <a:ext cx="125846" cy="125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9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64" name="pdf-path-196-part-0">
            <a:extLst xmlns:a="http://schemas.openxmlformats.org/drawingml/2006/main">
              <a:ext uri="{FF2B5EF4-FFF2-40B4-BE49-F238E27FC236}">
                <a16:creationId xmlns:a16="http://schemas.microsoft.com/office/drawing/2014/main" id="{53CFA22D-3091-41B3-A58F-3E45C23B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59560" y="1918406"/>
            <a:ext cx="45535" cy="255152"/>
          </a:xfrm>
          <a:custGeom xmlns:a="http://schemas.openxmlformats.org/drawingml/2006/main">
            <a:pathLst>
              <a:path w="45535" h="255152">
                <a:moveTo>
                  <a:pt x="1686" y="0"/>
                </a:moveTo>
                <a:lnTo>
                  <a:pt x="0" y="198252"/>
                </a:lnTo>
                <a:lnTo>
                  <a:pt x="22722" y="198445"/>
                </a:lnTo>
                <a:lnTo>
                  <a:pt x="24408" y="193"/>
                </a:lnTo>
                <a:lnTo>
                  <a:pt x="1686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pdf-path-196-part-1">
            <a:extLst xmlns:a="http://schemas.openxmlformats.org/drawingml/2006/main">
              <a:ext uri="{FF2B5EF4-FFF2-40B4-BE49-F238E27FC236}">
                <a16:creationId xmlns:a16="http://schemas.microsoft.com/office/drawing/2014/main" id="{F1904247-5799-4916-B94C-DC7D0411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59560" y="1918406"/>
            <a:ext cx="45535" cy="255152"/>
          </a:xfrm>
          <a:custGeom xmlns:a="http://schemas.openxmlformats.org/drawingml/2006/main">
            <a:pathLst>
              <a:path w="45535" h="255152">
                <a:moveTo>
                  <a:pt x="-22624" y="186698"/>
                </a:moveTo>
                <a:lnTo>
                  <a:pt x="10879" y="255152"/>
                </a:lnTo>
                <a:lnTo>
                  <a:pt x="45535" y="187278"/>
                </a:lnTo>
                <a:lnTo>
                  <a:pt x="-22624" y="18669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pdf-path-200">
            <a:extLst xmlns:a="http://schemas.openxmlformats.org/drawingml/2006/main">
              <a:ext uri="{FF2B5EF4-FFF2-40B4-BE49-F238E27FC236}">
                <a16:creationId xmlns:a16="http://schemas.microsoft.com/office/drawing/2014/main" id="{BCE210AB-19E7-4F21-AB36-6B0DE5D7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21562" y="1804646"/>
            <a:ext cx="463449" cy="233009"/>
          </a:xfrm>
          <a:custGeom xmlns:a="http://schemas.openxmlformats.org/drawingml/2006/main">
            <a:pathLst>
              <a:path w="463449" h="233009">
                <a:moveTo>
                  <a:pt x="462770" y="0"/>
                </a:moveTo>
                <a:lnTo>
                  <a:pt x="440754" y="539"/>
                </a:lnTo>
                <a:lnTo>
                  <a:pt x="418598" y="2132"/>
                </a:lnTo>
                <a:lnTo>
                  <a:pt x="396799" y="4701"/>
                </a:lnTo>
                <a:lnTo>
                  <a:pt x="377419" y="7868"/>
                </a:lnTo>
                <a:lnTo>
                  <a:pt x="381928" y="35467"/>
                </a:lnTo>
                <a:lnTo>
                  <a:pt x="401001" y="32352"/>
                </a:lnTo>
                <a:lnTo>
                  <a:pt x="400386" y="32438"/>
                </a:lnTo>
                <a:lnTo>
                  <a:pt x="421555" y="29943"/>
                </a:lnTo>
                <a:lnTo>
                  <a:pt x="420920" y="30003"/>
                </a:lnTo>
                <a:lnTo>
                  <a:pt x="442433" y="28457"/>
                </a:lnTo>
                <a:lnTo>
                  <a:pt x="441775" y="28488"/>
                </a:lnTo>
                <a:lnTo>
                  <a:pt x="463449" y="27958"/>
                </a:lnTo>
                <a:lnTo>
                  <a:pt x="462770" y="0"/>
                </a:lnTo>
                <a:moveTo>
                  <a:pt x="348859" y="14058"/>
                </a:moveTo>
                <a:lnTo>
                  <a:pt x="335148" y="17592"/>
                </a:lnTo>
                <a:lnTo>
                  <a:pt x="316363" y="23409"/>
                </a:lnTo>
                <a:lnTo>
                  <a:pt x="298716" y="29893"/>
                </a:lnTo>
                <a:lnTo>
                  <a:pt x="282350" y="37000"/>
                </a:lnTo>
                <a:lnTo>
                  <a:pt x="267401" y="44699"/>
                </a:lnTo>
                <a:lnTo>
                  <a:pt x="266688" y="45139"/>
                </a:lnTo>
                <a:lnTo>
                  <a:pt x="281405" y="68920"/>
                </a:lnTo>
                <a:lnTo>
                  <a:pt x="281650" y="68769"/>
                </a:lnTo>
                <a:lnTo>
                  <a:pt x="280699" y="69309"/>
                </a:lnTo>
                <a:lnTo>
                  <a:pt x="294745" y="62073"/>
                </a:lnTo>
                <a:lnTo>
                  <a:pt x="293913" y="62468"/>
                </a:lnTo>
                <a:lnTo>
                  <a:pt x="309483" y="55706"/>
                </a:lnTo>
                <a:lnTo>
                  <a:pt x="308734" y="56005"/>
                </a:lnTo>
                <a:lnTo>
                  <a:pt x="325668" y="49785"/>
                </a:lnTo>
                <a:lnTo>
                  <a:pt x="324983" y="50016"/>
                </a:lnTo>
                <a:lnTo>
                  <a:pt x="343105" y="44406"/>
                </a:lnTo>
                <a:lnTo>
                  <a:pt x="342454" y="44589"/>
                </a:lnTo>
                <a:lnTo>
                  <a:pt x="355844" y="41138"/>
                </a:lnTo>
                <a:lnTo>
                  <a:pt x="348859" y="14058"/>
                </a:lnTo>
                <a:moveTo>
                  <a:pt x="241295" y="62882"/>
                </a:moveTo>
                <a:lnTo>
                  <a:pt x="232423" y="71539"/>
                </a:lnTo>
                <a:lnTo>
                  <a:pt x="224866" y="81769"/>
                </a:lnTo>
                <a:lnTo>
                  <a:pt x="221734" y="87756"/>
                </a:lnTo>
                <a:lnTo>
                  <a:pt x="219468" y="93747"/>
                </a:lnTo>
                <a:lnTo>
                  <a:pt x="218027" y="100012"/>
                </a:lnTo>
                <a:lnTo>
                  <a:pt x="217616" y="105381"/>
                </a:lnTo>
                <a:lnTo>
                  <a:pt x="217280" y="109715"/>
                </a:lnTo>
                <a:lnTo>
                  <a:pt x="217587" y="107666"/>
                </a:lnTo>
                <a:lnTo>
                  <a:pt x="216595" y="111992"/>
                </a:lnTo>
                <a:lnTo>
                  <a:pt x="217147" y="110175"/>
                </a:lnTo>
                <a:lnTo>
                  <a:pt x="215518" y="114484"/>
                </a:lnTo>
                <a:lnTo>
                  <a:pt x="216210" y="112940"/>
                </a:lnTo>
                <a:lnTo>
                  <a:pt x="213966" y="117223"/>
                </a:lnTo>
                <a:lnTo>
                  <a:pt x="215105" y="115402"/>
                </a:lnTo>
                <a:lnTo>
                  <a:pt x="208861" y="123858"/>
                </a:lnTo>
                <a:lnTo>
                  <a:pt x="210337" y="122162"/>
                </a:lnTo>
                <a:lnTo>
                  <a:pt x="201885" y="130415"/>
                </a:lnTo>
                <a:lnTo>
                  <a:pt x="203184" y="129293"/>
                </a:lnTo>
                <a:lnTo>
                  <a:pt x="200529" y="131318"/>
                </a:lnTo>
                <a:lnTo>
                  <a:pt x="217461" y="153572"/>
                </a:lnTo>
                <a:lnTo>
                  <a:pt x="220811" y="151025"/>
                </a:lnTo>
                <a:lnTo>
                  <a:pt x="230682" y="141383"/>
                </a:lnTo>
                <a:lnTo>
                  <a:pt x="238240" y="131154"/>
                </a:lnTo>
                <a:lnTo>
                  <a:pt x="241379" y="125166"/>
                </a:lnTo>
                <a:lnTo>
                  <a:pt x="243644" y="119176"/>
                </a:lnTo>
                <a:lnTo>
                  <a:pt x="245078" y="112911"/>
                </a:lnTo>
                <a:lnTo>
                  <a:pt x="245497" y="107541"/>
                </a:lnTo>
                <a:lnTo>
                  <a:pt x="245833" y="103207"/>
                </a:lnTo>
                <a:lnTo>
                  <a:pt x="245518" y="105256"/>
                </a:lnTo>
                <a:lnTo>
                  <a:pt x="246511" y="100931"/>
                </a:lnTo>
                <a:lnTo>
                  <a:pt x="245965" y="102747"/>
                </a:lnTo>
                <a:lnTo>
                  <a:pt x="247588" y="98439"/>
                </a:lnTo>
                <a:lnTo>
                  <a:pt x="246895" y="99983"/>
                </a:lnTo>
                <a:lnTo>
                  <a:pt x="249140" y="95700"/>
                </a:lnTo>
                <a:lnTo>
                  <a:pt x="248000" y="97520"/>
                </a:lnTo>
                <a:lnTo>
                  <a:pt x="254250" y="89064"/>
                </a:lnTo>
                <a:lnTo>
                  <a:pt x="252769" y="90760"/>
                </a:lnTo>
                <a:lnTo>
                  <a:pt x="260830" y="82891"/>
                </a:lnTo>
                <a:lnTo>
                  <a:pt x="241295" y="62882"/>
                </a:lnTo>
                <a:moveTo>
                  <a:pt x="179204" y="145265"/>
                </a:moveTo>
                <a:lnTo>
                  <a:pt x="168367" y="150850"/>
                </a:lnTo>
                <a:lnTo>
                  <a:pt x="169199" y="150454"/>
                </a:lnTo>
                <a:lnTo>
                  <a:pt x="153622" y="157217"/>
                </a:lnTo>
                <a:lnTo>
                  <a:pt x="154371" y="156917"/>
                </a:lnTo>
                <a:lnTo>
                  <a:pt x="137438" y="163138"/>
                </a:lnTo>
                <a:lnTo>
                  <a:pt x="138122" y="162906"/>
                </a:lnTo>
                <a:lnTo>
                  <a:pt x="120008" y="168516"/>
                </a:lnTo>
                <a:lnTo>
                  <a:pt x="120651" y="168334"/>
                </a:lnTo>
                <a:lnTo>
                  <a:pt x="103495" y="172757"/>
                </a:lnTo>
                <a:lnTo>
                  <a:pt x="110479" y="199837"/>
                </a:lnTo>
                <a:lnTo>
                  <a:pt x="127957" y="195330"/>
                </a:lnTo>
                <a:lnTo>
                  <a:pt x="146742" y="189513"/>
                </a:lnTo>
                <a:lnTo>
                  <a:pt x="164396" y="183029"/>
                </a:lnTo>
                <a:lnTo>
                  <a:pt x="180763" y="175922"/>
                </a:lnTo>
                <a:lnTo>
                  <a:pt x="192013" y="170126"/>
                </a:lnTo>
                <a:lnTo>
                  <a:pt x="179204" y="145265"/>
                </a:lnTo>
                <a:moveTo>
                  <a:pt x="78171" y="177623"/>
                </a:moveTo>
                <a:lnTo>
                  <a:pt x="68243" y="178607"/>
                </a:lnTo>
                <a:lnTo>
                  <a:pt x="70997" y="206436"/>
                </a:lnTo>
                <a:lnTo>
                  <a:pt x="80925" y="205453"/>
                </a:lnTo>
                <a:lnTo>
                  <a:pt x="78171" y="177623"/>
                </a:lnTo>
                <a:moveTo>
                  <a:pt x="79688" y="149466"/>
                </a:moveTo>
                <a:lnTo>
                  <a:pt x="0" y="198943"/>
                </a:lnTo>
                <a:lnTo>
                  <a:pt x="87393" y="233009"/>
                </a:lnTo>
                <a:lnTo>
                  <a:pt x="79688" y="149466"/>
                </a:lnTo>
              </a:path>
            </a:pathLst>
          </a:custGeom>
          <a:solidFill xmlns:a="http://schemas.openxmlformats.org/drawingml/2006/main">
            <a:srgbClr val="7B87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pdf-path-201">
            <a:extLst xmlns:a="http://schemas.openxmlformats.org/drawingml/2006/main">
              <a:ext uri="{FF2B5EF4-FFF2-40B4-BE49-F238E27FC236}">
                <a16:creationId xmlns:a16="http://schemas.microsoft.com/office/drawing/2014/main" id="{D5B1535C-7FED-405A-8D7C-D2A145FC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08306" y="1804664"/>
            <a:ext cx="577151" cy="447434"/>
          </a:xfrm>
          <a:custGeom xmlns:a="http://schemas.openxmlformats.org/drawingml/2006/main">
            <a:pathLst>
              <a:path w="577151" h="447434">
                <a:moveTo>
                  <a:pt x="575579" y="0"/>
                </a:moveTo>
                <a:lnTo>
                  <a:pt x="554568" y="1187"/>
                </a:lnTo>
                <a:lnTo>
                  <a:pt x="533035" y="4762"/>
                </a:lnTo>
                <a:lnTo>
                  <a:pt x="511941" y="10502"/>
                </a:lnTo>
                <a:lnTo>
                  <a:pt x="491429" y="18237"/>
                </a:lnTo>
                <a:lnTo>
                  <a:pt x="488941" y="19441"/>
                </a:lnTo>
                <a:lnTo>
                  <a:pt x="501126" y="44615"/>
                </a:lnTo>
                <a:lnTo>
                  <a:pt x="503042" y="43685"/>
                </a:lnTo>
                <a:lnTo>
                  <a:pt x="501888" y="44182"/>
                </a:lnTo>
                <a:lnTo>
                  <a:pt x="521184" y="36903"/>
                </a:lnTo>
                <a:lnTo>
                  <a:pt x="519927" y="37313"/>
                </a:lnTo>
                <a:lnTo>
                  <a:pt x="539698" y="31933"/>
                </a:lnTo>
                <a:lnTo>
                  <a:pt x="538315" y="32234"/>
                </a:lnTo>
                <a:lnTo>
                  <a:pt x="558407" y="28899"/>
                </a:lnTo>
                <a:lnTo>
                  <a:pt x="556904" y="29066"/>
                </a:lnTo>
                <a:lnTo>
                  <a:pt x="577151" y="27922"/>
                </a:lnTo>
                <a:lnTo>
                  <a:pt x="575579" y="0"/>
                </a:lnTo>
                <a:moveTo>
                  <a:pt x="463093" y="32904"/>
                </a:moveTo>
                <a:lnTo>
                  <a:pt x="452760" y="39052"/>
                </a:lnTo>
                <a:lnTo>
                  <a:pt x="434889" y="51829"/>
                </a:lnTo>
                <a:lnTo>
                  <a:pt x="418194" y="65992"/>
                </a:lnTo>
                <a:lnTo>
                  <a:pt x="402812" y="81407"/>
                </a:lnTo>
                <a:lnTo>
                  <a:pt x="395787" y="89767"/>
                </a:lnTo>
                <a:lnTo>
                  <a:pt x="417186" y="107765"/>
                </a:lnTo>
                <a:lnTo>
                  <a:pt x="423836" y="99860"/>
                </a:lnTo>
                <a:lnTo>
                  <a:pt x="423032" y="100737"/>
                </a:lnTo>
                <a:lnTo>
                  <a:pt x="437581" y="86155"/>
                </a:lnTo>
                <a:lnTo>
                  <a:pt x="436728" y="86944"/>
                </a:lnTo>
                <a:lnTo>
                  <a:pt x="452535" y="73531"/>
                </a:lnTo>
                <a:lnTo>
                  <a:pt x="451627" y="74242"/>
                </a:lnTo>
                <a:lnTo>
                  <a:pt x="468546" y="62143"/>
                </a:lnTo>
                <a:lnTo>
                  <a:pt x="467568" y="62783"/>
                </a:lnTo>
                <a:lnTo>
                  <a:pt x="477397" y="56935"/>
                </a:lnTo>
                <a:lnTo>
                  <a:pt x="463093" y="32904"/>
                </a:lnTo>
                <a:moveTo>
                  <a:pt x="378287" y="113116"/>
                </a:moveTo>
                <a:lnTo>
                  <a:pt x="376644" y="115462"/>
                </a:lnTo>
                <a:lnTo>
                  <a:pt x="366184" y="133848"/>
                </a:lnTo>
                <a:lnTo>
                  <a:pt x="357704" y="152971"/>
                </a:lnTo>
                <a:lnTo>
                  <a:pt x="351383" y="172702"/>
                </a:lnTo>
                <a:lnTo>
                  <a:pt x="347490" y="192674"/>
                </a:lnTo>
                <a:lnTo>
                  <a:pt x="346986" y="197702"/>
                </a:lnTo>
                <a:lnTo>
                  <a:pt x="374819" y="200469"/>
                </a:lnTo>
                <a:lnTo>
                  <a:pt x="375253" y="196093"/>
                </a:lnTo>
                <a:lnTo>
                  <a:pt x="375063" y="197389"/>
                </a:lnTo>
                <a:lnTo>
                  <a:pt x="378678" y="178865"/>
                </a:lnTo>
                <a:lnTo>
                  <a:pt x="378273" y="180446"/>
                </a:lnTo>
                <a:lnTo>
                  <a:pt x="384104" y="162213"/>
                </a:lnTo>
                <a:lnTo>
                  <a:pt x="383572" y="163622"/>
                </a:lnTo>
                <a:lnTo>
                  <a:pt x="391466" y="145826"/>
                </a:lnTo>
                <a:lnTo>
                  <a:pt x="390837" y="147073"/>
                </a:lnTo>
                <a:lnTo>
                  <a:pt x="400632" y="129862"/>
                </a:lnTo>
                <a:lnTo>
                  <a:pt x="399931" y="130965"/>
                </a:lnTo>
                <a:lnTo>
                  <a:pt x="401198" y="129153"/>
                </a:lnTo>
                <a:lnTo>
                  <a:pt x="378287" y="113116"/>
                </a:lnTo>
                <a:moveTo>
                  <a:pt x="345077" y="224666"/>
                </a:moveTo>
                <a:lnTo>
                  <a:pt x="344239" y="229769"/>
                </a:lnTo>
                <a:lnTo>
                  <a:pt x="344539" y="228374"/>
                </a:lnTo>
                <a:lnTo>
                  <a:pt x="342008" y="237664"/>
                </a:lnTo>
                <a:lnTo>
                  <a:pt x="342413" y="236400"/>
                </a:lnTo>
                <a:lnTo>
                  <a:pt x="338924" y="245636"/>
                </a:lnTo>
                <a:lnTo>
                  <a:pt x="339407" y="244511"/>
                </a:lnTo>
                <a:lnTo>
                  <a:pt x="334996" y="253673"/>
                </a:lnTo>
                <a:lnTo>
                  <a:pt x="335527" y="252684"/>
                </a:lnTo>
                <a:lnTo>
                  <a:pt x="330221" y="261754"/>
                </a:lnTo>
                <a:lnTo>
                  <a:pt x="330773" y="260891"/>
                </a:lnTo>
                <a:lnTo>
                  <a:pt x="324613" y="269852"/>
                </a:lnTo>
                <a:lnTo>
                  <a:pt x="325165" y="269100"/>
                </a:lnTo>
                <a:lnTo>
                  <a:pt x="318181" y="277934"/>
                </a:lnTo>
                <a:lnTo>
                  <a:pt x="318733" y="277281"/>
                </a:lnTo>
                <a:lnTo>
                  <a:pt x="310959" y="285968"/>
                </a:lnTo>
                <a:lnTo>
                  <a:pt x="311498" y="285400"/>
                </a:lnTo>
                <a:lnTo>
                  <a:pt x="308127" y="288760"/>
                </a:lnTo>
                <a:lnTo>
                  <a:pt x="327892" y="308546"/>
                </a:lnTo>
                <a:lnTo>
                  <a:pt x="331535" y="304910"/>
                </a:lnTo>
                <a:lnTo>
                  <a:pt x="339855" y="295613"/>
                </a:lnTo>
                <a:lnTo>
                  <a:pt x="347391" y="286077"/>
                </a:lnTo>
                <a:lnTo>
                  <a:pt x="354110" y="276309"/>
                </a:lnTo>
                <a:lnTo>
                  <a:pt x="359948" y="266312"/>
                </a:lnTo>
                <a:lnTo>
                  <a:pt x="364869" y="256093"/>
                </a:lnTo>
                <a:lnTo>
                  <a:pt x="368814" y="245662"/>
                </a:lnTo>
                <a:lnTo>
                  <a:pt x="371708" y="235041"/>
                </a:lnTo>
                <a:lnTo>
                  <a:pt x="372672" y="229234"/>
                </a:lnTo>
                <a:lnTo>
                  <a:pt x="345077" y="224666"/>
                </a:lnTo>
                <a:moveTo>
                  <a:pt x="288384" y="306525"/>
                </a:moveTo>
                <a:lnTo>
                  <a:pt x="284783" y="309474"/>
                </a:lnTo>
                <a:lnTo>
                  <a:pt x="285265" y="309092"/>
                </a:lnTo>
                <a:lnTo>
                  <a:pt x="274659" y="317012"/>
                </a:lnTo>
                <a:lnTo>
                  <a:pt x="275128" y="316676"/>
                </a:lnTo>
                <a:lnTo>
                  <a:pt x="263892" y="324358"/>
                </a:lnTo>
                <a:lnTo>
                  <a:pt x="264578" y="323922"/>
                </a:lnTo>
                <a:lnTo>
                  <a:pt x="240352" y="338504"/>
                </a:lnTo>
                <a:lnTo>
                  <a:pt x="241219" y="338023"/>
                </a:lnTo>
                <a:lnTo>
                  <a:pt x="219735" y="348970"/>
                </a:lnTo>
                <a:lnTo>
                  <a:pt x="232424" y="373889"/>
                </a:lnTo>
                <a:lnTo>
                  <a:pt x="254357" y="362717"/>
                </a:lnTo>
                <a:lnTo>
                  <a:pt x="279344" y="347672"/>
                </a:lnTo>
                <a:lnTo>
                  <a:pt x="291152" y="339596"/>
                </a:lnTo>
                <a:lnTo>
                  <a:pt x="302248" y="331316"/>
                </a:lnTo>
                <a:lnTo>
                  <a:pt x="306093" y="328171"/>
                </a:lnTo>
                <a:lnTo>
                  <a:pt x="288384" y="306525"/>
                </a:lnTo>
                <a:moveTo>
                  <a:pt x="195013" y="359937"/>
                </a:moveTo>
                <a:lnTo>
                  <a:pt x="187546" y="363145"/>
                </a:lnTo>
                <a:lnTo>
                  <a:pt x="188350" y="362827"/>
                </a:lnTo>
                <a:lnTo>
                  <a:pt x="158594" y="373466"/>
                </a:lnTo>
                <a:lnTo>
                  <a:pt x="159398" y="373205"/>
                </a:lnTo>
                <a:lnTo>
                  <a:pt x="128322" y="382236"/>
                </a:lnTo>
                <a:lnTo>
                  <a:pt x="129133" y="382027"/>
                </a:lnTo>
                <a:lnTo>
                  <a:pt x="117625" y="384633"/>
                </a:lnTo>
                <a:lnTo>
                  <a:pt x="123804" y="411908"/>
                </a:lnTo>
                <a:lnTo>
                  <a:pt x="135726" y="409209"/>
                </a:lnTo>
                <a:lnTo>
                  <a:pt x="167606" y="399942"/>
                </a:lnTo>
                <a:lnTo>
                  <a:pt x="198180" y="389015"/>
                </a:lnTo>
                <a:lnTo>
                  <a:pt x="206053" y="385634"/>
                </a:lnTo>
                <a:lnTo>
                  <a:pt x="195013" y="359937"/>
                </a:lnTo>
                <a:moveTo>
                  <a:pt x="91554" y="389937"/>
                </a:moveTo>
                <a:lnTo>
                  <a:pt x="67887" y="392962"/>
                </a:lnTo>
                <a:lnTo>
                  <a:pt x="71432" y="420702"/>
                </a:lnTo>
                <a:lnTo>
                  <a:pt x="95098" y="417677"/>
                </a:lnTo>
                <a:lnTo>
                  <a:pt x="91554" y="389937"/>
                </a:lnTo>
                <a:moveTo>
                  <a:pt x="80011" y="363843"/>
                </a:moveTo>
                <a:lnTo>
                  <a:pt x="0" y="412802"/>
                </a:lnTo>
                <a:lnTo>
                  <a:pt x="87176" y="447434"/>
                </a:lnTo>
                <a:lnTo>
                  <a:pt x="80011" y="363843"/>
                </a:lnTo>
              </a:path>
            </a:pathLst>
          </a:custGeom>
          <a:solidFill xmlns:a="http://schemas.openxmlformats.org/drawingml/2006/main">
            <a:srgbClr val="61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pdf-path-202">
            <a:extLst xmlns:a="http://schemas.openxmlformats.org/drawingml/2006/main">
              <a:ext uri="{FF2B5EF4-FFF2-40B4-BE49-F238E27FC236}">
                <a16:creationId xmlns:a16="http://schemas.microsoft.com/office/drawing/2014/main" id="{78DAE0D2-6478-4C28-8233-885E176D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80384" y="1804663"/>
            <a:ext cx="705053" cy="660922"/>
          </a:xfrm>
          <a:custGeom xmlns:a="http://schemas.openxmlformats.org/drawingml/2006/main">
            <a:pathLst>
              <a:path w="705053" h="660922">
                <a:moveTo>
                  <a:pt x="703522" y="0"/>
                </a:moveTo>
                <a:lnTo>
                  <a:pt x="694704" y="483"/>
                </a:lnTo>
                <a:lnTo>
                  <a:pt x="685217" y="2022"/>
                </a:lnTo>
                <a:lnTo>
                  <a:pt x="675877" y="4518"/>
                </a:lnTo>
                <a:lnTo>
                  <a:pt x="666718" y="7911"/>
                </a:lnTo>
                <a:lnTo>
                  <a:pt x="657749" y="12143"/>
                </a:lnTo>
                <a:lnTo>
                  <a:pt x="648988" y="17162"/>
                </a:lnTo>
                <a:lnTo>
                  <a:pt x="640437" y="22923"/>
                </a:lnTo>
                <a:lnTo>
                  <a:pt x="632096" y="29384"/>
                </a:lnTo>
                <a:lnTo>
                  <a:pt x="623972" y="36508"/>
                </a:lnTo>
                <a:lnTo>
                  <a:pt x="620812" y="39613"/>
                </a:lnTo>
                <a:lnTo>
                  <a:pt x="640396" y="59574"/>
                </a:lnTo>
                <a:lnTo>
                  <a:pt x="643283" y="56743"/>
                </a:lnTo>
                <a:lnTo>
                  <a:pt x="642710" y="57274"/>
                </a:lnTo>
                <a:lnTo>
                  <a:pt x="650219" y="50689"/>
                </a:lnTo>
                <a:lnTo>
                  <a:pt x="649562" y="51230"/>
                </a:lnTo>
                <a:lnTo>
                  <a:pt x="657195" y="45314"/>
                </a:lnTo>
                <a:lnTo>
                  <a:pt x="656448" y="45857"/>
                </a:lnTo>
                <a:lnTo>
                  <a:pt x="664195" y="40640"/>
                </a:lnTo>
                <a:lnTo>
                  <a:pt x="663328" y="41176"/>
                </a:lnTo>
                <a:lnTo>
                  <a:pt x="671172" y="36684"/>
                </a:lnTo>
                <a:lnTo>
                  <a:pt x="670186" y="37196"/>
                </a:lnTo>
                <a:lnTo>
                  <a:pt x="678108" y="33459"/>
                </a:lnTo>
                <a:lnTo>
                  <a:pt x="676996" y="33926"/>
                </a:lnTo>
                <a:lnTo>
                  <a:pt x="684972" y="30970"/>
                </a:lnTo>
                <a:lnTo>
                  <a:pt x="683729" y="31367"/>
                </a:lnTo>
                <a:lnTo>
                  <a:pt x="691762" y="29221"/>
                </a:lnTo>
                <a:lnTo>
                  <a:pt x="690391" y="29515"/>
                </a:lnTo>
                <a:lnTo>
                  <a:pt x="698452" y="28207"/>
                </a:lnTo>
                <a:lnTo>
                  <a:pt x="696978" y="28366"/>
                </a:lnTo>
                <a:lnTo>
                  <a:pt x="705053" y="27924"/>
                </a:lnTo>
                <a:lnTo>
                  <a:pt x="703522" y="0"/>
                </a:lnTo>
                <a:moveTo>
                  <a:pt x="600545" y="62078"/>
                </a:moveTo>
                <a:lnTo>
                  <a:pt x="586764" y="80981"/>
                </a:lnTo>
                <a:lnTo>
                  <a:pt x="573613" y="102395"/>
                </a:lnTo>
                <a:lnTo>
                  <a:pt x="561574" y="125555"/>
                </a:lnTo>
                <a:lnTo>
                  <a:pt x="556638" y="136828"/>
                </a:lnTo>
                <a:lnTo>
                  <a:pt x="582254" y="148050"/>
                </a:lnTo>
                <a:lnTo>
                  <a:pt x="587002" y="137203"/>
                </a:lnTo>
                <a:lnTo>
                  <a:pt x="586604" y="138040"/>
                </a:lnTo>
                <a:lnTo>
                  <a:pt x="598195" y="115736"/>
                </a:lnTo>
                <a:lnTo>
                  <a:pt x="597706" y="116606"/>
                </a:lnTo>
                <a:lnTo>
                  <a:pt x="610305" y="96089"/>
                </a:lnTo>
                <a:lnTo>
                  <a:pt x="609696" y="97005"/>
                </a:lnTo>
                <a:lnTo>
                  <a:pt x="623140" y="78548"/>
                </a:lnTo>
                <a:lnTo>
                  <a:pt x="600545" y="62078"/>
                </a:lnTo>
                <a:moveTo>
                  <a:pt x="545893" y="163586"/>
                </a:moveTo>
                <a:lnTo>
                  <a:pt x="541264" y="176282"/>
                </a:lnTo>
                <a:lnTo>
                  <a:pt x="533210" y="203431"/>
                </a:lnTo>
                <a:lnTo>
                  <a:pt x="526729" y="231489"/>
                </a:lnTo>
                <a:lnTo>
                  <a:pt x="524121" y="247123"/>
                </a:lnTo>
                <a:lnTo>
                  <a:pt x="551709" y="251722"/>
                </a:lnTo>
                <a:lnTo>
                  <a:pt x="554240" y="236515"/>
                </a:lnTo>
                <a:lnTo>
                  <a:pt x="554071" y="237364"/>
                </a:lnTo>
                <a:lnTo>
                  <a:pt x="560364" y="210144"/>
                </a:lnTo>
                <a:lnTo>
                  <a:pt x="560148" y="210970"/>
                </a:lnTo>
                <a:lnTo>
                  <a:pt x="567950" y="184645"/>
                </a:lnTo>
                <a:lnTo>
                  <a:pt x="567684" y="185461"/>
                </a:lnTo>
                <a:lnTo>
                  <a:pt x="572165" y="173169"/>
                </a:lnTo>
                <a:lnTo>
                  <a:pt x="545893" y="163586"/>
                </a:lnTo>
                <a:moveTo>
                  <a:pt x="520360" y="275721"/>
                </a:moveTo>
                <a:lnTo>
                  <a:pt x="518961" y="289492"/>
                </a:lnTo>
                <a:lnTo>
                  <a:pt x="517954" y="318519"/>
                </a:lnTo>
                <a:lnTo>
                  <a:pt x="517968" y="318250"/>
                </a:lnTo>
                <a:lnTo>
                  <a:pt x="517193" y="332544"/>
                </a:lnTo>
                <a:lnTo>
                  <a:pt x="517346" y="331090"/>
                </a:lnTo>
                <a:lnTo>
                  <a:pt x="515067" y="345355"/>
                </a:lnTo>
                <a:lnTo>
                  <a:pt x="515354" y="344003"/>
                </a:lnTo>
                <a:lnTo>
                  <a:pt x="511998" y="356750"/>
                </a:lnTo>
                <a:lnTo>
                  <a:pt x="539041" y="363872"/>
                </a:lnTo>
                <a:lnTo>
                  <a:pt x="542572" y="350454"/>
                </a:lnTo>
                <a:lnTo>
                  <a:pt x="545081" y="334781"/>
                </a:lnTo>
                <a:lnTo>
                  <a:pt x="545900" y="319622"/>
                </a:lnTo>
                <a:lnTo>
                  <a:pt x="546892" y="290926"/>
                </a:lnTo>
                <a:lnTo>
                  <a:pt x="546828" y="291858"/>
                </a:lnTo>
                <a:lnTo>
                  <a:pt x="548179" y="278551"/>
                </a:lnTo>
                <a:lnTo>
                  <a:pt x="520360" y="275721"/>
                </a:lnTo>
                <a:moveTo>
                  <a:pt x="502489" y="380355"/>
                </a:moveTo>
                <a:lnTo>
                  <a:pt x="500784" y="384018"/>
                </a:lnTo>
                <a:lnTo>
                  <a:pt x="501287" y="383041"/>
                </a:lnTo>
                <a:lnTo>
                  <a:pt x="493457" y="396916"/>
                </a:lnTo>
                <a:lnTo>
                  <a:pt x="493981" y="396056"/>
                </a:lnTo>
                <a:lnTo>
                  <a:pt x="484878" y="409765"/>
                </a:lnTo>
                <a:lnTo>
                  <a:pt x="485417" y="409012"/>
                </a:lnTo>
                <a:lnTo>
                  <a:pt x="475104" y="422524"/>
                </a:lnTo>
                <a:lnTo>
                  <a:pt x="475635" y="421866"/>
                </a:lnTo>
                <a:lnTo>
                  <a:pt x="464148" y="435155"/>
                </a:lnTo>
                <a:lnTo>
                  <a:pt x="464679" y="434579"/>
                </a:lnTo>
                <a:lnTo>
                  <a:pt x="455703" y="443859"/>
                </a:lnTo>
                <a:lnTo>
                  <a:pt x="475810" y="463297"/>
                </a:lnTo>
                <a:lnTo>
                  <a:pt x="485053" y="453737"/>
                </a:lnTo>
                <a:lnTo>
                  <a:pt x="497071" y="439832"/>
                </a:lnTo>
                <a:lnTo>
                  <a:pt x="507928" y="425615"/>
                </a:lnTo>
                <a:lnTo>
                  <a:pt x="517556" y="411103"/>
                </a:lnTo>
                <a:lnTo>
                  <a:pt x="525911" y="396310"/>
                </a:lnTo>
                <a:lnTo>
                  <a:pt x="527847" y="392148"/>
                </a:lnTo>
                <a:lnTo>
                  <a:pt x="502489" y="380355"/>
                </a:lnTo>
                <a:moveTo>
                  <a:pt x="436329" y="462033"/>
                </a:moveTo>
                <a:lnTo>
                  <a:pt x="424710" y="471876"/>
                </a:lnTo>
                <a:lnTo>
                  <a:pt x="425199" y="471482"/>
                </a:lnTo>
                <a:lnTo>
                  <a:pt x="409524" y="483598"/>
                </a:lnTo>
                <a:lnTo>
                  <a:pt x="410000" y="483249"/>
                </a:lnTo>
                <a:lnTo>
                  <a:pt x="393402" y="495002"/>
                </a:lnTo>
                <a:lnTo>
                  <a:pt x="393856" y="494691"/>
                </a:lnTo>
                <a:lnTo>
                  <a:pt x="376385" y="506053"/>
                </a:lnTo>
                <a:lnTo>
                  <a:pt x="376825" y="505774"/>
                </a:lnTo>
                <a:lnTo>
                  <a:pt x="370239" y="509713"/>
                </a:lnTo>
                <a:lnTo>
                  <a:pt x="384592" y="533716"/>
                </a:lnTo>
                <a:lnTo>
                  <a:pt x="391402" y="529642"/>
                </a:lnTo>
                <a:lnTo>
                  <a:pt x="409335" y="517986"/>
                </a:lnTo>
                <a:lnTo>
                  <a:pt x="426394" y="505903"/>
                </a:lnTo>
                <a:lnTo>
                  <a:pt x="442551" y="493417"/>
                </a:lnTo>
                <a:lnTo>
                  <a:pt x="454409" y="483371"/>
                </a:lnTo>
                <a:lnTo>
                  <a:pt x="436329" y="462033"/>
                </a:lnTo>
                <a:moveTo>
                  <a:pt x="346420" y="523367"/>
                </a:moveTo>
                <a:lnTo>
                  <a:pt x="339882" y="526963"/>
                </a:lnTo>
                <a:lnTo>
                  <a:pt x="340309" y="526737"/>
                </a:lnTo>
                <a:lnTo>
                  <a:pt x="320495" y="536757"/>
                </a:lnTo>
                <a:lnTo>
                  <a:pt x="320914" y="536553"/>
                </a:lnTo>
                <a:lnTo>
                  <a:pt x="300423" y="546072"/>
                </a:lnTo>
                <a:lnTo>
                  <a:pt x="300835" y="545887"/>
                </a:lnTo>
                <a:lnTo>
                  <a:pt x="279714" y="554875"/>
                </a:lnTo>
                <a:lnTo>
                  <a:pt x="280329" y="554628"/>
                </a:lnTo>
                <a:lnTo>
                  <a:pt x="272191" y="557642"/>
                </a:lnTo>
                <a:lnTo>
                  <a:pt x="281903" y="583868"/>
                </a:lnTo>
                <a:lnTo>
                  <a:pt x="290354" y="580740"/>
                </a:lnTo>
                <a:lnTo>
                  <a:pt x="311993" y="571532"/>
                </a:lnTo>
                <a:lnTo>
                  <a:pt x="332912" y="561818"/>
                </a:lnTo>
                <a:lnTo>
                  <a:pt x="353145" y="551582"/>
                </a:lnTo>
                <a:lnTo>
                  <a:pt x="359892" y="547871"/>
                </a:lnTo>
                <a:lnTo>
                  <a:pt x="346420" y="523367"/>
                </a:lnTo>
                <a:moveTo>
                  <a:pt x="245966" y="567350"/>
                </a:moveTo>
                <a:lnTo>
                  <a:pt x="236374" y="570901"/>
                </a:lnTo>
                <a:lnTo>
                  <a:pt x="236990" y="570689"/>
                </a:lnTo>
                <a:lnTo>
                  <a:pt x="214253" y="577917"/>
                </a:lnTo>
                <a:lnTo>
                  <a:pt x="214666" y="577792"/>
                </a:lnTo>
                <a:lnTo>
                  <a:pt x="191496" y="584378"/>
                </a:lnTo>
                <a:lnTo>
                  <a:pt x="191916" y="584267"/>
                </a:lnTo>
                <a:lnTo>
                  <a:pt x="168354" y="590183"/>
                </a:lnTo>
                <a:lnTo>
                  <a:pt x="168774" y="590084"/>
                </a:lnTo>
                <a:lnTo>
                  <a:pt x="167382" y="590388"/>
                </a:lnTo>
                <a:lnTo>
                  <a:pt x="173346" y="617710"/>
                </a:lnTo>
                <a:lnTo>
                  <a:pt x="174954" y="617360"/>
                </a:lnTo>
                <a:lnTo>
                  <a:pt x="198935" y="611338"/>
                </a:lnTo>
                <a:lnTo>
                  <a:pt x="222524" y="604634"/>
                </a:lnTo>
                <a:lnTo>
                  <a:pt x="245770" y="597240"/>
                </a:lnTo>
                <a:lnTo>
                  <a:pt x="255671" y="593576"/>
                </a:lnTo>
                <a:lnTo>
                  <a:pt x="245966" y="567350"/>
                </a:lnTo>
                <a:moveTo>
                  <a:pt x="140459" y="596114"/>
                </a:moveTo>
                <a:lnTo>
                  <a:pt x="121105" y="599707"/>
                </a:lnTo>
                <a:lnTo>
                  <a:pt x="121546" y="599632"/>
                </a:lnTo>
                <a:lnTo>
                  <a:pt x="97104" y="603370"/>
                </a:lnTo>
                <a:lnTo>
                  <a:pt x="97950" y="603267"/>
                </a:lnTo>
                <a:lnTo>
                  <a:pt x="68523" y="605956"/>
                </a:lnTo>
                <a:lnTo>
                  <a:pt x="71068" y="633805"/>
                </a:lnTo>
                <a:lnTo>
                  <a:pt x="100915" y="631078"/>
                </a:lnTo>
                <a:lnTo>
                  <a:pt x="125992" y="627243"/>
                </a:lnTo>
                <a:lnTo>
                  <a:pt x="145562" y="623610"/>
                </a:lnTo>
                <a:lnTo>
                  <a:pt x="140459" y="596114"/>
                </a:lnTo>
                <a:moveTo>
                  <a:pt x="81255" y="577174"/>
                </a:moveTo>
                <a:lnTo>
                  <a:pt x="0" y="624043"/>
                </a:lnTo>
                <a:lnTo>
                  <a:pt x="86246" y="660922"/>
                </a:lnTo>
                <a:lnTo>
                  <a:pt x="81255" y="577174"/>
                </a:lnTo>
              </a:path>
            </a:pathLst>
          </a:custGeom>
          <a:solidFill xmlns:a="http://schemas.openxmlformats.org/drawingml/2006/main">
            <a:srgbClr val="B930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pdf-path-203">
            <a:extLst xmlns:a="http://schemas.openxmlformats.org/drawingml/2006/main">
              <a:ext uri="{FF2B5EF4-FFF2-40B4-BE49-F238E27FC236}">
                <a16:creationId xmlns:a16="http://schemas.microsoft.com/office/drawing/2014/main" id="{E0621BB5-EA68-4C6C-A402-24489A7F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21130" y="1050243"/>
            <a:ext cx="2808743" cy="2410991"/>
          </a:xfrm>
          <a:custGeom xmlns:a="http://schemas.openxmlformats.org/drawingml/2006/main">
            <a:pathLst>
              <a:path w="2808743" h="2410991">
                <a:moveTo>
                  <a:pt x="0" y="0"/>
                </a:moveTo>
                <a:lnTo>
                  <a:pt x="2808743" y="0"/>
                </a:lnTo>
                <a:lnTo>
                  <a:pt x="2808743" y="2410991"/>
                </a:lnTo>
                <a:lnTo>
                  <a:pt x="0" y="24109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974">
            <a:solidFill>
              <a:srgbClr val="042433"/>
            </a:solidFill>
            <a:prstDash val="solid"/>
          </a:ln>
        </p:spPr>
      </p:sp>
      <p:sp>
        <p:nvSpPr>
          <p:cNvPr id="170" name="pdf-path-204">
            <a:extLst xmlns:a="http://schemas.openxmlformats.org/drawingml/2006/main">
              <a:ext uri="{FF2B5EF4-FFF2-40B4-BE49-F238E27FC236}">
                <a16:creationId xmlns:a16="http://schemas.microsoft.com/office/drawing/2014/main" id="{CD7FC937-99A4-4F81-83BB-BEBBE922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4776" y="1827675"/>
            <a:ext cx="220265" cy="473445"/>
          </a:xfrm>
          <a:custGeom xmlns:a="http://schemas.openxmlformats.org/drawingml/2006/main">
            <a:pathLst>
              <a:path w="220265" h="473445">
                <a:moveTo>
                  <a:pt x="220265" y="0"/>
                </a:moveTo>
                <a:lnTo>
                  <a:pt x="220265" y="473445"/>
                </a:lnTo>
                <a:lnTo>
                  <a:pt x="0" y="473445"/>
                </a:lnTo>
                <a:lnTo>
                  <a:pt x="0" y="0"/>
                </a:lnTo>
                <a:lnTo>
                  <a:pt x="220265" y="0"/>
                </a:lnTo>
              </a:path>
            </a:pathLst>
          </a:custGeom>
          <a:solidFill xmlns:a="http://schemas.openxmlformats.org/drawingml/2006/main">
            <a:srgbClr val="FFFFFF">
              <a:alpha val="7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pdf-path-206">
            <a:extLst xmlns:a="http://schemas.openxmlformats.org/drawingml/2006/main">
              <a:ext uri="{FF2B5EF4-FFF2-40B4-BE49-F238E27FC236}">
                <a16:creationId xmlns:a16="http://schemas.microsoft.com/office/drawing/2014/main" id="{1CC45C8E-0A5F-421B-9DAD-B55FBAA0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5124" y="1934786"/>
            <a:ext cx="1554305" cy="886873"/>
          </a:xfrm>
          <a:custGeom xmlns:a="http://schemas.openxmlformats.org/drawingml/2006/main">
            <a:pathLst>
              <a:path w="1554305" h="886873">
                <a:moveTo>
                  <a:pt x="0" y="147816"/>
                </a:moveTo>
                <a:cubicBezTo>
                  <a:pt x="0" y="66180"/>
                  <a:pt x="66179" y="0"/>
                  <a:pt x="147815" y="0"/>
                </a:cubicBezTo>
                <a:lnTo>
                  <a:pt x="1406489" y="0"/>
                </a:lnTo>
                <a:cubicBezTo>
                  <a:pt x="1488126" y="0"/>
                  <a:pt x="1554305" y="66180"/>
                  <a:pt x="1554305" y="147816"/>
                </a:cubicBezTo>
                <a:lnTo>
                  <a:pt x="1554305" y="739057"/>
                </a:lnTo>
                <a:cubicBezTo>
                  <a:pt x="1554305" y="820693"/>
                  <a:pt x="1488126" y="886873"/>
                  <a:pt x="1406489" y="886873"/>
                </a:cubicBezTo>
                <a:lnTo>
                  <a:pt x="147815" y="886873"/>
                </a:lnTo>
                <a:cubicBezTo>
                  <a:pt x="66179" y="886873"/>
                  <a:pt x="0" y="820693"/>
                  <a:pt x="0" y="739057"/>
                </a:cubicBezTo>
                <a:lnTo>
                  <a:pt x="0" y="147816"/>
                </a:lnTo>
              </a:path>
            </a:pathLst>
          </a:custGeom>
          <a:solidFill xmlns:a="http://schemas.openxmlformats.org/drawingml/2006/main">
            <a:srgbClr val="C1F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pdf-text-79-0">
            <a:extLst xmlns:a="http://schemas.openxmlformats.org/drawingml/2006/main">
              <a:ext uri="{FF2B5EF4-FFF2-40B4-BE49-F238E27FC236}">
                <a16:creationId xmlns:a16="http://schemas.microsoft.com/office/drawing/2014/main" id="{C09133F4-5A7C-407C-8810-B9258336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3430" y="2054636"/>
            <a:ext cx="1259668" cy="167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2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Universal Safety </a:t>
            </a:r>
          </a:p>
        </p:txBody>
      </p:sp>
      <p:sp>
        <p:nvSpPr>
          <p:cNvPr id="173" name="pdf-text-80-0">
            <a:extLst xmlns:a="http://schemas.openxmlformats.org/drawingml/2006/main">
              <a:ext uri="{FF2B5EF4-FFF2-40B4-BE49-F238E27FC236}">
                <a16:creationId xmlns:a16="http://schemas.microsoft.com/office/drawing/2014/main" id="{C91E6566-14B8-447A-B9BE-BED2AF9C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0667" y="2257667"/>
            <a:ext cx="578976" cy="167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2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Reward</a:t>
            </a:r>
          </a:p>
        </p:txBody>
      </p:sp>
      <p:pic>
        <p:nvPic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2027D8B3-D07B-48C0-BE55-A3EC2AC880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09e5588f6447f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20738" y="2436952"/>
            <a:ext cx="374270" cy="374268"/>
          </a:xfrm>
          <a:prstGeom xmlns:a="http://schemas.openxmlformats.org/drawingml/2006/main" prst="rect">
            <a:avLst/>
          </a:prstGeom>
        </p:spPr>
      </p:pic>
      <p:sp>
        <p:nvSpPr>
          <p:cNvPr id="175" name="pdf-source-image-12">
            <a:extLst xmlns:a="http://schemas.openxmlformats.org/drawingml/2006/main">
              <a:ext uri="{FF2B5EF4-FFF2-40B4-BE49-F238E27FC236}">
                <a16:creationId xmlns:a16="http://schemas.microsoft.com/office/drawing/2014/main" id="{49D08A88-3D78-4053-B22C-CFF96816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0738" y="2436952"/>
            <a:ext cx="374270" cy="374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2C943C61-2F36-45AB-B0B1-0189FE8860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b862a5a47f46b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31994" y="2470025"/>
            <a:ext cx="297124" cy="297125"/>
          </a:xfrm>
          <a:prstGeom xmlns:a="http://schemas.openxmlformats.org/drawingml/2006/main" prst="rect">
            <a:avLst/>
          </a:prstGeom>
        </p:spPr>
      </p:pic>
      <p:sp>
        <p:nvSpPr>
          <p:cNvPr id="177" name="pdf-source-image-13">
            <a:extLst xmlns:a="http://schemas.openxmlformats.org/drawingml/2006/main">
              <a:ext uri="{FF2B5EF4-FFF2-40B4-BE49-F238E27FC236}">
                <a16:creationId xmlns:a16="http://schemas.microsoft.com/office/drawing/2014/main" id="{B9E169AF-B454-4FFF-8692-3AE9A0C6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31994" y="2470025"/>
            <a:ext cx="297124" cy="29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82C65920-81C7-4972-A8D0-DFCF3B519C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786277f4ce415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76349" y="2449652"/>
            <a:ext cx="341405" cy="341404"/>
          </a:xfrm>
          <a:prstGeom xmlns:a="http://schemas.openxmlformats.org/drawingml/2006/main" prst="rect">
            <a:avLst/>
          </a:prstGeom>
        </p:spPr>
      </p:pic>
      <p:sp>
        <p:nvSpPr>
          <p:cNvPr id="179" name="pdf-source-image-14">
            <a:extLst xmlns:a="http://schemas.openxmlformats.org/drawingml/2006/main">
              <a:ext uri="{FF2B5EF4-FFF2-40B4-BE49-F238E27FC236}">
                <a16:creationId xmlns:a16="http://schemas.microsoft.com/office/drawing/2014/main" id="{6148AE32-1880-43D1-ADB9-FE930AEF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6349" y="2449652"/>
            <a:ext cx="341405" cy="3414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0" name="pdf-text-81-0">
            <a:extLst xmlns:a="http://schemas.openxmlformats.org/drawingml/2006/main">
              <a:ext uri="{FF2B5EF4-FFF2-40B4-BE49-F238E27FC236}">
                <a16:creationId xmlns:a16="http://schemas.microsoft.com/office/drawing/2014/main" id="{26E1DF40-4D92-49B9-851A-8AAB2FD3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13591" y="2464054"/>
            <a:ext cx="167795" cy="167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2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81" name="pdf-path-213">
            <a:extLst xmlns:a="http://schemas.openxmlformats.org/drawingml/2006/main">
              <a:ext uri="{FF2B5EF4-FFF2-40B4-BE49-F238E27FC236}">
                <a16:creationId xmlns:a16="http://schemas.microsoft.com/office/drawing/2014/main" id="{5054DF69-3690-4536-866D-157B76AE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5078" y="2348007"/>
            <a:ext cx="155554" cy="45445"/>
          </a:xfrm>
          <a:custGeom xmlns:a="http://schemas.openxmlformats.org/drawingml/2006/main">
            <a:pathLst>
              <a:path w="155554" h="45445">
                <a:moveTo>
                  <a:pt x="0" y="0"/>
                </a:moveTo>
                <a:lnTo>
                  <a:pt x="98750" y="0"/>
                </a:lnTo>
                <a:lnTo>
                  <a:pt x="98749" y="22722"/>
                </a:lnTo>
                <a:lnTo>
                  <a:pt x="0" y="22722"/>
                </a:lnTo>
                <a:lnTo>
                  <a:pt x="0" y="0"/>
                </a:lnTo>
                <a:moveTo>
                  <a:pt x="87389" y="-22722"/>
                </a:moveTo>
                <a:lnTo>
                  <a:pt x="155554" y="11362"/>
                </a:lnTo>
                <a:lnTo>
                  <a:pt x="87388" y="45445"/>
                </a:lnTo>
                <a:lnTo>
                  <a:pt x="87389" y="-22722"/>
                </a:lnTo>
              </a:path>
            </a:pathLst>
          </a:custGeom>
          <a:solidFill xmlns:a="http://schemas.openxmlformats.org/drawingml/2006/main">
            <a:srgbClr val="4EA7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pdf-path-214-part-0">
            <a:extLst xmlns:a="http://schemas.openxmlformats.org/drawingml/2006/main">
              <a:ext uri="{FF2B5EF4-FFF2-40B4-BE49-F238E27FC236}">
                <a16:creationId xmlns:a16="http://schemas.microsoft.com/office/drawing/2014/main" id="{9B560358-6E8E-4AA9-9A23-52971BBB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46102" y="837214"/>
            <a:ext cx="630357" cy="357185"/>
          </a:xfrm>
          <a:custGeom xmlns:a="http://schemas.openxmlformats.org/drawingml/2006/main">
            <a:pathLst>
              <a:path w="630357" h="357185">
                <a:moveTo>
                  <a:pt x="0" y="0"/>
                </a:moveTo>
                <a:lnTo>
                  <a:pt x="618995" y="0"/>
                </a:lnTo>
                <a:cubicBezTo>
                  <a:pt x="625274" y="0"/>
                  <a:pt x="630357" y="5087"/>
                  <a:pt x="630357" y="11361"/>
                </a:cubicBezTo>
                <a:lnTo>
                  <a:pt x="630357" y="300379"/>
                </a:lnTo>
                <a:lnTo>
                  <a:pt x="607634" y="300379"/>
                </a:lnTo>
                <a:lnTo>
                  <a:pt x="607634" y="11361"/>
                </a:lnTo>
                <a:lnTo>
                  <a:pt x="618995" y="22722"/>
                </a:lnTo>
                <a:lnTo>
                  <a:pt x="0" y="2272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pdf-path-214-part-1">
            <a:extLst xmlns:a="http://schemas.openxmlformats.org/drawingml/2006/main">
              <a:ext uri="{FF2B5EF4-FFF2-40B4-BE49-F238E27FC236}">
                <a16:creationId xmlns:a16="http://schemas.microsoft.com/office/drawing/2014/main" id="{8D67869F-046A-4AC0-A548-8ED47134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46102" y="837214"/>
            <a:ext cx="630357" cy="357185"/>
          </a:xfrm>
          <a:custGeom xmlns:a="http://schemas.openxmlformats.org/drawingml/2006/main">
            <a:pathLst>
              <a:path w="630357" h="357185">
                <a:moveTo>
                  <a:pt x="653078" y="289018"/>
                </a:moveTo>
                <a:lnTo>
                  <a:pt x="618995" y="357185"/>
                </a:lnTo>
                <a:lnTo>
                  <a:pt x="584912" y="289018"/>
                </a:lnTo>
                <a:lnTo>
                  <a:pt x="653078" y="28901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pdf-path-216">
            <a:extLst xmlns:a="http://schemas.openxmlformats.org/drawingml/2006/main">
              <a:ext uri="{FF2B5EF4-FFF2-40B4-BE49-F238E27FC236}">
                <a16:creationId xmlns:a16="http://schemas.microsoft.com/office/drawing/2014/main" id="{2956B29E-B903-45F1-9DC2-4D8391B4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4998" y="1293952"/>
            <a:ext cx="1538401" cy="502436"/>
          </a:xfrm>
          <a:custGeom xmlns:a="http://schemas.openxmlformats.org/drawingml/2006/main">
            <a:pathLst>
              <a:path w="1538401" h="502436">
                <a:moveTo>
                  <a:pt x="0" y="83741"/>
                </a:moveTo>
                <a:cubicBezTo>
                  <a:pt x="0" y="37492"/>
                  <a:pt x="37492" y="0"/>
                  <a:pt x="83741" y="0"/>
                </a:cubicBezTo>
                <a:lnTo>
                  <a:pt x="1454661" y="0"/>
                </a:lnTo>
                <a:cubicBezTo>
                  <a:pt x="1500910" y="0"/>
                  <a:pt x="1538401" y="37492"/>
                  <a:pt x="1538401" y="83741"/>
                </a:cubicBezTo>
                <a:lnTo>
                  <a:pt x="1538401" y="418696"/>
                </a:lnTo>
                <a:cubicBezTo>
                  <a:pt x="1538401" y="464944"/>
                  <a:pt x="1500910" y="502436"/>
                  <a:pt x="1454661" y="502436"/>
                </a:cubicBezTo>
                <a:lnTo>
                  <a:pt x="83741" y="502436"/>
                </a:lnTo>
                <a:cubicBezTo>
                  <a:pt x="37492" y="502436"/>
                  <a:pt x="0" y="464944"/>
                  <a:pt x="0" y="418696"/>
                </a:cubicBezTo>
                <a:lnTo>
                  <a:pt x="0" y="83741"/>
                </a:lnTo>
              </a:path>
            </a:pathLst>
          </a:custGeom>
          <a:solidFill xmlns:a="http://schemas.openxmlformats.org/drawingml/2006/main">
            <a:srgbClr val="C2F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pdf-text-82-0">
            <a:extLst xmlns:a="http://schemas.openxmlformats.org/drawingml/2006/main">
              <a:ext uri="{FF2B5EF4-FFF2-40B4-BE49-F238E27FC236}">
                <a16:creationId xmlns:a16="http://schemas.microsoft.com/office/drawing/2014/main" id="{9BA56146-1959-4AB1-B8B4-D4E42C0C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24247" y="1368355"/>
            <a:ext cx="1082443" cy="167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2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Empowerment</a:t>
            </a:r>
          </a:p>
        </p:txBody>
      </p:sp>
      <p:sp>
        <p:nvSpPr>
          <p:cNvPr id="186" name="pdf-text-83-0">
            <a:extLst xmlns:a="http://schemas.openxmlformats.org/drawingml/2006/main">
              <a:ext uri="{FF2B5EF4-FFF2-40B4-BE49-F238E27FC236}">
                <a16:creationId xmlns:a16="http://schemas.microsoft.com/office/drawing/2014/main" id="{6F3DC4D8-4B28-4CA2-AD89-D14E1210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5939" y="1571386"/>
            <a:ext cx="578976" cy="167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2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Reward</a:t>
            </a:r>
          </a:p>
        </p:txBody>
      </p:sp>
      <p:sp>
        <p:nvSpPr>
          <p:cNvPr id="187" name="pdf-text-103-0">
            <a:extLst xmlns:a="http://schemas.openxmlformats.org/drawingml/2006/main">
              <a:ext uri="{FF2B5EF4-FFF2-40B4-BE49-F238E27FC236}">
                <a16:creationId xmlns:a16="http://schemas.microsoft.com/office/drawing/2014/main" id="{3D12486A-0340-493B-8A08-921B8B58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35558" y="2967159"/>
            <a:ext cx="139829" cy="1398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0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88" name="pdf-path-259">
            <a:extLst xmlns:a="http://schemas.openxmlformats.org/drawingml/2006/main">
              <a:ext uri="{FF2B5EF4-FFF2-40B4-BE49-F238E27FC236}">
                <a16:creationId xmlns:a16="http://schemas.microsoft.com/office/drawing/2014/main" id="{DCA58785-04F6-49BF-B835-AEF543DA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76" y="133626"/>
            <a:ext cx="6400756" cy="4361872"/>
          </a:xfrm>
          <a:custGeom xmlns:a="http://schemas.openxmlformats.org/drawingml/2006/main">
            <a:pathLst>
              <a:path w="6400756" h="4361872">
                <a:moveTo>
                  <a:pt x="0" y="303847"/>
                </a:moveTo>
                <a:cubicBezTo>
                  <a:pt x="0" y="136037"/>
                  <a:pt x="136037" y="0"/>
                  <a:pt x="303847" y="0"/>
                </a:cubicBezTo>
                <a:lnTo>
                  <a:pt x="6096908" y="0"/>
                </a:lnTo>
                <a:cubicBezTo>
                  <a:pt x="6264718" y="0"/>
                  <a:pt x="6400756" y="136037"/>
                  <a:pt x="6400756" y="303847"/>
                </a:cubicBezTo>
                <a:lnTo>
                  <a:pt x="6400756" y="4058025"/>
                </a:lnTo>
                <a:cubicBezTo>
                  <a:pt x="6400756" y="4225835"/>
                  <a:pt x="6264718" y="4361872"/>
                  <a:pt x="6096908" y="4361872"/>
                </a:cubicBezTo>
                <a:lnTo>
                  <a:pt x="303847" y="4361872"/>
                </a:lnTo>
                <a:cubicBezTo>
                  <a:pt x="136037" y="4361872"/>
                  <a:pt x="0" y="4225835"/>
                  <a:pt x="0" y="4058025"/>
                </a:cubicBezTo>
                <a:lnTo>
                  <a:pt x="0" y="303847"/>
                </a:lnTo>
              </a:path>
            </a:pathLst>
          </a:custGeom>
          <a:noFill xmlns:a="http://schemas.openxmlformats.org/drawingml/2006/main"/>
          <a:ln xmlns:a="http://schemas.openxmlformats.org/drawingml/2006/main" w="10487">
            <a:solidFill>
              <a:srgbClr val="D1D1D1"/>
            </a:solidFill>
            <a:prstDash val="solid"/>
          </a:ln>
        </p:spPr>
      </p:sp>
      <p:sp>
        <p:nvSpPr>
          <p:cNvPr id="189" name="pdf-path-261">
            <a:extLst xmlns:a="http://schemas.openxmlformats.org/drawingml/2006/main">
              <a:ext uri="{FF2B5EF4-FFF2-40B4-BE49-F238E27FC236}">
                <a16:creationId xmlns:a16="http://schemas.microsoft.com/office/drawing/2014/main" id="{42A3AC56-3C61-49EE-8342-5079E262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1977" y="103638"/>
            <a:ext cx="6817956" cy="4361872"/>
          </a:xfrm>
          <a:custGeom xmlns:a="http://schemas.openxmlformats.org/drawingml/2006/main">
            <a:pathLst>
              <a:path w="6817956" h="4361872">
                <a:moveTo>
                  <a:pt x="0" y="303848"/>
                </a:moveTo>
                <a:cubicBezTo>
                  <a:pt x="0" y="136038"/>
                  <a:pt x="136037" y="0"/>
                  <a:pt x="303848" y="0"/>
                </a:cubicBezTo>
                <a:lnTo>
                  <a:pt x="6514109" y="0"/>
                </a:lnTo>
                <a:cubicBezTo>
                  <a:pt x="6681919" y="0"/>
                  <a:pt x="6817956" y="136038"/>
                  <a:pt x="6817956" y="303848"/>
                </a:cubicBezTo>
                <a:lnTo>
                  <a:pt x="6817956" y="4058024"/>
                </a:lnTo>
                <a:cubicBezTo>
                  <a:pt x="6817956" y="4225835"/>
                  <a:pt x="6681919" y="4361872"/>
                  <a:pt x="6514109" y="4361872"/>
                </a:cubicBezTo>
                <a:lnTo>
                  <a:pt x="303848" y="4361872"/>
                </a:lnTo>
                <a:cubicBezTo>
                  <a:pt x="136037" y="4361872"/>
                  <a:pt x="0" y="4225835"/>
                  <a:pt x="0" y="4058024"/>
                </a:cubicBezTo>
                <a:lnTo>
                  <a:pt x="0" y="303848"/>
                </a:lnTo>
              </a:path>
            </a:pathLst>
          </a:custGeom>
          <a:noFill xmlns:a="http://schemas.openxmlformats.org/drawingml/2006/main"/>
          <a:ln xmlns:a="http://schemas.openxmlformats.org/drawingml/2006/main" w="10487">
            <a:solidFill>
              <a:srgbClr val="D1D1D1"/>
            </a:solidFill>
            <a:prstDash val="solid"/>
          </a:ln>
        </p:spPr>
      </p:sp>
      <p:sp>
        <p:nvSpPr>
          <p:cNvPr id="190" name="pdf-path-100000">
            <a:extLst xmlns:a="http://schemas.openxmlformats.org/drawingml/2006/main">
              <a:ext uri="{FF2B5EF4-FFF2-40B4-BE49-F238E27FC236}">
                <a16:creationId xmlns:a16="http://schemas.microsoft.com/office/drawing/2014/main" id="{250C3373-EB01-4B19-9D0F-7CAD3116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40343" y="714641"/>
            <a:ext cx="64998" cy="95791"/>
          </a:xfrm>
          <a:custGeom xmlns:a="http://schemas.openxmlformats.org/drawingml/2006/main">
            <a:pathLst>
              <a:path w="64998" h="95791">
                <a:moveTo>
                  <a:pt x="64998" y="95791"/>
                </a:moveTo>
                <a:lnTo>
                  <a:pt x="37142" y="95791"/>
                </a:lnTo>
                <a:lnTo>
                  <a:pt x="37142" y="92446"/>
                </a:lnTo>
                <a:cubicBezTo>
                  <a:pt x="39326" y="91990"/>
                  <a:pt x="40908" y="91490"/>
                  <a:pt x="41887" y="90944"/>
                </a:cubicBezTo>
                <a:cubicBezTo>
                  <a:pt x="42865" y="90397"/>
                  <a:pt x="43617" y="89703"/>
                  <a:pt x="44140" y="88861"/>
                </a:cubicBezTo>
                <a:cubicBezTo>
                  <a:pt x="44663" y="88019"/>
                  <a:pt x="45028" y="86881"/>
                  <a:pt x="45233" y="85447"/>
                </a:cubicBezTo>
                <a:cubicBezTo>
                  <a:pt x="45438" y="84013"/>
                  <a:pt x="45540" y="81794"/>
                  <a:pt x="45540" y="78790"/>
                </a:cubicBezTo>
                <a:lnTo>
                  <a:pt x="45540" y="55235"/>
                </a:lnTo>
                <a:cubicBezTo>
                  <a:pt x="43081" y="58012"/>
                  <a:pt x="40795" y="60231"/>
                  <a:pt x="38678" y="61892"/>
                </a:cubicBezTo>
                <a:cubicBezTo>
                  <a:pt x="36561" y="63553"/>
                  <a:pt x="34206" y="64908"/>
                  <a:pt x="31611" y="65955"/>
                </a:cubicBezTo>
                <a:cubicBezTo>
                  <a:pt x="29017" y="67001"/>
                  <a:pt x="26263" y="67525"/>
                  <a:pt x="23350" y="67525"/>
                </a:cubicBezTo>
                <a:cubicBezTo>
                  <a:pt x="15840" y="67525"/>
                  <a:pt x="10070" y="64726"/>
                  <a:pt x="6042" y="59127"/>
                </a:cubicBezTo>
                <a:cubicBezTo>
                  <a:pt x="2014" y="53528"/>
                  <a:pt x="0" y="45381"/>
                  <a:pt x="0" y="34684"/>
                </a:cubicBezTo>
                <a:cubicBezTo>
                  <a:pt x="0" y="27128"/>
                  <a:pt x="1308" y="20745"/>
                  <a:pt x="3926" y="15533"/>
                </a:cubicBezTo>
                <a:cubicBezTo>
                  <a:pt x="6543" y="10321"/>
                  <a:pt x="10196" y="6429"/>
                  <a:pt x="14884" y="3858"/>
                </a:cubicBezTo>
                <a:cubicBezTo>
                  <a:pt x="19572" y="1286"/>
                  <a:pt x="24988" y="0"/>
                  <a:pt x="31134" y="0"/>
                </a:cubicBezTo>
                <a:cubicBezTo>
                  <a:pt x="34365" y="0"/>
                  <a:pt x="37278" y="330"/>
                  <a:pt x="39873" y="990"/>
                </a:cubicBezTo>
                <a:cubicBezTo>
                  <a:pt x="42467" y="1650"/>
                  <a:pt x="45130" y="2708"/>
                  <a:pt x="47861" y="4165"/>
                </a:cubicBezTo>
                <a:lnTo>
                  <a:pt x="52641" y="0"/>
                </a:lnTo>
                <a:lnTo>
                  <a:pt x="57283" y="1092"/>
                </a:lnTo>
                <a:lnTo>
                  <a:pt x="57283" y="78790"/>
                </a:lnTo>
                <a:cubicBezTo>
                  <a:pt x="57283" y="81476"/>
                  <a:pt x="57385" y="83604"/>
                  <a:pt x="57590" y="85174"/>
                </a:cubicBezTo>
                <a:cubicBezTo>
                  <a:pt x="57795" y="86744"/>
                  <a:pt x="58159" y="87985"/>
                  <a:pt x="58683" y="88895"/>
                </a:cubicBezTo>
                <a:cubicBezTo>
                  <a:pt x="59206" y="89805"/>
                  <a:pt x="59980" y="90511"/>
                  <a:pt x="61004" y="91012"/>
                </a:cubicBezTo>
                <a:cubicBezTo>
                  <a:pt x="62028" y="91513"/>
                  <a:pt x="63360" y="91990"/>
                  <a:pt x="64998" y="92446"/>
                </a:cubicBezTo>
                <a:lnTo>
                  <a:pt x="64998" y="95791"/>
                </a:lnTo>
                <a:moveTo>
                  <a:pt x="45540" y="25740"/>
                </a:moveTo>
                <a:cubicBezTo>
                  <a:pt x="45540" y="21507"/>
                  <a:pt x="45267" y="18230"/>
                  <a:pt x="44720" y="15908"/>
                </a:cubicBezTo>
                <a:cubicBezTo>
                  <a:pt x="44174" y="13587"/>
                  <a:pt x="43241" y="11618"/>
                  <a:pt x="41921" y="10003"/>
                </a:cubicBezTo>
                <a:cubicBezTo>
                  <a:pt x="40601" y="8387"/>
                  <a:pt x="39053" y="7226"/>
                  <a:pt x="37278" y="6520"/>
                </a:cubicBezTo>
                <a:cubicBezTo>
                  <a:pt x="35503" y="5815"/>
                  <a:pt x="33410" y="5462"/>
                  <a:pt x="30997" y="5462"/>
                </a:cubicBezTo>
                <a:cubicBezTo>
                  <a:pt x="25125" y="5462"/>
                  <a:pt x="20631" y="7829"/>
                  <a:pt x="17512" y="12563"/>
                </a:cubicBezTo>
                <a:cubicBezTo>
                  <a:pt x="14395" y="17297"/>
                  <a:pt x="12836" y="23965"/>
                  <a:pt x="12836" y="32568"/>
                </a:cubicBezTo>
                <a:cubicBezTo>
                  <a:pt x="12836" y="41307"/>
                  <a:pt x="14098" y="47952"/>
                  <a:pt x="16625" y="52504"/>
                </a:cubicBezTo>
                <a:cubicBezTo>
                  <a:pt x="19151" y="57056"/>
                  <a:pt x="22941" y="59332"/>
                  <a:pt x="27992" y="59332"/>
                </a:cubicBezTo>
                <a:cubicBezTo>
                  <a:pt x="29905" y="59332"/>
                  <a:pt x="31532" y="59161"/>
                  <a:pt x="32874" y="58820"/>
                </a:cubicBezTo>
                <a:cubicBezTo>
                  <a:pt x="34217" y="58478"/>
                  <a:pt x="35537" y="57921"/>
                  <a:pt x="36834" y="57147"/>
                </a:cubicBezTo>
                <a:cubicBezTo>
                  <a:pt x="38132" y="56373"/>
                  <a:pt x="39452" y="55326"/>
                  <a:pt x="40795" y="54006"/>
                </a:cubicBezTo>
                <a:cubicBezTo>
                  <a:pt x="42137" y="52686"/>
                  <a:pt x="43104" y="51491"/>
                  <a:pt x="43696" y="50422"/>
                </a:cubicBezTo>
                <a:cubicBezTo>
                  <a:pt x="44288" y="49352"/>
                  <a:pt x="44743" y="48112"/>
                  <a:pt x="45062" y="46701"/>
                </a:cubicBezTo>
                <a:cubicBezTo>
                  <a:pt x="45380" y="45290"/>
                  <a:pt x="45540" y="43469"/>
                  <a:pt x="45540" y="41239"/>
                </a:cubicBezTo>
                <a:lnTo>
                  <a:pt x="45540" y="2574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265CC046-9A5A-4510-AA86-0BD707825A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dcb40d7fba45e8"/>
          <a:srcRect xmlns:a="http://schemas.openxmlformats.org/drawingml/2006/main" l="201" t="0" r="2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62851" y="3116510"/>
            <a:ext cx="912263" cy="953708"/>
          </a:xfrm>
          <a:prstGeom xmlns:a="http://schemas.openxmlformats.org/drawingml/2006/main" prst="rect">
            <a:avLst/>
          </a:prstGeom>
        </p:spPr>
      </p:pic>
      <p:sp>
        <p:nvSpPr>
          <p:cNvPr id="192" name="pdf-raster-0">
            <a:extLst xmlns:a="http://schemas.openxmlformats.org/drawingml/2006/main">
              <a:ext uri="{FF2B5EF4-FFF2-40B4-BE49-F238E27FC236}">
                <a16:creationId xmlns:a16="http://schemas.microsoft.com/office/drawing/2014/main" id="{464D5E77-579D-49BB-90A2-F9289094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2851" y="3116510"/>
            <a:ext cx="912263" cy="9537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3" name="pdf-path-100001">
            <a:extLst xmlns:a="http://schemas.openxmlformats.org/drawingml/2006/main">
              <a:ext uri="{FF2B5EF4-FFF2-40B4-BE49-F238E27FC236}">
                <a16:creationId xmlns:a16="http://schemas.microsoft.com/office/drawing/2014/main" id="{86305D7B-E0EA-4A94-A73B-FAAB2858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76368" y="855071"/>
            <a:ext cx="64452" cy="65272"/>
          </a:xfrm>
          <a:custGeom xmlns:a="http://schemas.openxmlformats.org/drawingml/2006/main">
            <a:pathLst>
              <a:path w="64452" h="65272">
                <a:moveTo>
                  <a:pt x="33933" y="25877"/>
                </a:moveTo>
                <a:lnTo>
                  <a:pt x="42808" y="14611"/>
                </a:lnTo>
                <a:cubicBezTo>
                  <a:pt x="43764" y="13382"/>
                  <a:pt x="44539" y="12187"/>
                  <a:pt x="45130" y="11027"/>
                </a:cubicBezTo>
                <a:cubicBezTo>
                  <a:pt x="45722" y="9866"/>
                  <a:pt x="46018" y="8671"/>
                  <a:pt x="46018" y="7442"/>
                </a:cubicBezTo>
                <a:cubicBezTo>
                  <a:pt x="46018" y="6395"/>
                  <a:pt x="45631" y="5530"/>
                  <a:pt x="44857" y="4848"/>
                </a:cubicBezTo>
                <a:cubicBezTo>
                  <a:pt x="44083" y="4165"/>
                  <a:pt x="42877" y="3664"/>
                  <a:pt x="41239" y="3346"/>
                </a:cubicBezTo>
                <a:lnTo>
                  <a:pt x="41239" y="0"/>
                </a:lnTo>
                <a:lnTo>
                  <a:pt x="63565" y="0"/>
                </a:lnTo>
                <a:lnTo>
                  <a:pt x="63565" y="3346"/>
                </a:lnTo>
                <a:cubicBezTo>
                  <a:pt x="61835" y="3846"/>
                  <a:pt x="60071" y="4825"/>
                  <a:pt x="58273" y="6282"/>
                </a:cubicBezTo>
                <a:cubicBezTo>
                  <a:pt x="56475" y="7738"/>
                  <a:pt x="54279" y="10082"/>
                  <a:pt x="51685" y="13314"/>
                </a:cubicBezTo>
                <a:lnTo>
                  <a:pt x="37552" y="30656"/>
                </a:lnTo>
                <a:lnTo>
                  <a:pt x="53119" y="51616"/>
                </a:lnTo>
                <a:cubicBezTo>
                  <a:pt x="55348" y="54621"/>
                  <a:pt x="57351" y="56919"/>
                  <a:pt x="59127" y="58512"/>
                </a:cubicBezTo>
                <a:cubicBezTo>
                  <a:pt x="60902" y="60106"/>
                  <a:pt x="62677" y="61244"/>
                  <a:pt x="64452" y="61926"/>
                </a:cubicBezTo>
                <a:lnTo>
                  <a:pt x="64452" y="65272"/>
                </a:lnTo>
                <a:lnTo>
                  <a:pt x="37005" y="65272"/>
                </a:lnTo>
                <a:lnTo>
                  <a:pt x="37005" y="61926"/>
                </a:lnTo>
                <a:cubicBezTo>
                  <a:pt x="40784" y="61471"/>
                  <a:pt x="42672" y="60060"/>
                  <a:pt x="42672" y="57693"/>
                </a:cubicBezTo>
                <a:cubicBezTo>
                  <a:pt x="42672" y="56737"/>
                  <a:pt x="42513" y="55827"/>
                  <a:pt x="42195" y="54962"/>
                </a:cubicBezTo>
                <a:cubicBezTo>
                  <a:pt x="41875" y="54097"/>
                  <a:pt x="41284" y="53096"/>
                  <a:pt x="40419" y="51958"/>
                </a:cubicBezTo>
                <a:lnTo>
                  <a:pt x="30519" y="38166"/>
                </a:lnTo>
                <a:lnTo>
                  <a:pt x="20005" y="51821"/>
                </a:lnTo>
                <a:cubicBezTo>
                  <a:pt x="19231" y="52823"/>
                  <a:pt x="18628" y="53744"/>
                  <a:pt x="18195" y="54587"/>
                </a:cubicBezTo>
                <a:cubicBezTo>
                  <a:pt x="17763" y="55429"/>
                  <a:pt x="17546" y="56373"/>
                  <a:pt x="17546" y="57420"/>
                </a:cubicBezTo>
                <a:cubicBezTo>
                  <a:pt x="17546" y="58649"/>
                  <a:pt x="17968" y="59662"/>
                  <a:pt x="18810" y="60458"/>
                </a:cubicBezTo>
                <a:cubicBezTo>
                  <a:pt x="19652" y="61255"/>
                  <a:pt x="20983" y="61744"/>
                  <a:pt x="22804" y="61926"/>
                </a:cubicBezTo>
                <a:lnTo>
                  <a:pt x="22804" y="65272"/>
                </a:lnTo>
                <a:lnTo>
                  <a:pt x="0" y="65272"/>
                </a:lnTo>
                <a:lnTo>
                  <a:pt x="0" y="61926"/>
                </a:lnTo>
                <a:cubicBezTo>
                  <a:pt x="1502" y="61380"/>
                  <a:pt x="2856" y="60697"/>
                  <a:pt x="4062" y="59878"/>
                </a:cubicBezTo>
                <a:cubicBezTo>
                  <a:pt x="5268" y="59059"/>
                  <a:pt x="6498" y="58000"/>
                  <a:pt x="7749" y="56703"/>
                </a:cubicBezTo>
                <a:cubicBezTo>
                  <a:pt x="9001" y="55406"/>
                  <a:pt x="10651" y="53506"/>
                  <a:pt x="12700" y="51002"/>
                </a:cubicBezTo>
                <a:lnTo>
                  <a:pt x="26901" y="33387"/>
                </a:lnTo>
                <a:lnTo>
                  <a:pt x="12358" y="13450"/>
                </a:lnTo>
                <a:cubicBezTo>
                  <a:pt x="10355" y="10719"/>
                  <a:pt x="8762" y="8739"/>
                  <a:pt x="7578" y="7510"/>
                </a:cubicBezTo>
                <a:cubicBezTo>
                  <a:pt x="6395" y="6282"/>
                  <a:pt x="5303" y="5348"/>
                  <a:pt x="4301" y="4711"/>
                </a:cubicBezTo>
                <a:cubicBezTo>
                  <a:pt x="3300" y="4074"/>
                  <a:pt x="2299" y="3619"/>
                  <a:pt x="1297" y="3346"/>
                </a:cubicBezTo>
                <a:lnTo>
                  <a:pt x="1297" y="0"/>
                </a:lnTo>
                <a:lnTo>
                  <a:pt x="28061" y="0"/>
                </a:lnTo>
                <a:lnTo>
                  <a:pt x="28061" y="3346"/>
                </a:lnTo>
                <a:cubicBezTo>
                  <a:pt x="24465" y="3892"/>
                  <a:pt x="22668" y="5303"/>
                  <a:pt x="22668" y="7579"/>
                </a:cubicBezTo>
                <a:cubicBezTo>
                  <a:pt x="22668" y="8626"/>
                  <a:pt x="22907" y="9672"/>
                  <a:pt x="23385" y="10719"/>
                </a:cubicBezTo>
                <a:cubicBezTo>
                  <a:pt x="23862" y="11766"/>
                  <a:pt x="24602" y="12927"/>
                  <a:pt x="25603" y="14201"/>
                </a:cubicBezTo>
                <a:lnTo>
                  <a:pt x="33933" y="2587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B387FC62-5A03-4C97-8F4D-0167E646F2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16ebfc367342cd"/>
          <a:srcRect xmlns:a="http://schemas.openxmlformats.org/drawingml/2006/main" l="223" t="0" r="2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90094" y="3120933"/>
            <a:ext cx="921244" cy="953708"/>
          </a:xfrm>
          <a:prstGeom xmlns:a="http://schemas.openxmlformats.org/drawingml/2006/main" prst="rect">
            <a:avLst/>
          </a:prstGeom>
        </p:spPr>
      </p:pic>
      <p:sp>
        <p:nvSpPr>
          <p:cNvPr id="195" name="pdf-raster-1">
            <a:extLst xmlns:a="http://schemas.openxmlformats.org/drawingml/2006/main">
              <a:ext uri="{FF2B5EF4-FFF2-40B4-BE49-F238E27FC236}">
                <a16:creationId xmlns:a16="http://schemas.microsoft.com/office/drawing/2014/main" id="{48587A89-BA2B-43D7-B53A-F14F0D4A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0094" y="3120933"/>
            <a:ext cx="921244" cy="9537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6" name="pdf-path-100002">
            <a:extLst xmlns:a="http://schemas.openxmlformats.org/drawingml/2006/main">
              <a:ext uri="{FF2B5EF4-FFF2-40B4-BE49-F238E27FC236}">
                <a16:creationId xmlns:a16="http://schemas.microsoft.com/office/drawing/2014/main" id="{A1C02A78-2EA8-447D-BDD0-835C4F74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1473" y="896586"/>
            <a:ext cx="45677" cy="53204"/>
          </a:xfrm>
          <a:custGeom xmlns:a="http://schemas.openxmlformats.org/drawingml/2006/main">
            <a:pathLst>
              <a:path w="45677" h="53204">
                <a:moveTo>
                  <a:pt x="44908" y="42860"/>
                </a:moveTo>
                <a:cubicBezTo>
                  <a:pt x="42997" y="44738"/>
                  <a:pt x="41179" y="46334"/>
                  <a:pt x="39455" y="47648"/>
                </a:cubicBezTo>
                <a:cubicBezTo>
                  <a:pt x="37731" y="48962"/>
                  <a:pt x="36015" y="50029"/>
                  <a:pt x="34309" y="50848"/>
                </a:cubicBezTo>
                <a:cubicBezTo>
                  <a:pt x="32601" y="51668"/>
                  <a:pt x="30861" y="52265"/>
                  <a:pt x="29085" y="52641"/>
                </a:cubicBezTo>
                <a:cubicBezTo>
                  <a:pt x="27310" y="53016"/>
                  <a:pt x="25432" y="53204"/>
                  <a:pt x="23453" y="53204"/>
                </a:cubicBezTo>
                <a:cubicBezTo>
                  <a:pt x="15669" y="53204"/>
                  <a:pt x="9815" y="50976"/>
                  <a:pt x="5889" y="46522"/>
                </a:cubicBezTo>
                <a:cubicBezTo>
                  <a:pt x="1963" y="42067"/>
                  <a:pt x="0" y="35504"/>
                  <a:pt x="0" y="26832"/>
                </a:cubicBezTo>
                <a:cubicBezTo>
                  <a:pt x="0" y="22838"/>
                  <a:pt x="580" y="19194"/>
                  <a:pt x="1741" y="15900"/>
                </a:cubicBezTo>
                <a:cubicBezTo>
                  <a:pt x="2901" y="12606"/>
                  <a:pt x="4557" y="9781"/>
                  <a:pt x="6708" y="7425"/>
                </a:cubicBezTo>
                <a:cubicBezTo>
                  <a:pt x="8858" y="5070"/>
                  <a:pt x="11436" y="3243"/>
                  <a:pt x="14440" y="1946"/>
                </a:cubicBezTo>
                <a:cubicBezTo>
                  <a:pt x="17444" y="649"/>
                  <a:pt x="20789" y="0"/>
                  <a:pt x="24476" y="0"/>
                </a:cubicBezTo>
                <a:cubicBezTo>
                  <a:pt x="28095" y="0"/>
                  <a:pt x="31219" y="555"/>
                  <a:pt x="33847" y="1664"/>
                </a:cubicBezTo>
                <a:cubicBezTo>
                  <a:pt x="36476" y="2774"/>
                  <a:pt x="38610" y="4301"/>
                  <a:pt x="40248" y="6247"/>
                </a:cubicBezTo>
                <a:cubicBezTo>
                  <a:pt x="41068" y="7203"/>
                  <a:pt x="41801" y="8295"/>
                  <a:pt x="42450" y="9525"/>
                </a:cubicBezTo>
                <a:cubicBezTo>
                  <a:pt x="43099" y="10754"/>
                  <a:pt x="43653" y="12179"/>
                  <a:pt x="44115" y="13800"/>
                </a:cubicBezTo>
                <a:cubicBezTo>
                  <a:pt x="44575" y="15422"/>
                  <a:pt x="44934" y="17274"/>
                  <a:pt x="45190" y="19356"/>
                </a:cubicBezTo>
                <a:cubicBezTo>
                  <a:pt x="45445" y="21439"/>
                  <a:pt x="45608" y="23811"/>
                  <a:pt x="45677" y="26474"/>
                </a:cubicBezTo>
                <a:lnTo>
                  <a:pt x="10600" y="26474"/>
                </a:lnTo>
                <a:lnTo>
                  <a:pt x="10600" y="26935"/>
                </a:lnTo>
                <a:cubicBezTo>
                  <a:pt x="10600" y="33387"/>
                  <a:pt x="11803" y="38217"/>
                  <a:pt x="14210" y="41426"/>
                </a:cubicBezTo>
                <a:cubicBezTo>
                  <a:pt x="16617" y="44635"/>
                  <a:pt x="20431" y="46240"/>
                  <a:pt x="25655" y="46240"/>
                </a:cubicBezTo>
                <a:cubicBezTo>
                  <a:pt x="27054" y="46240"/>
                  <a:pt x="28394" y="46095"/>
                  <a:pt x="29674" y="45805"/>
                </a:cubicBezTo>
                <a:cubicBezTo>
                  <a:pt x="30954" y="45514"/>
                  <a:pt x="32226" y="45062"/>
                  <a:pt x="33489" y="44448"/>
                </a:cubicBezTo>
                <a:cubicBezTo>
                  <a:pt x="34753" y="43833"/>
                  <a:pt x="36024" y="43040"/>
                  <a:pt x="37304" y="42067"/>
                </a:cubicBezTo>
                <a:cubicBezTo>
                  <a:pt x="38584" y="41094"/>
                  <a:pt x="39924" y="39941"/>
                  <a:pt x="41323" y="38610"/>
                </a:cubicBezTo>
                <a:lnTo>
                  <a:pt x="44908" y="42860"/>
                </a:lnTo>
                <a:moveTo>
                  <a:pt x="34667" y="21404"/>
                </a:moveTo>
                <a:cubicBezTo>
                  <a:pt x="34325" y="15840"/>
                  <a:pt x="33310" y="11726"/>
                  <a:pt x="31620" y="9064"/>
                </a:cubicBezTo>
                <a:cubicBezTo>
                  <a:pt x="29930" y="6401"/>
                  <a:pt x="27345" y="5070"/>
                  <a:pt x="23862" y="5070"/>
                </a:cubicBezTo>
                <a:cubicBezTo>
                  <a:pt x="22019" y="5070"/>
                  <a:pt x="20354" y="5437"/>
                  <a:pt x="18869" y="6171"/>
                </a:cubicBezTo>
                <a:cubicBezTo>
                  <a:pt x="17384" y="6904"/>
                  <a:pt x="16087" y="7971"/>
                  <a:pt x="14978" y="9371"/>
                </a:cubicBezTo>
                <a:cubicBezTo>
                  <a:pt x="13868" y="10771"/>
                  <a:pt x="12964" y="12486"/>
                  <a:pt x="12263" y="14517"/>
                </a:cubicBezTo>
                <a:cubicBezTo>
                  <a:pt x="11564" y="16548"/>
                  <a:pt x="11112" y="18844"/>
                  <a:pt x="10907" y="21404"/>
                </a:cubicBezTo>
                <a:lnTo>
                  <a:pt x="34667" y="2140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18ACDC99-AC7D-4397-87FA-267E8DCF75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aa5d4ad295452d"/>
          <a:srcRect xmlns:a="http://schemas.openxmlformats.org/drawingml/2006/main" l="223" t="0" r="2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28018" y="3115738"/>
            <a:ext cx="921244" cy="953708"/>
          </a:xfrm>
          <a:prstGeom xmlns:a="http://schemas.openxmlformats.org/drawingml/2006/main" prst="rect">
            <a:avLst/>
          </a:prstGeom>
        </p:spPr>
      </p:pic>
      <p:sp>
        <p:nvSpPr>
          <p:cNvPr id="198" name="pdf-raster-2">
            <a:extLst xmlns:a="http://schemas.openxmlformats.org/drawingml/2006/main">
              <a:ext uri="{FF2B5EF4-FFF2-40B4-BE49-F238E27FC236}">
                <a16:creationId xmlns:a16="http://schemas.microsoft.com/office/drawing/2014/main" id="{634E39C4-C63F-47E2-BF21-884675E2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8018" y="3115738"/>
            <a:ext cx="921244" cy="9537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9" name="pdf-path-100003">
            <a:extLst xmlns:a="http://schemas.openxmlformats.org/drawingml/2006/main">
              <a:ext uri="{FF2B5EF4-FFF2-40B4-BE49-F238E27FC236}">
                <a16:creationId xmlns:a16="http://schemas.microsoft.com/office/drawing/2014/main" id="{B454940E-662C-40BF-91A4-0974A639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08282" y="896586"/>
            <a:ext cx="45677" cy="53204"/>
          </a:xfrm>
          <a:custGeom xmlns:a="http://schemas.openxmlformats.org/drawingml/2006/main">
            <a:pathLst>
              <a:path w="45677" h="53204">
                <a:moveTo>
                  <a:pt x="44908" y="42860"/>
                </a:moveTo>
                <a:cubicBezTo>
                  <a:pt x="42997" y="44738"/>
                  <a:pt x="41179" y="46334"/>
                  <a:pt x="39455" y="47648"/>
                </a:cubicBezTo>
                <a:cubicBezTo>
                  <a:pt x="37731" y="48962"/>
                  <a:pt x="36015" y="50029"/>
                  <a:pt x="34309" y="50848"/>
                </a:cubicBezTo>
                <a:cubicBezTo>
                  <a:pt x="32601" y="51668"/>
                  <a:pt x="30861" y="52265"/>
                  <a:pt x="29085" y="52641"/>
                </a:cubicBezTo>
                <a:cubicBezTo>
                  <a:pt x="27310" y="53016"/>
                  <a:pt x="25432" y="53204"/>
                  <a:pt x="23453" y="53204"/>
                </a:cubicBezTo>
                <a:cubicBezTo>
                  <a:pt x="15669" y="53204"/>
                  <a:pt x="9815" y="50976"/>
                  <a:pt x="5889" y="46522"/>
                </a:cubicBezTo>
                <a:cubicBezTo>
                  <a:pt x="1963" y="42067"/>
                  <a:pt x="0" y="35504"/>
                  <a:pt x="0" y="26832"/>
                </a:cubicBezTo>
                <a:cubicBezTo>
                  <a:pt x="0" y="22838"/>
                  <a:pt x="580" y="19194"/>
                  <a:pt x="1741" y="15900"/>
                </a:cubicBezTo>
                <a:cubicBezTo>
                  <a:pt x="2901" y="12606"/>
                  <a:pt x="4557" y="9781"/>
                  <a:pt x="6708" y="7425"/>
                </a:cubicBezTo>
                <a:cubicBezTo>
                  <a:pt x="8858" y="5070"/>
                  <a:pt x="11436" y="3243"/>
                  <a:pt x="14440" y="1946"/>
                </a:cubicBezTo>
                <a:cubicBezTo>
                  <a:pt x="17444" y="649"/>
                  <a:pt x="20789" y="0"/>
                  <a:pt x="24476" y="0"/>
                </a:cubicBezTo>
                <a:cubicBezTo>
                  <a:pt x="28095" y="0"/>
                  <a:pt x="31219" y="555"/>
                  <a:pt x="33847" y="1664"/>
                </a:cubicBezTo>
                <a:cubicBezTo>
                  <a:pt x="36476" y="2774"/>
                  <a:pt x="38610" y="4301"/>
                  <a:pt x="40248" y="6247"/>
                </a:cubicBezTo>
                <a:cubicBezTo>
                  <a:pt x="41068" y="7203"/>
                  <a:pt x="41801" y="8295"/>
                  <a:pt x="42450" y="9525"/>
                </a:cubicBezTo>
                <a:cubicBezTo>
                  <a:pt x="43099" y="10754"/>
                  <a:pt x="43653" y="12179"/>
                  <a:pt x="44115" y="13800"/>
                </a:cubicBezTo>
                <a:cubicBezTo>
                  <a:pt x="44575" y="15422"/>
                  <a:pt x="44934" y="17274"/>
                  <a:pt x="45190" y="19356"/>
                </a:cubicBezTo>
                <a:cubicBezTo>
                  <a:pt x="45445" y="21439"/>
                  <a:pt x="45608" y="23811"/>
                  <a:pt x="45677" y="26474"/>
                </a:cubicBezTo>
                <a:lnTo>
                  <a:pt x="10600" y="26474"/>
                </a:lnTo>
                <a:lnTo>
                  <a:pt x="10600" y="26935"/>
                </a:lnTo>
                <a:cubicBezTo>
                  <a:pt x="10600" y="33387"/>
                  <a:pt x="11803" y="38217"/>
                  <a:pt x="14210" y="41426"/>
                </a:cubicBezTo>
                <a:cubicBezTo>
                  <a:pt x="16617" y="44635"/>
                  <a:pt x="20431" y="46240"/>
                  <a:pt x="25655" y="46240"/>
                </a:cubicBezTo>
                <a:cubicBezTo>
                  <a:pt x="27054" y="46240"/>
                  <a:pt x="28394" y="46095"/>
                  <a:pt x="29674" y="45805"/>
                </a:cubicBezTo>
                <a:cubicBezTo>
                  <a:pt x="30954" y="45514"/>
                  <a:pt x="32226" y="45062"/>
                  <a:pt x="33489" y="44448"/>
                </a:cubicBezTo>
                <a:cubicBezTo>
                  <a:pt x="34753" y="43833"/>
                  <a:pt x="36024" y="43040"/>
                  <a:pt x="37304" y="42067"/>
                </a:cubicBezTo>
                <a:cubicBezTo>
                  <a:pt x="38584" y="41094"/>
                  <a:pt x="39924" y="39941"/>
                  <a:pt x="41323" y="38610"/>
                </a:cubicBezTo>
                <a:lnTo>
                  <a:pt x="44908" y="42860"/>
                </a:lnTo>
                <a:moveTo>
                  <a:pt x="34667" y="21404"/>
                </a:moveTo>
                <a:cubicBezTo>
                  <a:pt x="34325" y="15840"/>
                  <a:pt x="33310" y="11726"/>
                  <a:pt x="31620" y="9064"/>
                </a:cubicBezTo>
                <a:cubicBezTo>
                  <a:pt x="29930" y="6401"/>
                  <a:pt x="27345" y="5070"/>
                  <a:pt x="23862" y="5070"/>
                </a:cubicBezTo>
                <a:cubicBezTo>
                  <a:pt x="22019" y="5070"/>
                  <a:pt x="20354" y="5437"/>
                  <a:pt x="18869" y="6171"/>
                </a:cubicBezTo>
                <a:cubicBezTo>
                  <a:pt x="17384" y="6904"/>
                  <a:pt x="16087" y="7971"/>
                  <a:pt x="14978" y="9371"/>
                </a:cubicBezTo>
                <a:cubicBezTo>
                  <a:pt x="13868" y="10771"/>
                  <a:pt x="12964" y="12486"/>
                  <a:pt x="12263" y="14517"/>
                </a:cubicBezTo>
                <a:cubicBezTo>
                  <a:pt x="11564" y="16548"/>
                  <a:pt x="11112" y="18844"/>
                  <a:pt x="10907" y="21404"/>
                </a:cubicBezTo>
                <a:lnTo>
                  <a:pt x="34667" y="2140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D56E83DD-BC1A-48CF-B196-387A47D53B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9ca3f432dc4a10"/>
          <a:srcRect xmlns:a="http://schemas.openxmlformats.org/drawingml/2006/main" l="147" t="0" r="1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36623" y="3172602"/>
            <a:ext cx="1133433" cy="909414"/>
          </a:xfrm>
          <a:prstGeom xmlns:a="http://schemas.openxmlformats.org/drawingml/2006/main" prst="rect">
            <a:avLst/>
          </a:prstGeom>
        </p:spPr>
      </p:pic>
      <p:sp>
        <p:nvSpPr>
          <p:cNvPr id="201" name="pdf-raster-3">
            <a:extLst xmlns:a="http://schemas.openxmlformats.org/drawingml/2006/main">
              <a:ext uri="{FF2B5EF4-FFF2-40B4-BE49-F238E27FC236}">
                <a16:creationId xmlns:a16="http://schemas.microsoft.com/office/drawing/2014/main" id="{CDE4A3D3-8665-4DC5-B091-BF6209BD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36623" y="3172602"/>
            <a:ext cx="1133433" cy="909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2" name="pdf-path-100004">
            <a:extLst xmlns:a="http://schemas.openxmlformats.org/drawingml/2006/main">
              <a:ext uri="{FF2B5EF4-FFF2-40B4-BE49-F238E27FC236}">
                <a16:creationId xmlns:a16="http://schemas.microsoft.com/office/drawing/2014/main" id="{66AE15BA-E3CC-4749-9239-D3BEFB4B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7734" y="1169639"/>
            <a:ext cx="69778" cy="93005"/>
          </a:xfrm>
          <a:custGeom xmlns:a="http://schemas.openxmlformats.org/drawingml/2006/main">
            <a:pathLst>
              <a:path w="69778" h="93005">
                <a:moveTo>
                  <a:pt x="27147" y="17492"/>
                </a:moveTo>
                <a:lnTo>
                  <a:pt x="28484" y="17779"/>
                </a:lnTo>
                <a:cubicBezTo>
                  <a:pt x="31989" y="13510"/>
                  <a:pt x="35239" y="10148"/>
                  <a:pt x="38235" y="7695"/>
                </a:cubicBezTo>
                <a:cubicBezTo>
                  <a:pt x="41229" y="5241"/>
                  <a:pt x="44464" y="3346"/>
                  <a:pt x="47936" y="2007"/>
                </a:cubicBezTo>
                <a:cubicBezTo>
                  <a:pt x="51409" y="669"/>
                  <a:pt x="55344" y="0"/>
                  <a:pt x="59741" y="0"/>
                </a:cubicBezTo>
                <a:cubicBezTo>
                  <a:pt x="63437" y="0"/>
                  <a:pt x="66783" y="191"/>
                  <a:pt x="69778" y="574"/>
                </a:cubicBezTo>
                <a:lnTo>
                  <a:pt x="69778" y="22558"/>
                </a:lnTo>
                <a:lnTo>
                  <a:pt x="58977" y="22558"/>
                </a:lnTo>
                <a:cubicBezTo>
                  <a:pt x="57447" y="19117"/>
                  <a:pt x="55822" y="16616"/>
                  <a:pt x="54101" y="15055"/>
                </a:cubicBezTo>
                <a:cubicBezTo>
                  <a:pt x="52381" y="13494"/>
                  <a:pt x="50024" y="12713"/>
                  <a:pt x="47028" y="12713"/>
                </a:cubicBezTo>
                <a:cubicBezTo>
                  <a:pt x="44734" y="12713"/>
                  <a:pt x="42456" y="13382"/>
                  <a:pt x="40194" y="14720"/>
                </a:cubicBezTo>
                <a:cubicBezTo>
                  <a:pt x="37932" y="16059"/>
                  <a:pt x="35749" y="18002"/>
                  <a:pt x="33646" y="20551"/>
                </a:cubicBezTo>
                <a:cubicBezTo>
                  <a:pt x="31543" y="23100"/>
                  <a:pt x="30093" y="25490"/>
                  <a:pt x="29297" y="27720"/>
                </a:cubicBezTo>
                <a:cubicBezTo>
                  <a:pt x="28501" y="29950"/>
                  <a:pt x="28102" y="32595"/>
                  <a:pt x="28102" y="35654"/>
                </a:cubicBezTo>
                <a:lnTo>
                  <a:pt x="28102" y="69109"/>
                </a:lnTo>
                <a:cubicBezTo>
                  <a:pt x="28102" y="74908"/>
                  <a:pt x="28453" y="78907"/>
                  <a:pt x="29154" y="81105"/>
                </a:cubicBezTo>
                <a:cubicBezTo>
                  <a:pt x="29854" y="83303"/>
                  <a:pt x="31018" y="84912"/>
                  <a:pt x="32642" y="85932"/>
                </a:cubicBezTo>
                <a:cubicBezTo>
                  <a:pt x="34268" y="86952"/>
                  <a:pt x="36705" y="87748"/>
                  <a:pt x="39955" y="88322"/>
                </a:cubicBezTo>
                <a:lnTo>
                  <a:pt x="39955" y="93005"/>
                </a:lnTo>
                <a:lnTo>
                  <a:pt x="1434" y="93005"/>
                </a:lnTo>
                <a:lnTo>
                  <a:pt x="1434" y="88322"/>
                </a:lnTo>
                <a:cubicBezTo>
                  <a:pt x="3855" y="87557"/>
                  <a:pt x="5592" y="86888"/>
                  <a:pt x="6643" y="86314"/>
                </a:cubicBezTo>
                <a:cubicBezTo>
                  <a:pt x="7695" y="85741"/>
                  <a:pt x="8603" y="84944"/>
                  <a:pt x="9367" y="83925"/>
                </a:cubicBezTo>
                <a:cubicBezTo>
                  <a:pt x="10132" y="82905"/>
                  <a:pt x="10705" y="81344"/>
                  <a:pt x="11088" y="79241"/>
                </a:cubicBezTo>
                <a:cubicBezTo>
                  <a:pt x="11470" y="77138"/>
                  <a:pt x="11662" y="73856"/>
                  <a:pt x="11662" y="69396"/>
                </a:cubicBezTo>
                <a:lnTo>
                  <a:pt x="11662" y="27720"/>
                </a:lnTo>
                <a:cubicBezTo>
                  <a:pt x="11662" y="23642"/>
                  <a:pt x="11597" y="20360"/>
                  <a:pt x="11470" y="17875"/>
                </a:cubicBezTo>
                <a:cubicBezTo>
                  <a:pt x="11343" y="15390"/>
                  <a:pt x="10897" y="13398"/>
                  <a:pt x="10132" y="11901"/>
                </a:cubicBezTo>
                <a:cubicBezTo>
                  <a:pt x="9367" y="10403"/>
                  <a:pt x="8204" y="9288"/>
                  <a:pt x="6643" y="8555"/>
                </a:cubicBezTo>
                <a:cubicBezTo>
                  <a:pt x="5082" y="7822"/>
                  <a:pt x="2867" y="7201"/>
                  <a:pt x="0" y="6691"/>
                </a:cubicBezTo>
                <a:lnTo>
                  <a:pt x="0" y="1721"/>
                </a:lnTo>
                <a:lnTo>
                  <a:pt x="22367" y="765"/>
                </a:lnTo>
                <a:lnTo>
                  <a:pt x="28197" y="765"/>
                </a:lnTo>
                <a:lnTo>
                  <a:pt x="27147" y="17492"/>
                </a:lnTo>
              </a:path>
            </a:pathLst>
          </a:custGeom>
          <a:solidFill xmlns:a="http://schemas.openxmlformats.org/drawingml/2006/main">
            <a:srgbClr val="F4478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B9CD84BE-C39E-42D4-993B-5CA6B723CE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8e7fd5f4854d58"/>
          <a:srcRect xmlns:a="http://schemas.openxmlformats.org/drawingml/2006/main" l="147" t="0" r="1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32401" y="3176626"/>
            <a:ext cx="1133430" cy="909414"/>
          </a:xfrm>
          <a:prstGeom xmlns:a="http://schemas.openxmlformats.org/drawingml/2006/main" prst="rect">
            <a:avLst/>
          </a:prstGeom>
        </p:spPr>
      </p:pic>
      <p:sp>
        <p:nvSpPr>
          <p:cNvPr id="204" name="pdf-raster-4">
            <a:extLst xmlns:a="http://schemas.openxmlformats.org/drawingml/2006/main">
              <a:ext uri="{FF2B5EF4-FFF2-40B4-BE49-F238E27FC236}">
                <a16:creationId xmlns:a16="http://schemas.microsoft.com/office/drawing/2014/main" id="{2B92B95D-56B3-4C2A-A43E-DC5724C5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32401" y="3176626"/>
            <a:ext cx="1133430" cy="909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5" name="pdf-path-100005">
            <a:extLst xmlns:a="http://schemas.openxmlformats.org/drawingml/2006/main">
              <a:ext uri="{FF2B5EF4-FFF2-40B4-BE49-F238E27FC236}">
                <a16:creationId xmlns:a16="http://schemas.microsoft.com/office/drawing/2014/main" id="{42C31BE9-E524-40BA-8BA6-48DB3E6A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36880" y="1213642"/>
            <a:ext cx="31338" cy="99341"/>
          </a:xfrm>
          <a:custGeom xmlns:a="http://schemas.openxmlformats.org/drawingml/2006/main">
            <a:pathLst>
              <a:path w="31338" h="99341">
                <a:moveTo>
                  <a:pt x="23146" y="81931"/>
                </a:moveTo>
                <a:cubicBezTo>
                  <a:pt x="23146" y="84662"/>
                  <a:pt x="23202" y="86756"/>
                  <a:pt x="23317" y="88212"/>
                </a:cubicBezTo>
                <a:cubicBezTo>
                  <a:pt x="23430" y="89669"/>
                  <a:pt x="23760" y="90795"/>
                  <a:pt x="24306" y="91592"/>
                </a:cubicBezTo>
                <a:cubicBezTo>
                  <a:pt x="24852" y="92388"/>
                  <a:pt x="25672" y="92991"/>
                  <a:pt x="26764" y="93401"/>
                </a:cubicBezTo>
                <a:cubicBezTo>
                  <a:pt x="27856" y="93811"/>
                  <a:pt x="29382" y="94334"/>
                  <a:pt x="31338" y="94972"/>
                </a:cubicBezTo>
                <a:lnTo>
                  <a:pt x="31338" y="99341"/>
                </a:lnTo>
                <a:lnTo>
                  <a:pt x="1229" y="99341"/>
                </a:lnTo>
                <a:lnTo>
                  <a:pt x="1229" y="94972"/>
                </a:lnTo>
                <a:cubicBezTo>
                  <a:pt x="3369" y="94334"/>
                  <a:pt x="5019" y="93788"/>
                  <a:pt x="6179" y="93333"/>
                </a:cubicBezTo>
                <a:cubicBezTo>
                  <a:pt x="7340" y="92878"/>
                  <a:pt x="8181" y="92241"/>
                  <a:pt x="8706" y="91421"/>
                </a:cubicBezTo>
                <a:cubicBezTo>
                  <a:pt x="9229" y="90602"/>
                  <a:pt x="9524" y="89475"/>
                  <a:pt x="9592" y="88042"/>
                </a:cubicBezTo>
                <a:cubicBezTo>
                  <a:pt x="9661" y="86608"/>
                  <a:pt x="9695" y="84571"/>
                  <a:pt x="9695" y="81931"/>
                </a:cubicBezTo>
                <a:lnTo>
                  <a:pt x="9695" y="23965"/>
                </a:lnTo>
                <a:cubicBezTo>
                  <a:pt x="9695" y="20596"/>
                  <a:pt x="9650" y="18025"/>
                  <a:pt x="9558" y="16250"/>
                </a:cubicBezTo>
                <a:cubicBezTo>
                  <a:pt x="9468" y="14474"/>
                  <a:pt x="9331" y="13041"/>
                  <a:pt x="9149" y="11948"/>
                </a:cubicBezTo>
                <a:cubicBezTo>
                  <a:pt x="8967" y="11083"/>
                  <a:pt x="8751" y="10321"/>
                  <a:pt x="8501" y="9661"/>
                </a:cubicBezTo>
                <a:cubicBezTo>
                  <a:pt x="8250" y="9001"/>
                  <a:pt x="7818" y="8409"/>
                  <a:pt x="7203" y="7886"/>
                </a:cubicBezTo>
                <a:cubicBezTo>
                  <a:pt x="6588" y="7362"/>
                  <a:pt x="5713" y="6907"/>
                  <a:pt x="4575" y="6520"/>
                </a:cubicBezTo>
                <a:cubicBezTo>
                  <a:pt x="3437" y="6133"/>
                  <a:pt x="1912" y="5781"/>
                  <a:pt x="0" y="5462"/>
                </a:cubicBezTo>
                <a:lnTo>
                  <a:pt x="0" y="956"/>
                </a:lnTo>
                <a:lnTo>
                  <a:pt x="18161" y="0"/>
                </a:lnTo>
                <a:lnTo>
                  <a:pt x="23146" y="0"/>
                </a:lnTo>
                <a:lnTo>
                  <a:pt x="23146" y="81931"/>
                </a:lnTo>
              </a:path>
            </a:pathLst>
          </a:custGeom>
          <a:solidFill xmlns:a="http://schemas.openxmlformats.org/drawingml/2006/main">
            <a:srgbClr val="F4478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7A2AA361-6BF5-499C-8D0C-C64DA0DE28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d4329c020b4b1d"/>
          <a:srcRect xmlns:a="http://schemas.openxmlformats.org/drawingml/2006/main" l="0" t="370" r="0" b="3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28173" y="3170479"/>
            <a:ext cx="1133433" cy="909414"/>
          </a:xfrm>
          <a:prstGeom xmlns:a="http://schemas.openxmlformats.org/drawingml/2006/main" prst="rect">
            <a:avLst/>
          </a:prstGeom>
        </p:spPr>
      </p:pic>
      <p:sp>
        <p:nvSpPr>
          <p:cNvPr id="207" name="pdf-raster-5">
            <a:extLst xmlns:a="http://schemas.openxmlformats.org/drawingml/2006/main">
              <a:ext uri="{FF2B5EF4-FFF2-40B4-BE49-F238E27FC236}">
                <a16:creationId xmlns:a16="http://schemas.microsoft.com/office/drawing/2014/main" id="{3D15FD23-37C6-41D9-9F44-503CEF78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28173" y="3170479"/>
            <a:ext cx="1133433" cy="909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8" name="pdf-path-100006">
            <a:extLst xmlns:a="http://schemas.openxmlformats.org/drawingml/2006/main">
              <a:ext uri="{FF2B5EF4-FFF2-40B4-BE49-F238E27FC236}">
                <a16:creationId xmlns:a16="http://schemas.microsoft.com/office/drawing/2014/main" id="{0B1BB7CB-FBC7-42EF-8634-6FCDED39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5397" y="1243274"/>
            <a:ext cx="65818" cy="70938"/>
          </a:xfrm>
          <a:custGeom xmlns:a="http://schemas.openxmlformats.org/drawingml/2006/main">
            <a:pathLst>
              <a:path w="65818" h="70938">
                <a:moveTo>
                  <a:pt x="32226" y="70938"/>
                </a:moveTo>
                <a:cubicBezTo>
                  <a:pt x="27174" y="70938"/>
                  <a:pt x="22656" y="70233"/>
                  <a:pt x="18674" y="68822"/>
                </a:cubicBezTo>
                <a:cubicBezTo>
                  <a:pt x="14691" y="67411"/>
                  <a:pt x="11311" y="65260"/>
                  <a:pt x="8535" y="62370"/>
                </a:cubicBezTo>
                <a:cubicBezTo>
                  <a:pt x="5758" y="59480"/>
                  <a:pt x="3642" y="55850"/>
                  <a:pt x="2185" y="51480"/>
                </a:cubicBezTo>
                <a:cubicBezTo>
                  <a:pt x="728" y="47110"/>
                  <a:pt x="0" y="41967"/>
                  <a:pt x="0" y="36049"/>
                </a:cubicBezTo>
                <a:cubicBezTo>
                  <a:pt x="0" y="30178"/>
                  <a:pt x="842" y="25000"/>
                  <a:pt x="2526" y="20517"/>
                </a:cubicBezTo>
                <a:cubicBezTo>
                  <a:pt x="4210" y="16033"/>
                  <a:pt x="6543" y="12267"/>
                  <a:pt x="9524" y="9217"/>
                </a:cubicBezTo>
                <a:cubicBezTo>
                  <a:pt x="12506" y="6168"/>
                  <a:pt x="16022" y="3869"/>
                  <a:pt x="20073" y="2321"/>
                </a:cubicBezTo>
                <a:cubicBezTo>
                  <a:pt x="24124" y="774"/>
                  <a:pt x="28539" y="0"/>
                  <a:pt x="33319" y="0"/>
                </a:cubicBezTo>
                <a:cubicBezTo>
                  <a:pt x="39008" y="0"/>
                  <a:pt x="43902" y="842"/>
                  <a:pt x="47998" y="2526"/>
                </a:cubicBezTo>
                <a:cubicBezTo>
                  <a:pt x="52095" y="4210"/>
                  <a:pt x="55463" y="6577"/>
                  <a:pt x="58103" y="9627"/>
                </a:cubicBezTo>
                <a:cubicBezTo>
                  <a:pt x="60743" y="12676"/>
                  <a:pt x="62689" y="16341"/>
                  <a:pt x="63941" y="20619"/>
                </a:cubicBezTo>
                <a:cubicBezTo>
                  <a:pt x="65192" y="24898"/>
                  <a:pt x="65818" y="29609"/>
                  <a:pt x="65818" y="34752"/>
                </a:cubicBezTo>
                <a:cubicBezTo>
                  <a:pt x="65818" y="40670"/>
                  <a:pt x="65033" y="45881"/>
                  <a:pt x="63463" y="50388"/>
                </a:cubicBezTo>
                <a:cubicBezTo>
                  <a:pt x="61892" y="54894"/>
                  <a:pt x="59639" y="58672"/>
                  <a:pt x="56704" y="61721"/>
                </a:cubicBezTo>
                <a:cubicBezTo>
                  <a:pt x="53767" y="64771"/>
                  <a:pt x="50229" y="67069"/>
                  <a:pt x="46086" y="68617"/>
                </a:cubicBezTo>
                <a:cubicBezTo>
                  <a:pt x="41944" y="70165"/>
                  <a:pt x="37324" y="70938"/>
                  <a:pt x="32226" y="70938"/>
                </a:cubicBezTo>
                <a:moveTo>
                  <a:pt x="14816" y="34889"/>
                </a:moveTo>
                <a:cubicBezTo>
                  <a:pt x="14816" y="39577"/>
                  <a:pt x="15226" y="43742"/>
                  <a:pt x="16045" y="47383"/>
                </a:cubicBezTo>
                <a:cubicBezTo>
                  <a:pt x="16864" y="51025"/>
                  <a:pt x="18059" y="54097"/>
                  <a:pt x="19630" y="56601"/>
                </a:cubicBezTo>
                <a:cubicBezTo>
                  <a:pt x="21200" y="59104"/>
                  <a:pt x="23123" y="61016"/>
                  <a:pt x="25399" y="62336"/>
                </a:cubicBezTo>
                <a:cubicBezTo>
                  <a:pt x="27675" y="63656"/>
                  <a:pt x="30269" y="64316"/>
                  <a:pt x="33182" y="64316"/>
                </a:cubicBezTo>
                <a:cubicBezTo>
                  <a:pt x="36459" y="64316"/>
                  <a:pt x="39248" y="63565"/>
                  <a:pt x="41546" y="62063"/>
                </a:cubicBezTo>
                <a:cubicBezTo>
                  <a:pt x="43844" y="60561"/>
                  <a:pt x="45699" y="58546"/>
                  <a:pt x="47110" y="56020"/>
                </a:cubicBezTo>
                <a:cubicBezTo>
                  <a:pt x="48521" y="53494"/>
                  <a:pt x="49546" y="50558"/>
                  <a:pt x="50183" y="47213"/>
                </a:cubicBezTo>
                <a:cubicBezTo>
                  <a:pt x="50820" y="43867"/>
                  <a:pt x="51139" y="40351"/>
                  <a:pt x="51139" y="36664"/>
                </a:cubicBezTo>
                <a:cubicBezTo>
                  <a:pt x="51139" y="31475"/>
                  <a:pt x="50672" y="27003"/>
                  <a:pt x="49739" y="23248"/>
                </a:cubicBezTo>
                <a:cubicBezTo>
                  <a:pt x="48806" y="19493"/>
                  <a:pt x="47531" y="16397"/>
                  <a:pt x="45916" y="13962"/>
                </a:cubicBezTo>
                <a:cubicBezTo>
                  <a:pt x="44300" y="11527"/>
                  <a:pt x="42388" y="9718"/>
                  <a:pt x="40181" y="8534"/>
                </a:cubicBezTo>
                <a:cubicBezTo>
                  <a:pt x="37973" y="7351"/>
                  <a:pt x="35595" y="6759"/>
                  <a:pt x="33046" y="6759"/>
                </a:cubicBezTo>
                <a:cubicBezTo>
                  <a:pt x="27220" y="6759"/>
                  <a:pt x="22724" y="9194"/>
                  <a:pt x="19562" y="14065"/>
                </a:cubicBezTo>
                <a:cubicBezTo>
                  <a:pt x="16398" y="18935"/>
                  <a:pt x="14816" y="25876"/>
                  <a:pt x="14816" y="34889"/>
                </a:cubicBezTo>
              </a:path>
            </a:pathLst>
          </a:custGeom>
          <a:solidFill xmlns:a="http://schemas.openxmlformats.org/drawingml/2006/main">
            <a:srgbClr val="F4478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DC7D3E80-336D-4D56-BB0D-16D4C102A5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f128024e924ff3"/>
          <a:srcRect xmlns:a="http://schemas.openxmlformats.org/drawingml/2006/main" l="4" t="0" r="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921786" y="828389"/>
            <a:ext cx="378276" cy="378304"/>
          </a:xfrm>
          <a:prstGeom xmlns:a="http://schemas.openxmlformats.org/drawingml/2006/main" prst="rect">
            <a:avLst/>
          </a:prstGeom>
        </p:spPr>
      </p:pic>
      <p:sp>
        <p:nvSpPr>
          <p:cNvPr id="210" name="pdf-raster-6">
            <a:extLst xmlns:a="http://schemas.openxmlformats.org/drawingml/2006/main">
              <a:ext uri="{FF2B5EF4-FFF2-40B4-BE49-F238E27FC236}">
                <a16:creationId xmlns:a16="http://schemas.microsoft.com/office/drawing/2014/main" id="{D6C32662-9820-4164-AB57-86AE33B0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21786" y="828389"/>
            <a:ext cx="378276" cy="378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1" name="pdf-path-100007">
            <a:extLst xmlns:a="http://schemas.openxmlformats.org/drawingml/2006/main">
              <a:ext uri="{FF2B5EF4-FFF2-40B4-BE49-F238E27FC236}">
                <a16:creationId xmlns:a16="http://schemas.microsoft.com/office/drawing/2014/main" id="{DB53650D-D621-4224-9324-81E0540B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1110" y="1243274"/>
            <a:ext cx="65818" cy="70938"/>
          </a:xfrm>
          <a:custGeom xmlns:a="http://schemas.openxmlformats.org/drawingml/2006/main">
            <a:pathLst>
              <a:path w="65818" h="70938">
                <a:moveTo>
                  <a:pt x="32226" y="70938"/>
                </a:moveTo>
                <a:cubicBezTo>
                  <a:pt x="27174" y="70938"/>
                  <a:pt x="22656" y="70233"/>
                  <a:pt x="18674" y="68822"/>
                </a:cubicBezTo>
                <a:cubicBezTo>
                  <a:pt x="14691" y="67411"/>
                  <a:pt x="11311" y="65260"/>
                  <a:pt x="8535" y="62370"/>
                </a:cubicBezTo>
                <a:cubicBezTo>
                  <a:pt x="5758" y="59480"/>
                  <a:pt x="3642" y="55850"/>
                  <a:pt x="2185" y="51480"/>
                </a:cubicBezTo>
                <a:cubicBezTo>
                  <a:pt x="728" y="47110"/>
                  <a:pt x="0" y="41967"/>
                  <a:pt x="0" y="36049"/>
                </a:cubicBezTo>
                <a:cubicBezTo>
                  <a:pt x="0" y="30178"/>
                  <a:pt x="842" y="25000"/>
                  <a:pt x="2526" y="20517"/>
                </a:cubicBezTo>
                <a:cubicBezTo>
                  <a:pt x="4210" y="16033"/>
                  <a:pt x="6543" y="12267"/>
                  <a:pt x="9524" y="9217"/>
                </a:cubicBezTo>
                <a:cubicBezTo>
                  <a:pt x="12506" y="6168"/>
                  <a:pt x="16022" y="3869"/>
                  <a:pt x="20073" y="2321"/>
                </a:cubicBezTo>
                <a:cubicBezTo>
                  <a:pt x="24124" y="774"/>
                  <a:pt x="28539" y="0"/>
                  <a:pt x="33319" y="0"/>
                </a:cubicBezTo>
                <a:cubicBezTo>
                  <a:pt x="39008" y="0"/>
                  <a:pt x="43902" y="842"/>
                  <a:pt x="47998" y="2526"/>
                </a:cubicBezTo>
                <a:cubicBezTo>
                  <a:pt x="52095" y="4210"/>
                  <a:pt x="55463" y="6577"/>
                  <a:pt x="58103" y="9627"/>
                </a:cubicBezTo>
                <a:cubicBezTo>
                  <a:pt x="60743" y="12676"/>
                  <a:pt x="62689" y="16341"/>
                  <a:pt x="63941" y="20619"/>
                </a:cubicBezTo>
                <a:cubicBezTo>
                  <a:pt x="65192" y="24898"/>
                  <a:pt x="65818" y="29609"/>
                  <a:pt x="65818" y="34752"/>
                </a:cubicBezTo>
                <a:cubicBezTo>
                  <a:pt x="65818" y="40670"/>
                  <a:pt x="65033" y="45881"/>
                  <a:pt x="63463" y="50388"/>
                </a:cubicBezTo>
                <a:cubicBezTo>
                  <a:pt x="61892" y="54894"/>
                  <a:pt x="59639" y="58672"/>
                  <a:pt x="56704" y="61721"/>
                </a:cubicBezTo>
                <a:cubicBezTo>
                  <a:pt x="53767" y="64771"/>
                  <a:pt x="50229" y="67069"/>
                  <a:pt x="46086" y="68617"/>
                </a:cubicBezTo>
                <a:cubicBezTo>
                  <a:pt x="41944" y="70165"/>
                  <a:pt x="37324" y="70938"/>
                  <a:pt x="32226" y="70938"/>
                </a:cubicBezTo>
                <a:moveTo>
                  <a:pt x="14816" y="34889"/>
                </a:moveTo>
                <a:cubicBezTo>
                  <a:pt x="14816" y="39577"/>
                  <a:pt x="15226" y="43742"/>
                  <a:pt x="16045" y="47383"/>
                </a:cubicBezTo>
                <a:cubicBezTo>
                  <a:pt x="16864" y="51025"/>
                  <a:pt x="18059" y="54097"/>
                  <a:pt x="19630" y="56601"/>
                </a:cubicBezTo>
                <a:cubicBezTo>
                  <a:pt x="21200" y="59104"/>
                  <a:pt x="23123" y="61016"/>
                  <a:pt x="25399" y="62336"/>
                </a:cubicBezTo>
                <a:cubicBezTo>
                  <a:pt x="27675" y="63656"/>
                  <a:pt x="30269" y="64316"/>
                  <a:pt x="33182" y="64316"/>
                </a:cubicBezTo>
                <a:cubicBezTo>
                  <a:pt x="36459" y="64316"/>
                  <a:pt x="39248" y="63565"/>
                  <a:pt x="41546" y="62063"/>
                </a:cubicBezTo>
                <a:cubicBezTo>
                  <a:pt x="43844" y="60561"/>
                  <a:pt x="45699" y="58546"/>
                  <a:pt x="47110" y="56020"/>
                </a:cubicBezTo>
                <a:cubicBezTo>
                  <a:pt x="48522" y="53494"/>
                  <a:pt x="49546" y="50558"/>
                  <a:pt x="50183" y="47213"/>
                </a:cubicBezTo>
                <a:cubicBezTo>
                  <a:pt x="50820" y="43867"/>
                  <a:pt x="51139" y="40351"/>
                  <a:pt x="51139" y="36664"/>
                </a:cubicBezTo>
                <a:cubicBezTo>
                  <a:pt x="51139" y="31475"/>
                  <a:pt x="50672" y="27003"/>
                  <a:pt x="49739" y="23248"/>
                </a:cubicBezTo>
                <a:cubicBezTo>
                  <a:pt x="48806" y="19493"/>
                  <a:pt x="47531" y="16397"/>
                  <a:pt x="45916" y="13962"/>
                </a:cubicBezTo>
                <a:cubicBezTo>
                  <a:pt x="44300" y="11527"/>
                  <a:pt x="42388" y="9718"/>
                  <a:pt x="40181" y="8534"/>
                </a:cubicBezTo>
                <a:cubicBezTo>
                  <a:pt x="37973" y="7351"/>
                  <a:pt x="35595" y="6759"/>
                  <a:pt x="33046" y="6759"/>
                </a:cubicBezTo>
                <a:cubicBezTo>
                  <a:pt x="27220" y="6759"/>
                  <a:pt x="22724" y="9194"/>
                  <a:pt x="19562" y="14065"/>
                </a:cubicBezTo>
                <a:cubicBezTo>
                  <a:pt x="16398" y="18935"/>
                  <a:pt x="14816" y="25876"/>
                  <a:pt x="14816" y="34889"/>
                </a:cubicBezTo>
              </a:path>
            </a:pathLst>
          </a:custGeom>
          <a:solidFill xmlns:a="http://schemas.openxmlformats.org/drawingml/2006/main">
            <a:srgbClr val="F447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pdf-path-100008">
            <a:extLst xmlns:a="http://schemas.openxmlformats.org/drawingml/2006/main">
              <a:ext uri="{FF2B5EF4-FFF2-40B4-BE49-F238E27FC236}">
                <a16:creationId xmlns:a16="http://schemas.microsoft.com/office/drawing/2014/main" id="{E54CFBB5-F65F-41A5-98B6-3B6ED887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3754" y="1213642"/>
            <a:ext cx="75854" cy="99341"/>
          </a:xfrm>
          <a:custGeom xmlns:a="http://schemas.openxmlformats.org/drawingml/2006/main">
            <a:pathLst>
              <a:path w="75854" h="99341">
                <a:moveTo>
                  <a:pt x="23146" y="59263"/>
                </a:moveTo>
                <a:lnTo>
                  <a:pt x="24784" y="59263"/>
                </a:lnTo>
                <a:cubicBezTo>
                  <a:pt x="25695" y="59263"/>
                  <a:pt x="26479" y="59229"/>
                  <a:pt x="27140" y="59161"/>
                </a:cubicBezTo>
                <a:cubicBezTo>
                  <a:pt x="27800" y="59093"/>
                  <a:pt x="28494" y="58990"/>
                  <a:pt x="29222" y="58854"/>
                </a:cubicBezTo>
                <a:cubicBezTo>
                  <a:pt x="29677" y="58763"/>
                  <a:pt x="30439" y="58399"/>
                  <a:pt x="31509" y="57761"/>
                </a:cubicBezTo>
                <a:cubicBezTo>
                  <a:pt x="32579" y="57124"/>
                  <a:pt x="33774" y="56293"/>
                  <a:pt x="35093" y="55269"/>
                </a:cubicBezTo>
                <a:cubicBezTo>
                  <a:pt x="36414" y="54245"/>
                  <a:pt x="37779" y="53107"/>
                  <a:pt x="39190" y="51855"/>
                </a:cubicBezTo>
                <a:cubicBezTo>
                  <a:pt x="40601" y="50604"/>
                  <a:pt x="41888" y="49306"/>
                  <a:pt x="43048" y="47964"/>
                </a:cubicBezTo>
                <a:cubicBezTo>
                  <a:pt x="44209" y="46621"/>
                  <a:pt x="45165" y="45301"/>
                  <a:pt x="45916" y="44004"/>
                </a:cubicBezTo>
                <a:cubicBezTo>
                  <a:pt x="46666" y="42706"/>
                  <a:pt x="47042" y="41534"/>
                  <a:pt x="47042" y="40487"/>
                </a:cubicBezTo>
                <a:cubicBezTo>
                  <a:pt x="47042" y="37665"/>
                  <a:pt x="45108" y="35981"/>
                  <a:pt x="41239" y="35435"/>
                </a:cubicBezTo>
                <a:lnTo>
                  <a:pt x="41239" y="31065"/>
                </a:lnTo>
                <a:lnTo>
                  <a:pt x="73738" y="31065"/>
                </a:lnTo>
                <a:lnTo>
                  <a:pt x="73738" y="35435"/>
                </a:lnTo>
                <a:cubicBezTo>
                  <a:pt x="71326" y="35799"/>
                  <a:pt x="68788" y="36812"/>
                  <a:pt x="66125" y="38473"/>
                </a:cubicBezTo>
                <a:cubicBezTo>
                  <a:pt x="63463" y="40135"/>
                  <a:pt x="60754" y="42149"/>
                  <a:pt x="58000" y="44516"/>
                </a:cubicBezTo>
                <a:cubicBezTo>
                  <a:pt x="55246" y="46883"/>
                  <a:pt x="52504" y="49398"/>
                  <a:pt x="49773" y="52060"/>
                </a:cubicBezTo>
                <a:cubicBezTo>
                  <a:pt x="47042" y="54723"/>
                  <a:pt x="44379" y="57215"/>
                  <a:pt x="41785" y="59536"/>
                </a:cubicBezTo>
                <a:cubicBezTo>
                  <a:pt x="45289" y="63815"/>
                  <a:pt x="48760" y="68105"/>
                  <a:pt x="52197" y="72406"/>
                </a:cubicBezTo>
                <a:cubicBezTo>
                  <a:pt x="55634" y="76708"/>
                  <a:pt x="59082" y="81066"/>
                  <a:pt x="62541" y="85481"/>
                </a:cubicBezTo>
                <a:cubicBezTo>
                  <a:pt x="63679" y="86938"/>
                  <a:pt x="64737" y="88178"/>
                  <a:pt x="65715" y="89202"/>
                </a:cubicBezTo>
                <a:cubicBezTo>
                  <a:pt x="66694" y="90226"/>
                  <a:pt x="67696" y="91114"/>
                  <a:pt x="68719" y="91865"/>
                </a:cubicBezTo>
                <a:cubicBezTo>
                  <a:pt x="69744" y="92616"/>
                  <a:pt x="70824" y="93231"/>
                  <a:pt x="71962" y="93709"/>
                </a:cubicBezTo>
                <a:cubicBezTo>
                  <a:pt x="73100" y="94186"/>
                  <a:pt x="74398" y="94607"/>
                  <a:pt x="75854" y="94972"/>
                </a:cubicBezTo>
                <a:lnTo>
                  <a:pt x="75854" y="99341"/>
                </a:lnTo>
                <a:lnTo>
                  <a:pt x="52231" y="99341"/>
                </a:lnTo>
                <a:cubicBezTo>
                  <a:pt x="52231" y="98613"/>
                  <a:pt x="52242" y="97964"/>
                  <a:pt x="52265" y="97395"/>
                </a:cubicBezTo>
                <a:cubicBezTo>
                  <a:pt x="52288" y="96827"/>
                  <a:pt x="52276" y="96303"/>
                  <a:pt x="52231" y="95825"/>
                </a:cubicBezTo>
                <a:cubicBezTo>
                  <a:pt x="52185" y="95347"/>
                  <a:pt x="52095" y="94881"/>
                  <a:pt x="51958" y="94425"/>
                </a:cubicBezTo>
                <a:cubicBezTo>
                  <a:pt x="51821" y="93970"/>
                  <a:pt x="51617" y="93492"/>
                  <a:pt x="51343" y="92991"/>
                </a:cubicBezTo>
                <a:cubicBezTo>
                  <a:pt x="50524" y="91672"/>
                  <a:pt x="49659" y="90317"/>
                  <a:pt x="48749" y="88929"/>
                </a:cubicBezTo>
                <a:cubicBezTo>
                  <a:pt x="47838" y="87541"/>
                  <a:pt x="46735" y="85959"/>
                  <a:pt x="45438" y="84184"/>
                </a:cubicBezTo>
                <a:cubicBezTo>
                  <a:pt x="44140" y="82409"/>
                  <a:pt x="42616" y="80361"/>
                  <a:pt x="40863" y="78039"/>
                </a:cubicBezTo>
                <a:cubicBezTo>
                  <a:pt x="39111" y="75718"/>
                  <a:pt x="36982" y="72987"/>
                  <a:pt x="34480" y="69846"/>
                </a:cubicBezTo>
                <a:cubicBezTo>
                  <a:pt x="33524" y="68708"/>
                  <a:pt x="32738" y="67820"/>
                  <a:pt x="32124" y="67183"/>
                </a:cubicBezTo>
                <a:cubicBezTo>
                  <a:pt x="31509" y="66546"/>
                  <a:pt x="30940" y="66079"/>
                  <a:pt x="30417" y="65784"/>
                </a:cubicBezTo>
                <a:cubicBezTo>
                  <a:pt x="29894" y="65488"/>
                  <a:pt x="29324" y="65306"/>
                  <a:pt x="28710" y="65238"/>
                </a:cubicBezTo>
                <a:cubicBezTo>
                  <a:pt x="28095" y="65169"/>
                  <a:pt x="27288" y="65112"/>
                  <a:pt x="26286" y="65067"/>
                </a:cubicBezTo>
                <a:lnTo>
                  <a:pt x="23146" y="65067"/>
                </a:lnTo>
                <a:lnTo>
                  <a:pt x="23146" y="81931"/>
                </a:lnTo>
                <a:cubicBezTo>
                  <a:pt x="23146" y="84662"/>
                  <a:pt x="23202" y="86756"/>
                  <a:pt x="23317" y="88212"/>
                </a:cubicBezTo>
                <a:cubicBezTo>
                  <a:pt x="23430" y="89669"/>
                  <a:pt x="23760" y="90795"/>
                  <a:pt x="24306" y="91592"/>
                </a:cubicBezTo>
                <a:cubicBezTo>
                  <a:pt x="24852" y="92388"/>
                  <a:pt x="25672" y="92991"/>
                  <a:pt x="26764" y="93401"/>
                </a:cubicBezTo>
                <a:cubicBezTo>
                  <a:pt x="27856" y="93811"/>
                  <a:pt x="29382" y="94334"/>
                  <a:pt x="31338" y="94972"/>
                </a:cubicBezTo>
                <a:lnTo>
                  <a:pt x="31338" y="99341"/>
                </a:lnTo>
                <a:lnTo>
                  <a:pt x="1229" y="99341"/>
                </a:lnTo>
                <a:lnTo>
                  <a:pt x="1229" y="94972"/>
                </a:lnTo>
                <a:cubicBezTo>
                  <a:pt x="3369" y="94334"/>
                  <a:pt x="5019" y="93788"/>
                  <a:pt x="6179" y="93333"/>
                </a:cubicBezTo>
                <a:cubicBezTo>
                  <a:pt x="7340" y="92878"/>
                  <a:pt x="8181" y="92241"/>
                  <a:pt x="8706" y="91421"/>
                </a:cubicBezTo>
                <a:cubicBezTo>
                  <a:pt x="9229" y="90602"/>
                  <a:pt x="9524" y="89475"/>
                  <a:pt x="9592" y="88042"/>
                </a:cubicBezTo>
                <a:cubicBezTo>
                  <a:pt x="9661" y="86608"/>
                  <a:pt x="9695" y="84571"/>
                  <a:pt x="9695" y="81931"/>
                </a:cubicBezTo>
                <a:lnTo>
                  <a:pt x="9695" y="23965"/>
                </a:lnTo>
                <a:cubicBezTo>
                  <a:pt x="9695" y="20323"/>
                  <a:pt x="9695" y="17399"/>
                  <a:pt x="9695" y="15191"/>
                </a:cubicBezTo>
                <a:cubicBezTo>
                  <a:pt x="9695" y="12984"/>
                  <a:pt x="9422" y="11231"/>
                  <a:pt x="8876" y="9934"/>
                </a:cubicBezTo>
                <a:cubicBezTo>
                  <a:pt x="8330" y="8637"/>
                  <a:pt x="7385" y="7670"/>
                  <a:pt x="6042" y="7032"/>
                </a:cubicBezTo>
                <a:cubicBezTo>
                  <a:pt x="4699" y="6395"/>
                  <a:pt x="2686" y="5872"/>
                  <a:pt x="0" y="5462"/>
                </a:cubicBezTo>
                <a:lnTo>
                  <a:pt x="0" y="956"/>
                </a:lnTo>
                <a:lnTo>
                  <a:pt x="18161" y="0"/>
                </a:lnTo>
                <a:lnTo>
                  <a:pt x="23146" y="0"/>
                </a:lnTo>
                <a:lnTo>
                  <a:pt x="23146" y="59263"/>
                </a:lnTo>
              </a:path>
            </a:pathLst>
          </a:custGeom>
          <a:solidFill xmlns:a="http://schemas.openxmlformats.org/drawingml/2006/main">
            <a:srgbClr val="F447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pdf-path-100009">
            <a:extLst xmlns:a="http://schemas.openxmlformats.org/drawingml/2006/main">
              <a:ext uri="{FF2B5EF4-FFF2-40B4-BE49-F238E27FC236}">
                <a16:creationId xmlns:a16="http://schemas.microsoft.com/office/drawing/2014/main" id="{E5341A71-9B4F-422F-B3CD-B9393170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6008" y="2874434"/>
            <a:ext cx="69778" cy="93005"/>
          </a:xfrm>
          <a:custGeom xmlns:a="http://schemas.openxmlformats.org/drawingml/2006/main">
            <a:pathLst>
              <a:path w="69778" h="93005">
                <a:moveTo>
                  <a:pt x="27147" y="17492"/>
                </a:moveTo>
                <a:lnTo>
                  <a:pt x="28484" y="17779"/>
                </a:lnTo>
                <a:cubicBezTo>
                  <a:pt x="31989" y="13509"/>
                  <a:pt x="35239" y="10148"/>
                  <a:pt x="38235" y="7694"/>
                </a:cubicBezTo>
                <a:cubicBezTo>
                  <a:pt x="41229" y="5241"/>
                  <a:pt x="44464" y="3345"/>
                  <a:pt x="47936" y="2007"/>
                </a:cubicBezTo>
                <a:cubicBezTo>
                  <a:pt x="51409" y="669"/>
                  <a:pt x="55344" y="0"/>
                  <a:pt x="59741" y="0"/>
                </a:cubicBezTo>
                <a:cubicBezTo>
                  <a:pt x="63437" y="0"/>
                  <a:pt x="66783" y="191"/>
                  <a:pt x="69778" y="573"/>
                </a:cubicBezTo>
                <a:lnTo>
                  <a:pt x="69778" y="22558"/>
                </a:lnTo>
                <a:lnTo>
                  <a:pt x="58977" y="22558"/>
                </a:lnTo>
                <a:cubicBezTo>
                  <a:pt x="57447" y="19117"/>
                  <a:pt x="55822" y="16616"/>
                  <a:pt x="54101" y="15055"/>
                </a:cubicBezTo>
                <a:cubicBezTo>
                  <a:pt x="52381" y="13494"/>
                  <a:pt x="50024" y="12713"/>
                  <a:pt x="47028" y="12713"/>
                </a:cubicBezTo>
                <a:cubicBezTo>
                  <a:pt x="44734" y="12713"/>
                  <a:pt x="42456" y="13382"/>
                  <a:pt x="40194" y="14720"/>
                </a:cubicBezTo>
                <a:cubicBezTo>
                  <a:pt x="37932" y="16058"/>
                  <a:pt x="35749" y="18002"/>
                  <a:pt x="33646" y="20551"/>
                </a:cubicBezTo>
                <a:cubicBezTo>
                  <a:pt x="31543" y="23100"/>
                  <a:pt x="30093" y="25490"/>
                  <a:pt x="29297" y="27720"/>
                </a:cubicBezTo>
                <a:cubicBezTo>
                  <a:pt x="28501" y="29950"/>
                  <a:pt x="28102" y="32595"/>
                  <a:pt x="28102" y="35653"/>
                </a:cubicBezTo>
                <a:lnTo>
                  <a:pt x="28102" y="69109"/>
                </a:lnTo>
                <a:cubicBezTo>
                  <a:pt x="28102" y="74908"/>
                  <a:pt x="28453" y="78906"/>
                  <a:pt x="29154" y="81105"/>
                </a:cubicBezTo>
                <a:cubicBezTo>
                  <a:pt x="29854" y="83303"/>
                  <a:pt x="31018" y="84912"/>
                  <a:pt x="32642" y="85932"/>
                </a:cubicBezTo>
                <a:cubicBezTo>
                  <a:pt x="34268" y="86952"/>
                  <a:pt x="36705" y="87748"/>
                  <a:pt x="39955" y="88321"/>
                </a:cubicBezTo>
                <a:lnTo>
                  <a:pt x="39955" y="93005"/>
                </a:lnTo>
                <a:lnTo>
                  <a:pt x="1434" y="93005"/>
                </a:lnTo>
                <a:lnTo>
                  <a:pt x="1434" y="88321"/>
                </a:lnTo>
                <a:cubicBezTo>
                  <a:pt x="3855" y="87557"/>
                  <a:pt x="5592" y="86888"/>
                  <a:pt x="6643" y="86314"/>
                </a:cubicBezTo>
                <a:cubicBezTo>
                  <a:pt x="7695" y="85741"/>
                  <a:pt x="8603" y="84944"/>
                  <a:pt x="9367" y="83925"/>
                </a:cubicBezTo>
                <a:cubicBezTo>
                  <a:pt x="10132" y="82905"/>
                  <a:pt x="10705" y="81344"/>
                  <a:pt x="11088" y="79241"/>
                </a:cubicBezTo>
                <a:cubicBezTo>
                  <a:pt x="11470" y="77138"/>
                  <a:pt x="11662" y="73856"/>
                  <a:pt x="11662" y="69396"/>
                </a:cubicBezTo>
                <a:lnTo>
                  <a:pt x="11662" y="27720"/>
                </a:lnTo>
                <a:cubicBezTo>
                  <a:pt x="11662" y="23641"/>
                  <a:pt x="11597" y="20360"/>
                  <a:pt x="11470" y="17875"/>
                </a:cubicBezTo>
                <a:cubicBezTo>
                  <a:pt x="11343" y="15389"/>
                  <a:pt x="10897" y="13398"/>
                  <a:pt x="10132" y="11900"/>
                </a:cubicBezTo>
                <a:cubicBezTo>
                  <a:pt x="9367" y="10403"/>
                  <a:pt x="8204" y="9288"/>
                  <a:pt x="6643" y="8555"/>
                </a:cubicBezTo>
                <a:cubicBezTo>
                  <a:pt x="5082" y="7822"/>
                  <a:pt x="2867" y="7201"/>
                  <a:pt x="0" y="6691"/>
                </a:cubicBezTo>
                <a:lnTo>
                  <a:pt x="0" y="1721"/>
                </a:lnTo>
                <a:lnTo>
                  <a:pt x="22367" y="764"/>
                </a:lnTo>
                <a:lnTo>
                  <a:pt x="28197" y="764"/>
                </a:lnTo>
                <a:lnTo>
                  <a:pt x="27147" y="17492"/>
                </a:lnTo>
              </a:path>
            </a:pathLst>
          </a:custGeom>
          <a:solidFill xmlns:a="http://schemas.openxmlformats.org/drawingml/2006/main">
            <a:srgbClr val="7B87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pdf-path-100010">
            <a:extLst xmlns:a="http://schemas.openxmlformats.org/drawingml/2006/main">
              <a:ext uri="{FF2B5EF4-FFF2-40B4-BE49-F238E27FC236}">
                <a16:creationId xmlns:a16="http://schemas.microsoft.com/office/drawing/2014/main" id="{4F3F1B5D-90BF-448E-A4CD-FD5956CA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67543" y="2938001"/>
            <a:ext cx="51412" cy="70939"/>
          </a:xfrm>
          <a:custGeom xmlns:a="http://schemas.openxmlformats.org/drawingml/2006/main">
            <a:pathLst>
              <a:path w="51412" h="70939">
                <a:moveTo>
                  <a:pt x="50729" y="17752"/>
                </a:moveTo>
                <a:lnTo>
                  <a:pt x="42877" y="17752"/>
                </a:lnTo>
                <a:cubicBezTo>
                  <a:pt x="42195" y="15840"/>
                  <a:pt x="41387" y="14190"/>
                  <a:pt x="40454" y="12802"/>
                </a:cubicBezTo>
                <a:cubicBezTo>
                  <a:pt x="39521" y="11413"/>
                  <a:pt x="38440" y="10275"/>
                  <a:pt x="37211" y="9388"/>
                </a:cubicBezTo>
                <a:cubicBezTo>
                  <a:pt x="35981" y="8500"/>
                  <a:pt x="34559" y="7840"/>
                  <a:pt x="32943" y="7408"/>
                </a:cubicBezTo>
                <a:cubicBezTo>
                  <a:pt x="31327" y="6975"/>
                  <a:pt x="29472" y="6759"/>
                  <a:pt x="27379" y="6759"/>
                </a:cubicBezTo>
                <a:cubicBezTo>
                  <a:pt x="23465" y="6759"/>
                  <a:pt x="20369" y="7578"/>
                  <a:pt x="18093" y="9217"/>
                </a:cubicBezTo>
                <a:cubicBezTo>
                  <a:pt x="15818" y="10856"/>
                  <a:pt x="14680" y="13200"/>
                  <a:pt x="14680" y="16250"/>
                </a:cubicBezTo>
                <a:cubicBezTo>
                  <a:pt x="14680" y="17524"/>
                  <a:pt x="14839" y="18662"/>
                  <a:pt x="15158" y="19663"/>
                </a:cubicBezTo>
                <a:cubicBezTo>
                  <a:pt x="15476" y="20665"/>
                  <a:pt x="16182" y="21678"/>
                  <a:pt x="17274" y="22702"/>
                </a:cubicBezTo>
                <a:cubicBezTo>
                  <a:pt x="18367" y="23726"/>
                  <a:pt x="19982" y="24807"/>
                  <a:pt x="22122" y="25945"/>
                </a:cubicBezTo>
                <a:cubicBezTo>
                  <a:pt x="24261" y="27083"/>
                  <a:pt x="27151" y="28403"/>
                  <a:pt x="30793" y="29905"/>
                </a:cubicBezTo>
                <a:cubicBezTo>
                  <a:pt x="34434" y="31361"/>
                  <a:pt x="37552" y="32772"/>
                  <a:pt x="40146" y="34138"/>
                </a:cubicBezTo>
                <a:cubicBezTo>
                  <a:pt x="42741" y="35503"/>
                  <a:pt x="44880" y="36960"/>
                  <a:pt x="46564" y="38508"/>
                </a:cubicBezTo>
                <a:cubicBezTo>
                  <a:pt x="48248" y="40055"/>
                  <a:pt x="49478" y="41785"/>
                  <a:pt x="50251" y="43697"/>
                </a:cubicBezTo>
                <a:cubicBezTo>
                  <a:pt x="51025" y="45608"/>
                  <a:pt x="51412" y="47816"/>
                  <a:pt x="51412" y="50319"/>
                </a:cubicBezTo>
                <a:cubicBezTo>
                  <a:pt x="51412" y="53869"/>
                  <a:pt x="50786" y="56931"/>
                  <a:pt x="49534" y="59502"/>
                </a:cubicBezTo>
                <a:cubicBezTo>
                  <a:pt x="48283" y="62074"/>
                  <a:pt x="46474" y="64214"/>
                  <a:pt x="44107" y="65920"/>
                </a:cubicBezTo>
                <a:cubicBezTo>
                  <a:pt x="41739" y="67627"/>
                  <a:pt x="38849" y="68890"/>
                  <a:pt x="35435" y="69710"/>
                </a:cubicBezTo>
                <a:cubicBezTo>
                  <a:pt x="32021" y="70529"/>
                  <a:pt x="28176" y="70939"/>
                  <a:pt x="23897" y="70939"/>
                </a:cubicBezTo>
                <a:cubicBezTo>
                  <a:pt x="15749" y="70939"/>
                  <a:pt x="7784" y="69823"/>
                  <a:pt x="0" y="67593"/>
                </a:cubicBezTo>
                <a:lnTo>
                  <a:pt x="0" y="52026"/>
                </a:lnTo>
                <a:lnTo>
                  <a:pt x="7716" y="52026"/>
                </a:lnTo>
                <a:cubicBezTo>
                  <a:pt x="9081" y="56350"/>
                  <a:pt x="11061" y="59480"/>
                  <a:pt x="13655" y="61414"/>
                </a:cubicBezTo>
                <a:cubicBezTo>
                  <a:pt x="16250" y="63348"/>
                  <a:pt x="19846" y="64316"/>
                  <a:pt x="24443" y="64316"/>
                </a:cubicBezTo>
                <a:cubicBezTo>
                  <a:pt x="26400" y="64316"/>
                  <a:pt x="28210" y="64111"/>
                  <a:pt x="29871" y="63701"/>
                </a:cubicBezTo>
                <a:cubicBezTo>
                  <a:pt x="31532" y="63292"/>
                  <a:pt x="32978" y="62654"/>
                  <a:pt x="34207" y="61790"/>
                </a:cubicBezTo>
                <a:cubicBezTo>
                  <a:pt x="35435" y="60925"/>
                  <a:pt x="36402" y="59832"/>
                  <a:pt x="37108" y="58512"/>
                </a:cubicBezTo>
                <a:cubicBezTo>
                  <a:pt x="37813" y="57192"/>
                  <a:pt x="38167" y="55622"/>
                  <a:pt x="38167" y="53801"/>
                </a:cubicBezTo>
                <a:cubicBezTo>
                  <a:pt x="38167" y="52709"/>
                  <a:pt x="38052" y="51742"/>
                  <a:pt x="37825" y="50900"/>
                </a:cubicBezTo>
                <a:cubicBezTo>
                  <a:pt x="37597" y="50058"/>
                  <a:pt x="37245" y="49272"/>
                  <a:pt x="36767" y="48544"/>
                </a:cubicBezTo>
                <a:cubicBezTo>
                  <a:pt x="36289" y="47816"/>
                  <a:pt x="35674" y="47122"/>
                  <a:pt x="34923" y="46462"/>
                </a:cubicBezTo>
                <a:cubicBezTo>
                  <a:pt x="34173" y="45802"/>
                  <a:pt x="33274" y="45153"/>
                  <a:pt x="32226" y="44516"/>
                </a:cubicBezTo>
                <a:cubicBezTo>
                  <a:pt x="29769" y="43105"/>
                  <a:pt x="27299" y="41842"/>
                  <a:pt x="24818" y="40726"/>
                </a:cubicBezTo>
                <a:cubicBezTo>
                  <a:pt x="22338" y="39611"/>
                  <a:pt x="19959" y="38519"/>
                  <a:pt x="17684" y="37449"/>
                </a:cubicBezTo>
                <a:cubicBezTo>
                  <a:pt x="15408" y="36380"/>
                  <a:pt x="13280" y="35298"/>
                  <a:pt x="11300" y="34206"/>
                </a:cubicBezTo>
                <a:cubicBezTo>
                  <a:pt x="9320" y="33114"/>
                  <a:pt x="7590" y="31873"/>
                  <a:pt x="6111" y="30485"/>
                </a:cubicBezTo>
                <a:cubicBezTo>
                  <a:pt x="4631" y="29097"/>
                  <a:pt x="3471" y="27515"/>
                  <a:pt x="2629" y="25740"/>
                </a:cubicBezTo>
                <a:cubicBezTo>
                  <a:pt x="1787" y="23965"/>
                  <a:pt x="1366" y="21894"/>
                  <a:pt x="1366" y="19527"/>
                </a:cubicBezTo>
                <a:cubicBezTo>
                  <a:pt x="1366" y="16204"/>
                  <a:pt x="2071" y="13314"/>
                  <a:pt x="3482" y="10856"/>
                </a:cubicBezTo>
                <a:cubicBezTo>
                  <a:pt x="4893" y="8398"/>
                  <a:pt x="6851" y="6372"/>
                  <a:pt x="9354" y="4779"/>
                </a:cubicBezTo>
                <a:cubicBezTo>
                  <a:pt x="11857" y="3186"/>
                  <a:pt x="14816" y="1991"/>
                  <a:pt x="18230" y="1195"/>
                </a:cubicBezTo>
                <a:cubicBezTo>
                  <a:pt x="21644" y="398"/>
                  <a:pt x="25354" y="0"/>
                  <a:pt x="29359" y="0"/>
                </a:cubicBezTo>
                <a:cubicBezTo>
                  <a:pt x="30952" y="0"/>
                  <a:pt x="32511" y="34"/>
                  <a:pt x="34036" y="102"/>
                </a:cubicBezTo>
                <a:cubicBezTo>
                  <a:pt x="35561" y="170"/>
                  <a:pt x="37154" y="307"/>
                  <a:pt x="38815" y="512"/>
                </a:cubicBezTo>
                <a:cubicBezTo>
                  <a:pt x="40477" y="717"/>
                  <a:pt x="42275" y="978"/>
                  <a:pt x="44209" y="1297"/>
                </a:cubicBezTo>
                <a:cubicBezTo>
                  <a:pt x="46143" y="1616"/>
                  <a:pt x="48317" y="2025"/>
                  <a:pt x="50729" y="2526"/>
                </a:cubicBezTo>
                <a:lnTo>
                  <a:pt x="50729" y="17752"/>
                </a:lnTo>
              </a:path>
            </a:pathLst>
          </a:custGeom>
          <a:solidFill xmlns:a="http://schemas.openxmlformats.org/drawingml/2006/main">
            <a:srgbClr val="7B87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pdf-path-100011">
            <a:extLst xmlns:a="http://schemas.openxmlformats.org/drawingml/2006/main">
              <a:ext uri="{FF2B5EF4-FFF2-40B4-BE49-F238E27FC236}">
                <a16:creationId xmlns:a16="http://schemas.microsoft.com/office/drawing/2014/main" id="{A75D4722-BBE3-452F-A09A-3D9337A8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2951" y="2939434"/>
            <a:ext cx="115796" cy="68549"/>
          </a:xfrm>
          <a:custGeom xmlns:a="http://schemas.openxmlformats.org/drawingml/2006/main">
            <a:pathLst>
              <a:path w="115796" h="68549">
                <a:moveTo>
                  <a:pt x="57488" y="16455"/>
                </a:moveTo>
                <a:lnTo>
                  <a:pt x="38235" y="68549"/>
                </a:lnTo>
                <a:lnTo>
                  <a:pt x="27447" y="68549"/>
                </a:lnTo>
                <a:lnTo>
                  <a:pt x="9763" y="15908"/>
                </a:lnTo>
                <a:cubicBezTo>
                  <a:pt x="9035" y="13678"/>
                  <a:pt x="8364" y="11892"/>
                  <a:pt x="7749" y="10549"/>
                </a:cubicBezTo>
                <a:cubicBezTo>
                  <a:pt x="7135" y="9206"/>
                  <a:pt x="6475" y="8136"/>
                  <a:pt x="5769" y="7340"/>
                </a:cubicBezTo>
                <a:cubicBezTo>
                  <a:pt x="5064" y="6543"/>
                  <a:pt x="4256" y="5940"/>
                  <a:pt x="3345" y="5530"/>
                </a:cubicBezTo>
                <a:cubicBezTo>
                  <a:pt x="2435" y="5121"/>
                  <a:pt x="1320" y="4734"/>
                  <a:pt x="0" y="4370"/>
                </a:cubicBezTo>
                <a:lnTo>
                  <a:pt x="0" y="0"/>
                </a:lnTo>
                <a:lnTo>
                  <a:pt x="30041" y="0"/>
                </a:lnTo>
                <a:lnTo>
                  <a:pt x="30041" y="4370"/>
                </a:lnTo>
                <a:cubicBezTo>
                  <a:pt x="27356" y="4734"/>
                  <a:pt x="25444" y="5371"/>
                  <a:pt x="24306" y="6281"/>
                </a:cubicBezTo>
                <a:cubicBezTo>
                  <a:pt x="23168" y="7192"/>
                  <a:pt x="22599" y="8444"/>
                  <a:pt x="22599" y="10037"/>
                </a:cubicBezTo>
                <a:cubicBezTo>
                  <a:pt x="22599" y="11175"/>
                  <a:pt x="22758" y="12426"/>
                  <a:pt x="23077" y="13792"/>
                </a:cubicBezTo>
                <a:cubicBezTo>
                  <a:pt x="23396" y="15157"/>
                  <a:pt x="23851" y="16727"/>
                  <a:pt x="24442" y="18503"/>
                </a:cubicBezTo>
                <a:lnTo>
                  <a:pt x="35844" y="53733"/>
                </a:lnTo>
                <a:lnTo>
                  <a:pt x="54757" y="0"/>
                </a:lnTo>
                <a:lnTo>
                  <a:pt x="65545" y="0"/>
                </a:lnTo>
                <a:lnTo>
                  <a:pt x="81453" y="53733"/>
                </a:lnTo>
                <a:lnTo>
                  <a:pt x="94288" y="19869"/>
                </a:lnTo>
                <a:cubicBezTo>
                  <a:pt x="95063" y="17865"/>
                  <a:pt x="95665" y="16102"/>
                  <a:pt x="96098" y="14577"/>
                </a:cubicBezTo>
                <a:cubicBezTo>
                  <a:pt x="96530" y="13052"/>
                  <a:pt x="96747" y="11721"/>
                  <a:pt x="96747" y="10583"/>
                </a:cubicBezTo>
                <a:cubicBezTo>
                  <a:pt x="96747" y="8808"/>
                  <a:pt x="96143" y="7419"/>
                  <a:pt x="94937" y="6418"/>
                </a:cubicBezTo>
                <a:cubicBezTo>
                  <a:pt x="93731" y="5417"/>
                  <a:pt x="91831" y="4734"/>
                  <a:pt x="89237" y="4370"/>
                </a:cubicBezTo>
                <a:lnTo>
                  <a:pt x="89237" y="0"/>
                </a:lnTo>
                <a:lnTo>
                  <a:pt x="115796" y="0"/>
                </a:lnTo>
                <a:lnTo>
                  <a:pt x="115796" y="4370"/>
                </a:lnTo>
                <a:cubicBezTo>
                  <a:pt x="114476" y="4689"/>
                  <a:pt x="113361" y="5053"/>
                  <a:pt x="112450" y="5462"/>
                </a:cubicBezTo>
                <a:cubicBezTo>
                  <a:pt x="111540" y="5872"/>
                  <a:pt x="110720" y="6498"/>
                  <a:pt x="109992" y="7340"/>
                </a:cubicBezTo>
                <a:cubicBezTo>
                  <a:pt x="109264" y="8182"/>
                  <a:pt x="108547" y="9308"/>
                  <a:pt x="107842" y="10720"/>
                </a:cubicBezTo>
                <a:cubicBezTo>
                  <a:pt x="107136" y="12131"/>
                  <a:pt x="106305" y="13997"/>
                  <a:pt x="105349" y="16318"/>
                </a:cubicBezTo>
                <a:lnTo>
                  <a:pt x="83911" y="68549"/>
                </a:lnTo>
                <a:lnTo>
                  <a:pt x="73123" y="68549"/>
                </a:lnTo>
                <a:lnTo>
                  <a:pt x="57488" y="16455"/>
                </a:lnTo>
              </a:path>
            </a:pathLst>
          </a:custGeom>
          <a:solidFill xmlns:a="http://schemas.openxmlformats.org/drawingml/2006/main">
            <a:srgbClr val="7B87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pdf-path-100012">
            <a:extLst xmlns:a="http://schemas.openxmlformats.org/drawingml/2006/main">
              <a:ext uri="{FF2B5EF4-FFF2-40B4-BE49-F238E27FC236}">
                <a16:creationId xmlns:a16="http://schemas.microsoft.com/office/drawing/2014/main" id="{6B6FC8EB-9D17-4806-BDEE-73E8F7E9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2308" y="2938001"/>
            <a:ext cx="60902" cy="70939"/>
          </a:xfrm>
          <a:custGeom xmlns:a="http://schemas.openxmlformats.org/drawingml/2006/main">
            <a:pathLst>
              <a:path w="60902" h="70939">
                <a:moveTo>
                  <a:pt x="59878" y="57147"/>
                </a:moveTo>
                <a:cubicBezTo>
                  <a:pt x="57329" y="59650"/>
                  <a:pt x="54905" y="61778"/>
                  <a:pt x="52607" y="63531"/>
                </a:cubicBezTo>
                <a:cubicBezTo>
                  <a:pt x="50308" y="65283"/>
                  <a:pt x="48021" y="66705"/>
                  <a:pt x="45745" y="67798"/>
                </a:cubicBezTo>
                <a:cubicBezTo>
                  <a:pt x="43469" y="68890"/>
                  <a:pt x="41148" y="69687"/>
                  <a:pt x="38780" y="70187"/>
                </a:cubicBezTo>
                <a:cubicBezTo>
                  <a:pt x="36414" y="70688"/>
                  <a:pt x="33910" y="70939"/>
                  <a:pt x="31270" y="70939"/>
                </a:cubicBezTo>
                <a:cubicBezTo>
                  <a:pt x="20892" y="70939"/>
                  <a:pt x="13087" y="67969"/>
                  <a:pt x="7852" y="62029"/>
                </a:cubicBezTo>
                <a:cubicBezTo>
                  <a:pt x="2618" y="56089"/>
                  <a:pt x="0" y="47338"/>
                  <a:pt x="0" y="35776"/>
                </a:cubicBezTo>
                <a:cubicBezTo>
                  <a:pt x="0" y="30451"/>
                  <a:pt x="774" y="25592"/>
                  <a:pt x="2321" y="21200"/>
                </a:cubicBezTo>
                <a:cubicBezTo>
                  <a:pt x="3869" y="16807"/>
                  <a:pt x="6076" y="13040"/>
                  <a:pt x="8945" y="9900"/>
                </a:cubicBezTo>
                <a:cubicBezTo>
                  <a:pt x="11812" y="6759"/>
                  <a:pt x="15248" y="4324"/>
                  <a:pt x="19254" y="2594"/>
                </a:cubicBezTo>
                <a:cubicBezTo>
                  <a:pt x="23260" y="865"/>
                  <a:pt x="27720" y="0"/>
                  <a:pt x="32636" y="0"/>
                </a:cubicBezTo>
                <a:cubicBezTo>
                  <a:pt x="37461" y="0"/>
                  <a:pt x="41626" y="739"/>
                  <a:pt x="45131" y="2219"/>
                </a:cubicBezTo>
                <a:cubicBezTo>
                  <a:pt x="48635" y="3698"/>
                  <a:pt x="51480" y="5735"/>
                  <a:pt x="53665" y="8330"/>
                </a:cubicBezTo>
                <a:cubicBezTo>
                  <a:pt x="54757" y="9604"/>
                  <a:pt x="55736" y="11061"/>
                  <a:pt x="56601" y="12699"/>
                </a:cubicBezTo>
                <a:cubicBezTo>
                  <a:pt x="57466" y="14338"/>
                  <a:pt x="58205" y="16238"/>
                  <a:pt x="58820" y="18400"/>
                </a:cubicBezTo>
                <a:cubicBezTo>
                  <a:pt x="59435" y="20562"/>
                  <a:pt x="59913" y="23031"/>
                  <a:pt x="60254" y="25808"/>
                </a:cubicBezTo>
                <a:cubicBezTo>
                  <a:pt x="60595" y="28585"/>
                  <a:pt x="60811" y="31748"/>
                  <a:pt x="60902" y="35298"/>
                </a:cubicBezTo>
                <a:lnTo>
                  <a:pt x="14133" y="35298"/>
                </a:lnTo>
                <a:lnTo>
                  <a:pt x="14133" y="35913"/>
                </a:lnTo>
                <a:cubicBezTo>
                  <a:pt x="14133" y="44516"/>
                  <a:pt x="15738" y="50956"/>
                  <a:pt x="18947" y="55235"/>
                </a:cubicBezTo>
                <a:cubicBezTo>
                  <a:pt x="22156" y="59514"/>
                  <a:pt x="27243" y="61653"/>
                  <a:pt x="34207" y="61653"/>
                </a:cubicBezTo>
                <a:cubicBezTo>
                  <a:pt x="36073" y="61653"/>
                  <a:pt x="37860" y="61460"/>
                  <a:pt x="39566" y="61073"/>
                </a:cubicBezTo>
                <a:cubicBezTo>
                  <a:pt x="41273" y="60686"/>
                  <a:pt x="42969" y="60083"/>
                  <a:pt x="44653" y="59263"/>
                </a:cubicBezTo>
                <a:cubicBezTo>
                  <a:pt x="46337" y="58444"/>
                  <a:pt x="48032" y="57386"/>
                  <a:pt x="49739" y="56089"/>
                </a:cubicBezTo>
                <a:cubicBezTo>
                  <a:pt x="51446" y="54791"/>
                  <a:pt x="53233" y="53255"/>
                  <a:pt x="55099" y="51480"/>
                </a:cubicBezTo>
                <a:lnTo>
                  <a:pt x="59878" y="57147"/>
                </a:lnTo>
                <a:moveTo>
                  <a:pt x="46223" y="28539"/>
                </a:moveTo>
                <a:cubicBezTo>
                  <a:pt x="45768" y="21120"/>
                  <a:pt x="44414" y="15635"/>
                  <a:pt x="42161" y="12085"/>
                </a:cubicBezTo>
                <a:cubicBezTo>
                  <a:pt x="39907" y="8534"/>
                  <a:pt x="36459" y="6759"/>
                  <a:pt x="31816" y="6759"/>
                </a:cubicBezTo>
                <a:cubicBezTo>
                  <a:pt x="29359" y="6759"/>
                  <a:pt x="27140" y="7248"/>
                  <a:pt x="25160" y="8227"/>
                </a:cubicBezTo>
                <a:cubicBezTo>
                  <a:pt x="23180" y="9206"/>
                  <a:pt x="21450" y="10628"/>
                  <a:pt x="19971" y="12495"/>
                </a:cubicBezTo>
                <a:cubicBezTo>
                  <a:pt x="18492" y="14361"/>
                  <a:pt x="17286" y="16648"/>
                  <a:pt x="16352" y="19356"/>
                </a:cubicBezTo>
                <a:cubicBezTo>
                  <a:pt x="15419" y="22064"/>
                  <a:pt x="14816" y="25126"/>
                  <a:pt x="14543" y="28539"/>
                </a:cubicBezTo>
                <a:lnTo>
                  <a:pt x="46223" y="28539"/>
                </a:lnTo>
              </a:path>
            </a:pathLst>
          </a:custGeom>
          <a:solidFill xmlns:a="http://schemas.openxmlformats.org/drawingml/2006/main">
            <a:srgbClr val="7B87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pdf-path-100013">
            <a:extLst xmlns:a="http://schemas.openxmlformats.org/drawingml/2006/main">
              <a:ext uri="{FF2B5EF4-FFF2-40B4-BE49-F238E27FC236}">
                <a16:creationId xmlns:a16="http://schemas.microsoft.com/office/drawing/2014/main" id="{39AD3799-46BB-4A4E-95E9-A31F00DB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0892" y="2938001"/>
            <a:ext cx="60902" cy="70939"/>
          </a:xfrm>
          <a:custGeom xmlns:a="http://schemas.openxmlformats.org/drawingml/2006/main">
            <a:pathLst>
              <a:path w="60902" h="70939">
                <a:moveTo>
                  <a:pt x="59878" y="57147"/>
                </a:moveTo>
                <a:cubicBezTo>
                  <a:pt x="57329" y="59650"/>
                  <a:pt x="54905" y="61778"/>
                  <a:pt x="52607" y="63531"/>
                </a:cubicBezTo>
                <a:cubicBezTo>
                  <a:pt x="50308" y="65283"/>
                  <a:pt x="48021" y="66705"/>
                  <a:pt x="45745" y="67798"/>
                </a:cubicBezTo>
                <a:cubicBezTo>
                  <a:pt x="43469" y="68890"/>
                  <a:pt x="41148" y="69687"/>
                  <a:pt x="38780" y="70187"/>
                </a:cubicBezTo>
                <a:cubicBezTo>
                  <a:pt x="36414" y="70688"/>
                  <a:pt x="33910" y="70939"/>
                  <a:pt x="31270" y="70939"/>
                </a:cubicBezTo>
                <a:cubicBezTo>
                  <a:pt x="20892" y="70939"/>
                  <a:pt x="13087" y="67969"/>
                  <a:pt x="7852" y="62029"/>
                </a:cubicBezTo>
                <a:cubicBezTo>
                  <a:pt x="2618" y="56089"/>
                  <a:pt x="0" y="47338"/>
                  <a:pt x="0" y="35776"/>
                </a:cubicBezTo>
                <a:cubicBezTo>
                  <a:pt x="0" y="30451"/>
                  <a:pt x="774" y="25592"/>
                  <a:pt x="2321" y="21200"/>
                </a:cubicBezTo>
                <a:cubicBezTo>
                  <a:pt x="3869" y="16807"/>
                  <a:pt x="6076" y="13040"/>
                  <a:pt x="8945" y="9900"/>
                </a:cubicBezTo>
                <a:cubicBezTo>
                  <a:pt x="11812" y="6759"/>
                  <a:pt x="15248" y="4324"/>
                  <a:pt x="19254" y="2594"/>
                </a:cubicBezTo>
                <a:cubicBezTo>
                  <a:pt x="23260" y="865"/>
                  <a:pt x="27720" y="0"/>
                  <a:pt x="32636" y="0"/>
                </a:cubicBezTo>
                <a:cubicBezTo>
                  <a:pt x="37461" y="0"/>
                  <a:pt x="41626" y="739"/>
                  <a:pt x="45131" y="2219"/>
                </a:cubicBezTo>
                <a:cubicBezTo>
                  <a:pt x="48635" y="3698"/>
                  <a:pt x="51480" y="5735"/>
                  <a:pt x="53665" y="8330"/>
                </a:cubicBezTo>
                <a:cubicBezTo>
                  <a:pt x="54757" y="9604"/>
                  <a:pt x="55736" y="11061"/>
                  <a:pt x="56601" y="12699"/>
                </a:cubicBezTo>
                <a:cubicBezTo>
                  <a:pt x="57466" y="14338"/>
                  <a:pt x="58205" y="16238"/>
                  <a:pt x="58820" y="18400"/>
                </a:cubicBezTo>
                <a:cubicBezTo>
                  <a:pt x="59435" y="20562"/>
                  <a:pt x="59913" y="23031"/>
                  <a:pt x="60254" y="25808"/>
                </a:cubicBezTo>
                <a:cubicBezTo>
                  <a:pt x="60595" y="28585"/>
                  <a:pt x="60811" y="31748"/>
                  <a:pt x="60902" y="35298"/>
                </a:cubicBezTo>
                <a:lnTo>
                  <a:pt x="14133" y="35298"/>
                </a:lnTo>
                <a:lnTo>
                  <a:pt x="14133" y="35913"/>
                </a:lnTo>
                <a:cubicBezTo>
                  <a:pt x="14133" y="44516"/>
                  <a:pt x="15738" y="50956"/>
                  <a:pt x="18947" y="55235"/>
                </a:cubicBezTo>
                <a:cubicBezTo>
                  <a:pt x="22156" y="59514"/>
                  <a:pt x="27243" y="61653"/>
                  <a:pt x="34207" y="61653"/>
                </a:cubicBezTo>
                <a:cubicBezTo>
                  <a:pt x="36073" y="61653"/>
                  <a:pt x="37860" y="61460"/>
                  <a:pt x="39566" y="61073"/>
                </a:cubicBezTo>
                <a:cubicBezTo>
                  <a:pt x="41273" y="60686"/>
                  <a:pt x="42969" y="60083"/>
                  <a:pt x="44653" y="59263"/>
                </a:cubicBezTo>
                <a:cubicBezTo>
                  <a:pt x="46337" y="58444"/>
                  <a:pt x="48032" y="57386"/>
                  <a:pt x="49739" y="56089"/>
                </a:cubicBezTo>
                <a:cubicBezTo>
                  <a:pt x="51446" y="54791"/>
                  <a:pt x="53233" y="53255"/>
                  <a:pt x="55099" y="51480"/>
                </a:cubicBezTo>
                <a:lnTo>
                  <a:pt x="59878" y="57147"/>
                </a:lnTo>
                <a:moveTo>
                  <a:pt x="46223" y="28539"/>
                </a:moveTo>
                <a:cubicBezTo>
                  <a:pt x="45768" y="21120"/>
                  <a:pt x="44414" y="15635"/>
                  <a:pt x="42161" y="12085"/>
                </a:cubicBezTo>
                <a:cubicBezTo>
                  <a:pt x="39907" y="8534"/>
                  <a:pt x="36459" y="6759"/>
                  <a:pt x="31816" y="6759"/>
                </a:cubicBezTo>
                <a:cubicBezTo>
                  <a:pt x="29359" y="6759"/>
                  <a:pt x="27140" y="7248"/>
                  <a:pt x="25160" y="8227"/>
                </a:cubicBezTo>
                <a:cubicBezTo>
                  <a:pt x="23180" y="9206"/>
                  <a:pt x="21450" y="10628"/>
                  <a:pt x="19971" y="12495"/>
                </a:cubicBezTo>
                <a:cubicBezTo>
                  <a:pt x="18492" y="14361"/>
                  <a:pt x="17286" y="16648"/>
                  <a:pt x="16352" y="19356"/>
                </a:cubicBezTo>
                <a:cubicBezTo>
                  <a:pt x="15419" y="22064"/>
                  <a:pt x="14816" y="25126"/>
                  <a:pt x="14543" y="28539"/>
                </a:cubicBezTo>
                <a:lnTo>
                  <a:pt x="46223" y="28539"/>
                </a:lnTo>
              </a:path>
            </a:pathLst>
          </a:custGeom>
          <a:solidFill xmlns:a="http://schemas.openxmlformats.org/drawingml/2006/main">
            <a:srgbClr val="7B87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pdf-path-100014">
            <a:extLst xmlns:a="http://schemas.openxmlformats.org/drawingml/2006/main">
              <a:ext uri="{FF2B5EF4-FFF2-40B4-BE49-F238E27FC236}">
                <a16:creationId xmlns:a16="http://schemas.microsoft.com/office/drawing/2014/main" id="{D7DDB46B-0A04-4697-A14D-03119AD8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7223" y="2938001"/>
            <a:ext cx="72030" cy="98932"/>
          </a:xfrm>
          <a:custGeom xmlns:a="http://schemas.openxmlformats.org/drawingml/2006/main">
            <a:pathLst>
              <a:path w="72030" h="98932">
                <a:moveTo>
                  <a:pt x="22599" y="81589"/>
                </a:moveTo>
                <a:cubicBezTo>
                  <a:pt x="22599" y="84275"/>
                  <a:pt x="22656" y="86335"/>
                  <a:pt x="22770" y="87769"/>
                </a:cubicBezTo>
                <a:cubicBezTo>
                  <a:pt x="22883" y="89202"/>
                  <a:pt x="23225" y="90306"/>
                  <a:pt x="23794" y="91080"/>
                </a:cubicBezTo>
                <a:cubicBezTo>
                  <a:pt x="24363" y="91854"/>
                  <a:pt x="25261" y="92445"/>
                  <a:pt x="26491" y="92855"/>
                </a:cubicBezTo>
                <a:cubicBezTo>
                  <a:pt x="27720" y="93265"/>
                  <a:pt x="29450" y="93788"/>
                  <a:pt x="31679" y="94425"/>
                </a:cubicBezTo>
                <a:lnTo>
                  <a:pt x="31679" y="98932"/>
                </a:lnTo>
                <a:lnTo>
                  <a:pt x="683" y="98932"/>
                </a:lnTo>
                <a:lnTo>
                  <a:pt x="683" y="94425"/>
                </a:lnTo>
                <a:cubicBezTo>
                  <a:pt x="2640" y="93834"/>
                  <a:pt x="4176" y="93333"/>
                  <a:pt x="5291" y="92923"/>
                </a:cubicBezTo>
                <a:cubicBezTo>
                  <a:pt x="6406" y="92514"/>
                  <a:pt x="7248" y="91922"/>
                  <a:pt x="7817" y="91148"/>
                </a:cubicBezTo>
                <a:cubicBezTo>
                  <a:pt x="8386" y="90374"/>
                  <a:pt x="8750" y="89259"/>
                  <a:pt x="8910" y="87803"/>
                </a:cubicBezTo>
                <a:cubicBezTo>
                  <a:pt x="9069" y="86346"/>
                  <a:pt x="9149" y="84275"/>
                  <a:pt x="9149" y="81589"/>
                </a:cubicBezTo>
                <a:lnTo>
                  <a:pt x="9149" y="20756"/>
                </a:lnTo>
                <a:cubicBezTo>
                  <a:pt x="9149" y="18161"/>
                  <a:pt x="9137" y="16022"/>
                  <a:pt x="9115" y="14338"/>
                </a:cubicBezTo>
                <a:cubicBezTo>
                  <a:pt x="9092" y="12654"/>
                  <a:pt x="8819" y="11265"/>
                  <a:pt x="8295" y="10173"/>
                </a:cubicBezTo>
                <a:cubicBezTo>
                  <a:pt x="7772" y="9081"/>
                  <a:pt x="6873" y="8227"/>
                  <a:pt x="5598" y="7612"/>
                </a:cubicBezTo>
                <a:cubicBezTo>
                  <a:pt x="4324" y="6998"/>
                  <a:pt x="2457" y="6486"/>
                  <a:pt x="0" y="6076"/>
                </a:cubicBezTo>
                <a:lnTo>
                  <a:pt x="0" y="1434"/>
                </a:lnTo>
                <a:lnTo>
                  <a:pt x="17683" y="683"/>
                </a:lnTo>
                <a:lnTo>
                  <a:pt x="22736" y="683"/>
                </a:lnTo>
                <a:cubicBezTo>
                  <a:pt x="22599" y="2640"/>
                  <a:pt x="22439" y="4563"/>
                  <a:pt x="22258" y="6452"/>
                </a:cubicBezTo>
                <a:cubicBezTo>
                  <a:pt x="22076" y="8341"/>
                  <a:pt x="21916" y="10241"/>
                  <a:pt x="21779" y="12153"/>
                </a:cubicBezTo>
                <a:cubicBezTo>
                  <a:pt x="21916" y="12244"/>
                  <a:pt x="22042" y="12290"/>
                  <a:pt x="22155" y="12290"/>
                </a:cubicBezTo>
                <a:cubicBezTo>
                  <a:pt x="22269" y="12290"/>
                  <a:pt x="22371" y="12335"/>
                  <a:pt x="22462" y="12426"/>
                </a:cubicBezTo>
                <a:cubicBezTo>
                  <a:pt x="25375" y="9604"/>
                  <a:pt x="27936" y="7362"/>
                  <a:pt x="30144" y="5701"/>
                </a:cubicBezTo>
                <a:cubicBezTo>
                  <a:pt x="32351" y="4040"/>
                  <a:pt x="34365" y="2788"/>
                  <a:pt x="36186" y="1946"/>
                </a:cubicBezTo>
                <a:cubicBezTo>
                  <a:pt x="38006" y="1104"/>
                  <a:pt x="39714" y="569"/>
                  <a:pt x="41307" y="341"/>
                </a:cubicBezTo>
                <a:cubicBezTo>
                  <a:pt x="42900" y="114"/>
                  <a:pt x="44584" y="0"/>
                  <a:pt x="46359" y="0"/>
                </a:cubicBezTo>
                <a:cubicBezTo>
                  <a:pt x="54598" y="0"/>
                  <a:pt x="60936" y="3004"/>
                  <a:pt x="65373" y="9013"/>
                </a:cubicBezTo>
                <a:cubicBezTo>
                  <a:pt x="69812" y="15020"/>
                  <a:pt x="72030" y="23737"/>
                  <a:pt x="72030" y="35162"/>
                </a:cubicBezTo>
                <a:cubicBezTo>
                  <a:pt x="72030" y="41352"/>
                  <a:pt x="71268" y="46689"/>
                  <a:pt x="69743" y="51173"/>
                </a:cubicBezTo>
                <a:cubicBezTo>
                  <a:pt x="68219" y="55656"/>
                  <a:pt x="66079" y="59366"/>
                  <a:pt x="63326" y="62302"/>
                </a:cubicBezTo>
                <a:cubicBezTo>
                  <a:pt x="60572" y="65237"/>
                  <a:pt x="57249" y="67411"/>
                  <a:pt x="53357" y="68822"/>
                </a:cubicBezTo>
                <a:cubicBezTo>
                  <a:pt x="49466" y="70233"/>
                  <a:pt x="45152" y="70939"/>
                  <a:pt x="40419" y="70939"/>
                </a:cubicBezTo>
                <a:cubicBezTo>
                  <a:pt x="33455" y="70939"/>
                  <a:pt x="27515" y="69869"/>
                  <a:pt x="22599" y="67730"/>
                </a:cubicBezTo>
                <a:lnTo>
                  <a:pt x="22599" y="81589"/>
                </a:lnTo>
                <a:moveTo>
                  <a:pt x="22599" y="43970"/>
                </a:moveTo>
                <a:cubicBezTo>
                  <a:pt x="22599" y="48066"/>
                  <a:pt x="22929" y="51434"/>
                  <a:pt x="23589" y="54074"/>
                </a:cubicBezTo>
                <a:cubicBezTo>
                  <a:pt x="24249" y="56714"/>
                  <a:pt x="25285" y="58797"/>
                  <a:pt x="26696" y="60322"/>
                </a:cubicBezTo>
                <a:cubicBezTo>
                  <a:pt x="28107" y="61846"/>
                  <a:pt x="29893" y="62893"/>
                  <a:pt x="32055" y="63462"/>
                </a:cubicBezTo>
                <a:cubicBezTo>
                  <a:pt x="34217" y="64031"/>
                  <a:pt x="36777" y="64316"/>
                  <a:pt x="39736" y="64316"/>
                </a:cubicBezTo>
                <a:cubicBezTo>
                  <a:pt x="45699" y="64316"/>
                  <a:pt x="50171" y="61994"/>
                  <a:pt x="53153" y="57351"/>
                </a:cubicBezTo>
                <a:cubicBezTo>
                  <a:pt x="56134" y="52709"/>
                  <a:pt x="57624" y="45813"/>
                  <a:pt x="57624" y="36664"/>
                </a:cubicBezTo>
                <a:cubicBezTo>
                  <a:pt x="57624" y="27515"/>
                  <a:pt x="56270" y="20687"/>
                  <a:pt x="53562" y="16181"/>
                </a:cubicBezTo>
                <a:cubicBezTo>
                  <a:pt x="50854" y="11675"/>
                  <a:pt x="46655" y="9422"/>
                  <a:pt x="40965" y="9422"/>
                </a:cubicBezTo>
                <a:cubicBezTo>
                  <a:pt x="38689" y="9422"/>
                  <a:pt x="36448" y="9866"/>
                  <a:pt x="34240" y="10754"/>
                </a:cubicBezTo>
                <a:cubicBezTo>
                  <a:pt x="32033" y="11641"/>
                  <a:pt x="30064" y="12802"/>
                  <a:pt x="28334" y="14236"/>
                </a:cubicBezTo>
                <a:cubicBezTo>
                  <a:pt x="26604" y="15669"/>
                  <a:pt x="25216" y="17274"/>
                  <a:pt x="24169" y="19049"/>
                </a:cubicBezTo>
                <a:cubicBezTo>
                  <a:pt x="23122" y="20824"/>
                  <a:pt x="22599" y="22599"/>
                  <a:pt x="22599" y="24374"/>
                </a:cubicBezTo>
                <a:lnTo>
                  <a:pt x="22599" y="43970"/>
                </a:lnTo>
              </a:path>
            </a:pathLst>
          </a:custGeom>
          <a:solidFill xmlns:a="http://schemas.openxmlformats.org/drawingml/2006/main">
            <a:srgbClr val="7B87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pdf-path-100015">
            <a:extLst xmlns:a="http://schemas.openxmlformats.org/drawingml/2006/main">
              <a:ext uri="{FF2B5EF4-FFF2-40B4-BE49-F238E27FC236}">
                <a16:creationId xmlns:a16="http://schemas.microsoft.com/office/drawing/2014/main" id="{48830A40-3420-4F16-AF13-721640B7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6120" y="2624420"/>
            <a:ext cx="69778" cy="93005"/>
          </a:xfrm>
          <a:custGeom xmlns:a="http://schemas.openxmlformats.org/drawingml/2006/main">
            <a:pathLst>
              <a:path w="69778" h="93005">
                <a:moveTo>
                  <a:pt x="27147" y="17492"/>
                </a:moveTo>
                <a:lnTo>
                  <a:pt x="28484" y="17779"/>
                </a:lnTo>
                <a:cubicBezTo>
                  <a:pt x="31989" y="13509"/>
                  <a:pt x="35239" y="10148"/>
                  <a:pt x="38235" y="7694"/>
                </a:cubicBezTo>
                <a:cubicBezTo>
                  <a:pt x="41229" y="5241"/>
                  <a:pt x="44464" y="3345"/>
                  <a:pt x="47936" y="2007"/>
                </a:cubicBezTo>
                <a:cubicBezTo>
                  <a:pt x="51409" y="669"/>
                  <a:pt x="55344" y="0"/>
                  <a:pt x="59741" y="0"/>
                </a:cubicBezTo>
                <a:cubicBezTo>
                  <a:pt x="63437" y="0"/>
                  <a:pt x="66783" y="191"/>
                  <a:pt x="69778" y="573"/>
                </a:cubicBezTo>
                <a:lnTo>
                  <a:pt x="69778" y="22558"/>
                </a:lnTo>
                <a:lnTo>
                  <a:pt x="58977" y="22558"/>
                </a:lnTo>
                <a:cubicBezTo>
                  <a:pt x="57447" y="19117"/>
                  <a:pt x="55822" y="16616"/>
                  <a:pt x="54101" y="15055"/>
                </a:cubicBezTo>
                <a:cubicBezTo>
                  <a:pt x="52381" y="13494"/>
                  <a:pt x="50024" y="12713"/>
                  <a:pt x="47028" y="12713"/>
                </a:cubicBezTo>
                <a:cubicBezTo>
                  <a:pt x="44734" y="12713"/>
                  <a:pt x="42456" y="13382"/>
                  <a:pt x="40194" y="14720"/>
                </a:cubicBezTo>
                <a:cubicBezTo>
                  <a:pt x="37932" y="16058"/>
                  <a:pt x="35749" y="18002"/>
                  <a:pt x="33646" y="20551"/>
                </a:cubicBezTo>
                <a:cubicBezTo>
                  <a:pt x="31543" y="23100"/>
                  <a:pt x="30093" y="25490"/>
                  <a:pt x="29297" y="27720"/>
                </a:cubicBezTo>
                <a:cubicBezTo>
                  <a:pt x="28501" y="29950"/>
                  <a:pt x="28102" y="32595"/>
                  <a:pt x="28102" y="35653"/>
                </a:cubicBezTo>
                <a:lnTo>
                  <a:pt x="28102" y="69109"/>
                </a:lnTo>
                <a:cubicBezTo>
                  <a:pt x="28102" y="74908"/>
                  <a:pt x="28453" y="78906"/>
                  <a:pt x="29154" y="81105"/>
                </a:cubicBezTo>
                <a:cubicBezTo>
                  <a:pt x="29854" y="83303"/>
                  <a:pt x="31018" y="84912"/>
                  <a:pt x="32642" y="85932"/>
                </a:cubicBezTo>
                <a:cubicBezTo>
                  <a:pt x="34268" y="86952"/>
                  <a:pt x="36705" y="87748"/>
                  <a:pt x="39955" y="88321"/>
                </a:cubicBezTo>
                <a:lnTo>
                  <a:pt x="39955" y="93005"/>
                </a:lnTo>
                <a:lnTo>
                  <a:pt x="1434" y="93005"/>
                </a:lnTo>
                <a:lnTo>
                  <a:pt x="1434" y="88321"/>
                </a:lnTo>
                <a:cubicBezTo>
                  <a:pt x="3855" y="87557"/>
                  <a:pt x="5592" y="86888"/>
                  <a:pt x="6643" y="86314"/>
                </a:cubicBezTo>
                <a:cubicBezTo>
                  <a:pt x="7695" y="85741"/>
                  <a:pt x="8603" y="84944"/>
                  <a:pt x="9367" y="83925"/>
                </a:cubicBezTo>
                <a:cubicBezTo>
                  <a:pt x="10132" y="82905"/>
                  <a:pt x="10705" y="81344"/>
                  <a:pt x="11088" y="79241"/>
                </a:cubicBezTo>
                <a:cubicBezTo>
                  <a:pt x="11470" y="77138"/>
                  <a:pt x="11662" y="73856"/>
                  <a:pt x="11662" y="69396"/>
                </a:cubicBezTo>
                <a:lnTo>
                  <a:pt x="11662" y="27720"/>
                </a:lnTo>
                <a:cubicBezTo>
                  <a:pt x="11662" y="23641"/>
                  <a:pt x="11597" y="20360"/>
                  <a:pt x="11470" y="17875"/>
                </a:cubicBezTo>
                <a:cubicBezTo>
                  <a:pt x="11343" y="15389"/>
                  <a:pt x="10897" y="13398"/>
                  <a:pt x="10132" y="11900"/>
                </a:cubicBezTo>
                <a:cubicBezTo>
                  <a:pt x="9367" y="10403"/>
                  <a:pt x="8204" y="9288"/>
                  <a:pt x="6643" y="8555"/>
                </a:cubicBezTo>
                <a:cubicBezTo>
                  <a:pt x="5082" y="7822"/>
                  <a:pt x="2867" y="7201"/>
                  <a:pt x="0" y="6691"/>
                </a:cubicBezTo>
                <a:lnTo>
                  <a:pt x="0" y="1721"/>
                </a:lnTo>
                <a:lnTo>
                  <a:pt x="22367" y="764"/>
                </a:lnTo>
                <a:lnTo>
                  <a:pt x="28197" y="764"/>
                </a:lnTo>
                <a:lnTo>
                  <a:pt x="27147" y="17492"/>
                </a:lnTo>
              </a:path>
            </a:pathLst>
          </a:custGeom>
          <a:solidFill xmlns:a="http://schemas.openxmlformats.org/drawingml/2006/main">
            <a:srgbClr val="00C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pdf-path-100016">
            <a:extLst xmlns:a="http://schemas.openxmlformats.org/drawingml/2006/main">
              <a:ext uri="{FF2B5EF4-FFF2-40B4-BE49-F238E27FC236}">
                <a16:creationId xmlns:a16="http://schemas.microsoft.com/office/drawing/2014/main" id="{B1B9CE1F-400A-4E9C-89C0-82694D07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4309" y="2668695"/>
            <a:ext cx="72782" cy="100297"/>
          </a:xfrm>
          <a:custGeom xmlns:a="http://schemas.openxmlformats.org/drawingml/2006/main">
            <a:pathLst>
              <a:path w="72782" h="100297">
                <a:moveTo>
                  <a:pt x="23146" y="41648"/>
                </a:moveTo>
                <a:lnTo>
                  <a:pt x="23282" y="41648"/>
                </a:lnTo>
                <a:cubicBezTo>
                  <a:pt x="25695" y="39281"/>
                  <a:pt x="27879" y="37324"/>
                  <a:pt x="29837" y="35776"/>
                </a:cubicBezTo>
                <a:cubicBezTo>
                  <a:pt x="31794" y="34229"/>
                  <a:pt x="33671" y="32988"/>
                  <a:pt x="35469" y="32055"/>
                </a:cubicBezTo>
                <a:cubicBezTo>
                  <a:pt x="37267" y="31122"/>
                  <a:pt x="39076" y="30462"/>
                  <a:pt x="40897" y="30075"/>
                </a:cubicBezTo>
                <a:cubicBezTo>
                  <a:pt x="42718" y="29689"/>
                  <a:pt x="44698" y="29450"/>
                  <a:pt x="46837" y="29359"/>
                </a:cubicBezTo>
                <a:cubicBezTo>
                  <a:pt x="50797" y="29359"/>
                  <a:pt x="54370" y="30121"/>
                  <a:pt x="57556" y="31646"/>
                </a:cubicBezTo>
                <a:cubicBezTo>
                  <a:pt x="60743" y="33171"/>
                  <a:pt x="63463" y="35412"/>
                  <a:pt x="65715" y="38371"/>
                </a:cubicBezTo>
                <a:cubicBezTo>
                  <a:pt x="67969" y="41329"/>
                  <a:pt x="69709" y="44982"/>
                  <a:pt x="70939" y="49329"/>
                </a:cubicBezTo>
                <a:cubicBezTo>
                  <a:pt x="72167" y="53676"/>
                  <a:pt x="72782" y="58649"/>
                  <a:pt x="72782" y="64248"/>
                </a:cubicBezTo>
                <a:cubicBezTo>
                  <a:pt x="72782" y="70574"/>
                  <a:pt x="71985" y="76002"/>
                  <a:pt x="70392" y="80531"/>
                </a:cubicBezTo>
                <a:cubicBezTo>
                  <a:pt x="68800" y="85060"/>
                  <a:pt x="66592" y="88792"/>
                  <a:pt x="63770" y="91729"/>
                </a:cubicBezTo>
                <a:cubicBezTo>
                  <a:pt x="60948" y="94664"/>
                  <a:pt x="57590" y="96827"/>
                  <a:pt x="53698" y="98215"/>
                </a:cubicBezTo>
                <a:cubicBezTo>
                  <a:pt x="49807" y="99603"/>
                  <a:pt x="45562" y="100297"/>
                  <a:pt x="40966" y="100297"/>
                </a:cubicBezTo>
                <a:cubicBezTo>
                  <a:pt x="37051" y="100297"/>
                  <a:pt x="33455" y="99967"/>
                  <a:pt x="30178" y="99307"/>
                </a:cubicBezTo>
                <a:cubicBezTo>
                  <a:pt x="26901" y="98647"/>
                  <a:pt x="23624" y="97543"/>
                  <a:pt x="20346" y="95996"/>
                </a:cubicBezTo>
                <a:cubicBezTo>
                  <a:pt x="18571" y="97498"/>
                  <a:pt x="16864" y="98932"/>
                  <a:pt x="15226" y="100297"/>
                </a:cubicBezTo>
                <a:cubicBezTo>
                  <a:pt x="14315" y="100070"/>
                  <a:pt x="13394" y="99887"/>
                  <a:pt x="12461" y="99751"/>
                </a:cubicBezTo>
                <a:cubicBezTo>
                  <a:pt x="11527" y="99614"/>
                  <a:pt x="10606" y="99432"/>
                  <a:pt x="9695" y="99205"/>
                </a:cubicBezTo>
                <a:lnTo>
                  <a:pt x="9695" y="23692"/>
                </a:lnTo>
                <a:cubicBezTo>
                  <a:pt x="9695" y="21234"/>
                  <a:pt x="9707" y="19106"/>
                  <a:pt x="9729" y="17308"/>
                </a:cubicBezTo>
                <a:cubicBezTo>
                  <a:pt x="9752" y="15510"/>
                  <a:pt x="9695" y="13974"/>
                  <a:pt x="9558" y="12699"/>
                </a:cubicBezTo>
                <a:cubicBezTo>
                  <a:pt x="9422" y="11425"/>
                  <a:pt x="9183" y="10366"/>
                  <a:pt x="8842" y="9524"/>
                </a:cubicBezTo>
                <a:cubicBezTo>
                  <a:pt x="8501" y="8682"/>
                  <a:pt x="7965" y="7988"/>
                  <a:pt x="7237" y="7442"/>
                </a:cubicBezTo>
                <a:cubicBezTo>
                  <a:pt x="6509" y="6896"/>
                  <a:pt x="5564" y="6452"/>
                  <a:pt x="4404" y="6110"/>
                </a:cubicBezTo>
                <a:cubicBezTo>
                  <a:pt x="3243" y="5769"/>
                  <a:pt x="1775" y="5462"/>
                  <a:pt x="0" y="5189"/>
                </a:cubicBezTo>
                <a:lnTo>
                  <a:pt x="0" y="683"/>
                </a:lnTo>
                <a:lnTo>
                  <a:pt x="18298" y="0"/>
                </a:lnTo>
                <a:lnTo>
                  <a:pt x="23146" y="0"/>
                </a:lnTo>
                <a:lnTo>
                  <a:pt x="23146" y="41648"/>
                </a:lnTo>
                <a:moveTo>
                  <a:pt x="23146" y="73874"/>
                </a:moveTo>
                <a:cubicBezTo>
                  <a:pt x="23146" y="77698"/>
                  <a:pt x="23464" y="80873"/>
                  <a:pt x="24101" y="83399"/>
                </a:cubicBezTo>
                <a:cubicBezTo>
                  <a:pt x="24739" y="85925"/>
                  <a:pt x="25751" y="87950"/>
                  <a:pt x="27140" y="89475"/>
                </a:cubicBezTo>
                <a:cubicBezTo>
                  <a:pt x="28528" y="91000"/>
                  <a:pt x="30303" y="92081"/>
                  <a:pt x="32465" y="92718"/>
                </a:cubicBezTo>
                <a:cubicBezTo>
                  <a:pt x="34627" y="93356"/>
                  <a:pt x="37256" y="93674"/>
                  <a:pt x="40351" y="93674"/>
                </a:cubicBezTo>
                <a:cubicBezTo>
                  <a:pt x="46222" y="93674"/>
                  <a:pt x="50672" y="91364"/>
                  <a:pt x="53698" y="86744"/>
                </a:cubicBezTo>
                <a:cubicBezTo>
                  <a:pt x="56726" y="82124"/>
                  <a:pt x="58239" y="75308"/>
                  <a:pt x="58239" y="66296"/>
                </a:cubicBezTo>
                <a:cubicBezTo>
                  <a:pt x="58239" y="47952"/>
                  <a:pt x="52754" y="38780"/>
                  <a:pt x="41785" y="38780"/>
                </a:cubicBezTo>
                <a:cubicBezTo>
                  <a:pt x="39463" y="38780"/>
                  <a:pt x="37187" y="39213"/>
                  <a:pt x="34957" y="40078"/>
                </a:cubicBezTo>
                <a:cubicBezTo>
                  <a:pt x="32727" y="40943"/>
                  <a:pt x="30735" y="42081"/>
                  <a:pt x="28983" y="43492"/>
                </a:cubicBezTo>
                <a:cubicBezTo>
                  <a:pt x="27230" y="44903"/>
                  <a:pt x="25819" y="46507"/>
                  <a:pt x="24750" y="48305"/>
                </a:cubicBezTo>
                <a:cubicBezTo>
                  <a:pt x="23680" y="50103"/>
                  <a:pt x="23146" y="51958"/>
                  <a:pt x="23146" y="53869"/>
                </a:cubicBezTo>
                <a:lnTo>
                  <a:pt x="23146" y="73874"/>
                </a:lnTo>
              </a:path>
            </a:pathLst>
          </a:custGeom>
          <a:solidFill xmlns:a="http://schemas.openxmlformats.org/drawingml/2006/main">
            <a:srgbClr val="00C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pdf-path-100017">
            <a:extLst xmlns:a="http://schemas.openxmlformats.org/drawingml/2006/main">
              <a:ext uri="{FF2B5EF4-FFF2-40B4-BE49-F238E27FC236}">
                <a16:creationId xmlns:a16="http://schemas.microsoft.com/office/drawing/2014/main" id="{F675D20C-F746-469E-9A91-C2950784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4767" y="2698054"/>
            <a:ext cx="64794" cy="70939"/>
          </a:xfrm>
          <a:custGeom xmlns:a="http://schemas.openxmlformats.org/drawingml/2006/main">
            <a:pathLst>
              <a:path w="64794" h="70939">
                <a:moveTo>
                  <a:pt x="43765" y="69710"/>
                </a:moveTo>
                <a:cubicBezTo>
                  <a:pt x="43856" y="68025"/>
                  <a:pt x="43925" y="66341"/>
                  <a:pt x="43970" y="64657"/>
                </a:cubicBezTo>
                <a:cubicBezTo>
                  <a:pt x="44015" y="62973"/>
                  <a:pt x="44083" y="61334"/>
                  <a:pt x="44175" y="59741"/>
                </a:cubicBezTo>
                <a:cubicBezTo>
                  <a:pt x="44038" y="59650"/>
                  <a:pt x="43902" y="59593"/>
                  <a:pt x="43765" y="59571"/>
                </a:cubicBezTo>
                <a:cubicBezTo>
                  <a:pt x="43628" y="59548"/>
                  <a:pt x="43447" y="59491"/>
                  <a:pt x="43219" y="59400"/>
                </a:cubicBezTo>
                <a:cubicBezTo>
                  <a:pt x="41079" y="61494"/>
                  <a:pt x="39043" y="63269"/>
                  <a:pt x="37108" y="64725"/>
                </a:cubicBezTo>
                <a:cubicBezTo>
                  <a:pt x="35174" y="66182"/>
                  <a:pt x="33240" y="67377"/>
                  <a:pt x="31304" y="68310"/>
                </a:cubicBezTo>
                <a:cubicBezTo>
                  <a:pt x="29370" y="69243"/>
                  <a:pt x="27413" y="69914"/>
                  <a:pt x="25433" y="70324"/>
                </a:cubicBezTo>
                <a:cubicBezTo>
                  <a:pt x="23453" y="70734"/>
                  <a:pt x="21394" y="70939"/>
                  <a:pt x="19254" y="70939"/>
                </a:cubicBezTo>
                <a:cubicBezTo>
                  <a:pt x="16296" y="70939"/>
                  <a:pt x="13621" y="70506"/>
                  <a:pt x="11232" y="69641"/>
                </a:cubicBezTo>
                <a:cubicBezTo>
                  <a:pt x="8842" y="68776"/>
                  <a:pt x="6817" y="67559"/>
                  <a:pt x="5155" y="65989"/>
                </a:cubicBezTo>
                <a:cubicBezTo>
                  <a:pt x="3493" y="64418"/>
                  <a:pt x="2219" y="62563"/>
                  <a:pt x="1332" y="60424"/>
                </a:cubicBezTo>
                <a:cubicBezTo>
                  <a:pt x="444" y="58285"/>
                  <a:pt x="0" y="55918"/>
                  <a:pt x="0" y="53323"/>
                </a:cubicBezTo>
                <a:cubicBezTo>
                  <a:pt x="0" y="46314"/>
                  <a:pt x="3585" y="40943"/>
                  <a:pt x="10754" y="37210"/>
                </a:cubicBezTo>
                <a:cubicBezTo>
                  <a:pt x="17923" y="33478"/>
                  <a:pt x="28653" y="31247"/>
                  <a:pt x="42946" y="30519"/>
                </a:cubicBezTo>
                <a:lnTo>
                  <a:pt x="42946" y="25604"/>
                </a:lnTo>
                <a:cubicBezTo>
                  <a:pt x="42946" y="22235"/>
                  <a:pt x="42684" y="19379"/>
                  <a:pt x="42161" y="17035"/>
                </a:cubicBezTo>
                <a:cubicBezTo>
                  <a:pt x="41637" y="14691"/>
                  <a:pt x="40818" y="12790"/>
                  <a:pt x="39703" y="11334"/>
                </a:cubicBezTo>
                <a:cubicBezTo>
                  <a:pt x="38588" y="9877"/>
                  <a:pt x="37119" y="8819"/>
                  <a:pt x="35299" y="8159"/>
                </a:cubicBezTo>
                <a:cubicBezTo>
                  <a:pt x="33478" y="7499"/>
                  <a:pt x="31270" y="7169"/>
                  <a:pt x="28676" y="7169"/>
                </a:cubicBezTo>
                <a:cubicBezTo>
                  <a:pt x="25080" y="7169"/>
                  <a:pt x="22053" y="8125"/>
                  <a:pt x="19596" y="10036"/>
                </a:cubicBezTo>
                <a:cubicBezTo>
                  <a:pt x="17137" y="11948"/>
                  <a:pt x="15317" y="14975"/>
                  <a:pt x="14133" y="19117"/>
                </a:cubicBezTo>
                <a:lnTo>
                  <a:pt x="4029" y="19117"/>
                </a:lnTo>
                <a:lnTo>
                  <a:pt x="4029" y="8739"/>
                </a:lnTo>
                <a:cubicBezTo>
                  <a:pt x="7306" y="7192"/>
                  <a:pt x="10310" y="5871"/>
                  <a:pt x="13041" y="4779"/>
                </a:cubicBezTo>
                <a:cubicBezTo>
                  <a:pt x="15772" y="3687"/>
                  <a:pt x="18378" y="2788"/>
                  <a:pt x="20858" y="2082"/>
                </a:cubicBezTo>
                <a:cubicBezTo>
                  <a:pt x="23339" y="1377"/>
                  <a:pt x="25751" y="865"/>
                  <a:pt x="28095" y="546"/>
                </a:cubicBezTo>
                <a:cubicBezTo>
                  <a:pt x="30440" y="228"/>
                  <a:pt x="32841" y="45"/>
                  <a:pt x="35299" y="0"/>
                </a:cubicBezTo>
                <a:cubicBezTo>
                  <a:pt x="38804" y="91"/>
                  <a:pt x="41865" y="489"/>
                  <a:pt x="44482" y="1195"/>
                </a:cubicBezTo>
                <a:cubicBezTo>
                  <a:pt x="47099" y="1900"/>
                  <a:pt x="49284" y="3118"/>
                  <a:pt x="51036" y="4848"/>
                </a:cubicBezTo>
                <a:cubicBezTo>
                  <a:pt x="52789" y="6577"/>
                  <a:pt x="54109" y="8910"/>
                  <a:pt x="54996" y="11846"/>
                </a:cubicBezTo>
                <a:cubicBezTo>
                  <a:pt x="55884" y="14782"/>
                  <a:pt x="56350" y="18503"/>
                  <a:pt x="56396" y="23009"/>
                </a:cubicBezTo>
                <a:lnTo>
                  <a:pt x="56396" y="49090"/>
                </a:lnTo>
                <a:cubicBezTo>
                  <a:pt x="56396" y="52049"/>
                  <a:pt x="56373" y="54438"/>
                  <a:pt x="56328" y="56259"/>
                </a:cubicBezTo>
                <a:cubicBezTo>
                  <a:pt x="56282" y="58080"/>
                  <a:pt x="56487" y="59559"/>
                  <a:pt x="56942" y="60697"/>
                </a:cubicBezTo>
                <a:cubicBezTo>
                  <a:pt x="57398" y="61835"/>
                  <a:pt x="58217" y="62734"/>
                  <a:pt x="59400" y="63394"/>
                </a:cubicBezTo>
                <a:cubicBezTo>
                  <a:pt x="60584" y="64054"/>
                  <a:pt x="62381" y="64703"/>
                  <a:pt x="64794" y="65340"/>
                </a:cubicBezTo>
                <a:lnTo>
                  <a:pt x="64794" y="69710"/>
                </a:lnTo>
                <a:lnTo>
                  <a:pt x="43765" y="69710"/>
                </a:lnTo>
                <a:moveTo>
                  <a:pt x="42946" y="36937"/>
                </a:moveTo>
                <a:cubicBezTo>
                  <a:pt x="32841" y="37165"/>
                  <a:pt x="25422" y="38462"/>
                  <a:pt x="20688" y="40829"/>
                </a:cubicBezTo>
                <a:cubicBezTo>
                  <a:pt x="15954" y="43196"/>
                  <a:pt x="13587" y="46791"/>
                  <a:pt x="13587" y="51616"/>
                </a:cubicBezTo>
                <a:cubicBezTo>
                  <a:pt x="13587" y="55349"/>
                  <a:pt x="14645" y="58046"/>
                  <a:pt x="16762" y="59707"/>
                </a:cubicBezTo>
                <a:cubicBezTo>
                  <a:pt x="18879" y="61368"/>
                  <a:pt x="21780" y="62199"/>
                  <a:pt x="25467" y="62199"/>
                </a:cubicBezTo>
                <a:cubicBezTo>
                  <a:pt x="28061" y="62199"/>
                  <a:pt x="30429" y="61744"/>
                  <a:pt x="32568" y="60833"/>
                </a:cubicBezTo>
                <a:cubicBezTo>
                  <a:pt x="34707" y="59924"/>
                  <a:pt x="36539" y="58751"/>
                  <a:pt x="38064" y="57317"/>
                </a:cubicBezTo>
                <a:cubicBezTo>
                  <a:pt x="39589" y="55884"/>
                  <a:pt x="40784" y="54291"/>
                  <a:pt x="41649" y="52538"/>
                </a:cubicBezTo>
                <a:cubicBezTo>
                  <a:pt x="42514" y="50786"/>
                  <a:pt x="42946" y="49067"/>
                  <a:pt x="42946" y="47383"/>
                </a:cubicBezTo>
                <a:lnTo>
                  <a:pt x="42946" y="36937"/>
                </a:lnTo>
              </a:path>
            </a:pathLst>
          </a:custGeom>
          <a:solidFill xmlns:a="http://schemas.openxmlformats.org/drawingml/2006/main">
            <a:srgbClr val="00C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pdf-path-100018">
            <a:extLst xmlns:a="http://schemas.openxmlformats.org/drawingml/2006/main">
              <a:ext uri="{FF2B5EF4-FFF2-40B4-BE49-F238E27FC236}">
                <a16:creationId xmlns:a16="http://schemas.microsoft.com/office/drawing/2014/main" id="{7CAE8917-5FC7-440D-9E86-AA6CC104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82301" y="2698054"/>
            <a:ext cx="69777" cy="100161"/>
          </a:xfrm>
          <a:custGeom xmlns:a="http://schemas.openxmlformats.org/drawingml/2006/main">
            <a:pathLst>
              <a:path w="69777" h="100161">
                <a:moveTo>
                  <a:pt x="69777" y="9695"/>
                </a:moveTo>
                <a:cubicBezTo>
                  <a:pt x="67456" y="9558"/>
                  <a:pt x="65192" y="9433"/>
                  <a:pt x="62984" y="9319"/>
                </a:cubicBezTo>
                <a:cubicBezTo>
                  <a:pt x="60777" y="9206"/>
                  <a:pt x="58557" y="9103"/>
                  <a:pt x="56327" y="9013"/>
                </a:cubicBezTo>
                <a:cubicBezTo>
                  <a:pt x="56236" y="9149"/>
                  <a:pt x="56168" y="9263"/>
                  <a:pt x="56123" y="9353"/>
                </a:cubicBezTo>
                <a:cubicBezTo>
                  <a:pt x="56077" y="9445"/>
                  <a:pt x="56008" y="9558"/>
                  <a:pt x="55918" y="9695"/>
                </a:cubicBezTo>
                <a:cubicBezTo>
                  <a:pt x="57329" y="11379"/>
                  <a:pt x="58421" y="13303"/>
                  <a:pt x="59195" y="15464"/>
                </a:cubicBezTo>
                <a:cubicBezTo>
                  <a:pt x="59968" y="17627"/>
                  <a:pt x="60356" y="20005"/>
                  <a:pt x="60356" y="22599"/>
                </a:cubicBezTo>
                <a:cubicBezTo>
                  <a:pt x="60356" y="26423"/>
                  <a:pt x="59707" y="29825"/>
                  <a:pt x="58409" y="32807"/>
                </a:cubicBezTo>
                <a:cubicBezTo>
                  <a:pt x="57113" y="35788"/>
                  <a:pt x="55224" y="38314"/>
                  <a:pt x="52743" y="40385"/>
                </a:cubicBezTo>
                <a:cubicBezTo>
                  <a:pt x="50262" y="42456"/>
                  <a:pt x="47224" y="44027"/>
                  <a:pt x="43628" y="45096"/>
                </a:cubicBezTo>
                <a:cubicBezTo>
                  <a:pt x="40032" y="46166"/>
                  <a:pt x="35936" y="46701"/>
                  <a:pt x="31338" y="46701"/>
                </a:cubicBezTo>
                <a:cubicBezTo>
                  <a:pt x="29153" y="46701"/>
                  <a:pt x="27140" y="46587"/>
                  <a:pt x="25296" y="46359"/>
                </a:cubicBezTo>
                <a:cubicBezTo>
                  <a:pt x="23453" y="46132"/>
                  <a:pt x="21803" y="45768"/>
                  <a:pt x="20346" y="45267"/>
                </a:cubicBezTo>
                <a:cubicBezTo>
                  <a:pt x="18571" y="46450"/>
                  <a:pt x="17251" y="47702"/>
                  <a:pt x="16386" y="49022"/>
                </a:cubicBezTo>
                <a:cubicBezTo>
                  <a:pt x="15521" y="50342"/>
                  <a:pt x="15089" y="51594"/>
                  <a:pt x="15089" y="52777"/>
                </a:cubicBezTo>
                <a:cubicBezTo>
                  <a:pt x="15089" y="54188"/>
                  <a:pt x="15282" y="55349"/>
                  <a:pt x="15669" y="56259"/>
                </a:cubicBezTo>
                <a:cubicBezTo>
                  <a:pt x="16056" y="57170"/>
                  <a:pt x="16705" y="57898"/>
                  <a:pt x="17615" y="58444"/>
                </a:cubicBezTo>
                <a:cubicBezTo>
                  <a:pt x="18525" y="58990"/>
                  <a:pt x="19743" y="59366"/>
                  <a:pt x="21267" y="59571"/>
                </a:cubicBezTo>
                <a:cubicBezTo>
                  <a:pt x="22793" y="59775"/>
                  <a:pt x="24693" y="59878"/>
                  <a:pt x="26969" y="59878"/>
                </a:cubicBezTo>
                <a:lnTo>
                  <a:pt x="44994" y="59878"/>
                </a:lnTo>
                <a:cubicBezTo>
                  <a:pt x="48954" y="59878"/>
                  <a:pt x="52344" y="60265"/>
                  <a:pt x="55166" y="61038"/>
                </a:cubicBezTo>
                <a:cubicBezTo>
                  <a:pt x="57989" y="61812"/>
                  <a:pt x="60299" y="62950"/>
                  <a:pt x="62096" y="64452"/>
                </a:cubicBezTo>
                <a:cubicBezTo>
                  <a:pt x="63894" y="65955"/>
                  <a:pt x="65226" y="67798"/>
                  <a:pt x="66091" y="69983"/>
                </a:cubicBezTo>
                <a:cubicBezTo>
                  <a:pt x="66955" y="72167"/>
                  <a:pt x="67388" y="74671"/>
                  <a:pt x="67388" y="77493"/>
                </a:cubicBezTo>
                <a:cubicBezTo>
                  <a:pt x="67388" y="80816"/>
                  <a:pt x="66626" y="83865"/>
                  <a:pt x="65100" y="86642"/>
                </a:cubicBezTo>
                <a:cubicBezTo>
                  <a:pt x="63576" y="89419"/>
                  <a:pt x="61368" y="91808"/>
                  <a:pt x="58478" y="93811"/>
                </a:cubicBezTo>
                <a:cubicBezTo>
                  <a:pt x="55587" y="95814"/>
                  <a:pt x="52060" y="97373"/>
                  <a:pt x="47895" y="98488"/>
                </a:cubicBezTo>
                <a:cubicBezTo>
                  <a:pt x="43730" y="99603"/>
                  <a:pt x="39008" y="100161"/>
                  <a:pt x="33728" y="100161"/>
                </a:cubicBezTo>
                <a:cubicBezTo>
                  <a:pt x="28630" y="100161"/>
                  <a:pt x="23999" y="99887"/>
                  <a:pt x="19834" y="99341"/>
                </a:cubicBezTo>
                <a:cubicBezTo>
                  <a:pt x="15669" y="98795"/>
                  <a:pt x="12119" y="97851"/>
                  <a:pt x="9183" y="96508"/>
                </a:cubicBezTo>
                <a:cubicBezTo>
                  <a:pt x="6247" y="95165"/>
                  <a:pt x="3983" y="93390"/>
                  <a:pt x="2389" y="91182"/>
                </a:cubicBezTo>
                <a:cubicBezTo>
                  <a:pt x="796" y="88975"/>
                  <a:pt x="0" y="86209"/>
                  <a:pt x="0" y="82887"/>
                </a:cubicBezTo>
                <a:cubicBezTo>
                  <a:pt x="0" y="79792"/>
                  <a:pt x="910" y="77084"/>
                  <a:pt x="2730" y="74762"/>
                </a:cubicBezTo>
                <a:cubicBezTo>
                  <a:pt x="4551" y="72441"/>
                  <a:pt x="7214" y="70438"/>
                  <a:pt x="10719" y="68754"/>
                </a:cubicBezTo>
                <a:cubicBezTo>
                  <a:pt x="8808" y="67889"/>
                  <a:pt x="7271" y="66535"/>
                  <a:pt x="6110" y="64691"/>
                </a:cubicBezTo>
                <a:cubicBezTo>
                  <a:pt x="4950" y="62848"/>
                  <a:pt x="4369" y="60697"/>
                  <a:pt x="4369" y="58239"/>
                </a:cubicBezTo>
                <a:cubicBezTo>
                  <a:pt x="4369" y="55190"/>
                  <a:pt x="5132" y="52458"/>
                  <a:pt x="6656" y="50046"/>
                </a:cubicBezTo>
                <a:cubicBezTo>
                  <a:pt x="8181" y="47634"/>
                  <a:pt x="10719" y="45199"/>
                  <a:pt x="14269" y="42740"/>
                </a:cubicBezTo>
                <a:cubicBezTo>
                  <a:pt x="11220" y="40874"/>
                  <a:pt x="8773" y="38360"/>
                  <a:pt x="6929" y="35196"/>
                </a:cubicBezTo>
                <a:cubicBezTo>
                  <a:pt x="5087" y="32033"/>
                  <a:pt x="4165" y="28198"/>
                  <a:pt x="4165" y="23692"/>
                </a:cubicBezTo>
                <a:cubicBezTo>
                  <a:pt x="4165" y="19732"/>
                  <a:pt x="4882" y="16272"/>
                  <a:pt x="6315" y="13314"/>
                </a:cubicBezTo>
                <a:cubicBezTo>
                  <a:pt x="7749" y="10355"/>
                  <a:pt x="9729" y="7886"/>
                  <a:pt x="12255" y="5906"/>
                </a:cubicBezTo>
                <a:cubicBezTo>
                  <a:pt x="14781" y="3926"/>
                  <a:pt x="17774" y="2447"/>
                  <a:pt x="21233" y="1468"/>
                </a:cubicBezTo>
                <a:cubicBezTo>
                  <a:pt x="24693" y="489"/>
                  <a:pt x="28448" y="0"/>
                  <a:pt x="32499" y="0"/>
                </a:cubicBezTo>
                <a:cubicBezTo>
                  <a:pt x="34228" y="0"/>
                  <a:pt x="35981" y="125"/>
                  <a:pt x="37756" y="375"/>
                </a:cubicBezTo>
                <a:cubicBezTo>
                  <a:pt x="39531" y="626"/>
                  <a:pt x="41307" y="978"/>
                  <a:pt x="43081" y="1434"/>
                </a:cubicBezTo>
                <a:lnTo>
                  <a:pt x="69777" y="1434"/>
                </a:lnTo>
                <a:lnTo>
                  <a:pt x="69777" y="9695"/>
                </a:lnTo>
                <a:moveTo>
                  <a:pt x="17888" y="22599"/>
                </a:moveTo>
                <a:cubicBezTo>
                  <a:pt x="17888" y="28152"/>
                  <a:pt x="19140" y="32408"/>
                  <a:pt x="21643" y="35367"/>
                </a:cubicBezTo>
                <a:cubicBezTo>
                  <a:pt x="24147" y="38325"/>
                  <a:pt x="27811" y="39805"/>
                  <a:pt x="32635" y="39805"/>
                </a:cubicBezTo>
                <a:cubicBezTo>
                  <a:pt x="35003" y="39805"/>
                  <a:pt x="37039" y="39418"/>
                  <a:pt x="38746" y="38644"/>
                </a:cubicBezTo>
                <a:cubicBezTo>
                  <a:pt x="40453" y="37870"/>
                  <a:pt x="41875" y="36778"/>
                  <a:pt x="43013" y="35367"/>
                </a:cubicBezTo>
                <a:cubicBezTo>
                  <a:pt x="44151" y="33956"/>
                  <a:pt x="44994" y="32260"/>
                  <a:pt x="45540" y="30280"/>
                </a:cubicBezTo>
                <a:cubicBezTo>
                  <a:pt x="46086" y="28300"/>
                  <a:pt x="46359" y="26104"/>
                  <a:pt x="46359" y="23692"/>
                </a:cubicBezTo>
                <a:cubicBezTo>
                  <a:pt x="46359" y="17957"/>
                  <a:pt x="45107" y="13655"/>
                  <a:pt x="42604" y="10788"/>
                </a:cubicBezTo>
                <a:cubicBezTo>
                  <a:pt x="40101" y="7920"/>
                  <a:pt x="36687" y="6486"/>
                  <a:pt x="32362" y="6486"/>
                </a:cubicBezTo>
                <a:cubicBezTo>
                  <a:pt x="27674" y="6486"/>
                  <a:pt x="24089" y="7840"/>
                  <a:pt x="21609" y="10549"/>
                </a:cubicBezTo>
                <a:cubicBezTo>
                  <a:pt x="19128" y="13257"/>
                  <a:pt x="17888" y="17274"/>
                  <a:pt x="17888" y="22599"/>
                </a:cubicBezTo>
                <a:moveTo>
                  <a:pt x="19800" y="70665"/>
                </a:moveTo>
                <a:cubicBezTo>
                  <a:pt x="17433" y="72259"/>
                  <a:pt x="15612" y="73988"/>
                  <a:pt x="14337" y="75854"/>
                </a:cubicBezTo>
                <a:cubicBezTo>
                  <a:pt x="13063" y="77721"/>
                  <a:pt x="12426" y="79814"/>
                  <a:pt x="12426" y="82136"/>
                </a:cubicBezTo>
                <a:cubicBezTo>
                  <a:pt x="12426" y="86187"/>
                  <a:pt x="14190" y="89100"/>
                  <a:pt x="17717" y="90875"/>
                </a:cubicBezTo>
                <a:cubicBezTo>
                  <a:pt x="21245" y="92650"/>
                  <a:pt x="26582" y="93538"/>
                  <a:pt x="33728" y="93538"/>
                </a:cubicBezTo>
                <a:cubicBezTo>
                  <a:pt x="40419" y="93538"/>
                  <a:pt x="45585" y="92434"/>
                  <a:pt x="49227" y="90226"/>
                </a:cubicBezTo>
                <a:cubicBezTo>
                  <a:pt x="52868" y="88019"/>
                  <a:pt x="54688" y="84821"/>
                  <a:pt x="54688" y="80634"/>
                </a:cubicBezTo>
                <a:cubicBezTo>
                  <a:pt x="54688" y="77584"/>
                  <a:pt x="53698" y="75229"/>
                  <a:pt x="51719" y="73567"/>
                </a:cubicBezTo>
                <a:cubicBezTo>
                  <a:pt x="49739" y="71906"/>
                  <a:pt x="46290" y="71075"/>
                  <a:pt x="41375" y="71075"/>
                </a:cubicBezTo>
                <a:lnTo>
                  <a:pt x="30314" y="71075"/>
                </a:lnTo>
                <a:cubicBezTo>
                  <a:pt x="29723" y="71075"/>
                  <a:pt x="28948" y="71064"/>
                  <a:pt x="27992" y="71041"/>
                </a:cubicBezTo>
                <a:cubicBezTo>
                  <a:pt x="27037" y="71018"/>
                  <a:pt x="26047" y="70995"/>
                  <a:pt x="25023" y="70973"/>
                </a:cubicBezTo>
                <a:cubicBezTo>
                  <a:pt x="23999" y="70950"/>
                  <a:pt x="23009" y="70916"/>
                  <a:pt x="22053" y="70870"/>
                </a:cubicBezTo>
                <a:cubicBezTo>
                  <a:pt x="21097" y="70825"/>
                  <a:pt x="20346" y="70756"/>
                  <a:pt x="19800" y="70665"/>
                </a:cubicBezTo>
              </a:path>
            </a:pathLst>
          </a:custGeom>
          <a:solidFill xmlns:a="http://schemas.openxmlformats.org/drawingml/2006/main">
            <a:srgbClr val="00C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pdf-path-100019">
            <a:extLst xmlns:a="http://schemas.openxmlformats.org/drawingml/2006/main">
              <a:ext uri="{FF2B5EF4-FFF2-40B4-BE49-F238E27FC236}">
                <a16:creationId xmlns:a16="http://schemas.microsoft.com/office/drawing/2014/main" id="{0D7333AB-A305-4903-A1DE-409FB9ED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50723" y="1596016"/>
            <a:ext cx="90369" cy="90370"/>
          </a:xfrm>
          <a:custGeom xmlns:a="http://schemas.openxmlformats.org/drawingml/2006/main">
            <a:pathLst>
              <a:path w="90369" h="90370">
                <a:moveTo>
                  <a:pt x="53582" y="44980"/>
                </a:moveTo>
                <a:lnTo>
                  <a:pt x="90369" y="82177"/>
                </a:lnTo>
                <a:lnTo>
                  <a:pt x="82177" y="90370"/>
                </a:lnTo>
                <a:lnTo>
                  <a:pt x="45472" y="52927"/>
                </a:lnTo>
                <a:lnTo>
                  <a:pt x="7619" y="90042"/>
                </a:lnTo>
                <a:lnTo>
                  <a:pt x="0" y="82341"/>
                </a:lnTo>
                <a:lnTo>
                  <a:pt x="37442" y="44980"/>
                </a:lnTo>
                <a:lnTo>
                  <a:pt x="163" y="8193"/>
                </a:lnTo>
                <a:lnTo>
                  <a:pt x="8357" y="0"/>
                </a:lnTo>
                <a:lnTo>
                  <a:pt x="45472" y="37033"/>
                </a:lnTo>
                <a:lnTo>
                  <a:pt x="82587" y="0"/>
                </a:lnTo>
                <a:lnTo>
                  <a:pt x="90288" y="7619"/>
                </a:lnTo>
                <a:lnTo>
                  <a:pt x="53582" y="4498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pdf-path-100020">
            <a:extLst xmlns:a="http://schemas.openxmlformats.org/drawingml/2006/main">
              <a:ext uri="{FF2B5EF4-FFF2-40B4-BE49-F238E27FC236}">
                <a16:creationId xmlns:a16="http://schemas.microsoft.com/office/drawing/2014/main" id="{273F0741-4A01-4840-A12D-1191260C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9209" y="1609207"/>
            <a:ext cx="126829" cy="79637"/>
          </a:xfrm>
          <a:custGeom xmlns:a="http://schemas.openxmlformats.org/drawingml/2006/main">
            <a:pathLst>
              <a:path w="126829" h="79637">
                <a:moveTo>
                  <a:pt x="23269" y="13928"/>
                </a:moveTo>
                <a:lnTo>
                  <a:pt x="24415" y="14256"/>
                </a:lnTo>
                <a:cubicBezTo>
                  <a:pt x="27692" y="10979"/>
                  <a:pt x="30383" y="8507"/>
                  <a:pt x="32486" y="6841"/>
                </a:cubicBezTo>
                <a:cubicBezTo>
                  <a:pt x="34589" y="5175"/>
                  <a:pt x="36623" y="3837"/>
                  <a:pt x="38590" y="2826"/>
                </a:cubicBezTo>
                <a:cubicBezTo>
                  <a:pt x="40556" y="1816"/>
                  <a:pt x="42399" y="1092"/>
                  <a:pt x="44120" y="655"/>
                </a:cubicBezTo>
                <a:cubicBezTo>
                  <a:pt x="45841" y="218"/>
                  <a:pt x="47602" y="0"/>
                  <a:pt x="49405" y="0"/>
                </a:cubicBezTo>
                <a:cubicBezTo>
                  <a:pt x="54867" y="0"/>
                  <a:pt x="59318" y="1256"/>
                  <a:pt x="62759" y="3769"/>
                </a:cubicBezTo>
                <a:cubicBezTo>
                  <a:pt x="66200" y="6281"/>
                  <a:pt x="68576" y="10132"/>
                  <a:pt x="69887" y="15321"/>
                </a:cubicBezTo>
                <a:cubicBezTo>
                  <a:pt x="73984" y="11170"/>
                  <a:pt x="77302" y="8111"/>
                  <a:pt x="79842" y="6145"/>
                </a:cubicBezTo>
                <a:cubicBezTo>
                  <a:pt x="82382" y="4178"/>
                  <a:pt x="84976" y="2663"/>
                  <a:pt x="87625" y="1598"/>
                </a:cubicBezTo>
                <a:cubicBezTo>
                  <a:pt x="90274" y="532"/>
                  <a:pt x="93129" y="0"/>
                  <a:pt x="96187" y="0"/>
                </a:cubicBezTo>
                <a:cubicBezTo>
                  <a:pt x="99847" y="0"/>
                  <a:pt x="103001" y="532"/>
                  <a:pt x="105650" y="1598"/>
                </a:cubicBezTo>
                <a:cubicBezTo>
                  <a:pt x="108299" y="2663"/>
                  <a:pt x="110539" y="4301"/>
                  <a:pt x="112368" y="6513"/>
                </a:cubicBezTo>
                <a:cubicBezTo>
                  <a:pt x="114198" y="8726"/>
                  <a:pt x="115537" y="11498"/>
                  <a:pt x="116383" y="14829"/>
                </a:cubicBezTo>
                <a:cubicBezTo>
                  <a:pt x="117230" y="18161"/>
                  <a:pt x="117653" y="22640"/>
                  <a:pt x="117653" y="28266"/>
                </a:cubicBezTo>
                <a:lnTo>
                  <a:pt x="117653" y="59154"/>
                </a:lnTo>
                <a:cubicBezTo>
                  <a:pt x="117653" y="63305"/>
                  <a:pt x="117790" y="66173"/>
                  <a:pt x="118063" y="67757"/>
                </a:cubicBezTo>
                <a:cubicBezTo>
                  <a:pt x="118336" y="69341"/>
                  <a:pt x="118732" y="70570"/>
                  <a:pt x="119251" y="71444"/>
                </a:cubicBezTo>
                <a:cubicBezTo>
                  <a:pt x="119769" y="72318"/>
                  <a:pt x="120548" y="73069"/>
                  <a:pt x="121586" y="73697"/>
                </a:cubicBezTo>
                <a:cubicBezTo>
                  <a:pt x="122624" y="74325"/>
                  <a:pt x="124371" y="74967"/>
                  <a:pt x="126829" y="75622"/>
                </a:cubicBezTo>
                <a:lnTo>
                  <a:pt x="126829" y="79637"/>
                </a:lnTo>
                <a:lnTo>
                  <a:pt x="94630" y="79637"/>
                </a:lnTo>
                <a:lnTo>
                  <a:pt x="94630" y="75622"/>
                </a:lnTo>
                <a:cubicBezTo>
                  <a:pt x="96761" y="74967"/>
                  <a:pt x="98290" y="74393"/>
                  <a:pt x="99219" y="73902"/>
                </a:cubicBezTo>
                <a:cubicBezTo>
                  <a:pt x="100147" y="73410"/>
                  <a:pt x="100926" y="72727"/>
                  <a:pt x="101553" y="71853"/>
                </a:cubicBezTo>
                <a:cubicBezTo>
                  <a:pt x="102182" y="70979"/>
                  <a:pt x="102673" y="69628"/>
                  <a:pt x="103028" y="67798"/>
                </a:cubicBezTo>
                <a:cubicBezTo>
                  <a:pt x="103384" y="65968"/>
                  <a:pt x="103561" y="63196"/>
                  <a:pt x="103561" y="59482"/>
                </a:cubicBezTo>
                <a:lnTo>
                  <a:pt x="103561" y="38016"/>
                </a:lnTo>
                <a:cubicBezTo>
                  <a:pt x="103561" y="33373"/>
                  <a:pt x="103438" y="29536"/>
                  <a:pt x="103192" y="26505"/>
                </a:cubicBezTo>
                <a:cubicBezTo>
                  <a:pt x="102946" y="23473"/>
                  <a:pt x="102564" y="21056"/>
                  <a:pt x="102045" y="19254"/>
                </a:cubicBezTo>
                <a:cubicBezTo>
                  <a:pt x="101526" y="17451"/>
                  <a:pt x="100898" y="16031"/>
                  <a:pt x="100161" y="14993"/>
                </a:cubicBezTo>
                <a:cubicBezTo>
                  <a:pt x="99423" y="13955"/>
                  <a:pt x="98590" y="13054"/>
                  <a:pt x="97661" y="12290"/>
                </a:cubicBezTo>
                <a:cubicBezTo>
                  <a:pt x="96734" y="11525"/>
                  <a:pt x="95641" y="10924"/>
                  <a:pt x="94384" y="10487"/>
                </a:cubicBezTo>
                <a:cubicBezTo>
                  <a:pt x="93129" y="10050"/>
                  <a:pt x="91462" y="9832"/>
                  <a:pt x="89387" y="9832"/>
                </a:cubicBezTo>
                <a:cubicBezTo>
                  <a:pt x="87202" y="9832"/>
                  <a:pt x="85168" y="10268"/>
                  <a:pt x="83283" y="11142"/>
                </a:cubicBezTo>
                <a:cubicBezTo>
                  <a:pt x="81399" y="12016"/>
                  <a:pt x="79350" y="13491"/>
                  <a:pt x="77138" y="15567"/>
                </a:cubicBezTo>
                <a:cubicBezTo>
                  <a:pt x="74926" y="17642"/>
                  <a:pt x="73328" y="19732"/>
                  <a:pt x="72345" y="21835"/>
                </a:cubicBezTo>
                <a:cubicBezTo>
                  <a:pt x="71362" y="23937"/>
                  <a:pt x="70871" y="26409"/>
                  <a:pt x="70871" y="29249"/>
                </a:cubicBezTo>
                <a:lnTo>
                  <a:pt x="70871" y="59154"/>
                </a:lnTo>
                <a:cubicBezTo>
                  <a:pt x="70871" y="63305"/>
                  <a:pt x="71007" y="66173"/>
                  <a:pt x="71280" y="67757"/>
                </a:cubicBezTo>
                <a:cubicBezTo>
                  <a:pt x="71553" y="69341"/>
                  <a:pt x="71949" y="70570"/>
                  <a:pt x="72468" y="71444"/>
                </a:cubicBezTo>
                <a:cubicBezTo>
                  <a:pt x="72987" y="72318"/>
                  <a:pt x="73765" y="73069"/>
                  <a:pt x="74803" y="73697"/>
                </a:cubicBezTo>
                <a:cubicBezTo>
                  <a:pt x="75841" y="74325"/>
                  <a:pt x="77589" y="74967"/>
                  <a:pt x="80047" y="75622"/>
                </a:cubicBezTo>
                <a:lnTo>
                  <a:pt x="80047" y="79637"/>
                </a:lnTo>
                <a:lnTo>
                  <a:pt x="47848" y="79637"/>
                </a:lnTo>
                <a:lnTo>
                  <a:pt x="47848" y="75622"/>
                </a:lnTo>
                <a:cubicBezTo>
                  <a:pt x="49978" y="74967"/>
                  <a:pt x="51507" y="74393"/>
                  <a:pt x="52436" y="73902"/>
                </a:cubicBezTo>
                <a:cubicBezTo>
                  <a:pt x="53364" y="73410"/>
                  <a:pt x="54143" y="72727"/>
                  <a:pt x="54771" y="71853"/>
                </a:cubicBezTo>
                <a:cubicBezTo>
                  <a:pt x="55399" y="70979"/>
                  <a:pt x="55891" y="69628"/>
                  <a:pt x="56246" y="67798"/>
                </a:cubicBezTo>
                <a:cubicBezTo>
                  <a:pt x="56601" y="65968"/>
                  <a:pt x="56779" y="63196"/>
                  <a:pt x="56779" y="59482"/>
                </a:cubicBezTo>
                <a:lnTo>
                  <a:pt x="56779" y="38016"/>
                </a:lnTo>
                <a:cubicBezTo>
                  <a:pt x="56779" y="33155"/>
                  <a:pt x="56642" y="29195"/>
                  <a:pt x="56369" y="26136"/>
                </a:cubicBezTo>
                <a:cubicBezTo>
                  <a:pt x="56096" y="23077"/>
                  <a:pt x="55672" y="20619"/>
                  <a:pt x="55099" y="18762"/>
                </a:cubicBezTo>
                <a:cubicBezTo>
                  <a:pt x="54525" y="16905"/>
                  <a:pt x="53787" y="15403"/>
                  <a:pt x="52887" y="14256"/>
                </a:cubicBezTo>
                <a:cubicBezTo>
                  <a:pt x="51985" y="13109"/>
                  <a:pt x="51070" y="12235"/>
                  <a:pt x="50142" y="11634"/>
                </a:cubicBezTo>
                <a:cubicBezTo>
                  <a:pt x="49214" y="11033"/>
                  <a:pt x="48121" y="10583"/>
                  <a:pt x="46864" y="10282"/>
                </a:cubicBezTo>
                <a:cubicBezTo>
                  <a:pt x="45609" y="9982"/>
                  <a:pt x="44188" y="9832"/>
                  <a:pt x="42604" y="9832"/>
                </a:cubicBezTo>
                <a:cubicBezTo>
                  <a:pt x="40365" y="9832"/>
                  <a:pt x="38262" y="10337"/>
                  <a:pt x="36295" y="11347"/>
                </a:cubicBezTo>
                <a:cubicBezTo>
                  <a:pt x="34330" y="12358"/>
                  <a:pt x="32322" y="13819"/>
                  <a:pt x="30274" y="15731"/>
                </a:cubicBezTo>
                <a:cubicBezTo>
                  <a:pt x="28225" y="17642"/>
                  <a:pt x="26683" y="19636"/>
                  <a:pt x="25645" y="21712"/>
                </a:cubicBezTo>
                <a:cubicBezTo>
                  <a:pt x="24606" y="23787"/>
                  <a:pt x="24087" y="26027"/>
                  <a:pt x="24087" y="28430"/>
                </a:cubicBezTo>
                <a:lnTo>
                  <a:pt x="24087" y="59154"/>
                </a:lnTo>
                <a:cubicBezTo>
                  <a:pt x="24087" y="62268"/>
                  <a:pt x="24169" y="64643"/>
                  <a:pt x="24333" y="66282"/>
                </a:cubicBezTo>
                <a:cubicBezTo>
                  <a:pt x="24497" y="67921"/>
                  <a:pt x="24757" y="69204"/>
                  <a:pt x="25112" y="70133"/>
                </a:cubicBezTo>
                <a:cubicBezTo>
                  <a:pt x="25467" y="71061"/>
                  <a:pt x="25918" y="71812"/>
                  <a:pt x="26464" y="72386"/>
                </a:cubicBezTo>
                <a:cubicBezTo>
                  <a:pt x="27010" y="72959"/>
                  <a:pt x="27788" y="73506"/>
                  <a:pt x="28799" y="74025"/>
                </a:cubicBezTo>
                <a:cubicBezTo>
                  <a:pt x="29809" y="74543"/>
                  <a:pt x="31325" y="75076"/>
                  <a:pt x="33346" y="75622"/>
                </a:cubicBezTo>
                <a:lnTo>
                  <a:pt x="33346" y="79637"/>
                </a:lnTo>
                <a:lnTo>
                  <a:pt x="1229" y="79637"/>
                </a:lnTo>
                <a:lnTo>
                  <a:pt x="1229" y="75622"/>
                </a:lnTo>
                <a:cubicBezTo>
                  <a:pt x="3305" y="74967"/>
                  <a:pt x="4793" y="74393"/>
                  <a:pt x="5694" y="73902"/>
                </a:cubicBezTo>
                <a:cubicBezTo>
                  <a:pt x="6595" y="73410"/>
                  <a:pt x="7374" y="72727"/>
                  <a:pt x="8030" y="71853"/>
                </a:cubicBezTo>
                <a:cubicBezTo>
                  <a:pt x="8685" y="70979"/>
                  <a:pt x="9176" y="69641"/>
                  <a:pt x="9504" y="67839"/>
                </a:cubicBezTo>
                <a:cubicBezTo>
                  <a:pt x="9832" y="66036"/>
                  <a:pt x="9995" y="63223"/>
                  <a:pt x="9995" y="59400"/>
                </a:cubicBezTo>
                <a:lnTo>
                  <a:pt x="9995" y="23678"/>
                </a:lnTo>
                <a:cubicBezTo>
                  <a:pt x="9995" y="20182"/>
                  <a:pt x="9941" y="17369"/>
                  <a:pt x="9832" y="15239"/>
                </a:cubicBezTo>
                <a:cubicBezTo>
                  <a:pt x="9722" y="13109"/>
                  <a:pt x="9340" y="11402"/>
                  <a:pt x="8685" y="10118"/>
                </a:cubicBezTo>
                <a:cubicBezTo>
                  <a:pt x="8030" y="8835"/>
                  <a:pt x="7032" y="7879"/>
                  <a:pt x="5694" y="7251"/>
                </a:cubicBezTo>
                <a:cubicBezTo>
                  <a:pt x="4356" y="6623"/>
                  <a:pt x="2458" y="6090"/>
                  <a:pt x="0" y="5653"/>
                </a:cubicBezTo>
                <a:lnTo>
                  <a:pt x="0" y="1311"/>
                </a:lnTo>
                <a:lnTo>
                  <a:pt x="19172" y="573"/>
                </a:lnTo>
                <a:lnTo>
                  <a:pt x="24169" y="573"/>
                </a:lnTo>
                <a:lnTo>
                  <a:pt x="23269" y="1392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6B7960B8-954D-4201-B1C5-F6F402EFAE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1f2ff909054705"/>
          <a:srcRect xmlns:a="http://schemas.openxmlformats.org/drawingml/2006/main" l="0" t="18" r="0" b="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8002" y="1050246"/>
            <a:ext cx="2734516" cy="2059646"/>
          </a:xfrm>
          <a:prstGeom xmlns:a="http://schemas.openxmlformats.org/drawingml/2006/main" prst="rect">
            <a:avLst/>
          </a:prstGeom>
        </p:spPr>
      </p:pic>
      <p:sp>
        <p:nvSpPr>
          <p:cNvPr id="226" name="pdf-raster-7">
            <a:extLst xmlns:a="http://schemas.openxmlformats.org/drawingml/2006/main">
              <a:ext uri="{FF2B5EF4-FFF2-40B4-BE49-F238E27FC236}">
                <a16:creationId xmlns:a16="http://schemas.microsoft.com/office/drawing/2014/main" id="{1CF5760D-69CB-40E6-87CF-EAB9220A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8002" y="1050246"/>
            <a:ext cx="2734516" cy="2059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7" name="pdf-path-100021">
            <a:extLst xmlns:a="http://schemas.openxmlformats.org/drawingml/2006/main">
              <a:ext uri="{FF2B5EF4-FFF2-40B4-BE49-F238E27FC236}">
                <a16:creationId xmlns:a16="http://schemas.microsoft.com/office/drawing/2014/main" id="{235C6310-A9FF-4E17-A443-B899A811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5108" y="1570663"/>
            <a:ext cx="99219" cy="144444"/>
          </a:xfrm>
          <a:custGeom xmlns:a="http://schemas.openxmlformats.org/drawingml/2006/main">
            <a:pathLst>
              <a:path w="99219" h="144444">
                <a:moveTo>
                  <a:pt x="58417" y="112409"/>
                </a:moveTo>
                <a:lnTo>
                  <a:pt x="61285" y="116588"/>
                </a:lnTo>
                <a:cubicBezTo>
                  <a:pt x="62760" y="118718"/>
                  <a:pt x="64152" y="120643"/>
                  <a:pt x="65463" y="122364"/>
                </a:cubicBezTo>
                <a:cubicBezTo>
                  <a:pt x="66774" y="124085"/>
                  <a:pt x="68180" y="125723"/>
                  <a:pt x="69683" y="127280"/>
                </a:cubicBezTo>
                <a:cubicBezTo>
                  <a:pt x="71185" y="128836"/>
                  <a:pt x="72605" y="130093"/>
                  <a:pt x="73943" y="131049"/>
                </a:cubicBezTo>
                <a:cubicBezTo>
                  <a:pt x="75281" y="132005"/>
                  <a:pt x="76551" y="132687"/>
                  <a:pt x="77753" y="133097"/>
                </a:cubicBezTo>
                <a:cubicBezTo>
                  <a:pt x="78954" y="133507"/>
                  <a:pt x="80101" y="133711"/>
                  <a:pt x="81194" y="133711"/>
                </a:cubicBezTo>
                <a:cubicBezTo>
                  <a:pt x="84198" y="133711"/>
                  <a:pt x="86792" y="133152"/>
                  <a:pt x="88978" y="132032"/>
                </a:cubicBezTo>
                <a:cubicBezTo>
                  <a:pt x="91162" y="130912"/>
                  <a:pt x="93266" y="129369"/>
                  <a:pt x="95286" y="127403"/>
                </a:cubicBezTo>
                <a:lnTo>
                  <a:pt x="99219" y="132482"/>
                </a:lnTo>
                <a:cubicBezTo>
                  <a:pt x="94958" y="136743"/>
                  <a:pt x="90998" y="139802"/>
                  <a:pt x="87339" y="141659"/>
                </a:cubicBezTo>
                <a:cubicBezTo>
                  <a:pt x="83679" y="143516"/>
                  <a:pt x="79910" y="144444"/>
                  <a:pt x="76032" y="144444"/>
                </a:cubicBezTo>
                <a:cubicBezTo>
                  <a:pt x="72919" y="144444"/>
                  <a:pt x="70352" y="144144"/>
                  <a:pt x="68330" y="143543"/>
                </a:cubicBezTo>
                <a:cubicBezTo>
                  <a:pt x="66310" y="142942"/>
                  <a:pt x="64302" y="141959"/>
                  <a:pt x="62309" y="140594"/>
                </a:cubicBezTo>
                <a:cubicBezTo>
                  <a:pt x="60316" y="139228"/>
                  <a:pt x="58089" y="137152"/>
                  <a:pt x="55632" y="134367"/>
                </a:cubicBezTo>
                <a:cubicBezTo>
                  <a:pt x="53173" y="131581"/>
                  <a:pt x="50333" y="127785"/>
                  <a:pt x="47111" y="122979"/>
                </a:cubicBezTo>
                <a:lnTo>
                  <a:pt x="41294" y="114376"/>
                </a:lnTo>
                <a:cubicBezTo>
                  <a:pt x="27693" y="113720"/>
                  <a:pt x="17411" y="108613"/>
                  <a:pt x="10446" y="99055"/>
                </a:cubicBezTo>
                <a:cubicBezTo>
                  <a:pt x="3482" y="89496"/>
                  <a:pt x="0" y="75868"/>
                  <a:pt x="0" y="58171"/>
                </a:cubicBezTo>
                <a:cubicBezTo>
                  <a:pt x="0" y="45991"/>
                  <a:pt x="1857" y="35531"/>
                  <a:pt x="5571" y="26791"/>
                </a:cubicBezTo>
                <a:cubicBezTo>
                  <a:pt x="9285" y="18052"/>
                  <a:pt x="14598" y="11402"/>
                  <a:pt x="21507" y="6841"/>
                </a:cubicBezTo>
                <a:cubicBezTo>
                  <a:pt x="28417" y="2280"/>
                  <a:pt x="36432" y="0"/>
                  <a:pt x="45554" y="0"/>
                </a:cubicBezTo>
                <a:cubicBezTo>
                  <a:pt x="55277" y="0"/>
                  <a:pt x="63456" y="2144"/>
                  <a:pt x="70092" y="6432"/>
                </a:cubicBezTo>
                <a:cubicBezTo>
                  <a:pt x="76729" y="10719"/>
                  <a:pt x="81727" y="17028"/>
                  <a:pt x="85086" y="25358"/>
                </a:cubicBezTo>
                <a:cubicBezTo>
                  <a:pt x="88445" y="33687"/>
                  <a:pt x="90124" y="43833"/>
                  <a:pt x="90124" y="55795"/>
                </a:cubicBezTo>
                <a:cubicBezTo>
                  <a:pt x="90124" y="70979"/>
                  <a:pt x="87421" y="83419"/>
                  <a:pt x="82014" y="93115"/>
                </a:cubicBezTo>
                <a:cubicBezTo>
                  <a:pt x="76606" y="102810"/>
                  <a:pt x="68740" y="109241"/>
                  <a:pt x="58417" y="112409"/>
                </a:cubicBezTo>
                <a:moveTo>
                  <a:pt x="16878" y="55877"/>
                </a:moveTo>
                <a:cubicBezTo>
                  <a:pt x="16878" y="72645"/>
                  <a:pt x="19323" y="85400"/>
                  <a:pt x="24211" y="94139"/>
                </a:cubicBezTo>
                <a:cubicBezTo>
                  <a:pt x="29100" y="102878"/>
                  <a:pt x="36241" y="107248"/>
                  <a:pt x="45636" y="107248"/>
                </a:cubicBezTo>
                <a:cubicBezTo>
                  <a:pt x="51590" y="107248"/>
                  <a:pt x="56642" y="105350"/>
                  <a:pt x="60793" y="101553"/>
                </a:cubicBezTo>
                <a:cubicBezTo>
                  <a:pt x="64944" y="97757"/>
                  <a:pt x="68057" y="92200"/>
                  <a:pt x="70133" y="84880"/>
                </a:cubicBezTo>
                <a:cubicBezTo>
                  <a:pt x="72209" y="77561"/>
                  <a:pt x="73247" y="69013"/>
                  <a:pt x="73247" y="59236"/>
                </a:cubicBezTo>
                <a:cubicBezTo>
                  <a:pt x="73247" y="47329"/>
                  <a:pt x="72031" y="37456"/>
                  <a:pt x="69601" y="29618"/>
                </a:cubicBezTo>
                <a:cubicBezTo>
                  <a:pt x="67170" y="21780"/>
                  <a:pt x="63852" y="16086"/>
                  <a:pt x="59646" y="12535"/>
                </a:cubicBezTo>
                <a:cubicBezTo>
                  <a:pt x="55441" y="8985"/>
                  <a:pt x="50552" y="7210"/>
                  <a:pt x="44981" y="7210"/>
                </a:cubicBezTo>
                <a:cubicBezTo>
                  <a:pt x="40065" y="7210"/>
                  <a:pt x="35845" y="8357"/>
                  <a:pt x="32322" y="10651"/>
                </a:cubicBezTo>
                <a:cubicBezTo>
                  <a:pt x="28799" y="12945"/>
                  <a:pt x="25877" y="16209"/>
                  <a:pt x="23556" y="20442"/>
                </a:cubicBezTo>
                <a:cubicBezTo>
                  <a:pt x="21234" y="24675"/>
                  <a:pt x="19541" y="29796"/>
                  <a:pt x="18476" y="35804"/>
                </a:cubicBezTo>
                <a:cubicBezTo>
                  <a:pt x="17411" y="41812"/>
                  <a:pt x="16878" y="48503"/>
                  <a:pt x="16878" y="55877"/>
                </a:cubicBezTo>
              </a:path>
            </a:pathLst>
          </a:custGeom>
          <a:solidFill xmlns:a="http://schemas.openxmlformats.org/drawingml/2006/main">
            <a:srgbClr val="7B87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pdf-path-100022">
            <a:extLst xmlns:a="http://schemas.openxmlformats.org/drawingml/2006/main">
              <a:ext uri="{FF2B5EF4-FFF2-40B4-BE49-F238E27FC236}">
                <a16:creationId xmlns:a16="http://schemas.microsoft.com/office/drawing/2014/main" id="{4B4D1097-66C8-470C-AD68-9785F275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07287" y="1654629"/>
            <a:ext cx="46270" cy="63845"/>
          </a:xfrm>
          <a:custGeom xmlns:a="http://schemas.openxmlformats.org/drawingml/2006/main">
            <a:pathLst>
              <a:path w="46270" h="63845">
                <a:moveTo>
                  <a:pt x="45656" y="15977"/>
                </a:moveTo>
                <a:lnTo>
                  <a:pt x="38590" y="15977"/>
                </a:lnTo>
                <a:cubicBezTo>
                  <a:pt x="37975" y="14256"/>
                  <a:pt x="37247" y="12771"/>
                  <a:pt x="36408" y="11522"/>
                </a:cubicBezTo>
                <a:cubicBezTo>
                  <a:pt x="35568" y="10272"/>
                  <a:pt x="34596" y="9248"/>
                  <a:pt x="33489" y="8449"/>
                </a:cubicBezTo>
                <a:cubicBezTo>
                  <a:pt x="32383" y="7650"/>
                  <a:pt x="31103" y="7056"/>
                  <a:pt x="29648" y="6667"/>
                </a:cubicBezTo>
                <a:cubicBezTo>
                  <a:pt x="28194" y="6278"/>
                  <a:pt x="26525" y="6083"/>
                  <a:pt x="24640" y="6083"/>
                </a:cubicBezTo>
                <a:cubicBezTo>
                  <a:pt x="21117" y="6083"/>
                  <a:pt x="18332" y="6821"/>
                  <a:pt x="16284" y="8295"/>
                </a:cubicBezTo>
                <a:cubicBezTo>
                  <a:pt x="14235" y="9770"/>
                  <a:pt x="13211" y="11880"/>
                  <a:pt x="13211" y="14625"/>
                </a:cubicBezTo>
                <a:cubicBezTo>
                  <a:pt x="13211" y="15772"/>
                  <a:pt x="13354" y="16796"/>
                  <a:pt x="13641" y="17697"/>
                </a:cubicBezTo>
                <a:cubicBezTo>
                  <a:pt x="13928" y="18598"/>
                  <a:pt x="14563" y="19510"/>
                  <a:pt x="15546" y="20431"/>
                </a:cubicBezTo>
                <a:cubicBezTo>
                  <a:pt x="16530" y="21353"/>
                  <a:pt x="17984" y="22326"/>
                  <a:pt x="19909" y="23350"/>
                </a:cubicBezTo>
                <a:cubicBezTo>
                  <a:pt x="21834" y="24374"/>
                  <a:pt x="24435" y="25563"/>
                  <a:pt x="27713" y="26914"/>
                </a:cubicBezTo>
                <a:cubicBezTo>
                  <a:pt x="30991" y="28225"/>
                  <a:pt x="33797" y="29495"/>
                  <a:pt x="36131" y="30724"/>
                </a:cubicBezTo>
                <a:cubicBezTo>
                  <a:pt x="38467" y="31953"/>
                  <a:pt x="40392" y="33264"/>
                  <a:pt x="41908" y="34657"/>
                </a:cubicBezTo>
                <a:cubicBezTo>
                  <a:pt x="43423" y="36050"/>
                  <a:pt x="44529" y="37606"/>
                  <a:pt x="45226" y="39327"/>
                </a:cubicBezTo>
                <a:cubicBezTo>
                  <a:pt x="45922" y="41047"/>
                  <a:pt x="46270" y="43034"/>
                  <a:pt x="46270" y="45287"/>
                </a:cubicBezTo>
                <a:cubicBezTo>
                  <a:pt x="46270" y="48483"/>
                  <a:pt x="45707" y="51238"/>
                  <a:pt x="44580" y="53552"/>
                </a:cubicBezTo>
                <a:cubicBezTo>
                  <a:pt x="43454" y="55867"/>
                  <a:pt x="41826" y="57792"/>
                  <a:pt x="39695" y="59328"/>
                </a:cubicBezTo>
                <a:cubicBezTo>
                  <a:pt x="37565" y="60864"/>
                  <a:pt x="34964" y="62001"/>
                  <a:pt x="31891" y="62739"/>
                </a:cubicBezTo>
                <a:cubicBezTo>
                  <a:pt x="28819" y="63476"/>
                  <a:pt x="25357" y="63845"/>
                  <a:pt x="21507" y="63845"/>
                </a:cubicBezTo>
                <a:cubicBezTo>
                  <a:pt x="14174" y="63845"/>
                  <a:pt x="7005" y="62841"/>
                  <a:pt x="0" y="60834"/>
                </a:cubicBezTo>
                <a:lnTo>
                  <a:pt x="0" y="46824"/>
                </a:lnTo>
                <a:lnTo>
                  <a:pt x="6943" y="46824"/>
                </a:lnTo>
                <a:cubicBezTo>
                  <a:pt x="8173" y="50715"/>
                  <a:pt x="9954" y="53532"/>
                  <a:pt x="12290" y="55273"/>
                </a:cubicBezTo>
                <a:cubicBezTo>
                  <a:pt x="14624" y="57014"/>
                  <a:pt x="17861" y="57884"/>
                  <a:pt x="21998" y="57884"/>
                </a:cubicBezTo>
                <a:cubicBezTo>
                  <a:pt x="23760" y="57884"/>
                  <a:pt x="25389" y="57700"/>
                  <a:pt x="26883" y="57331"/>
                </a:cubicBezTo>
                <a:cubicBezTo>
                  <a:pt x="28379" y="56963"/>
                  <a:pt x="29679" y="56389"/>
                  <a:pt x="30786" y="55611"/>
                </a:cubicBezTo>
                <a:cubicBezTo>
                  <a:pt x="31891" y="54832"/>
                  <a:pt x="32762" y="53849"/>
                  <a:pt x="33397" y="52661"/>
                </a:cubicBezTo>
                <a:cubicBezTo>
                  <a:pt x="34032" y="51473"/>
                  <a:pt x="34350" y="50060"/>
                  <a:pt x="34350" y="48421"/>
                </a:cubicBezTo>
                <a:cubicBezTo>
                  <a:pt x="34350" y="47438"/>
                  <a:pt x="34247" y="46568"/>
                  <a:pt x="34042" y="45810"/>
                </a:cubicBezTo>
                <a:cubicBezTo>
                  <a:pt x="33838" y="45052"/>
                  <a:pt x="33519" y="44345"/>
                  <a:pt x="33090" y="43690"/>
                </a:cubicBezTo>
                <a:cubicBezTo>
                  <a:pt x="32660" y="43034"/>
                  <a:pt x="32107" y="42409"/>
                  <a:pt x="31431" y="41816"/>
                </a:cubicBezTo>
                <a:cubicBezTo>
                  <a:pt x="30755" y="41222"/>
                  <a:pt x="29946" y="40638"/>
                  <a:pt x="29003" y="40064"/>
                </a:cubicBezTo>
                <a:cubicBezTo>
                  <a:pt x="26792" y="38794"/>
                  <a:pt x="24569" y="37658"/>
                  <a:pt x="22336" y="36654"/>
                </a:cubicBezTo>
                <a:cubicBezTo>
                  <a:pt x="20104" y="35650"/>
                  <a:pt x="17963" y="34667"/>
                  <a:pt x="15915" y="33704"/>
                </a:cubicBezTo>
                <a:cubicBezTo>
                  <a:pt x="13866" y="32742"/>
                  <a:pt x="11951" y="31769"/>
                  <a:pt x="10170" y="30786"/>
                </a:cubicBezTo>
                <a:cubicBezTo>
                  <a:pt x="8387" y="29802"/>
                  <a:pt x="6831" y="28686"/>
                  <a:pt x="5499" y="27437"/>
                </a:cubicBezTo>
                <a:cubicBezTo>
                  <a:pt x="4168" y="26187"/>
                  <a:pt x="3124" y="24764"/>
                  <a:pt x="2366" y="23166"/>
                </a:cubicBezTo>
                <a:cubicBezTo>
                  <a:pt x="1608" y="21568"/>
                  <a:pt x="1229" y="19704"/>
                  <a:pt x="1229" y="17574"/>
                </a:cubicBezTo>
                <a:cubicBezTo>
                  <a:pt x="1229" y="14584"/>
                  <a:pt x="1864" y="11982"/>
                  <a:pt x="3134" y="9770"/>
                </a:cubicBezTo>
                <a:cubicBezTo>
                  <a:pt x="4404" y="7558"/>
                  <a:pt x="6165" y="5735"/>
                  <a:pt x="8418" y="4301"/>
                </a:cubicBezTo>
                <a:cubicBezTo>
                  <a:pt x="10671" y="2868"/>
                  <a:pt x="13334" y="1792"/>
                  <a:pt x="16407" y="1075"/>
                </a:cubicBezTo>
                <a:cubicBezTo>
                  <a:pt x="19479" y="358"/>
                  <a:pt x="22818" y="0"/>
                  <a:pt x="26423" y="0"/>
                </a:cubicBezTo>
                <a:cubicBezTo>
                  <a:pt x="27856" y="0"/>
                  <a:pt x="29260" y="31"/>
                  <a:pt x="30632" y="92"/>
                </a:cubicBezTo>
                <a:cubicBezTo>
                  <a:pt x="32004" y="154"/>
                  <a:pt x="33437" y="276"/>
                  <a:pt x="34933" y="461"/>
                </a:cubicBezTo>
                <a:cubicBezTo>
                  <a:pt x="36429" y="645"/>
                  <a:pt x="38046" y="881"/>
                  <a:pt x="39788" y="1167"/>
                </a:cubicBezTo>
                <a:cubicBezTo>
                  <a:pt x="41528" y="1454"/>
                  <a:pt x="43485" y="1823"/>
                  <a:pt x="45656" y="2274"/>
                </a:cubicBezTo>
                <a:lnTo>
                  <a:pt x="45656" y="15977"/>
                </a:lnTo>
              </a:path>
            </a:pathLst>
          </a:custGeom>
          <a:solidFill xmlns:a="http://schemas.openxmlformats.org/drawingml/2006/main">
            <a:srgbClr val="7B87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pdf-path-100023">
            <a:extLst xmlns:a="http://schemas.openxmlformats.org/drawingml/2006/main">
              <a:ext uri="{FF2B5EF4-FFF2-40B4-BE49-F238E27FC236}">
                <a16:creationId xmlns:a16="http://schemas.microsoft.com/office/drawing/2014/main" id="{1DA741DA-AA42-4509-A34E-B9C4E02E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3536" y="1655920"/>
            <a:ext cx="104217" cy="61694"/>
          </a:xfrm>
          <a:custGeom xmlns:a="http://schemas.openxmlformats.org/drawingml/2006/main">
            <a:pathLst>
              <a:path w="104217" h="61694">
                <a:moveTo>
                  <a:pt x="51740" y="14809"/>
                </a:moveTo>
                <a:lnTo>
                  <a:pt x="34411" y="61694"/>
                </a:lnTo>
                <a:lnTo>
                  <a:pt x="24702" y="61694"/>
                </a:lnTo>
                <a:lnTo>
                  <a:pt x="8788" y="14317"/>
                </a:lnTo>
                <a:cubicBezTo>
                  <a:pt x="8132" y="12310"/>
                  <a:pt x="7527" y="10702"/>
                  <a:pt x="6975" y="9494"/>
                </a:cubicBezTo>
                <a:cubicBezTo>
                  <a:pt x="6422" y="8285"/>
                  <a:pt x="5828" y="7323"/>
                  <a:pt x="5192" y="6606"/>
                </a:cubicBezTo>
                <a:cubicBezTo>
                  <a:pt x="4557" y="5889"/>
                  <a:pt x="3830" y="5346"/>
                  <a:pt x="3011" y="4977"/>
                </a:cubicBezTo>
                <a:cubicBezTo>
                  <a:pt x="2191" y="4609"/>
                  <a:pt x="1188" y="4260"/>
                  <a:pt x="0" y="3933"/>
                </a:cubicBezTo>
                <a:lnTo>
                  <a:pt x="0" y="0"/>
                </a:lnTo>
                <a:lnTo>
                  <a:pt x="27038" y="0"/>
                </a:lnTo>
                <a:lnTo>
                  <a:pt x="27038" y="3933"/>
                </a:lnTo>
                <a:cubicBezTo>
                  <a:pt x="24620" y="4260"/>
                  <a:pt x="22900" y="4834"/>
                  <a:pt x="21876" y="5653"/>
                </a:cubicBezTo>
                <a:cubicBezTo>
                  <a:pt x="20851" y="6472"/>
                  <a:pt x="20339" y="7599"/>
                  <a:pt x="20339" y="9033"/>
                </a:cubicBezTo>
                <a:cubicBezTo>
                  <a:pt x="20339" y="10057"/>
                  <a:pt x="20482" y="11184"/>
                  <a:pt x="20769" y="12413"/>
                </a:cubicBezTo>
                <a:cubicBezTo>
                  <a:pt x="21056" y="13642"/>
                  <a:pt x="21466" y="15055"/>
                  <a:pt x="21999" y="16652"/>
                </a:cubicBezTo>
                <a:lnTo>
                  <a:pt x="32260" y="48360"/>
                </a:lnTo>
                <a:lnTo>
                  <a:pt x="49282" y="0"/>
                </a:lnTo>
                <a:lnTo>
                  <a:pt x="58990" y="0"/>
                </a:lnTo>
                <a:lnTo>
                  <a:pt x="73308" y="48360"/>
                </a:lnTo>
                <a:lnTo>
                  <a:pt x="84860" y="17881"/>
                </a:lnTo>
                <a:cubicBezTo>
                  <a:pt x="85557" y="16079"/>
                  <a:pt x="86099" y="14492"/>
                  <a:pt x="86489" y="13119"/>
                </a:cubicBezTo>
                <a:cubicBezTo>
                  <a:pt x="86878" y="11747"/>
                  <a:pt x="87072" y="10549"/>
                  <a:pt x="87072" y="9524"/>
                </a:cubicBezTo>
                <a:cubicBezTo>
                  <a:pt x="87072" y="7927"/>
                  <a:pt x="86530" y="6677"/>
                  <a:pt x="85444" y="5776"/>
                </a:cubicBezTo>
                <a:cubicBezTo>
                  <a:pt x="84359" y="4875"/>
                  <a:pt x="82648" y="4260"/>
                  <a:pt x="80313" y="3933"/>
                </a:cubicBezTo>
                <a:lnTo>
                  <a:pt x="80313" y="0"/>
                </a:lnTo>
                <a:lnTo>
                  <a:pt x="104217" y="0"/>
                </a:lnTo>
                <a:lnTo>
                  <a:pt x="104217" y="3933"/>
                </a:lnTo>
                <a:cubicBezTo>
                  <a:pt x="103028" y="4220"/>
                  <a:pt x="102024" y="4547"/>
                  <a:pt x="101205" y="4916"/>
                </a:cubicBezTo>
                <a:cubicBezTo>
                  <a:pt x="100386" y="5285"/>
                  <a:pt x="99649" y="5848"/>
                  <a:pt x="98993" y="6606"/>
                </a:cubicBezTo>
                <a:cubicBezTo>
                  <a:pt x="98338" y="7364"/>
                  <a:pt x="97693" y="8377"/>
                  <a:pt x="97058" y="9647"/>
                </a:cubicBezTo>
                <a:cubicBezTo>
                  <a:pt x="96422" y="10917"/>
                  <a:pt x="95675" y="12597"/>
                  <a:pt x="94815" y="14686"/>
                </a:cubicBezTo>
                <a:lnTo>
                  <a:pt x="75520" y="61694"/>
                </a:lnTo>
                <a:lnTo>
                  <a:pt x="65811" y="61694"/>
                </a:lnTo>
                <a:lnTo>
                  <a:pt x="51740" y="14809"/>
                </a:lnTo>
              </a:path>
            </a:pathLst>
          </a:custGeom>
          <a:solidFill xmlns:a="http://schemas.openxmlformats.org/drawingml/2006/main">
            <a:srgbClr val="7B87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pdf-path-100024">
            <a:extLst xmlns:a="http://schemas.openxmlformats.org/drawingml/2006/main">
              <a:ext uri="{FF2B5EF4-FFF2-40B4-BE49-F238E27FC236}">
                <a16:creationId xmlns:a16="http://schemas.microsoft.com/office/drawing/2014/main" id="{D6ECEBE0-2CF6-43EA-A523-EAE740D8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74823" y="1654629"/>
            <a:ext cx="54812" cy="63845"/>
          </a:xfrm>
          <a:custGeom xmlns:a="http://schemas.openxmlformats.org/drawingml/2006/main">
            <a:pathLst>
              <a:path w="54812" h="63845">
                <a:moveTo>
                  <a:pt x="53890" y="51432"/>
                </a:moveTo>
                <a:cubicBezTo>
                  <a:pt x="51597" y="53685"/>
                  <a:pt x="49415" y="55600"/>
                  <a:pt x="47347" y="57178"/>
                </a:cubicBezTo>
                <a:cubicBezTo>
                  <a:pt x="45277" y="58755"/>
                  <a:pt x="43219" y="60035"/>
                  <a:pt x="41171" y="61018"/>
                </a:cubicBezTo>
                <a:cubicBezTo>
                  <a:pt x="39122" y="62001"/>
                  <a:pt x="37033" y="62718"/>
                  <a:pt x="34903" y="63169"/>
                </a:cubicBezTo>
                <a:cubicBezTo>
                  <a:pt x="32773" y="63619"/>
                  <a:pt x="30520" y="63845"/>
                  <a:pt x="28143" y="63845"/>
                </a:cubicBezTo>
                <a:cubicBezTo>
                  <a:pt x="18804" y="63845"/>
                  <a:pt x="11778" y="61172"/>
                  <a:pt x="7067" y="55826"/>
                </a:cubicBezTo>
                <a:cubicBezTo>
                  <a:pt x="2356" y="50480"/>
                  <a:pt x="0" y="42604"/>
                  <a:pt x="0" y="32199"/>
                </a:cubicBezTo>
                <a:cubicBezTo>
                  <a:pt x="0" y="27406"/>
                  <a:pt x="697" y="23033"/>
                  <a:pt x="2089" y="19080"/>
                </a:cubicBezTo>
                <a:cubicBezTo>
                  <a:pt x="3482" y="15127"/>
                  <a:pt x="5469" y="11737"/>
                  <a:pt x="8050" y="8910"/>
                </a:cubicBezTo>
                <a:cubicBezTo>
                  <a:pt x="10631" y="6083"/>
                  <a:pt x="13724" y="3892"/>
                  <a:pt x="17329" y="2335"/>
                </a:cubicBezTo>
                <a:cubicBezTo>
                  <a:pt x="20934" y="778"/>
                  <a:pt x="24948" y="0"/>
                  <a:pt x="29373" y="0"/>
                </a:cubicBezTo>
                <a:cubicBezTo>
                  <a:pt x="33715" y="0"/>
                  <a:pt x="37464" y="666"/>
                  <a:pt x="40618" y="1997"/>
                </a:cubicBezTo>
                <a:cubicBezTo>
                  <a:pt x="43772" y="3329"/>
                  <a:pt x="46332" y="5162"/>
                  <a:pt x="48299" y="7497"/>
                </a:cubicBezTo>
                <a:cubicBezTo>
                  <a:pt x="49282" y="8644"/>
                  <a:pt x="50162" y="9955"/>
                  <a:pt x="50941" y="11429"/>
                </a:cubicBezTo>
                <a:cubicBezTo>
                  <a:pt x="51719" y="12904"/>
                  <a:pt x="52385" y="14615"/>
                  <a:pt x="52938" y="16560"/>
                </a:cubicBezTo>
                <a:cubicBezTo>
                  <a:pt x="53491" y="18506"/>
                  <a:pt x="53921" y="20729"/>
                  <a:pt x="54229" y="23227"/>
                </a:cubicBezTo>
                <a:cubicBezTo>
                  <a:pt x="54536" y="25726"/>
                  <a:pt x="54730" y="28573"/>
                  <a:pt x="54812" y="31769"/>
                </a:cubicBezTo>
                <a:lnTo>
                  <a:pt x="12720" y="31769"/>
                </a:lnTo>
                <a:lnTo>
                  <a:pt x="12720" y="32322"/>
                </a:lnTo>
                <a:cubicBezTo>
                  <a:pt x="12720" y="40064"/>
                  <a:pt x="14165" y="45861"/>
                  <a:pt x="17052" y="49712"/>
                </a:cubicBezTo>
                <a:cubicBezTo>
                  <a:pt x="19940" y="53562"/>
                  <a:pt x="24518" y="55488"/>
                  <a:pt x="30786" y="55488"/>
                </a:cubicBezTo>
                <a:cubicBezTo>
                  <a:pt x="32465" y="55488"/>
                  <a:pt x="34073" y="55314"/>
                  <a:pt x="35610" y="54966"/>
                </a:cubicBezTo>
                <a:cubicBezTo>
                  <a:pt x="37146" y="54617"/>
                  <a:pt x="38671" y="54075"/>
                  <a:pt x="40188" y="53337"/>
                </a:cubicBezTo>
                <a:cubicBezTo>
                  <a:pt x="41704" y="52600"/>
                  <a:pt x="43230" y="51647"/>
                  <a:pt x="44765" y="50480"/>
                </a:cubicBezTo>
                <a:cubicBezTo>
                  <a:pt x="46302" y="49312"/>
                  <a:pt x="47910" y="47930"/>
                  <a:pt x="49589" y="46332"/>
                </a:cubicBezTo>
                <a:lnTo>
                  <a:pt x="53890" y="51432"/>
                </a:lnTo>
                <a:moveTo>
                  <a:pt x="41601" y="25685"/>
                </a:moveTo>
                <a:cubicBezTo>
                  <a:pt x="41191" y="19008"/>
                  <a:pt x="39973" y="14072"/>
                  <a:pt x="37945" y="10876"/>
                </a:cubicBezTo>
                <a:cubicBezTo>
                  <a:pt x="35917" y="7681"/>
                  <a:pt x="32814" y="6083"/>
                  <a:pt x="28635" y="6083"/>
                </a:cubicBezTo>
                <a:cubicBezTo>
                  <a:pt x="26423" y="6083"/>
                  <a:pt x="24426" y="6524"/>
                  <a:pt x="22644" y="7404"/>
                </a:cubicBezTo>
                <a:cubicBezTo>
                  <a:pt x="20862" y="8285"/>
                  <a:pt x="19305" y="9565"/>
                  <a:pt x="17974" y="11245"/>
                </a:cubicBezTo>
                <a:cubicBezTo>
                  <a:pt x="16643" y="12925"/>
                  <a:pt x="15557" y="14983"/>
                  <a:pt x="14717" y="17421"/>
                </a:cubicBezTo>
                <a:cubicBezTo>
                  <a:pt x="13878" y="19858"/>
                  <a:pt x="13334" y="22613"/>
                  <a:pt x="13088" y="25685"/>
                </a:cubicBezTo>
                <a:lnTo>
                  <a:pt x="41601" y="25685"/>
                </a:lnTo>
              </a:path>
            </a:pathLst>
          </a:custGeom>
          <a:solidFill xmlns:a="http://schemas.openxmlformats.org/drawingml/2006/main">
            <a:srgbClr val="7B87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pdf-path-100025">
            <a:extLst xmlns:a="http://schemas.openxmlformats.org/drawingml/2006/main">
              <a:ext uri="{FF2B5EF4-FFF2-40B4-BE49-F238E27FC236}">
                <a16:creationId xmlns:a16="http://schemas.microsoft.com/office/drawing/2014/main" id="{61678284-3F8F-456A-8376-ED67A2E1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2050" y="1654629"/>
            <a:ext cx="54812" cy="63845"/>
          </a:xfrm>
          <a:custGeom xmlns:a="http://schemas.openxmlformats.org/drawingml/2006/main">
            <a:pathLst>
              <a:path w="54812" h="63845">
                <a:moveTo>
                  <a:pt x="53890" y="51432"/>
                </a:moveTo>
                <a:cubicBezTo>
                  <a:pt x="51597" y="53685"/>
                  <a:pt x="49415" y="55600"/>
                  <a:pt x="47347" y="57178"/>
                </a:cubicBezTo>
                <a:cubicBezTo>
                  <a:pt x="45277" y="58755"/>
                  <a:pt x="43219" y="60035"/>
                  <a:pt x="41171" y="61018"/>
                </a:cubicBezTo>
                <a:cubicBezTo>
                  <a:pt x="39122" y="62001"/>
                  <a:pt x="37033" y="62718"/>
                  <a:pt x="34903" y="63169"/>
                </a:cubicBezTo>
                <a:cubicBezTo>
                  <a:pt x="32773" y="63619"/>
                  <a:pt x="30520" y="63845"/>
                  <a:pt x="28143" y="63845"/>
                </a:cubicBezTo>
                <a:cubicBezTo>
                  <a:pt x="18804" y="63845"/>
                  <a:pt x="11778" y="61172"/>
                  <a:pt x="7067" y="55826"/>
                </a:cubicBezTo>
                <a:cubicBezTo>
                  <a:pt x="2356" y="50480"/>
                  <a:pt x="0" y="42604"/>
                  <a:pt x="0" y="32199"/>
                </a:cubicBezTo>
                <a:cubicBezTo>
                  <a:pt x="0" y="27406"/>
                  <a:pt x="697" y="23033"/>
                  <a:pt x="2089" y="19080"/>
                </a:cubicBezTo>
                <a:cubicBezTo>
                  <a:pt x="3482" y="15127"/>
                  <a:pt x="5469" y="11737"/>
                  <a:pt x="8050" y="8910"/>
                </a:cubicBezTo>
                <a:cubicBezTo>
                  <a:pt x="10631" y="6083"/>
                  <a:pt x="13724" y="3892"/>
                  <a:pt x="17329" y="2335"/>
                </a:cubicBezTo>
                <a:cubicBezTo>
                  <a:pt x="20934" y="778"/>
                  <a:pt x="24948" y="0"/>
                  <a:pt x="29373" y="0"/>
                </a:cubicBezTo>
                <a:cubicBezTo>
                  <a:pt x="33715" y="0"/>
                  <a:pt x="37464" y="666"/>
                  <a:pt x="40618" y="1997"/>
                </a:cubicBezTo>
                <a:cubicBezTo>
                  <a:pt x="43772" y="3329"/>
                  <a:pt x="46332" y="5162"/>
                  <a:pt x="48299" y="7497"/>
                </a:cubicBezTo>
                <a:cubicBezTo>
                  <a:pt x="49282" y="8644"/>
                  <a:pt x="50162" y="9955"/>
                  <a:pt x="50941" y="11429"/>
                </a:cubicBezTo>
                <a:cubicBezTo>
                  <a:pt x="51719" y="12904"/>
                  <a:pt x="52385" y="14615"/>
                  <a:pt x="52938" y="16560"/>
                </a:cubicBezTo>
                <a:cubicBezTo>
                  <a:pt x="53491" y="18506"/>
                  <a:pt x="53921" y="20729"/>
                  <a:pt x="54229" y="23227"/>
                </a:cubicBezTo>
                <a:cubicBezTo>
                  <a:pt x="54536" y="25726"/>
                  <a:pt x="54730" y="28573"/>
                  <a:pt x="54812" y="31769"/>
                </a:cubicBezTo>
                <a:lnTo>
                  <a:pt x="12720" y="31769"/>
                </a:lnTo>
                <a:lnTo>
                  <a:pt x="12720" y="32322"/>
                </a:lnTo>
                <a:cubicBezTo>
                  <a:pt x="12720" y="40064"/>
                  <a:pt x="14165" y="45861"/>
                  <a:pt x="17052" y="49712"/>
                </a:cubicBezTo>
                <a:cubicBezTo>
                  <a:pt x="19940" y="53562"/>
                  <a:pt x="24518" y="55488"/>
                  <a:pt x="30786" y="55488"/>
                </a:cubicBezTo>
                <a:cubicBezTo>
                  <a:pt x="32465" y="55488"/>
                  <a:pt x="34073" y="55314"/>
                  <a:pt x="35610" y="54966"/>
                </a:cubicBezTo>
                <a:cubicBezTo>
                  <a:pt x="37146" y="54617"/>
                  <a:pt x="38671" y="54075"/>
                  <a:pt x="40188" y="53337"/>
                </a:cubicBezTo>
                <a:cubicBezTo>
                  <a:pt x="41704" y="52600"/>
                  <a:pt x="43230" y="51647"/>
                  <a:pt x="44765" y="50480"/>
                </a:cubicBezTo>
                <a:cubicBezTo>
                  <a:pt x="46302" y="49312"/>
                  <a:pt x="47910" y="47930"/>
                  <a:pt x="49589" y="46332"/>
                </a:cubicBezTo>
                <a:lnTo>
                  <a:pt x="53890" y="51432"/>
                </a:lnTo>
                <a:moveTo>
                  <a:pt x="41601" y="25685"/>
                </a:moveTo>
                <a:cubicBezTo>
                  <a:pt x="41191" y="19008"/>
                  <a:pt x="39973" y="14072"/>
                  <a:pt x="37945" y="10876"/>
                </a:cubicBezTo>
                <a:cubicBezTo>
                  <a:pt x="35917" y="7681"/>
                  <a:pt x="32814" y="6083"/>
                  <a:pt x="28635" y="6083"/>
                </a:cubicBezTo>
                <a:cubicBezTo>
                  <a:pt x="26423" y="6083"/>
                  <a:pt x="24426" y="6524"/>
                  <a:pt x="22644" y="7404"/>
                </a:cubicBezTo>
                <a:cubicBezTo>
                  <a:pt x="20862" y="8285"/>
                  <a:pt x="19305" y="9565"/>
                  <a:pt x="17974" y="11245"/>
                </a:cubicBezTo>
                <a:cubicBezTo>
                  <a:pt x="16643" y="12925"/>
                  <a:pt x="15557" y="14983"/>
                  <a:pt x="14717" y="17421"/>
                </a:cubicBezTo>
                <a:cubicBezTo>
                  <a:pt x="13878" y="19858"/>
                  <a:pt x="13334" y="22613"/>
                  <a:pt x="13088" y="25685"/>
                </a:cubicBezTo>
                <a:lnTo>
                  <a:pt x="41601" y="25685"/>
                </a:lnTo>
              </a:path>
            </a:pathLst>
          </a:custGeom>
          <a:solidFill xmlns:a="http://schemas.openxmlformats.org/drawingml/2006/main">
            <a:srgbClr val="7B87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pdf-path-100026">
            <a:extLst xmlns:a="http://schemas.openxmlformats.org/drawingml/2006/main">
              <a:ext uri="{FF2B5EF4-FFF2-40B4-BE49-F238E27FC236}">
                <a16:creationId xmlns:a16="http://schemas.microsoft.com/office/drawing/2014/main" id="{ED2771DB-281C-48E2-B7F8-158C65A6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07250" y="1654629"/>
            <a:ext cx="64828" cy="89039"/>
          </a:xfrm>
          <a:custGeom xmlns:a="http://schemas.openxmlformats.org/drawingml/2006/main">
            <a:pathLst>
              <a:path w="64828" h="89039">
                <a:moveTo>
                  <a:pt x="20339" y="73431"/>
                </a:moveTo>
                <a:cubicBezTo>
                  <a:pt x="20339" y="75848"/>
                  <a:pt x="20391" y="77701"/>
                  <a:pt x="20493" y="78992"/>
                </a:cubicBezTo>
                <a:cubicBezTo>
                  <a:pt x="20596" y="80282"/>
                  <a:pt x="20903" y="81276"/>
                  <a:pt x="21415" y="81972"/>
                </a:cubicBezTo>
                <a:cubicBezTo>
                  <a:pt x="21927" y="82669"/>
                  <a:pt x="22736" y="83201"/>
                  <a:pt x="23842" y="83570"/>
                </a:cubicBezTo>
                <a:cubicBezTo>
                  <a:pt x="24948" y="83938"/>
                  <a:pt x="26505" y="84410"/>
                  <a:pt x="28512" y="84983"/>
                </a:cubicBezTo>
                <a:lnTo>
                  <a:pt x="28512" y="89039"/>
                </a:lnTo>
                <a:lnTo>
                  <a:pt x="615" y="89039"/>
                </a:lnTo>
                <a:lnTo>
                  <a:pt x="615" y="84983"/>
                </a:lnTo>
                <a:cubicBezTo>
                  <a:pt x="2376" y="84450"/>
                  <a:pt x="3758" y="84000"/>
                  <a:pt x="4762" y="83631"/>
                </a:cubicBezTo>
                <a:cubicBezTo>
                  <a:pt x="5766" y="83262"/>
                  <a:pt x="6524" y="82730"/>
                  <a:pt x="7036" y="82033"/>
                </a:cubicBezTo>
                <a:cubicBezTo>
                  <a:pt x="7548" y="81337"/>
                  <a:pt x="7875" y="80333"/>
                  <a:pt x="8019" y="79023"/>
                </a:cubicBezTo>
                <a:cubicBezTo>
                  <a:pt x="8162" y="77712"/>
                  <a:pt x="8234" y="75848"/>
                  <a:pt x="8234" y="73431"/>
                </a:cubicBezTo>
                <a:lnTo>
                  <a:pt x="8234" y="18680"/>
                </a:lnTo>
                <a:cubicBezTo>
                  <a:pt x="8234" y="16345"/>
                  <a:pt x="8224" y="14420"/>
                  <a:pt x="8203" y="12904"/>
                </a:cubicBezTo>
                <a:cubicBezTo>
                  <a:pt x="8183" y="11388"/>
                  <a:pt x="7937" y="10139"/>
                  <a:pt x="7466" y="9156"/>
                </a:cubicBezTo>
                <a:cubicBezTo>
                  <a:pt x="6995" y="8173"/>
                  <a:pt x="6186" y="7404"/>
                  <a:pt x="5039" y="6852"/>
                </a:cubicBezTo>
                <a:cubicBezTo>
                  <a:pt x="3892" y="6299"/>
                  <a:pt x="2212" y="5838"/>
                  <a:pt x="0" y="5469"/>
                </a:cubicBezTo>
                <a:lnTo>
                  <a:pt x="0" y="1290"/>
                </a:lnTo>
                <a:lnTo>
                  <a:pt x="15916" y="615"/>
                </a:lnTo>
                <a:lnTo>
                  <a:pt x="20462" y="615"/>
                </a:lnTo>
                <a:cubicBezTo>
                  <a:pt x="20339" y="2376"/>
                  <a:pt x="20196" y="4107"/>
                  <a:pt x="20032" y="5807"/>
                </a:cubicBezTo>
                <a:cubicBezTo>
                  <a:pt x="19869" y="7507"/>
                  <a:pt x="19725" y="9217"/>
                  <a:pt x="19602" y="10938"/>
                </a:cubicBezTo>
                <a:cubicBezTo>
                  <a:pt x="19725" y="11020"/>
                  <a:pt x="19838" y="11061"/>
                  <a:pt x="19940" y="11061"/>
                </a:cubicBezTo>
                <a:cubicBezTo>
                  <a:pt x="20042" y="11061"/>
                  <a:pt x="20135" y="11102"/>
                  <a:pt x="20216" y="11184"/>
                </a:cubicBezTo>
                <a:cubicBezTo>
                  <a:pt x="22839" y="8644"/>
                  <a:pt x="25143" y="6626"/>
                  <a:pt x="27129" y="5131"/>
                </a:cubicBezTo>
                <a:cubicBezTo>
                  <a:pt x="29117" y="3636"/>
                  <a:pt x="30929" y="2509"/>
                  <a:pt x="32568" y="1751"/>
                </a:cubicBezTo>
                <a:cubicBezTo>
                  <a:pt x="34207" y="993"/>
                  <a:pt x="35742" y="512"/>
                  <a:pt x="37176" y="307"/>
                </a:cubicBezTo>
                <a:cubicBezTo>
                  <a:pt x="38610" y="102"/>
                  <a:pt x="40126" y="0"/>
                  <a:pt x="41724" y="0"/>
                </a:cubicBezTo>
                <a:cubicBezTo>
                  <a:pt x="49139" y="0"/>
                  <a:pt x="54843" y="2704"/>
                  <a:pt x="58837" y="8111"/>
                </a:cubicBezTo>
                <a:cubicBezTo>
                  <a:pt x="62831" y="13519"/>
                  <a:pt x="64828" y="21363"/>
                  <a:pt x="64828" y="31646"/>
                </a:cubicBezTo>
                <a:cubicBezTo>
                  <a:pt x="64828" y="37217"/>
                  <a:pt x="64142" y="42020"/>
                  <a:pt x="62769" y="46055"/>
                </a:cubicBezTo>
                <a:cubicBezTo>
                  <a:pt x="61397" y="50091"/>
                  <a:pt x="59471" y="53429"/>
                  <a:pt x="56993" y="56072"/>
                </a:cubicBezTo>
                <a:cubicBezTo>
                  <a:pt x="54515" y="58714"/>
                  <a:pt x="51524" y="60670"/>
                  <a:pt x="48021" y="61940"/>
                </a:cubicBezTo>
                <a:cubicBezTo>
                  <a:pt x="44519" y="63210"/>
                  <a:pt x="40638" y="63845"/>
                  <a:pt x="36377" y="63845"/>
                </a:cubicBezTo>
                <a:cubicBezTo>
                  <a:pt x="30110" y="63845"/>
                  <a:pt x="24763" y="62882"/>
                  <a:pt x="20339" y="60957"/>
                </a:cubicBezTo>
                <a:lnTo>
                  <a:pt x="20339" y="73431"/>
                </a:lnTo>
                <a:moveTo>
                  <a:pt x="20339" y="39573"/>
                </a:moveTo>
                <a:cubicBezTo>
                  <a:pt x="20339" y="43259"/>
                  <a:pt x="20637" y="46291"/>
                  <a:pt x="21231" y="48667"/>
                </a:cubicBezTo>
                <a:cubicBezTo>
                  <a:pt x="21825" y="51043"/>
                  <a:pt x="22757" y="52917"/>
                  <a:pt x="24026" y="54289"/>
                </a:cubicBezTo>
                <a:cubicBezTo>
                  <a:pt x="25296" y="55662"/>
                  <a:pt x="26904" y="56604"/>
                  <a:pt x="28850" y="57116"/>
                </a:cubicBezTo>
                <a:cubicBezTo>
                  <a:pt x="30796" y="57628"/>
                  <a:pt x="33100" y="57884"/>
                  <a:pt x="35763" y="57884"/>
                </a:cubicBezTo>
                <a:cubicBezTo>
                  <a:pt x="41130" y="57884"/>
                  <a:pt x="45154" y="55795"/>
                  <a:pt x="47837" y="51616"/>
                </a:cubicBezTo>
                <a:cubicBezTo>
                  <a:pt x="50521" y="47438"/>
                  <a:pt x="51863" y="41232"/>
                  <a:pt x="51863" y="32998"/>
                </a:cubicBezTo>
                <a:cubicBezTo>
                  <a:pt x="51863" y="24764"/>
                  <a:pt x="50644" y="18619"/>
                  <a:pt x="48206" y="14563"/>
                </a:cubicBezTo>
                <a:cubicBezTo>
                  <a:pt x="45769" y="10508"/>
                  <a:pt x="41990" y="8480"/>
                  <a:pt x="36869" y="8480"/>
                </a:cubicBezTo>
                <a:cubicBezTo>
                  <a:pt x="34821" y="8480"/>
                  <a:pt x="32804" y="8879"/>
                  <a:pt x="30816" y="9678"/>
                </a:cubicBezTo>
                <a:cubicBezTo>
                  <a:pt x="28830" y="10477"/>
                  <a:pt x="27058" y="11522"/>
                  <a:pt x="25501" y="12812"/>
                </a:cubicBezTo>
                <a:cubicBezTo>
                  <a:pt x="23944" y="14102"/>
                  <a:pt x="22695" y="15547"/>
                  <a:pt x="21753" y="17144"/>
                </a:cubicBezTo>
                <a:cubicBezTo>
                  <a:pt x="20810" y="18742"/>
                  <a:pt x="20339" y="20339"/>
                  <a:pt x="20339" y="21937"/>
                </a:cubicBezTo>
                <a:lnTo>
                  <a:pt x="20339" y="39573"/>
                </a:lnTo>
              </a:path>
            </a:pathLst>
          </a:custGeom>
          <a:solidFill xmlns:a="http://schemas.openxmlformats.org/drawingml/2006/main">
            <a:srgbClr val="7B87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pdf-path-100027">
            <a:extLst xmlns:a="http://schemas.openxmlformats.org/drawingml/2006/main">
              <a:ext uri="{FF2B5EF4-FFF2-40B4-BE49-F238E27FC236}">
                <a16:creationId xmlns:a16="http://schemas.microsoft.com/office/drawing/2014/main" id="{9369F781-5C42-4C50-B774-AFE1018C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76211" y="1782084"/>
            <a:ext cx="99219" cy="144444"/>
          </a:xfrm>
          <a:custGeom xmlns:a="http://schemas.openxmlformats.org/drawingml/2006/main">
            <a:pathLst>
              <a:path w="99219" h="144444">
                <a:moveTo>
                  <a:pt x="58417" y="112409"/>
                </a:moveTo>
                <a:lnTo>
                  <a:pt x="61284" y="116588"/>
                </a:lnTo>
                <a:cubicBezTo>
                  <a:pt x="62760" y="118718"/>
                  <a:pt x="64152" y="120643"/>
                  <a:pt x="65463" y="122364"/>
                </a:cubicBezTo>
                <a:cubicBezTo>
                  <a:pt x="66774" y="124085"/>
                  <a:pt x="68180" y="125723"/>
                  <a:pt x="69683" y="127280"/>
                </a:cubicBezTo>
                <a:cubicBezTo>
                  <a:pt x="71185" y="128836"/>
                  <a:pt x="72605" y="130093"/>
                  <a:pt x="73943" y="131049"/>
                </a:cubicBezTo>
                <a:cubicBezTo>
                  <a:pt x="75281" y="132005"/>
                  <a:pt x="76551" y="132687"/>
                  <a:pt x="77753" y="133097"/>
                </a:cubicBezTo>
                <a:cubicBezTo>
                  <a:pt x="78954" y="133507"/>
                  <a:pt x="80101" y="133711"/>
                  <a:pt x="81194" y="133711"/>
                </a:cubicBezTo>
                <a:cubicBezTo>
                  <a:pt x="84198" y="133711"/>
                  <a:pt x="86792" y="133152"/>
                  <a:pt x="88978" y="132032"/>
                </a:cubicBezTo>
                <a:cubicBezTo>
                  <a:pt x="91162" y="130912"/>
                  <a:pt x="93266" y="129369"/>
                  <a:pt x="95286" y="127403"/>
                </a:cubicBezTo>
                <a:lnTo>
                  <a:pt x="99219" y="132482"/>
                </a:lnTo>
                <a:cubicBezTo>
                  <a:pt x="94958" y="136743"/>
                  <a:pt x="90998" y="139801"/>
                  <a:pt x="87339" y="141659"/>
                </a:cubicBezTo>
                <a:cubicBezTo>
                  <a:pt x="83679" y="143516"/>
                  <a:pt x="79910" y="144444"/>
                  <a:pt x="76032" y="144444"/>
                </a:cubicBezTo>
                <a:cubicBezTo>
                  <a:pt x="72919" y="144444"/>
                  <a:pt x="70352" y="144144"/>
                  <a:pt x="68330" y="143543"/>
                </a:cubicBezTo>
                <a:cubicBezTo>
                  <a:pt x="66310" y="142942"/>
                  <a:pt x="64302" y="141959"/>
                  <a:pt x="62309" y="140594"/>
                </a:cubicBezTo>
                <a:cubicBezTo>
                  <a:pt x="60316" y="139228"/>
                  <a:pt x="58089" y="137152"/>
                  <a:pt x="55632" y="134367"/>
                </a:cubicBezTo>
                <a:cubicBezTo>
                  <a:pt x="53173" y="131581"/>
                  <a:pt x="50333" y="127785"/>
                  <a:pt x="47111" y="122979"/>
                </a:cubicBezTo>
                <a:lnTo>
                  <a:pt x="41294" y="114376"/>
                </a:lnTo>
                <a:cubicBezTo>
                  <a:pt x="27693" y="113720"/>
                  <a:pt x="17411" y="108613"/>
                  <a:pt x="10446" y="99055"/>
                </a:cubicBezTo>
                <a:cubicBezTo>
                  <a:pt x="3482" y="89496"/>
                  <a:pt x="0" y="75868"/>
                  <a:pt x="0" y="58171"/>
                </a:cubicBezTo>
                <a:cubicBezTo>
                  <a:pt x="0" y="45991"/>
                  <a:pt x="1857" y="35531"/>
                  <a:pt x="5571" y="26791"/>
                </a:cubicBezTo>
                <a:cubicBezTo>
                  <a:pt x="9285" y="18052"/>
                  <a:pt x="14598" y="11402"/>
                  <a:pt x="21507" y="6841"/>
                </a:cubicBezTo>
                <a:cubicBezTo>
                  <a:pt x="28417" y="2280"/>
                  <a:pt x="36432" y="0"/>
                  <a:pt x="45554" y="0"/>
                </a:cubicBezTo>
                <a:cubicBezTo>
                  <a:pt x="55277" y="0"/>
                  <a:pt x="63456" y="2144"/>
                  <a:pt x="70092" y="6432"/>
                </a:cubicBezTo>
                <a:cubicBezTo>
                  <a:pt x="76729" y="10719"/>
                  <a:pt x="81727" y="17028"/>
                  <a:pt x="85086" y="25358"/>
                </a:cubicBezTo>
                <a:cubicBezTo>
                  <a:pt x="88445" y="33687"/>
                  <a:pt x="90124" y="43833"/>
                  <a:pt x="90124" y="55795"/>
                </a:cubicBezTo>
                <a:cubicBezTo>
                  <a:pt x="90124" y="70980"/>
                  <a:pt x="87421" y="83420"/>
                  <a:pt x="82014" y="93115"/>
                </a:cubicBezTo>
                <a:cubicBezTo>
                  <a:pt x="76606" y="102810"/>
                  <a:pt x="68740" y="109241"/>
                  <a:pt x="58417" y="112409"/>
                </a:cubicBezTo>
                <a:moveTo>
                  <a:pt x="16878" y="55877"/>
                </a:moveTo>
                <a:cubicBezTo>
                  <a:pt x="16878" y="72645"/>
                  <a:pt x="19323" y="85400"/>
                  <a:pt x="24211" y="94139"/>
                </a:cubicBezTo>
                <a:cubicBezTo>
                  <a:pt x="29099" y="102878"/>
                  <a:pt x="36241" y="107248"/>
                  <a:pt x="45636" y="107248"/>
                </a:cubicBezTo>
                <a:cubicBezTo>
                  <a:pt x="51590" y="107248"/>
                  <a:pt x="56642" y="105350"/>
                  <a:pt x="60793" y="101553"/>
                </a:cubicBezTo>
                <a:cubicBezTo>
                  <a:pt x="64944" y="97757"/>
                  <a:pt x="68057" y="92200"/>
                  <a:pt x="70133" y="84881"/>
                </a:cubicBezTo>
                <a:cubicBezTo>
                  <a:pt x="72209" y="77561"/>
                  <a:pt x="73247" y="69013"/>
                  <a:pt x="73247" y="59236"/>
                </a:cubicBezTo>
                <a:cubicBezTo>
                  <a:pt x="73247" y="47329"/>
                  <a:pt x="72031" y="37456"/>
                  <a:pt x="69601" y="29618"/>
                </a:cubicBezTo>
                <a:cubicBezTo>
                  <a:pt x="67170" y="21780"/>
                  <a:pt x="63852" y="16086"/>
                  <a:pt x="59646" y="12536"/>
                </a:cubicBezTo>
                <a:cubicBezTo>
                  <a:pt x="55440" y="8985"/>
                  <a:pt x="50552" y="7210"/>
                  <a:pt x="44981" y="7210"/>
                </a:cubicBezTo>
                <a:cubicBezTo>
                  <a:pt x="40065" y="7210"/>
                  <a:pt x="35845" y="8357"/>
                  <a:pt x="32322" y="10651"/>
                </a:cubicBezTo>
                <a:cubicBezTo>
                  <a:pt x="28799" y="12945"/>
                  <a:pt x="25877" y="16209"/>
                  <a:pt x="23556" y="20442"/>
                </a:cubicBezTo>
                <a:cubicBezTo>
                  <a:pt x="21234" y="24675"/>
                  <a:pt x="19541" y="29796"/>
                  <a:pt x="18476" y="35804"/>
                </a:cubicBezTo>
                <a:cubicBezTo>
                  <a:pt x="17411" y="41812"/>
                  <a:pt x="16878" y="48503"/>
                  <a:pt x="16878" y="55877"/>
                </a:cubicBezTo>
              </a:path>
            </a:pathLst>
          </a:custGeom>
          <a:solidFill xmlns:a="http://schemas.openxmlformats.org/drawingml/2006/main">
            <a:srgbClr val="00C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pdf-path-100028">
            <a:extLst xmlns:a="http://schemas.openxmlformats.org/drawingml/2006/main">
              <a:ext uri="{FF2B5EF4-FFF2-40B4-BE49-F238E27FC236}">
                <a16:creationId xmlns:a16="http://schemas.microsoft.com/office/drawing/2014/main" id="{A8FB8F17-2CA4-42FD-86DB-9E91EAD7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85381" y="1848018"/>
            <a:ext cx="65504" cy="90267"/>
          </a:xfrm>
          <a:custGeom xmlns:a="http://schemas.openxmlformats.org/drawingml/2006/main">
            <a:pathLst>
              <a:path w="65504" h="90267">
                <a:moveTo>
                  <a:pt x="20831" y="37483"/>
                </a:moveTo>
                <a:lnTo>
                  <a:pt x="20954" y="37483"/>
                </a:lnTo>
                <a:cubicBezTo>
                  <a:pt x="23125" y="35353"/>
                  <a:pt x="25091" y="33592"/>
                  <a:pt x="26853" y="32199"/>
                </a:cubicBezTo>
                <a:cubicBezTo>
                  <a:pt x="28614" y="30806"/>
                  <a:pt x="30304" y="29690"/>
                  <a:pt x="31923" y="28850"/>
                </a:cubicBezTo>
                <a:cubicBezTo>
                  <a:pt x="33540" y="28010"/>
                  <a:pt x="35168" y="27416"/>
                  <a:pt x="36808" y="27068"/>
                </a:cubicBezTo>
                <a:cubicBezTo>
                  <a:pt x="38446" y="26720"/>
                  <a:pt x="40228" y="26505"/>
                  <a:pt x="42154" y="26423"/>
                </a:cubicBezTo>
                <a:cubicBezTo>
                  <a:pt x="45718" y="26423"/>
                  <a:pt x="48934" y="27109"/>
                  <a:pt x="51801" y="28481"/>
                </a:cubicBezTo>
                <a:cubicBezTo>
                  <a:pt x="54668" y="29853"/>
                  <a:pt x="57116" y="31871"/>
                  <a:pt x="59144" y="34534"/>
                </a:cubicBezTo>
                <a:cubicBezTo>
                  <a:pt x="61172" y="37197"/>
                  <a:pt x="62739" y="40484"/>
                  <a:pt x="63845" y="44396"/>
                </a:cubicBezTo>
                <a:cubicBezTo>
                  <a:pt x="64950" y="48308"/>
                  <a:pt x="65504" y="52784"/>
                  <a:pt x="65504" y="57823"/>
                </a:cubicBezTo>
                <a:cubicBezTo>
                  <a:pt x="65504" y="63517"/>
                  <a:pt x="64787" y="68402"/>
                  <a:pt x="63353" y="72478"/>
                </a:cubicBezTo>
                <a:cubicBezTo>
                  <a:pt x="61919" y="76554"/>
                  <a:pt x="59933" y="79913"/>
                  <a:pt x="57392" y="82556"/>
                </a:cubicBezTo>
                <a:cubicBezTo>
                  <a:pt x="54853" y="85198"/>
                  <a:pt x="51831" y="87144"/>
                  <a:pt x="48329" y="88393"/>
                </a:cubicBezTo>
                <a:cubicBezTo>
                  <a:pt x="44826" y="89643"/>
                  <a:pt x="41007" y="90267"/>
                  <a:pt x="36869" y="90267"/>
                </a:cubicBezTo>
                <a:cubicBezTo>
                  <a:pt x="33346" y="90267"/>
                  <a:pt x="30110" y="89970"/>
                  <a:pt x="27161" y="89376"/>
                </a:cubicBezTo>
                <a:cubicBezTo>
                  <a:pt x="24210" y="88782"/>
                  <a:pt x="21261" y="87789"/>
                  <a:pt x="18312" y="86396"/>
                </a:cubicBezTo>
                <a:cubicBezTo>
                  <a:pt x="16714" y="87748"/>
                  <a:pt x="15178" y="89038"/>
                  <a:pt x="13703" y="90267"/>
                </a:cubicBezTo>
                <a:cubicBezTo>
                  <a:pt x="12884" y="90063"/>
                  <a:pt x="12054" y="89899"/>
                  <a:pt x="11214" y="89776"/>
                </a:cubicBezTo>
                <a:cubicBezTo>
                  <a:pt x="10375" y="89653"/>
                  <a:pt x="9545" y="89489"/>
                  <a:pt x="8726" y="89284"/>
                </a:cubicBezTo>
                <a:lnTo>
                  <a:pt x="8726" y="21322"/>
                </a:lnTo>
                <a:cubicBezTo>
                  <a:pt x="8726" y="19110"/>
                  <a:pt x="8736" y="17195"/>
                  <a:pt x="8756" y="15577"/>
                </a:cubicBezTo>
                <a:cubicBezTo>
                  <a:pt x="8777" y="13959"/>
                  <a:pt x="8726" y="12576"/>
                  <a:pt x="8603" y="11429"/>
                </a:cubicBezTo>
                <a:cubicBezTo>
                  <a:pt x="8480" y="10282"/>
                  <a:pt x="8265" y="9330"/>
                  <a:pt x="7957" y="8572"/>
                </a:cubicBezTo>
                <a:cubicBezTo>
                  <a:pt x="7650" y="7814"/>
                  <a:pt x="7169" y="7189"/>
                  <a:pt x="6513" y="6698"/>
                </a:cubicBezTo>
                <a:cubicBezTo>
                  <a:pt x="5858" y="6206"/>
                  <a:pt x="5008" y="5807"/>
                  <a:pt x="3963" y="5500"/>
                </a:cubicBezTo>
                <a:cubicBezTo>
                  <a:pt x="2919" y="5192"/>
                  <a:pt x="1598" y="4916"/>
                  <a:pt x="0" y="4670"/>
                </a:cubicBezTo>
                <a:lnTo>
                  <a:pt x="0" y="614"/>
                </a:lnTo>
                <a:lnTo>
                  <a:pt x="16468" y="0"/>
                </a:lnTo>
                <a:lnTo>
                  <a:pt x="20831" y="0"/>
                </a:lnTo>
                <a:lnTo>
                  <a:pt x="20831" y="37483"/>
                </a:lnTo>
                <a:moveTo>
                  <a:pt x="20831" y="66487"/>
                </a:moveTo>
                <a:cubicBezTo>
                  <a:pt x="20831" y="69928"/>
                  <a:pt x="21117" y="72785"/>
                  <a:pt x="21691" y="75059"/>
                </a:cubicBezTo>
                <a:cubicBezTo>
                  <a:pt x="22265" y="77332"/>
                  <a:pt x="23176" y="79155"/>
                  <a:pt x="24426" y="80528"/>
                </a:cubicBezTo>
                <a:cubicBezTo>
                  <a:pt x="25675" y="81900"/>
                  <a:pt x="27273" y="82873"/>
                  <a:pt x="29219" y="83447"/>
                </a:cubicBezTo>
                <a:cubicBezTo>
                  <a:pt x="31164" y="84020"/>
                  <a:pt x="33530" y="84307"/>
                  <a:pt x="36316" y="84307"/>
                </a:cubicBezTo>
                <a:cubicBezTo>
                  <a:pt x="41601" y="84307"/>
                  <a:pt x="45605" y="82228"/>
                  <a:pt x="48329" y="78070"/>
                </a:cubicBezTo>
                <a:cubicBezTo>
                  <a:pt x="51054" y="73912"/>
                  <a:pt x="52416" y="67777"/>
                  <a:pt x="52416" y="59666"/>
                </a:cubicBezTo>
                <a:cubicBezTo>
                  <a:pt x="52416" y="43157"/>
                  <a:pt x="47479" y="34903"/>
                  <a:pt x="37607" y="34903"/>
                </a:cubicBezTo>
                <a:cubicBezTo>
                  <a:pt x="35517" y="34903"/>
                  <a:pt x="33469" y="35292"/>
                  <a:pt x="31461" y="36070"/>
                </a:cubicBezTo>
                <a:cubicBezTo>
                  <a:pt x="29454" y="36848"/>
                  <a:pt x="27662" y="37872"/>
                  <a:pt x="26084" y="39142"/>
                </a:cubicBezTo>
                <a:cubicBezTo>
                  <a:pt x="24508" y="40412"/>
                  <a:pt x="23237" y="41856"/>
                  <a:pt x="22275" y="43474"/>
                </a:cubicBezTo>
                <a:cubicBezTo>
                  <a:pt x="21313" y="45093"/>
                  <a:pt x="20831" y="46762"/>
                  <a:pt x="20831" y="48483"/>
                </a:cubicBezTo>
                <a:lnTo>
                  <a:pt x="20831" y="66487"/>
                </a:lnTo>
              </a:path>
            </a:pathLst>
          </a:custGeom>
          <a:solidFill xmlns:a="http://schemas.openxmlformats.org/drawingml/2006/main">
            <a:srgbClr val="00C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pdf-path-100029">
            <a:extLst xmlns:a="http://schemas.openxmlformats.org/drawingml/2006/main">
              <a:ext uri="{FF2B5EF4-FFF2-40B4-BE49-F238E27FC236}">
                <a16:creationId xmlns:a16="http://schemas.microsoft.com/office/drawing/2014/main" id="{21D953BE-BB34-4B48-BB9D-52DF2CE8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63384" y="1874441"/>
            <a:ext cx="58314" cy="63845"/>
          </a:xfrm>
          <a:custGeom xmlns:a="http://schemas.openxmlformats.org/drawingml/2006/main">
            <a:pathLst>
              <a:path w="58314" h="63845">
                <a:moveTo>
                  <a:pt x="39388" y="62739"/>
                </a:moveTo>
                <a:cubicBezTo>
                  <a:pt x="39470" y="61223"/>
                  <a:pt x="39531" y="59707"/>
                  <a:pt x="39572" y="58191"/>
                </a:cubicBezTo>
                <a:cubicBezTo>
                  <a:pt x="39613" y="56676"/>
                  <a:pt x="39675" y="55201"/>
                  <a:pt x="39757" y="53767"/>
                </a:cubicBezTo>
                <a:cubicBezTo>
                  <a:pt x="39634" y="53685"/>
                  <a:pt x="39511" y="53634"/>
                  <a:pt x="39388" y="53614"/>
                </a:cubicBezTo>
                <a:cubicBezTo>
                  <a:pt x="39265" y="53593"/>
                  <a:pt x="39101" y="53542"/>
                  <a:pt x="38896" y="53460"/>
                </a:cubicBezTo>
                <a:cubicBezTo>
                  <a:pt x="36971" y="55344"/>
                  <a:pt x="35138" y="56942"/>
                  <a:pt x="33397" y="58253"/>
                </a:cubicBezTo>
                <a:cubicBezTo>
                  <a:pt x="31656" y="59564"/>
                  <a:pt x="29915" y="60639"/>
                  <a:pt x="28174" y="61479"/>
                </a:cubicBezTo>
                <a:cubicBezTo>
                  <a:pt x="26433" y="62319"/>
                  <a:pt x="24672" y="62923"/>
                  <a:pt x="22889" y="63292"/>
                </a:cubicBezTo>
                <a:cubicBezTo>
                  <a:pt x="21108" y="63660"/>
                  <a:pt x="19254" y="63845"/>
                  <a:pt x="17328" y="63845"/>
                </a:cubicBezTo>
                <a:cubicBezTo>
                  <a:pt x="14666" y="63845"/>
                  <a:pt x="12259" y="63456"/>
                  <a:pt x="10108" y="62677"/>
                </a:cubicBezTo>
                <a:cubicBezTo>
                  <a:pt x="7957" y="61899"/>
                  <a:pt x="6135" y="60803"/>
                  <a:pt x="4639" y="59390"/>
                </a:cubicBezTo>
                <a:cubicBezTo>
                  <a:pt x="3144" y="57976"/>
                  <a:pt x="1997" y="56307"/>
                  <a:pt x="1198" y="54382"/>
                </a:cubicBezTo>
                <a:cubicBezTo>
                  <a:pt x="399" y="52456"/>
                  <a:pt x="0" y="50326"/>
                  <a:pt x="0" y="47991"/>
                </a:cubicBezTo>
                <a:cubicBezTo>
                  <a:pt x="0" y="41682"/>
                  <a:pt x="3226" y="36848"/>
                  <a:pt x="9678" y="33489"/>
                </a:cubicBezTo>
                <a:cubicBezTo>
                  <a:pt x="16130" y="30130"/>
                  <a:pt x="25788" y="28123"/>
                  <a:pt x="38651" y="27468"/>
                </a:cubicBezTo>
                <a:lnTo>
                  <a:pt x="38651" y="23043"/>
                </a:lnTo>
                <a:cubicBezTo>
                  <a:pt x="38651" y="20012"/>
                  <a:pt x="38415" y="17441"/>
                  <a:pt x="37944" y="15331"/>
                </a:cubicBezTo>
                <a:cubicBezTo>
                  <a:pt x="37473" y="13222"/>
                  <a:pt x="36736" y="11511"/>
                  <a:pt x="35732" y="10200"/>
                </a:cubicBezTo>
                <a:cubicBezTo>
                  <a:pt x="34728" y="8890"/>
                  <a:pt x="33407" y="7937"/>
                  <a:pt x="31768" y="7343"/>
                </a:cubicBezTo>
                <a:cubicBezTo>
                  <a:pt x="30130" y="6749"/>
                  <a:pt x="28143" y="6452"/>
                  <a:pt x="25808" y="6452"/>
                </a:cubicBezTo>
                <a:cubicBezTo>
                  <a:pt x="22572" y="6452"/>
                  <a:pt x="19848" y="7312"/>
                  <a:pt x="17635" y="9033"/>
                </a:cubicBezTo>
                <a:cubicBezTo>
                  <a:pt x="15424" y="10754"/>
                  <a:pt x="13785" y="13478"/>
                  <a:pt x="12720" y="17206"/>
                </a:cubicBezTo>
                <a:lnTo>
                  <a:pt x="3625" y="17206"/>
                </a:lnTo>
                <a:lnTo>
                  <a:pt x="3625" y="7865"/>
                </a:lnTo>
                <a:cubicBezTo>
                  <a:pt x="6575" y="6472"/>
                  <a:pt x="9279" y="5285"/>
                  <a:pt x="11737" y="4301"/>
                </a:cubicBezTo>
                <a:cubicBezTo>
                  <a:pt x="14194" y="3318"/>
                  <a:pt x="16540" y="2509"/>
                  <a:pt x="18772" y="1874"/>
                </a:cubicBezTo>
                <a:cubicBezTo>
                  <a:pt x="21005" y="1239"/>
                  <a:pt x="23176" y="779"/>
                  <a:pt x="25286" y="492"/>
                </a:cubicBezTo>
                <a:cubicBezTo>
                  <a:pt x="27395" y="205"/>
                  <a:pt x="29557" y="41"/>
                  <a:pt x="31768" y="0"/>
                </a:cubicBezTo>
                <a:cubicBezTo>
                  <a:pt x="34923" y="82"/>
                  <a:pt x="37678" y="440"/>
                  <a:pt x="40034" y="1075"/>
                </a:cubicBezTo>
                <a:cubicBezTo>
                  <a:pt x="42389" y="1710"/>
                  <a:pt x="44355" y="2806"/>
                  <a:pt x="45932" y="4363"/>
                </a:cubicBezTo>
                <a:cubicBezTo>
                  <a:pt x="47510" y="5920"/>
                  <a:pt x="48697" y="8019"/>
                  <a:pt x="49496" y="10661"/>
                </a:cubicBezTo>
                <a:cubicBezTo>
                  <a:pt x="50295" y="13304"/>
                  <a:pt x="50715" y="16652"/>
                  <a:pt x="50756" y="20708"/>
                </a:cubicBezTo>
                <a:lnTo>
                  <a:pt x="50756" y="44181"/>
                </a:lnTo>
                <a:cubicBezTo>
                  <a:pt x="50756" y="46844"/>
                  <a:pt x="50735" y="48995"/>
                  <a:pt x="50694" y="50633"/>
                </a:cubicBezTo>
                <a:cubicBezTo>
                  <a:pt x="50653" y="52272"/>
                  <a:pt x="50838" y="53603"/>
                  <a:pt x="51248" y="54628"/>
                </a:cubicBezTo>
                <a:cubicBezTo>
                  <a:pt x="51657" y="55652"/>
                  <a:pt x="52395" y="56461"/>
                  <a:pt x="53460" y="57055"/>
                </a:cubicBezTo>
                <a:cubicBezTo>
                  <a:pt x="54525" y="57649"/>
                  <a:pt x="56143" y="58232"/>
                  <a:pt x="58314" y="58806"/>
                </a:cubicBezTo>
                <a:lnTo>
                  <a:pt x="58314" y="62739"/>
                </a:lnTo>
                <a:lnTo>
                  <a:pt x="39388" y="62739"/>
                </a:lnTo>
                <a:moveTo>
                  <a:pt x="38651" y="33243"/>
                </a:moveTo>
                <a:cubicBezTo>
                  <a:pt x="29557" y="33448"/>
                  <a:pt x="22879" y="34616"/>
                  <a:pt x="18619" y="36746"/>
                </a:cubicBezTo>
                <a:cubicBezTo>
                  <a:pt x="14358" y="38876"/>
                  <a:pt x="12228" y="42113"/>
                  <a:pt x="12228" y="46455"/>
                </a:cubicBezTo>
                <a:cubicBezTo>
                  <a:pt x="12228" y="49814"/>
                  <a:pt x="13181" y="52241"/>
                  <a:pt x="15085" y="53737"/>
                </a:cubicBezTo>
                <a:cubicBezTo>
                  <a:pt x="16990" y="55232"/>
                  <a:pt x="19602" y="55979"/>
                  <a:pt x="22920" y="55979"/>
                </a:cubicBezTo>
                <a:cubicBezTo>
                  <a:pt x="25255" y="55979"/>
                  <a:pt x="27386" y="55570"/>
                  <a:pt x="29311" y="54750"/>
                </a:cubicBezTo>
                <a:cubicBezTo>
                  <a:pt x="31236" y="53931"/>
                  <a:pt x="32885" y="52876"/>
                  <a:pt x="34257" y="51586"/>
                </a:cubicBezTo>
                <a:cubicBezTo>
                  <a:pt x="35630" y="50295"/>
                  <a:pt x="36705" y="48862"/>
                  <a:pt x="37483" y="47284"/>
                </a:cubicBezTo>
                <a:cubicBezTo>
                  <a:pt x="38262" y="45707"/>
                  <a:pt x="38651" y="44161"/>
                  <a:pt x="38651" y="42645"/>
                </a:cubicBezTo>
                <a:lnTo>
                  <a:pt x="38651" y="33243"/>
                </a:lnTo>
              </a:path>
            </a:pathLst>
          </a:custGeom>
          <a:solidFill xmlns:a="http://schemas.openxmlformats.org/drawingml/2006/main">
            <a:srgbClr val="00C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pdf-path-100030">
            <a:extLst xmlns:a="http://schemas.openxmlformats.org/drawingml/2006/main">
              <a:ext uri="{FF2B5EF4-FFF2-40B4-BE49-F238E27FC236}">
                <a16:creationId xmlns:a16="http://schemas.microsoft.com/office/drawing/2014/main" id="{45547D6F-0D62-4F53-B5D1-D38F7784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29628" y="1874441"/>
            <a:ext cx="62801" cy="90144"/>
          </a:xfrm>
          <a:custGeom xmlns:a="http://schemas.openxmlformats.org/drawingml/2006/main">
            <a:pathLst>
              <a:path w="62801" h="90144">
                <a:moveTo>
                  <a:pt x="62801" y="8726"/>
                </a:moveTo>
                <a:cubicBezTo>
                  <a:pt x="60711" y="8603"/>
                  <a:pt x="58673" y="8490"/>
                  <a:pt x="56686" y="8388"/>
                </a:cubicBezTo>
                <a:cubicBezTo>
                  <a:pt x="54700" y="8285"/>
                  <a:pt x="52703" y="8193"/>
                  <a:pt x="50695" y="8111"/>
                </a:cubicBezTo>
                <a:cubicBezTo>
                  <a:pt x="50613" y="8234"/>
                  <a:pt x="50552" y="8336"/>
                  <a:pt x="50511" y="8418"/>
                </a:cubicBezTo>
                <a:cubicBezTo>
                  <a:pt x="50470" y="8500"/>
                  <a:pt x="50408" y="8603"/>
                  <a:pt x="50326" y="8726"/>
                </a:cubicBezTo>
                <a:cubicBezTo>
                  <a:pt x="51596" y="10241"/>
                  <a:pt x="52580" y="11972"/>
                  <a:pt x="53276" y="13918"/>
                </a:cubicBezTo>
                <a:cubicBezTo>
                  <a:pt x="53972" y="15864"/>
                  <a:pt x="54320" y="18004"/>
                  <a:pt x="54320" y="20339"/>
                </a:cubicBezTo>
                <a:cubicBezTo>
                  <a:pt x="54320" y="23781"/>
                  <a:pt x="53737" y="26843"/>
                  <a:pt x="52569" y="29526"/>
                </a:cubicBezTo>
                <a:cubicBezTo>
                  <a:pt x="51402" y="32209"/>
                  <a:pt x="49702" y="34483"/>
                  <a:pt x="47469" y="36347"/>
                </a:cubicBezTo>
                <a:cubicBezTo>
                  <a:pt x="45236" y="38211"/>
                  <a:pt x="42502" y="39624"/>
                  <a:pt x="39266" y="40587"/>
                </a:cubicBezTo>
                <a:cubicBezTo>
                  <a:pt x="36029" y="41549"/>
                  <a:pt x="32342" y="42031"/>
                  <a:pt x="28205" y="42031"/>
                </a:cubicBezTo>
                <a:cubicBezTo>
                  <a:pt x="26239" y="42031"/>
                  <a:pt x="24426" y="41928"/>
                  <a:pt x="22767" y="41723"/>
                </a:cubicBezTo>
                <a:cubicBezTo>
                  <a:pt x="21108" y="41518"/>
                  <a:pt x="19623" y="41191"/>
                  <a:pt x="18312" y="40740"/>
                </a:cubicBezTo>
                <a:cubicBezTo>
                  <a:pt x="16714" y="41805"/>
                  <a:pt x="15527" y="42932"/>
                  <a:pt x="14748" y="44120"/>
                </a:cubicBezTo>
                <a:cubicBezTo>
                  <a:pt x="13969" y="45308"/>
                  <a:pt x="13580" y="46434"/>
                  <a:pt x="13580" y="47500"/>
                </a:cubicBezTo>
                <a:cubicBezTo>
                  <a:pt x="13580" y="48769"/>
                  <a:pt x="13755" y="49814"/>
                  <a:pt x="14103" y="50633"/>
                </a:cubicBezTo>
                <a:cubicBezTo>
                  <a:pt x="14451" y="51453"/>
                  <a:pt x="15035" y="52108"/>
                  <a:pt x="15854" y="52600"/>
                </a:cubicBezTo>
                <a:cubicBezTo>
                  <a:pt x="16673" y="53091"/>
                  <a:pt x="17770" y="53429"/>
                  <a:pt x="19141" y="53614"/>
                </a:cubicBezTo>
                <a:cubicBezTo>
                  <a:pt x="20514" y="53798"/>
                  <a:pt x="22224" y="53890"/>
                  <a:pt x="24272" y="53890"/>
                </a:cubicBezTo>
                <a:lnTo>
                  <a:pt x="40495" y="53890"/>
                </a:lnTo>
                <a:cubicBezTo>
                  <a:pt x="44059" y="53890"/>
                  <a:pt x="47111" y="54238"/>
                  <a:pt x="49650" y="54935"/>
                </a:cubicBezTo>
                <a:cubicBezTo>
                  <a:pt x="52191" y="55631"/>
                  <a:pt x="54270" y="56655"/>
                  <a:pt x="55887" y="58007"/>
                </a:cubicBezTo>
                <a:cubicBezTo>
                  <a:pt x="57506" y="59359"/>
                  <a:pt x="58704" y="61018"/>
                  <a:pt x="59482" y="62984"/>
                </a:cubicBezTo>
                <a:cubicBezTo>
                  <a:pt x="60261" y="64951"/>
                  <a:pt x="60649" y="67204"/>
                  <a:pt x="60649" y="69744"/>
                </a:cubicBezTo>
                <a:cubicBezTo>
                  <a:pt x="60649" y="72734"/>
                  <a:pt x="59963" y="75479"/>
                  <a:pt x="58591" y="77978"/>
                </a:cubicBezTo>
                <a:cubicBezTo>
                  <a:pt x="57219" y="80477"/>
                  <a:pt x="55232" y="82628"/>
                  <a:pt x="52631" y="84430"/>
                </a:cubicBezTo>
                <a:cubicBezTo>
                  <a:pt x="50030" y="86232"/>
                  <a:pt x="46855" y="87635"/>
                  <a:pt x="43107" y="88639"/>
                </a:cubicBezTo>
                <a:cubicBezTo>
                  <a:pt x="39358" y="89643"/>
                  <a:pt x="35107" y="90144"/>
                  <a:pt x="30356" y="90144"/>
                </a:cubicBezTo>
                <a:cubicBezTo>
                  <a:pt x="25768" y="90144"/>
                  <a:pt x="21600" y="89899"/>
                  <a:pt x="17852" y="89407"/>
                </a:cubicBezTo>
                <a:cubicBezTo>
                  <a:pt x="14103" y="88916"/>
                  <a:pt x="10907" y="88066"/>
                  <a:pt x="8265" y="86857"/>
                </a:cubicBezTo>
                <a:cubicBezTo>
                  <a:pt x="5623" y="85649"/>
                  <a:pt x="3585" y="84051"/>
                  <a:pt x="2151" y="82064"/>
                </a:cubicBezTo>
                <a:cubicBezTo>
                  <a:pt x="718" y="80077"/>
                  <a:pt x="0" y="77589"/>
                  <a:pt x="0" y="74598"/>
                </a:cubicBezTo>
                <a:cubicBezTo>
                  <a:pt x="0" y="71812"/>
                  <a:pt x="820" y="69375"/>
                  <a:pt x="2458" y="67286"/>
                </a:cubicBezTo>
                <a:cubicBezTo>
                  <a:pt x="4097" y="65197"/>
                  <a:pt x="6493" y="63394"/>
                  <a:pt x="9647" y="61878"/>
                </a:cubicBezTo>
                <a:cubicBezTo>
                  <a:pt x="7927" y="61100"/>
                  <a:pt x="6545" y="59881"/>
                  <a:pt x="5500" y="58222"/>
                </a:cubicBezTo>
                <a:cubicBezTo>
                  <a:pt x="4455" y="56563"/>
                  <a:pt x="3933" y="54628"/>
                  <a:pt x="3933" y="52415"/>
                </a:cubicBezTo>
                <a:cubicBezTo>
                  <a:pt x="3933" y="49671"/>
                  <a:pt x="4619" y="47213"/>
                  <a:pt x="5992" y="45042"/>
                </a:cubicBezTo>
                <a:cubicBezTo>
                  <a:pt x="7364" y="42870"/>
                  <a:pt x="9647" y="40679"/>
                  <a:pt x="12843" y="38467"/>
                </a:cubicBezTo>
                <a:cubicBezTo>
                  <a:pt x="10098" y="36787"/>
                  <a:pt x="7896" y="34524"/>
                  <a:pt x="6238" y="31677"/>
                </a:cubicBezTo>
                <a:cubicBezTo>
                  <a:pt x="4578" y="28829"/>
                  <a:pt x="3749" y="25378"/>
                  <a:pt x="3749" y="21323"/>
                </a:cubicBezTo>
                <a:cubicBezTo>
                  <a:pt x="3749" y="17759"/>
                  <a:pt x="4394" y="14645"/>
                  <a:pt x="5684" y="11982"/>
                </a:cubicBezTo>
                <a:cubicBezTo>
                  <a:pt x="6975" y="9320"/>
                  <a:pt x="8757" y="7097"/>
                  <a:pt x="11030" y="5315"/>
                </a:cubicBezTo>
                <a:cubicBezTo>
                  <a:pt x="13304" y="3533"/>
                  <a:pt x="15998" y="2202"/>
                  <a:pt x="19111" y="1321"/>
                </a:cubicBezTo>
                <a:cubicBezTo>
                  <a:pt x="22224" y="440"/>
                  <a:pt x="25604" y="0"/>
                  <a:pt x="29250" y="0"/>
                </a:cubicBezTo>
                <a:cubicBezTo>
                  <a:pt x="30807" y="0"/>
                  <a:pt x="32383" y="113"/>
                  <a:pt x="33982" y="338"/>
                </a:cubicBezTo>
                <a:cubicBezTo>
                  <a:pt x="35579" y="563"/>
                  <a:pt x="37177" y="881"/>
                  <a:pt x="38774" y="1290"/>
                </a:cubicBezTo>
                <a:lnTo>
                  <a:pt x="62801" y="1290"/>
                </a:lnTo>
                <a:lnTo>
                  <a:pt x="62801" y="8726"/>
                </a:lnTo>
                <a:moveTo>
                  <a:pt x="16100" y="20339"/>
                </a:moveTo>
                <a:cubicBezTo>
                  <a:pt x="16100" y="25337"/>
                  <a:pt x="17226" y="29168"/>
                  <a:pt x="19480" y="31830"/>
                </a:cubicBezTo>
                <a:cubicBezTo>
                  <a:pt x="21733" y="34493"/>
                  <a:pt x="25030" y="35824"/>
                  <a:pt x="29373" y="35824"/>
                </a:cubicBezTo>
                <a:cubicBezTo>
                  <a:pt x="31502" y="35824"/>
                  <a:pt x="33336" y="35476"/>
                  <a:pt x="34872" y="34780"/>
                </a:cubicBezTo>
                <a:cubicBezTo>
                  <a:pt x="36409" y="34083"/>
                  <a:pt x="37689" y="33100"/>
                  <a:pt x="38712" y="31830"/>
                </a:cubicBezTo>
                <a:cubicBezTo>
                  <a:pt x="39737" y="30560"/>
                  <a:pt x="40495" y="29034"/>
                  <a:pt x="40987" y="27252"/>
                </a:cubicBezTo>
                <a:cubicBezTo>
                  <a:pt x="41478" y="25470"/>
                  <a:pt x="41724" y="23494"/>
                  <a:pt x="41724" y="21323"/>
                </a:cubicBezTo>
                <a:cubicBezTo>
                  <a:pt x="41724" y="16161"/>
                  <a:pt x="40597" y="12290"/>
                  <a:pt x="38344" y="9709"/>
                </a:cubicBezTo>
                <a:cubicBezTo>
                  <a:pt x="36091" y="7128"/>
                  <a:pt x="33019" y="5838"/>
                  <a:pt x="29127" y="5838"/>
                </a:cubicBezTo>
                <a:cubicBezTo>
                  <a:pt x="24907" y="5838"/>
                  <a:pt x="21682" y="7056"/>
                  <a:pt x="19449" y="9494"/>
                </a:cubicBezTo>
                <a:cubicBezTo>
                  <a:pt x="17216" y="11931"/>
                  <a:pt x="16100" y="15547"/>
                  <a:pt x="16100" y="20339"/>
                </a:cubicBezTo>
                <a:moveTo>
                  <a:pt x="17820" y="63599"/>
                </a:moveTo>
                <a:cubicBezTo>
                  <a:pt x="15690" y="65033"/>
                  <a:pt x="14051" y="66589"/>
                  <a:pt x="12904" y="68269"/>
                </a:cubicBezTo>
                <a:cubicBezTo>
                  <a:pt x="11758" y="69949"/>
                  <a:pt x="11184" y="71833"/>
                  <a:pt x="11184" y="73922"/>
                </a:cubicBezTo>
                <a:cubicBezTo>
                  <a:pt x="11184" y="77568"/>
                  <a:pt x="12771" y="80190"/>
                  <a:pt x="15946" y="81788"/>
                </a:cubicBezTo>
                <a:cubicBezTo>
                  <a:pt x="19121" y="83385"/>
                  <a:pt x="23924" y="84184"/>
                  <a:pt x="30356" y="84184"/>
                </a:cubicBezTo>
                <a:cubicBezTo>
                  <a:pt x="36378" y="84184"/>
                  <a:pt x="41028" y="83191"/>
                  <a:pt x="44305" y="81204"/>
                </a:cubicBezTo>
                <a:cubicBezTo>
                  <a:pt x="47582" y="79217"/>
                  <a:pt x="49221" y="76339"/>
                  <a:pt x="49221" y="72570"/>
                </a:cubicBezTo>
                <a:cubicBezTo>
                  <a:pt x="49221" y="69826"/>
                  <a:pt x="48329" y="67706"/>
                  <a:pt x="46548" y="66210"/>
                </a:cubicBezTo>
                <a:cubicBezTo>
                  <a:pt x="44765" y="64715"/>
                  <a:pt x="41663" y="63968"/>
                  <a:pt x="37238" y="63968"/>
                </a:cubicBezTo>
                <a:lnTo>
                  <a:pt x="27284" y="63968"/>
                </a:lnTo>
                <a:cubicBezTo>
                  <a:pt x="26751" y="63968"/>
                  <a:pt x="26055" y="63957"/>
                  <a:pt x="25194" y="63937"/>
                </a:cubicBezTo>
                <a:cubicBezTo>
                  <a:pt x="24334" y="63916"/>
                  <a:pt x="23443" y="63896"/>
                  <a:pt x="22521" y="63875"/>
                </a:cubicBezTo>
                <a:cubicBezTo>
                  <a:pt x="21600" y="63855"/>
                  <a:pt x="20708" y="63824"/>
                  <a:pt x="19848" y="63783"/>
                </a:cubicBezTo>
                <a:cubicBezTo>
                  <a:pt x="18988" y="63742"/>
                  <a:pt x="18312" y="63681"/>
                  <a:pt x="17820" y="63599"/>
                </a:cubicBezTo>
              </a:path>
            </a:pathLst>
          </a:custGeom>
          <a:solidFill xmlns:a="http://schemas.openxmlformats.org/drawingml/2006/main">
            <a:srgbClr val="00C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pdf-path-100031">
            <a:extLst xmlns:a="http://schemas.openxmlformats.org/drawingml/2006/main">
              <a:ext uri="{FF2B5EF4-FFF2-40B4-BE49-F238E27FC236}">
                <a16:creationId xmlns:a16="http://schemas.microsoft.com/office/drawing/2014/main" id="{56DFF21E-BB0B-4E1F-81BE-8456886C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70390" y="1983438"/>
            <a:ext cx="99219" cy="144444"/>
          </a:xfrm>
          <a:custGeom xmlns:a="http://schemas.openxmlformats.org/drawingml/2006/main">
            <a:pathLst>
              <a:path w="99219" h="144444">
                <a:moveTo>
                  <a:pt x="58417" y="112409"/>
                </a:moveTo>
                <a:lnTo>
                  <a:pt x="61284" y="116588"/>
                </a:lnTo>
                <a:cubicBezTo>
                  <a:pt x="62760" y="118718"/>
                  <a:pt x="64152" y="120643"/>
                  <a:pt x="65463" y="122364"/>
                </a:cubicBezTo>
                <a:cubicBezTo>
                  <a:pt x="66774" y="124085"/>
                  <a:pt x="68180" y="125723"/>
                  <a:pt x="69683" y="127280"/>
                </a:cubicBezTo>
                <a:cubicBezTo>
                  <a:pt x="71185" y="128836"/>
                  <a:pt x="72605" y="130093"/>
                  <a:pt x="73943" y="131049"/>
                </a:cubicBezTo>
                <a:cubicBezTo>
                  <a:pt x="75281" y="132005"/>
                  <a:pt x="76551" y="132687"/>
                  <a:pt x="77753" y="133097"/>
                </a:cubicBezTo>
                <a:cubicBezTo>
                  <a:pt x="78954" y="133506"/>
                  <a:pt x="80101" y="133711"/>
                  <a:pt x="81194" y="133711"/>
                </a:cubicBezTo>
                <a:cubicBezTo>
                  <a:pt x="84198" y="133711"/>
                  <a:pt x="86792" y="133152"/>
                  <a:pt x="88978" y="132032"/>
                </a:cubicBezTo>
                <a:cubicBezTo>
                  <a:pt x="91162" y="130912"/>
                  <a:pt x="93266" y="129369"/>
                  <a:pt x="95286" y="127403"/>
                </a:cubicBezTo>
                <a:lnTo>
                  <a:pt x="99219" y="132482"/>
                </a:lnTo>
                <a:cubicBezTo>
                  <a:pt x="94958" y="136743"/>
                  <a:pt x="90998" y="139801"/>
                  <a:pt x="87339" y="141659"/>
                </a:cubicBezTo>
                <a:cubicBezTo>
                  <a:pt x="83679" y="143516"/>
                  <a:pt x="79910" y="144444"/>
                  <a:pt x="76032" y="144444"/>
                </a:cubicBezTo>
                <a:cubicBezTo>
                  <a:pt x="72919" y="144444"/>
                  <a:pt x="70352" y="144144"/>
                  <a:pt x="68330" y="143543"/>
                </a:cubicBezTo>
                <a:cubicBezTo>
                  <a:pt x="66310" y="142942"/>
                  <a:pt x="64302" y="141959"/>
                  <a:pt x="62309" y="140594"/>
                </a:cubicBezTo>
                <a:cubicBezTo>
                  <a:pt x="60316" y="139228"/>
                  <a:pt x="58089" y="137152"/>
                  <a:pt x="55632" y="134367"/>
                </a:cubicBezTo>
                <a:cubicBezTo>
                  <a:pt x="53173" y="131581"/>
                  <a:pt x="50333" y="127785"/>
                  <a:pt x="47111" y="122979"/>
                </a:cubicBezTo>
                <a:lnTo>
                  <a:pt x="41294" y="114376"/>
                </a:lnTo>
                <a:cubicBezTo>
                  <a:pt x="27693" y="113720"/>
                  <a:pt x="17410" y="108613"/>
                  <a:pt x="10446" y="99055"/>
                </a:cubicBezTo>
                <a:cubicBezTo>
                  <a:pt x="3482" y="89496"/>
                  <a:pt x="0" y="75868"/>
                  <a:pt x="0" y="58171"/>
                </a:cubicBezTo>
                <a:cubicBezTo>
                  <a:pt x="0" y="45991"/>
                  <a:pt x="1857" y="35531"/>
                  <a:pt x="5571" y="26791"/>
                </a:cubicBezTo>
                <a:cubicBezTo>
                  <a:pt x="9285" y="18052"/>
                  <a:pt x="14598" y="11402"/>
                  <a:pt x="21507" y="6841"/>
                </a:cubicBezTo>
                <a:cubicBezTo>
                  <a:pt x="28417" y="2281"/>
                  <a:pt x="36432" y="0"/>
                  <a:pt x="45554" y="0"/>
                </a:cubicBezTo>
                <a:cubicBezTo>
                  <a:pt x="55277" y="0"/>
                  <a:pt x="63456" y="2144"/>
                  <a:pt x="70092" y="6432"/>
                </a:cubicBezTo>
                <a:cubicBezTo>
                  <a:pt x="76729" y="10719"/>
                  <a:pt x="81727" y="17028"/>
                  <a:pt x="85086" y="25358"/>
                </a:cubicBezTo>
                <a:cubicBezTo>
                  <a:pt x="88445" y="33687"/>
                  <a:pt x="90124" y="43833"/>
                  <a:pt x="90124" y="55795"/>
                </a:cubicBezTo>
                <a:cubicBezTo>
                  <a:pt x="90124" y="70980"/>
                  <a:pt x="87421" y="83420"/>
                  <a:pt x="82014" y="93115"/>
                </a:cubicBezTo>
                <a:cubicBezTo>
                  <a:pt x="76606" y="102810"/>
                  <a:pt x="68740" y="109241"/>
                  <a:pt x="58417" y="112409"/>
                </a:cubicBezTo>
                <a:moveTo>
                  <a:pt x="16878" y="55877"/>
                </a:moveTo>
                <a:cubicBezTo>
                  <a:pt x="16878" y="72645"/>
                  <a:pt x="19323" y="85400"/>
                  <a:pt x="24211" y="94139"/>
                </a:cubicBezTo>
                <a:cubicBezTo>
                  <a:pt x="29099" y="102878"/>
                  <a:pt x="36241" y="107248"/>
                  <a:pt x="45636" y="107248"/>
                </a:cubicBezTo>
                <a:cubicBezTo>
                  <a:pt x="51590" y="107248"/>
                  <a:pt x="56642" y="105350"/>
                  <a:pt x="60793" y="101553"/>
                </a:cubicBezTo>
                <a:cubicBezTo>
                  <a:pt x="64944" y="97757"/>
                  <a:pt x="68057" y="92200"/>
                  <a:pt x="70133" y="84881"/>
                </a:cubicBezTo>
                <a:cubicBezTo>
                  <a:pt x="72209" y="77561"/>
                  <a:pt x="73247" y="69013"/>
                  <a:pt x="73247" y="59236"/>
                </a:cubicBezTo>
                <a:cubicBezTo>
                  <a:pt x="73247" y="47329"/>
                  <a:pt x="72031" y="37456"/>
                  <a:pt x="69601" y="29618"/>
                </a:cubicBezTo>
                <a:cubicBezTo>
                  <a:pt x="67170" y="21780"/>
                  <a:pt x="63852" y="16086"/>
                  <a:pt x="59646" y="12536"/>
                </a:cubicBezTo>
                <a:cubicBezTo>
                  <a:pt x="55440" y="8985"/>
                  <a:pt x="50552" y="7210"/>
                  <a:pt x="44981" y="7210"/>
                </a:cubicBezTo>
                <a:cubicBezTo>
                  <a:pt x="40065" y="7210"/>
                  <a:pt x="35845" y="8357"/>
                  <a:pt x="32322" y="10651"/>
                </a:cubicBezTo>
                <a:cubicBezTo>
                  <a:pt x="28799" y="12945"/>
                  <a:pt x="25877" y="16209"/>
                  <a:pt x="23556" y="20442"/>
                </a:cubicBezTo>
                <a:cubicBezTo>
                  <a:pt x="21234" y="24675"/>
                  <a:pt x="19541" y="29796"/>
                  <a:pt x="18476" y="35804"/>
                </a:cubicBezTo>
                <a:cubicBezTo>
                  <a:pt x="17410" y="41812"/>
                  <a:pt x="16878" y="48503"/>
                  <a:pt x="16878" y="55877"/>
                </a:cubicBezTo>
              </a:path>
            </a:pathLst>
          </a:custGeom>
          <a:solidFill xmlns:a="http://schemas.openxmlformats.org/drawingml/2006/main">
            <a:srgbClr val="F447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pdf-path-100032">
            <a:extLst xmlns:a="http://schemas.openxmlformats.org/drawingml/2006/main">
              <a:ext uri="{FF2B5EF4-FFF2-40B4-BE49-F238E27FC236}">
                <a16:creationId xmlns:a16="http://schemas.microsoft.com/office/drawing/2014/main" id="{CAF1382D-4FA6-4EE7-8B83-836C36BE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0419" y="2049126"/>
            <a:ext cx="28204" cy="89407"/>
          </a:xfrm>
          <a:custGeom xmlns:a="http://schemas.openxmlformats.org/drawingml/2006/main">
            <a:pathLst>
              <a:path w="28204" h="89407">
                <a:moveTo>
                  <a:pt x="20830" y="73738"/>
                </a:moveTo>
                <a:cubicBezTo>
                  <a:pt x="20830" y="76196"/>
                  <a:pt x="20882" y="78080"/>
                  <a:pt x="20984" y="79391"/>
                </a:cubicBezTo>
                <a:cubicBezTo>
                  <a:pt x="21087" y="80702"/>
                  <a:pt x="21383" y="81716"/>
                  <a:pt x="21875" y="82433"/>
                </a:cubicBezTo>
                <a:cubicBezTo>
                  <a:pt x="22367" y="83150"/>
                  <a:pt x="23104" y="83692"/>
                  <a:pt x="24087" y="84061"/>
                </a:cubicBezTo>
                <a:cubicBezTo>
                  <a:pt x="25070" y="84430"/>
                  <a:pt x="26443" y="84901"/>
                  <a:pt x="28204" y="85475"/>
                </a:cubicBezTo>
                <a:lnTo>
                  <a:pt x="28204" y="89407"/>
                </a:lnTo>
                <a:lnTo>
                  <a:pt x="1106" y="89407"/>
                </a:lnTo>
                <a:lnTo>
                  <a:pt x="1106" y="85475"/>
                </a:lnTo>
                <a:cubicBezTo>
                  <a:pt x="3031" y="84901"/>
                  <a:pt x="4516" y="84409"/>
                  <a:pt x="5561" y="84000"/>
                </a:cubicBezTo>
                <a:cubicBezTo>
                  <a:pt x="6605" y="83590"/>
                  <a:pt x="7364" y="83017"/>
                  <a:pt x="7834" y="82279"/>
                </a:cubicBezTo>
                <a:cubicBezTo>
                  <a:pt x="8305" y="81542"/>
                  <a:pt x="8571" y="80528"/>
                  <a:pt x="8633" y="79237"/>
                </a:cubicBezTo>
                <a:cubicBezTo>
                  <a:pt x="8694" y="77947"/>
                  <a:pt x="8726" y="76114"/>
                  <a:pt x="8726" y="73738"/>
                </a:cubicBezTo>
                <a:lnTo>
                  <a:pt x="8726" y="21568"/>
                </a:lnTo>
                <a:cubicBezTo>
                  <a:pt x="8726" y="18537"/>
                  <a:pt x="8685" y="16222"/>
                  <a:pt x="8603" y="14625"/>
                </a:cubicBezTo>
                <a:cubicBezTo>
                  <a:pt x="8521" y="13027"/>
                  <a:pt x="8398" y="11737"/>
                  <a:pt x="8234" y="10754"/>
                </a:cubicBezTo>
                <a:cubicBezTo>
                  <a:pt x="8070" y="9975"/>
                  <a:pt x="7875" y="9289"/>
                  <a:pt x="7650" y="8695"/>
                </a:cubicBezTo>
                <a:cubicBezTo>
                  <a:pt x="7425" y="8101"/>
                  <a:pt x="7036" y="7568"/>
                  <a:pt x="6483" y="7097"/>
                </a:cubicBezTo>
                <a:cubicBezTo>
                  <a:pt x="5929" y="6626"/>
                  <a:pt x="5141" y="6217"/>
                  <a:pt x="4117" y="5868"/>
                </a:cubicBezTo>
                <a:cubicBezTo>
                  <a:pt x="3092" y="5520"/>
                  <a:pt x="1721" y="5203"/>
                  <a:pt x="0" y="4916"/>
                </a:cubicBezTo>
                <a:lnTo>
                  <a:pt x="0" y="860"/>
                </a:lnTo>
                <a:lnTo>
                  <a:pt x="16345" y="0"/>
                </a:lnTo>
                <a:lnTo>
                  <a:pt x="20830" y="0"/>
                </a:lnTo>
                <a:lnTo>
                  <a:pt x="20830" y="73738"/>
                </a:lnTo>
              </a:path>
            </a:pathLst>
          </a:custGeom>
          <a:solidFill xmlns:a="http://schemas.openxmlformats.org/drawingml/2006/main">
            <a:srgbClr val="F447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pdf-path-100033">
            <a:extLst xmlns:a="http://schemas.openxmlformats.org/drawingml/2006/main">
              <a:ext uri="{FF2B5EF4-FFF2-40B4-BE49-F238E27FC236}">
                <a16:creationId xmlns:a16="http://schemas.microsoft.com/office/drawing/2014/main" id="{B5CFCCD9-6232-406A-B3EF-FF6E6891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1642" y="2075794"/>
            <a:ext cx="59237" cy="63845"/>
          </a:xfrm>
          <a:custGeom xmlns:a="http://schemas.openxmlformats.org/drawingml/2006/main">
            <a:pathLst>
              <a:path w="59237" h="63845">
                <a:moveTo>
                  <a:pt x="29004" y="63845"/>
                </a:moveTo>
                <a:cubicBezTo>
                  <a:pt x="24456" y="63845"/>
                  <a:pt x="20391" y="63210"/>
                  <a:pt x="16807" y="61940"/>
                </a:cubicBezTo>
                <a:cubicBezTo>
                  <a:pt x="13222" y="60670"/>
                  <a:pt x="10180" y="58734"/>
                  <a:pt x="7682" y="56133"/>
                </a:cubicBezTo>
                <a:cubicBezTo>
                  <a:pt x="5183" y="53532"/>
                  <a:pt x="3278" y="50265"/>
                  <a:pt x="1966" y="46332"/>
                </a:cubicBezTo>
                <a:cubicBezTo>
                  <a:pt x="656" y="42399"/>
                  <a:pt x="0" y="37770"/>
                  <a:pt x="0" y="32445"/>
                </a:cubicBezTo>
                <a:cubicBezTo>
                  <a:pt x="0" y="27160"/>
                  <a:pt x="759" y="22500"/>
                  <a:pt x="2274" y="18465"/>
                </a:cubicBezTo>
                <a:cubicBezTo>
                  <a:pt x="3790" y="14430"/>
                  <a:pt x="5889" y="11040"/>
                  <a:pt x="8572" y="8295"/>
                </a:cubicBezTo>
                <a:cubicBezTo>
                  <a:pt x="11255" y="5551"/>
                  <a:pt x="14420" y="3482"/>
                  <a:pt x="18066" y="2089"/>
                </a:cubicBezTo>
                <a:cubicBezTo>
                  <a:pt x="21712" y="697"/>
                  <a:pt x="25686" y="0"/>
                  <a:pt x="29987" y="0"/>
                </a:cubicBezTo>
                <a:cubicBezTo>
                  <a:pt x="35107" y="0"/>
                  <a:pt x="39511" y="758"/>
                  <a:pt x="43198" y="2274"/>
                </a:cubicBezTo>
                <a:cubicBezTo>
                  <a:pt x="46885" y="3789"/>
                  <a:pt x="49916" y="5920"/>
                  <a:pt x="52293" y="8664"/>
                </a:cubicBezTo>
                <a:cubicBezTo>
                  <a:pt x="54669" y="11409"/>
                  <a:pt x="56420" y="14707"/>
                  <a:pt x="57547" y="18557"/>
                </a:cubicBezTo>
                <a:cubicBezTo>
                  <a:pt x="58673" y="22408"/>
                  <a:pt x="59237" y="26648"/>
                  <a:pt x="59237" y="31277"/>
                </a:cubicBezTo>
                <a:cubicBezTo>
                  <a:pt x="59237" y="36603"/>
                  <a:pt x="58530" y="41293"/>
                  <a:pt x="57117" y="45349"/>
                </a:cubicBezTo>
                <a:cubicBezTo>
                  <a:pt x="55703" y="49404"/>
                  <a:pt x="53676" y="52805"/>
                  <a:pt x="51034" y="55549"/>
                </a:cubicBezTo>
                <a:cubicBezTo>
                  <a:pt x="48391" y="58294"/>
                  <a:pt x="45206" y="60363"/>
                  <a:pt x="41478" y="61755"/>
                </a:cubicBezTo>
                <a:cubicBezTo>
                  <a:pt x="37750" y="63148"/>
                  <a:pt x="33592" y="63845"/>
                  <a:pt x="29004" y="63845"/>
                </a:cubicBezTo>
                <a:moveTo>
                  <a:pt x="13334" y="31400"/>
                </a:moveTo>
                <a:cubicBezTo>
                  <a:pt x="13334" y="35620"/>
                  <a:pt x="13703" y="39368"/>
                  <a:pt x="14441" y="42645"/>
                </a:cubicBezTo>
                <a:cubicBezTo>
                  <a:pt x="15178" y="45922"/>
                  <a:pt x="16253" y="48688"/>
                  <a:pt x="17667" y="50941"/>
                </a:cubicBezTo>
                <a:cubicBezTo>
                  <a:pt x="19080" y="53194"/>
                  <a:pt x="20811" y="54914"/>
                  <a:pt x="22859" y="56102"/>
                </a:cubicBezTo>
                <a:cubicBezTo>
                  <a:pt x="24907" y="57290"/>
                  <a:pt x="27243" y="57884"/>
                  <a:pt x="29864" y="57884"/>
                </a:cubicBezTo>
                <a:cubicBezTo>
                  <a:pt x="32814" y="57884"/>
                  <a:pt x="35323" y="57208"/>
                  <a:pt x="37391" y="55857"/>
                </a:cubicBezTo>
                <a:cubicBezTo>
                  <a:pt x="39461" y="54505"/>
                  <a:pt x="41130" y="52692"/>
                  <a:pt x="42399" y="50418"/>
                </a:cubicBezTo>
                <a:cubicBezTo>
                  <a:pt x="43669" y="48145"/>
                  <a:pt x="44591" y="45502"/>
                  <a:pt x="45165" y="42491"/>
                </a:cubicBezTo>
                <a:cubicBezTo>
                  <a:pt x="45738" y="39481"/>
                  <a:pt x="46025" y="36316"/>
                  <a:pt x="46025" y="32998"/>
                </a:cubicBezTo>
                <a:cubicBezTo>
                  <a:pt x="46025" y="28328"/>
                  <a:pt x="45605" y="24303"/>
                  <a:pt x="44765" y="20923"/>
                </a:cubicBezTo>
                <a:cubicBezTo>
                  <a:pt x="43926" y="17543"/>
                  <a:pt x="42779" y="14758"/>
                  <a:pt x="41324" y="12566"/>
                </a:cubicBezTo>
                <a:cubicBezTo>
                  <a:pt x="39870" y="10375"/>
                  <a:pt x="38149" y="8746"/>
                  <a:pt x="36163" y="7681"/>
                </a:cubicBezTo>
                <a:cubicBezTo>
                  <a:pt x="34176" y="6616"/>
                  <a:pt x="32035" y="6083"/>
                  <a:pt x="29741" y="6083"/>
                </a:cubicBezTo>
                <a:cubicBezTo>
                  <a:pt x="24497" y="6083"/>
                  <a:pt x="20453" y="8275"/>
                  <a:pt x="17606" y="12658"/>
                </a:cubicBezTo>
                <a:cubicBezTo>
                  <a:pt x="14758" y="17042"/>
                  <a:pt x="13334" y="23289"/>
                  <a:pt x="13334" y="31400"/>
                </a:cubicBezTo>
              </a:path>
            </a:pathLst>
          </a:custGeom>
          <a:solidFill xmlns:a="http://schemas.openxmlformats.org/drawingml/2006/main">
            <a:srgbClr val="F447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pdf-path-100034">
            <a:extLst xmlns:a="http://schemas.openxmlformats.org/drawingml/2006/main">
              <a:ext uri="{FF2B5EF4-FFF2-40B4-BE49-F238E27FC236}">
                <a16:creationId xmlns:a16="http://schemas.microsoft.com/office/drawing/2014/main" id="{AB10F922-61DF-4198-A119-85F2DB0E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5085" y="2075794"/>
            <a:ext cx="59237" cy="63845"/>
          </a:xfrm>
          <a:custGeom xmlns:a="http://schemas.openxmlformats.org/drawingml/2006/main">
            <a:pathLst>
              <a:path w="59237" h="63845">
                <a:moveTo>
                  <a:pt x="29004" y="63845"/>
                </a:moveTo>
                <a:cubicBezTo>
                  <a:pt x="24456" y="63845"/>
                  <a:pt x="20391" y="63210"/>
                  <a:pt x="16807" y="61940"/>
                </a:cubicBezTo>
                <a:cubicBezTo>
                  <a:pt x="13222" y="60670"/>
                  <a:pt x="10180" y="58734"/>
                  <a:pt x="7682" y="56133"/>
                </a:cubicBezTo>
                <a:cubicBezTo>
                  <a:pt x="5183" y="53532"/>
                  <a:pt x="3278" y="50265"/>
                  <a:pt x="1966" y="46332"/>
                </a:cubicBezTo>
                <a:cubicBezTo>
                  <a:pt x="656" y="42399"/>
                  <a:pt x="0" y="37770"/>
                  <a:pt x="0" y="32445"/>
                </a:cubicBezTo>
                <a:cubicBezTo>
                  <a:pt x="0" y="27160"/>
                  <a:pt x="759" y="22500"/>
                  <a:pt x="2274" y="18465"/>
                </a:cubicBezTo>
                <a:cubicBezTo>
                  <a:pt x="3790" y="14430"/>
                  <a:pt x="5889" y="11040"/>
                  <a:pt x="8572" y="8295"/>
                </a:cubicBezTo>
                <a:cubicBezTo>
                  <a:pt x="11255" y="5551"/>
                  <a:pt x="14420" y="3482"/>
                  <a:pt x="18066" y="2089"/>
                </a:cubicBezTo>
                <a:cubicBezTo>
                  <a:pt x="21712" y="697"/>
                  <a:pt x="25686" y="0"/>
                  <a:pt x="29987" y="0"/>
                </a:cubicBezTo>
                <a:cubicBezTo>
                  <a:pt x="35107" y="0"/>
                  <a:pt x="39511" y="758"/>
                  <a:pt x="43198" y="2274"/>
                </a:cubicBezTo>
                <a:cubicBezTo>
                  <a:pt x="46885" y="3789"/>
                  <a:pt x="49916" y="5920"/>
                  <a:pt x="52293" y="8664"/>
                </a:cubicBezTo>
                <a:cubicBezTo>
                  <a:pt x="54669" y="11409"/>
                  <a:pt x="56420" y="14707"/>
                  <a:pt x="57547" y="18557"/>
                </a:cubicBezTo>
                <a:cubicBezTo>
                  <a:pt x="58673" y="22408"/>
                  <a:pt x="59237" y="26648"/>
                  <a:pt x="59237" y="31277"/>
                </a:cubicBezTo>
                <a:cubicBezTo>
                  <a:pt x="59237" y="36603"/>
                  <a:pt x="58530" y="41293"/>
                  <a:pt x="57117" y="45349"/>
                </a:cubicBezTo>
                <a:cubicBezTo>
                  <a:pt x="55703" y="49404"/>
                  <a:pt x="53676" y="52805"/>
                  <a:pt x="51034" y="55549"/>
                </a:cubicBezTo>
                <a:cubicBezTo>
                  <a:pt x="48391" y="58294"/>
                  <a:pt x="45206" y="60363"/>
                  <a:pt x="41478" y="61755"/>
                </a:cubicBezTo>
                <a:cubicBezTo>
                  <a:pt x="37750" y="63148"/>
                  <a:pt x="33592" y="63845"/>
                  <a:pt x="29004" y="63845"/>
                </a:cubicBezTo>
                <a:moveTo>
                  <a:pt x="13334" y="31400"/>
                </a:moveTo>
                <a:cubicBezTo>
                  <a:pt x="13334" y="35620"/>
                  <a:pt x="13703" y="39368"/>
                  <a:pt x="14441" y="42645"/>
                </a:cubicBezTo>
                <a:cubicBezTo>
                  <a:pt x="15178" y="45922"/>
                  <a:pt x="16253" y="48688"/>
                  <a:pt x="17667" y="50941"/>
                </a:cubicBezTo>
                <a:cubicBezTo>
                  <a:pt x="19080" y="53194"/>
                  <a:pt x="20811" y="54914"/>
                  <a:pt x="22859" y="56102"/>
                </a:cubicBezTo>
                <a:cubicBezTo>
                  <a:pt x="24907" y="57290"/>
                  <a:pt x="27243" y="57884"/>
                  <a:pt x="29864" y="57884"/>
                </a:cubicBezTo>
                <a:cubicBezTo>
                  <a:pt x="32814" y="57884"/>
                  <a:pt x="35323" y="57208"/>
                  <a:pt x="37391" y="55857"/>
                </a:cubicBezTo>
                <a:cubicBezTo>
                  <a:pt x="39461" y="54505"/>
                  <a:pt x="41130" y="52692"/>
                  <a:pt x="42399" y="50418"/>
                </a:cubicBezTo>
                <a:cubicBezTo>
                  <a:pt x="43669" y="48145"/>
                  <a:pt x="44591" y="45502"/>
                  <a:pt x="45165" y="42491"/>
                </a:cubicBezTo>
                <a:cubicBezTo>
                  <a:pt x="45738" y="39481"/>
                  <a:pt x="46025" y="36316"/>
                  <a:pt x="46025" y="32998"/>
                </a:cubicBezTo>
                <a:cubicBezTo>
                  <a:pt x="46025" y="28328"/>
                  <a:pt x="45605" y="24303"/>
                  <a:pt x="44765" y="20923"/>
                </a:cubicBezTo>
                <a:cubicBezTo>
                  <a:pt x="43926" y="17543"/>
                  <a:pt x="42779" y="14758"/>
                  <a:pt x="41324" y="12566"/>
                </a:cubicBezTo>
                <a:cubicBezTo>
                  <a:pt x="39870" y="10375"/>
                  <a:pt x="38149" y="8746"/>
                  <a:pt x="36163" y="7681"/>
                </a:cubicBezTo>
                <a:cubicBezTo>
                  <a:pt x="34176" y="6616"/>
                  <a:pt x="32035" y="6083"/>
                  <a:pt x="29741" y="6083"/>
                </a:cubicBezTo>
                <a:cubicBezTo>
                  <a:pt x="24497" y="6083"/>
                  <a:pt x="20452" y="8275"/>
                  <a:pt x="17606" y="12658"/>
                </a:cubicBezTo>
                <a:cubicBezTo>
                  <a:pt x="14758" y="17042"/>
                  <a:pt x="13334" y="23289"/>
                  <a:pt x="13334" y="31400"/>
                </a:cubicBezTo>
              </a:path>
            </a:pathLst>
          </a:custGeom>
          <a:solidFill xmlns:a="http://schemas.openxmlformats.org/drawingml/2006/main">
            <a:srgbClr val="F447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pdf-path-100035">
            <a:extLst xmlns:a="http://schemas.openxmlformats.org/drawingml/2006/main">
              <a:ext uri="{FF2B5EF4-FFF2-40B4-BE49-F238E27FC236}">
                <a16:creationId xmlns:a16="http://schemas.microsoft.com/office/drawing/2014/main" id="{CE03E105-CC89-4F0C-BD81-432EEF77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65765" y="2049126"/>
            <a:ext cx="68269" cy="89407"/>
          </a:xfrm>
          <a:custGeom xmlns:a="http://schemas.openxmlformats.org/drawingml/2006/main">
            <a:pathLst>
              <a:path w="68269" h="89407">
                <a:moveTo>
                  <a:pt x="20830" y="53337"/>
                </a:moveTo>
                <a:lnTo>
                  <a:pt x="22305" y="53337"/>
                </a:lnTo>
                <a:cubicBezTo>
                  <a:pt x="23125" y="53337"/>
                  <a:pt x="23831" y="53306"/>
                  <a:pt x="24425" y="53245"/>
                </a:cubicBezTo>
                <a:cubicBezTo>
                  <a:pt x="25019" y="53184"/>
                  <a:pt x="25644" y="53091"/>
                  <a:pt x="26299" y="52968"/>
                </a:cubicBezTo>
                <a:cubicBezTo>
                  <a:pt x="26709" y="52887"/>
                  <a:pt x="27395" y="52559"/>
                  <a:pt x="28358" y="51985"/>
                </a:cubicBezTo>
                <a:cubicBezTo>
                  <a:pt x="29321" y="51412"/>
                  <a:pt x="30396" y="50664"/>
                  <a:pt x="31584" y="49742"/>
                </a:cubicBezTo>
                <a:cubicBezTo>
                  <a:pt x="32772" y="48821"/>
                  <a:pt x="34001" y="47797"/>
                  <a:pt x="35271" y="46670"/>
                </a:cubicBezTo>
                <a:cubicBezTo>
                  <a:pt x="36541" y="45543"/>
                  <a:pt x="37698" y="44376"/>
                  <a:pt x="38743" y="43167"/>
                </a:cubicBezTo>
                <a:cubicBezTo>
                  <a:pt x="39788" y="41959"/>
                  <a:pt x="40648" y="40771"/>
                  <a:pt x="41323" y="39603"/>
                </a:cubicBezTo>
                <a:cubicBezTo>
                  <a:pt x="41999" y="38436"/>
                  <a:pt x="42338" y="37381"/>
                  <a:pt x="42338" y="36439"/>
                </a:cubicBezTo>
                <a:cubicBezTo>
                  <a:pt x="42338" y="33899"/>
                  <a:pt x="40596" y="32383"/>
                  <a:pt x="37114" y="31892"/>
                </a:cubicBezTo>
                <a:lnTo>
                  <a:pt x="37114" y="27959"/>
                </a:lnTo>
                <a:lnTo>
                  <a:pt x="66364" y="27959"/>
                </a:lnTo>
                <a:lnTo>
                  <a:pt x="66364" y="31892"/>
                </a:lnTo>
                <a:cubicBezTo>
                  <a:pt x="64193" y="32219"/>
                  <a:pt x="61909" y="33131"/>
                  <a:pt x="59512" y="34626"/>
                </a:cubicBezTo>
                <a:cubicBezTo>
                  <a:pt x="57116" y="36121"/>
                  <a:pt x="54679" y="37934"/>
                  <a:pt x="52199" y="40064"/>
                </a:cubicBezTo>
                <a:cubicBezTo>
                  <a:pt x="49721" y="42195"/>
                  <a:pt x="47253" y="44458"/>
                  <a:pt x="44795" y="46854"/>
                </a:cubicBezTo>
                <a:cubicBezTo>
                  <a:pt x="42338" y="49251"/>
                  <a:pt x="39941" y="51494"/>
                  <a:pt x="37606" y="53583"/>
                </a:cubicBezTo>
                <a:cubicBezTo>
                  <a:pt x="40760" y="57434"/>
                  <a:pt x="43884" y="61295"/>
                  <a:pt x="46977" y="65166"/>
                </a:cubicBezTo>
                <a:cubicBezTo>
                  <a:pt x="50070" y="69037"/>
                  <a:pt x="53173" y="72960"/>
                  <a:pt x="56286" y="76933"/>
                </a:cubicBezTo>
                <a:cubicBezTo>
                  <a:pt x="57310" y="78244"/>
                  <a:pt x="58263" y="79360"/>
                  <a:pt x="59143" y="80282"/>
                </a:cubicBezTo>
                <a:cubicBezTo>
                  <a:pt x="60024" y="81204"/>
                  <a:pt x="60925" y="82003"/>
                  <a:pt x="61847" y="82679"/>
                </a:cubicBezTo>
                <a:cubicBezTo>
                  <a:pt x="62769" y="83355"/>
                  <a:pt x="63742" y="83908"/>
                  <a:pt x="64766" y="84338"/>
                </a:cubicBezTo>
                <a:cubicBezTo>
                  <a:pt x="65790" y="84768"/>
                  <a:pt x="66958" y="85147"/>
                  <a:pt x="68269" y="85475"/>
                </a:cubicBezTo>
                <a:lnTo>
                  <a:pt x="68269" y="89407"/>
                </a:lnTo>
                <a:lnTo>
                  <a:pt x="47007" y="89407"/>
                </a:lnTo>
                <a:cubicBezTo>
                  <a:pt x="47007" y="88752"/>
                  <a:pt x="47018" y="88168"/>
                  <a:pt x="47038" y="87656"/>
                </a:cubicBezTo>
                <a:cubicBezTo>
                  <a:pt x="47059" y="87144"/>
                  <a:pt x="47048" y="86673"/>
                  <a:pt x="47007" y="86243"/>
                </a:cubicBezTo>
                <a:cubicBezTo>
                  <a:pt x="46966" y="85812"/>
                  <a:pt x="46884" y="85393"/>
                  <a:pt x="46761" y="84983"/>
                </a:cubicBezTo>
                <a:cubicBezTo>
                  <a:pt x="46638" y="84573"/>
                  <a:pt x="46454" y="84143"/>
                  <a:pt x="46209" y="83692"/>
                </a:cubicBezTo>
                <a:cubicBezTo>
                  <a:pt x="45472" y="82505"/>
                  <a:pt x="44693" y="81286"/>
                  <a:pt x="43873" y="80036"/>
                </a:cubicBezTo>
                <a:cubicBezTo>
                  <a:pt x="43054" y="78787"/>
                  <a:pt x="42061" y="77363"/>
                  <a:pt x="40893" y="75766"/>
                </a:cubicBezTo>
                <a:cubicBezTo>
                  <a:pt x="39726" y="74168"/>
                  <a:pt x="38353" y="72325"/>
                  <a:pt x="36777" y="70235"/>
                </a:cubicBezTo>
                <a:cubicBezTo>
                  <a:pt x="35199" y="68146"/>
                  <a:pt x="33284" y="65688"/>
                  <a:pt x="31031" y="62862"/>
                </a:cubicBezTo>
                <a:cubicBezTo>
                  <a:pt x="30171" y="61837"/>
                  <a:pt x="29464" y="61039"/>
                  <a:pt x="28911" y="60465"/>
                </a:cubicBezTo>
                <a:cubicBezTo>
                  <a:pt x="28358" y="59891"/>
                  <a:pt x="27846" y="59472"/>
                  <a:pt x="27375" y="59205"/>
                </a:cubicBezTo>
                <a:cubicBezTo>
                  <a:pt x="26903" y="58939"/>
                  <a:pt x="26391" y="58775"/>
                  <a:pt x="25839" y="58714"/>
                </a:cubicBezTo>
                <a:cubicBezTo>
                  <a:pt x="25286" y="58652"/>
                  <a:pt x="24558" y="58601"/>
                  <a:pt x="23657" y="58560"/>
                </a:cubicBezTo>
                <a:lnTo>
                  <a:pt x="20830" y="58560"/>
                </a:lnTo>
                <a:lnTo>
                  <a:pt x="20830" y="73738"/>
                </a:lnTo>
                <a:cubicBezTo>
                  <a:pt x="20830" y="76196"/>
                  <a:pt x="20882" y="78080"/>
                  <a:pt x="20984" y="79391"/>
                </a:cubicBezTo>
                <a:cubicBezTo>
                  <a:pt x="21087" y="80702"/>
                  <a:pt x="21383" y="81716"/>
                  <a:pt x="21875" y="82433"/>
                </a:cubicBezTo>
                <a:cubicBezTo>
                  <a:pt x="22367" y="83150"/>
                  <a:pt x="23104" y="83692"/>
                  <a:pt x="24087" y="84061"/>
                </a:cubicBezTo>
                <a:cubicBezTo>
                  <a:pt x="25070" y="84430"/>
                  <a:pt x="26443" y="84901"/>
                  <a:pt x="28204" y="85475"/>
                </a:cubicBezTo>
                <a:lnTo>
                  <a:pt x="28204" y="89407"/>
                </a:lnTo>
                <a:lnTo>
                  <a:pt x="1106" y="89407"/>
                </a:lnTo>
                <a:lnTo>
                  <a:pt x="1106" y="85475"/>
                </a:lnTo>
                <a:cubicBezTo>
                  <a:pt x="3031" y="84901"/>
                  <a:pt x="4516" y="84409"/>
                  <a:pt x="5561" y="84000"/>
                </a:cubicBezTo>
                <a:cubicBezTo>
                  <a:pt x="6605" y="83590"/>
                  <a:pt x="7364" y="83017"/>
                  <a:pt x="7834" y="82279"/>
                </a:cubicBezTo>
                <a:cubicBezTo>
                  <a:pt x="8305" y="81542"/>
                  <a:pt x="8571" y="80528"/>
                  <a:pt x="8633" y="79237"/>
                </a:cubicBezTo>
                <a:cubicBezTo>
                  <a:pt x="8694" y="77947"/>
                  <a:pt x="8726" y="76114"/>
                  <a:pt x="8726" y="73738"/>
                </a:cubicBezTo>
                <a:lnTo>
                  <a:pt x="8726" y="21568"/>
                </a:lnTo>
                <a:cubicBezTo>
                  <a:pt x="8726" y="18291"/>
                  <a:pt x="8726" y="15659"/>
                  <a:pt x="8726" y="13672"/>
                </a:cubicBezTo>
                <a:cubicBezTo>
                  <a:pt x="8726" y="11686"/>
                  <a:pt x="8480" y="10108"/>
                  <a:pt x="7988" y="8941"/>
                </a:cubicBezTo>
                <a:cubicBezTo>
                  <a:pt x="7496" y="7773"/>
                  <a:pt x="6646" y="6903"/>
                  <a:pt x="5438" y="6329"/>
                </a:cubicBezTo>
                <a:cubicBezTo>
                  <a:pt x="4229" y="5756"/>
                  <a:pt x="2416" y="5285"/>
                  <a:pt x="0" y="4916"/>
                </a:cubicBezTo>
                <a:lnTo>
                  <a:pt x="0" y="860"/>
                </a:lnTo>
                <a:lnTo>
                  <a:pt x="16345" y="0"/>
                </a:lnTo>
                <a:lnTo>
                  <a:pt x="20830" y="0"/>
                </a:lnTo>
                <a:lnTo>
                  <a:pt x="20830" y="53337"/>
                </a:lnTo>
              </a:path>
            </a:pathLst>
          </a:custGeom>
          <a:solidFill xmlns:a="http://schemas.openxmlformats.org/drawingml/2006/main">
            <a:srgbClr val="F447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pdf-path-100036">
            <a:extLst xmlns:a="http://schemas.openxmlformats.org/drawingml/2006/main">
              <a:ext uri="{FF2B5EF4-FFF2-40B4-BE49-F238E27FC236}">
                <a16:creationId xmlns:a16="http://schemas.microsoft.com/office/drawing/2014/main" id="{5B5EE4C1-FB57-4487-B825-3A79ADDD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4702" y="3956706"/>
            <a:ext cx="96734" cy="94535"/>
          </a:xfrm>
          <a:custGeom xmlns:a="http://schemas.openxmlformats.org/drawingml/2006/main">
            <a:pathLst>
              <a:path w="96734" h="94535">
                <a:moveTo>
                  <a:pt x="72072" y="6309"/>
                </a:moveTo>
                <a:lnTo>
                  <a:pt x="80866" y="0"/>
                </a:lnTo>
                <a:lnTo>
                  <a:pt x="86983" y="1530"/>
                </a:lnTo>
                <a:lnTo>
                  <a:pt x="72932" y="62131"/>
                </a:lnTo>
                <a:cubicBezTo>
                  <a:pt x="71531" y="68185"/>
                  <a:pt x="70830" y="72900"/>
                  <a:pt x="70830" y="76278"/>
                </a:cubicBezTo>
                <a:cubicBezTo>
                  <a:pt x="70830" y="78827"/>
                  <a:pt x="71244" y="80675"/>
                  <a:pt x="72072" y="81822"/>
                </a:cubicBezTo>
                <a:cubicBezTo>
                  <a:pt x="72901" y="82968"/>
                  <a:pt x="74207" y="83542"/>
                  <a:pt x="75991" y="83542"/>
                </a:cubicBezTo>
                <a:cubicBezTo>
                  <a:pt x="77903" y="83542"/>
                  <a:pt x="79942" y="82761"/>
                  <a:pt x="82109" y="81200"/>
                </a:cubicBezTo>
                <a:cubicBezTo>
                  <a:pt x="84276" y="79639"/>
                  <a:pt x="87334" y="76660"/>
                  <a:pt x="91285" y="72263"/>
                </a:cubicBezTo>
                <a:lnTo>
                  <a:pt x="96734" y="77616"/>
                </a:lnTo>
                <a:cubicBezTo>
                  <a:pt x="90998" y="83733"/>
                  <a:pt x="86107" y="88083"/>
                  <a:pt x="82061" y="90663"/>
                </a:cubicBezTo>
                <a:cubicBezTo>
                  <a:pt x="78014" y="93244"/>
                  <a:pt x="73633" y="94535"/>
                  <a:pt x="68918" y="94535"/>
                </a:cubicBezTo>
                <a:cubicBezTo>
                  <a:pt x="64967" y="94535"/>
                  <a:pt x="61813" y="93228"/>
                  <a:pt x="59455" y="90615"/>
                </a:cubicBezTo>
                <a:cubicBezTo>
                  <a:pt x="57097" y="88003"/>
                  <a:pt x="55918" y="84530"/>
                  <a:pt x="55918" y="80197"/>
                </a:cubicBezTo>
                <a:cubicBezTo>
                  <a:pt x="55918" y="76692"/>
                  <a:pt x="56651" y="72964"/>
                  <a:pt x="58116" y="69013"/>
                </a:cubicBezTo>
                <a:lnTo>
                  <a:pt x="56874" y="68631"/>
                </a:lnTo>
                <a:cubicBezTo>
                  <a:pt x="50756" y="77552"/>
                  <a:pt x="44957" y="84084"/>
                  <a:pt x="39477" y="88226"/>
                </a:cubicBezTo>
                <a:cubicBezTo>
                  <a:pt x="33997" y="92368"/>
                  <a:pt x="28198" y="94439"/>
                  <a:pt x="22081" y="94439"/>
                </a:cubicBezTo>
                <a:cubicBezTo>
                  <a:pt x="15071" y="94439"/>
                  <a:pt x="9639" y="91794"/>
                  <a:pt x="5783" y="86505"/>
                </a:cubicBezTo>
                <a:cubicBezTo>
                  <a:pt x="1928" y="81216"/>
                  <a:pt x="0" y="73792"/>
                  <a:pt x="0" y="64234"/>
                </a:cubicBezTo>
                <a:cubicBezTo>
                  <a:pt x="0" y="53273"/>
                  <a:pt x="2151" y="42743"/>
                  <a:pt x="6452" y="32643"/>
                </a:cubicBezTo>
                <a:cubicBezTo>
                  <a:pt x="10754" y="22542"/>
                  <a:pt x="16664" y="14577"/>
                  <a:pt x="24183" y="8746"/>
                </a:cubicBezTo>
                <a:cubicBezTo>
                  <a:pt x="31703" y="2915"/>
                  <a:pt x="40082" y="0"/>
                  <a:pt x="49323" y="0"/>
                </a:cubicBezTo>
                <a:cubicBezTo>
                  <a:pt x="53465" y="0"/>
                  <a:pt x="57336" y="462"/>
                  <a:pt x="60936" y="1386"/>
                </a:cubicBezTo>
                <a:cubicBezTo>
                  <a:pt x="64537" y="2310"/>
                  <a:pt x="68248" y="3951"/>
                  <a:pt x="72072" y="6309"/>
                </a:cubicBezTo>
                <a:moveTo>
                  <a:pt x="63661" y="34794"/>
                </a:moveTo>
                <a:cubicBezTo>
                  <a:pt x="64234" y="32180"/>
                  <a:pt x="64616" y="29918"/>
                  <a:pt x="64807" y="28007"/>
                </a:cubicBezTo>
                <a:cubicBezTo>
                  <a:pt x="64998" y="26095"/>
                  <a:pt x="65094" y="24024"/>
                  <a:pt x="65094" y="21794"/>
                </a:cubicBezTo>
                <a:cubicBezTo>
                  <a:pt x="65094" y="16887"/>
                  <a:pt x="64043" y="13286"/>
                  <a:pt x="61940" y="10992"/>
                </a:cubicBezTo>
                <a:cubicBezTo>
                  <a:pt x="59837" y="8698"/>
                  <a:pt x="56268" y="7551"/>
                  <a:pt x="51234" y="7551"/>
                </a:cubicBezTo>
                <a:cubicBezTo>
                  <a:pt x="44671" y="7551"/>
                  <a:pt x="38776" y="10196"/>
                  <a:pt x="33551" y="15485"/>
                </a:cubicBezTo>
                <a:cubicBezTo>
                  <a:pt x="28326" y="20774"/>
                  <a:pt x="24247" y="27863"/>
                  <a:pt x="21316" y="36753"/>
                </a:cubicBezTo>
                <a:cubicBezTo>
                  <a:pt x="18384" y="45642"/>
                  <a:pt x="16919" y="54516"/>
                  <a:pt x="16919" y="63374"/>
                </a:cubicBezTo>
                <a:cubicBezTo>
                  <a:pt x="16919" y="70001"/>
                  <a:pt x="17827" y="74955"/>
                  <a:pt x="19644" y="78237"/>
                </a:cubicBezTo>
                <a:cubicBezTo>
                  <a:pt x="21459" y="81519"/>
                  <a:pt x="24502" y="83160"/>
                  <a:pt x="28771" y="83160"/>
                </a:cubicBezTo>
                <a:cubicBezTo>
                  <a:pt x="32977" y="83160"/>
                  <a:pt x="37104" y="81344"/>
                  <a:pt x="41150" y="77711"/>
                </a:cubicBezTo>
                <a:cubicBezTo>
                  <a:pt x="45197" y="74079"/>
                  <a:pt x="49371" y="68902"/>
                  <a:pt x="53671" y="62179"/>
                </a:cubicBezTo>
                <a:cubicBezTo>
                  <a:pt x="57973" y="55456"/>
                  <a:pt x="61016" y="47698"/>
                  <a:pt x="62800" y="38903"/>
                </a:cubicBezTo>
                <a:lnTo>
                  <a:pt x="63661" y="3479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pdf-path-100037">
            <a:extLst xmlns:a="http://schemas.openxmlformats.org/drawingml/2006/main">
              <a:ext uri="{FF2B5EF4-FFF2-40B4-BE49-F238E27FC236}">
                <a16:creationId xmlns:a16="http://schemas.microsoft.com/office/drawing/2014/main" id="{7268FA32-D913-4639-9452-F6C26197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9473" y="3991051"/>
            <a:ext cx="30451" cy="130202"/>
          </a:xfrm>
          <a:custGeom xmlns:a="http://schemas.openxmlformats.org/drawingml/2006/main">
            <a:pathLst>
              <a:path w="30451" h="130202">
                <a:moveTo>
                  <a:pt x="30451" y="130202"/>
                </a:moveTo>
                <a:lnTo>
                  <a:pt x="0" y="130202"/>
                </a:lnTo>
                <a:lnTo>
                  <a:pt x="0" y="0"/>
                </a:lnTo>
                <a:lnTo>
                  <a:pt x="30451" y="0"/>
                </a:lnTo>
                <a:lnTo>
                  <a:pt x="30451" y="5257"/>
                </a:lnTo>
                <a:lnTo>
                  <a:pt x="11334" y="5257"/>
                </a:lnTo>
                <a:lnTo>
                  <a:pt x="11334" y="124945"/>
                </a:lnTo>
                <a:lnTo>
                  <a:pt x="30451" y="124945"/>
                </a:lnTo>
                <a:lnTo>
                  <a:pt x="30451" y="13020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pdf-path-100038">
            <a:extLst xmlns:a="http://schemas.openxmlformats.org/drawingml/2006/main">
              <a:ext uri="{FF2B5EF4-FFF2-40B4-BE49-F238E27FC236}">
                <a16:creationId xmlns:a16="http://schemas.microsoft.com/office/drawing/2014/main" id="{214BC44E-A877-41B0-85E6-738DCDA4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6214" y="4002043"/>
            <a:ext cx="57897" cy="87939"/>
          </a:xfrm>
          <a:custGeom xmlns:a="http://schemas.openxmlformats.org/drawingml/2006/main">
            <a:pathLst>
              <a:path w="57897" h="87939">
                <a:moveTo>
                  <a:pt x="37415" y="69914"/>
                </a:moveTo>
                <a:cubicBezTo>
                  <a:pt x="37415" y="71325"/>
                  <a:pt x="37460" y="72543"/>
                  <a:pt x="37552" y="73567"/>
                </a:cubicBezTo>
                <a:cubicBezTo>
                  <a:pt x="37642" y="74591"/>
                  <a:pt x="37791" y="75456"/>
                  <a:pt x="37996" y="76161"/>
                </a:cubicBezTo>
                <a:cubicBezTo>
                  <a:pt x="38201" y="76867"/>
                  <a:pt x="38474" y="77470"/>
                  <a:pt x="38814" y="77971"/>
                </a:cubicBezTo>
                <a:cubicBezTo>
                  <a:pt x="39156" y="78471"/>
                  <a:pt x="39554" y="78904"/>
                  <a:pt x="40009" y="79268"/>
                </a:cubicBezTo>
                <a:cubicBezTo>
                  <a:pt x="40556" y="79814"/>
                  <a:pt x="41284" y="80236"/>
                  <a:pt x="42195" y="80531"/>
                </a:cubicBezTo>
                <a:cubicBezTo>
                  <a:pt x="43105" y="80827"/>
                  <a:pt x="44266" y="81077"/>
                  <a:pt x="45677" y="81282"/>
                </a:cubicBezTo>
                <a:cubicBezTo>
                  <a:pt x="47088" y="81487"/>
                  <a:pt x="48783" y="81646"/>
                  <a:pt x="50763" y="81760"/>
                </a:cubicBezTo>
                <a:cubicBezTo>
                  <a:pt x="52743" y="81874"/>
                  <a:pt x="55121" y="81953"/>
                  <a:pt x="57897" y="81999"/>
                </a:cubicBezTo>
                <a:lnTo>
                  <a:pt x="57897" y="87939"/>
                </a:lnTo>
                <a:lnTo>
                  <a:pt x="3755" y="87939"/>
                </a:lnTo>
                <a:lnTo>
                  <a:pt x="3755" y="81999"/>
                </a:lnTo>
                <a:cubicBezTo>
                  <a:pt x="6441" y="81908"/>
                  <a:pt x="8716" y="81806"/>
                  <a:pt x="10582" y="81692"/>
                </a:cubicBezTo>
                <a:cubicBezTo>
                  <a:pt x="12449" y="81578"/>
                  <a:pt x="14042" y="81419"/>
                  <a:pt x="15362" y="81214"/>
                </a:cubicBezTo>
                <a:cubicBezTo>
                  <a:pt x="16682" y="81009"/>
                  <a:pt x="17740" y="80781"/>
                  <a:pt x="18537" y="80531"/>
                </a:cubicBezTo>
                <a:cubicBezTo>
                  <a:pt x="19333" y="80281"/>
                  <a:pt x="20027" y="79973"/>
                  <a:pt x="20619" y="79609"/>
                </a:cubicBezTo>
                <a:cubicBezTo>
                  <a:pt x="21256" y="79200"/>
                  <a:pt x="21803" y="78756"/>
                  <a:pt x="22258" y="78278"/>
                </a:cubicBezTo>
                <a:cubicBezTo>
                  <a:pt x="22713" y="77800"/>
                  <a:pt x="23077" y="77197"/>
                  <a:pt x="23351" y="76469"/>
                </a:cubicBezTo>
                <a:cubicBezTo>
                  <a:pt x="23624" y="75741"/>
                  <a:pt x="23840" y="74853"/>
                  <a:pt x="23999" y="73806"/>
                </a:cubicBezTo>
                <a:cubicBezTo>
                  <a:pt x="24158" y="72759"/>
                  <a:pt x="24237" y="71462"/>
                  <a:pt x="24237" y="69914"/>
                </a:cubicBezTo>
                <a:lnTo>
                  <a:pt x="24237" y="20961"/>
                </a:lnTo>
                <a:cubicBezTo>
                  <a:pt x="24237" y="19185"/>
                  <a:pt x="23897" y="17933"/>
                  <a:pt x="23214" y="17205"/>
                </a:cubicBezTo>
                <a:cubicBezTo>
                  <a:pt x="22531" y="16477"/>
                  <a:pt x="21552" y="16113"/>
                  <a:pt x="20278" y="16113"/>
                </a:cubicBezTo>
                <a:cubicBezTo>
                  <a:pt x="18867" y="16113"/>
                  <a:pt x="16773" y="16841"/>
                  <a:pt x="13996" y="18298"/>
                </a:cubicBezTo>
                <a:cubicBezTo>
                  <a:pt x="11220" y="19754"/>
                  <a:pt x="7624" y="21917"/>
                  <a:pt x="3209" y="24784"/>
                </a:cubicBezTo>
                <a:cubicBezTo>
                  <a:pt x="2617" y="23737"/>
                  <a:pt x="2071" y="22690"/>
                  <a:pt x="1571" y="21643"/>
                </a:cubicBezTo>
                <a:cubicBezTo>
                  <a:pt x="1069" y="20596"/>
                  <a:pt x="546" y="19527"/>
                  <a:pt x="0" y="18434"/>
                </a:cubicBezTo>
                <a:cubicBezTo>
                  <a:pt x="5644" y="15339"/>
                  <a:pt x="11231" y="12256"/>
                  <a:pt x="16761" y="9183"/>
                </a:cubicBezTo>
                <a:cubicBezTo>
                  <a:pt x="22292" y="6111"/>
                  <a:pt x="27902" y="3050"/>
                  <a:pt x="33592" y="0"/>
                </a:cubicBezTo>
                <a:lnTo>
                  <a:pt x="37757" y="0"/>
                </a:lnTo>
                <a:cubicBezTo>
                  <a:pt x="37665" y="2503"/>
                  <a:pt x="37597" y="4745"/>
                  <a:pt x="37552" y="6725"/>
                </a:cubicBezTo>
                <a:cubicBezTo>
                  <a:pt x="37506" y="8705"/>
                  <a:pt x="37472" y="10628"/>
                  <a:pt x="37449" y="12495"/>
                </a:cubicBezTo>
                <a:cubicBezTo>
                  <a:pt x="37426" y="14361"/>
                  <a:pt x="37415" y="16204"/>
                  <a:pt x="37415" y="18025"/>
                </a:cubicBezTo>
                <a:lnTo>
                  <a:pt x="37415" y="6991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pdf-path-100039">
            <a:extLst xmlns:a="http://schemas.openxmlformats.org/drawingml/2006/main">
              <a:ext uri="{FF2B5EF4-FFF2-40B4-BE49-F238E27FC236}">
                <a16:creationId xmlns:a16="http://schemas.microsoft.com/office/drawing/2014/main" id="{208FB547-73C6-4C7B-9FDF-9024B744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38381" y="4074142"/>
            <a:ext cx="20414" cy="34684"/>
          </a:xfrm>
          <a:custGeom xmlns:a="http://schemas.openxmlformats.org/drawingml/2006/main">
            <a:pathLst>
              <a:path w="20414" h="34684">
                <a:moveTo>
                  <a:pt x="19459" y="0"/>
                </a:moveTo>
                <a:cubicBezTo>
                  <a:pt x="20096" y="3186"/>
                  <a:pt x="20414" y="6327"/>
                  <a:pt x="20414" y="9422"/>
                </a:cubicBezTo>
                <a:cubicBezTo>
                  <a:pt x="20414" y="12608"/>
                  <a:pt x="19869" y="15521"/>
                  <a:pt x="18776" y="18162"/>
                </a:cubicBezTo>
                <a:cubicBezTo>
                  <a:pt x="17683" y="20802"/>
                  <a:pt x="15943" y="23430"/>
                  <a:pt x="13552" y="26047"/>
                </a:cubicBezTo>
                <a:cubicBezTo>
                  <a:pt x="11163" y="28665"/>
                  <a:pt x="7875" y="31543"/>
                  <a:pt x="3687" y="34684"/>
                </a:cubicBezTo>
                <a:lnTo>
                  <a:pt x="0" y="30520"/>
                </a:lnTo>
                <a:cubicBezTo>
                  <a:pt x="2321" y="28335"/>
                  <a:pt x="4005" y="26366"/>
                  <a:pt x="5053" y="24614"/>
                </a:cubicBezTo>
                <a:cubicBezTo>
                  <a:pt x="6099" y="22861"/>
                  <a:pt x="6851" y="20870"/>
                  <a:pt x="7306" y="18639"/>
                </a:cubicBezTo>
                <a:cubicBezTo>
                  <a:pt x="7761" y="16409"/>
                  <a:pt x="7988" y="13610"/>
                  <a:pt x="7988" y="10242"/>
                </a:cubicBezTo>
                <a:cubicBezTo>
                  <a:pt x="7988" y="6782"/>
                  <a:pt x="7829" y="3368"/>
                  <a:pt x="7510" y="0"/>
                </a:cubicBezTo>
                <a:lnTo>
                  <a:pt x="19459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pdf-path-100040">
            <a:extLst xmlns:a="http://schemas.openxmlformats.org/drawingml/2006/main">
              <a:ext uri="{FF2B5EF4-FFF2-40B4-BE49-F238E27FC236}">
                <a16:creationId xmlns:a16="http://schemas.microsoft.com/office/drawing/2014/main" id="{0BBC1719-2538-4F93-9515-E5CC5FF8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83457" y="4074142"/>
            <a:ext cx="80702" cy="15840"/>
          </a:xfrm>
          <a:custGeom xmlns:a="http://schemas.openxmlformats.org/drawingml/2006/main">
            <a:pathLst>
              <a:path w="80702" h="15840">
                <a:moveTo>
                  <a:pt x="13792" y="0"/>
                </a:moveTo>
                <a:lnTo>
                  <a:pt x="13792" y="15840"/>
                </a:lnTo>
                <a:lnTo>
                  <a:pt x="0" y="15840"/>
                </a:lnTo>
                <a:lnTo>
                  <a:pt x="0" y="0"/>
                </a:lnTo>
                <a:lnTo>
                  <a:pt x="13792" y="0"/>
                </a:lnTo>
                <a:moveTo>
                  <a:pt x="47247" y="0"/>
                </a:moveTo>
                <a:lnTo>
                  <a:pt x="47247" y="15840"/>
                </a:lnTo>
                <a:lnTo>
                  <a:pt x="33455" y="15840"/>
                </a:lnTo>
                <a:lnTo>
                  <a:pt x="33455" y="0"/>
                </a:lnTo>
                <a:lnTo>
                  <a:pt x="47247" y="0"/>
                </a:lnTo>
                <a:moveTo>
                  <a:pt x="80702" y="0"/>
                </a:moveTo>
                <a:lnTo>
                  <a:pt x="80702" y="15840"/>
                </a:lnTo>
                <a:lnTo>
                  <a:pt x="66911" y="15840"/>
                </a:lnTo>
                <a:lnTo>
                  <a:pt x="66911" y="0"/>
                </a:lnTo>
                <a:lnTo>
                  <a:pt x="8070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pdf-path-100041">
            <a:extLst xmlns:a="http://schemas.openxmlformats.org/drawingml/2006/main">
              <a:ext uri="{FF2B5EF4-FFF2-40B4-BE49-F238E27FC236}">
                <a16:creationId xmlns:a16="http://schemas.microsoft.com/office/drawing/2014/main" id="{EBC163EC-3016-4E9C-8D6C-2CDAE4DF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5589" y="4074142"/>
            <a:ext cx="20414" cy="34684"/>
          </a:xfrm>
          <a:custGeom xmlns:a="http://schemas.openxmlformats.org/drawingml/2006/main">
            <a:pathLst>
              <a:path w="20414" h="34684">
                <a:moveTo>
                  <a:pt x="19459" y="0"/>
                </a:moveTo>
                <a:cubicBezTo>
                  <a:pt x="20096" y="3186"/>
                  <a:pt x="20414" y="6327"/>
                  <a:pt x="20414" y="9422"/>
                </a:cubicBezTo>
                <a:cubicBezTo>
                  <a:pt x="20414" y="12608"/>
                  <a:pt x="19869" y="15521"/>
                  <a:pt x="18776" y="18162"/>
                </a:cubicBezTo>
                <a:cubicBezTo>
                  <a:pt x="17683" y="20802"/>
                  <a:pt x="15943" y="23430"/>
                  <a:pt x="13552" y="26047"/>
                </a:cubicBezTo>
                <a:cubicBezTo>
                  <a:pt x="11163" y="28665"/>
                  <a:pt x="7875" y="31543"/>
                  <a:pt x="3687" y="34684"/>
                </a:cubicBezTo>
                <a:lnTo>
                  <a:pt x="0" y="30520"/>
                </a:lnTo>
                <a:cubicBezTo>
                  <a:pt x="2321" y="28335"/>
                  <a:pt x="4005" y="26366"/>
                  <a:pt x="5053" y="24614"/>
                </a:cubicBezTo>
                <a:cubicBezTo>
                  <a:pt x="6099" y="22861"/>
                  <a:pt x="6851" y="20870"/>
                  <a:pt x="7306" y="18639"/>
                </a:cubicBezTo>
                <a:cubicBezTo>
                  <a:pt x="7761" y="16409"/>
                  <a:pt x="7988" y="13610"/>
                  <a:pt x="7988" y="10242"/>
                </a:cubicBezTo>
                <a:cubicBezTo>
                  <a:pt x="7988" y="6782"/>
                  <a:pt x="7829" y="3368"/>
                  <a:pt x="7510" y="0"/>
                </a:cubicBezTo>
                <a:lnTo>
                  <a:pt x="19459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pdf-path-100042">
            <a:extLst xmlns:a="http://schemas.openxmlformats.org/drawingml/2006/main">
              <a:ext uri="{FF2B5EF4-FFF2-40B4-BE49-F238E27FC236}">
                <a16:creationId xmlns:a16="http://schemas.microsoft.com/office/drawing/2014/main" id="{6C469F76-EC32-4B14-B1C8-7346678D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13360" y="4004364"/>
            <a:ext cx="49637" cy="86847"/>
          </a:xfrm>
          <a:custGeom xmlns:a="http://schemas.openxmlformats.org/drawingml/2006/main">
            <a:pathLst>
              <a:path w="49637" h="86847">
                <a:moveTo>
                  <a:pt x="43013" y="72440"/>
                </a:moveTo>
                <a:cubicBezTo>
                  <a:pt x="40692" y="75035"/>
                  <a:pt x="38485" y="77243"/>
                  <a:pt x="36391" y="79063"/>
                </a:cubicBezTo>
                <a:cubicBezTo>
                  <a:pt x="34297" y="80884"/>
                  <a:pt x="32249" y="82375"/>
                  <a:pt x="30246" y="83535"/>
                </a:cubicBezTo>
                <a:cubicBezTo>
                  <a:pt x="28244" y="84696"/>
                  <a:pt x="26263" y="85538"/>
                  <a:pt x="24306" y="86062"/>
                </a:cubicBezTo>
                <a:cubicBezTo>
                  <a:pt x="22349" y="86585"/>
                  <a:pt x="20346" y="86847"/>
                  <a:pt x="18298" y="86847"/>
                </a:cubicBezTo>
                <a:cubicBezTo>
                  <a:pt x="12881" y="86847"/>
                  <a:pt x="8842" y="85572"/>
                  <a:pt x="6178" y="83023"/>
                </a:cubicBezTo>
                <a:cubicBezTo>
                  <a:pt x="3516" y="80474"/>
                  <a:pt x="2184" y="76719"/>
                  <a:pt x="2184" y="71758"/>
                </a:cubicBezTo>
                <a:cubicBezTo>
                  <a:pt x="2184" y="70074"/>
                  <a:pt x="2310" y="68219"/>
                  <a:pt x="2560" y="66193"/>
                </a:cubicBezTo>
                <a:cubicBezTo>
                  <a:pt x="2811" y="64168"/>
                  <a:pt x="3163" y="62199"/>
                  <a:pt x="3618" y="60288"/>
                </a:cubicBezTo>
                <a:lnTo>
                  <a:pt x="11743" y="24921"/>
                </a:lnTo>
                <a:lnTo>
                  <a:pt x="0" y="24921"/>
                </a:lnTo>
                <a:lnTo>
                  <a:pt x="1366" y="19663"/>
                </a:lnTo>
                <a:cubicBezTo>
                  <a:pt x="4096" y="19663"/>
                  <a:pt x="6225" y="19402"/>
                  <a:pt x="7749" y="18878"/>
                </a:cubicBezTo>
                <a:cubicBezTo>
                  <a:pt x="9274" y="18355"/>
                  <a:pt x="10560" y="17638"/>
                  <a:pt x="11607" y="16727"/>
                </a:cubicBezTo>
                <a:cubicBezTo>
                  <a:pt x="12290" y="16090"/>
                  <a:pt x="12950" y="15305"/>
                  <a:pt x="13586" y="14372"/>
                </a:cubicBezTo>
                <a:cubicBezTo>
                  <a:pt x="14224" y="13439"/>
                  <a:pt x="14861" y="12312"/>
                  <a:pt x="15499" y="10992"/>
                </a:cubicBezTo>
                <a:cubicBezTo>
                  <a:pt x="16135" y="9672"/>
                  <a:pt x="16784" y="8113"/>
                  <a:pt x="17444" y="6315"/>
                </a:cubicBezTo>
                <a:cubicBezTo>
                  <a:pt x="18104" y="4518"/>
                  <a:pt x="18844" y="2412"/>
                  <a:pt x="19664" y="0"/>
                </a:cubicBezTo>
                <a:lnTo>
                  <a:pt x="30314" y="0"/>
                </a:lnTo>
                <a:lnTo>
                  <a:pt x="26423" y="17342"/>
                </a:lnTo>
                <a:lnTo>
                  <a:pt x="49637" y="17342"/>
                </a:lnTo>
                <a:lnTo>
                  <a:pt x="48066" y="24921"/>
                </a:lnTo>
                <a:lnTo>
                  <a:pt x="24920" y="24921"/>
                </a:lnTo>
                <a:lnTo>
                  <a:pt x="17956" y="53528"/>
                </a:lnTo>
                <a:cubicBezTo>
                  <a:pt x="17501" y="55440"/>
                  <a:pt x="17126" y="57158"/>
                  <a:pt x="16829" y="58683"/>
                </a:cubicBezTo>
                <a:cubicBezTo>
                  <a:pt x="16534" y="60208"/>
                  <a:pt x="16295" y="61585"/>
                  <a:pt x="16113" y="62813"/>
                </a:cubicBezTo>
                <a:cubicBezTo>
                  <a:pt x="15930" y="64043"/>
                  <a:pt x="15806" y="65158"/>
                  <a:pt x="15738" y="66159"/>
                </a:cubicBezTo>
                <a:cubicBezTo>
                  <a:pt x="15669" y="67161"/>
                  <a:pt x="15635" y="68094"/>
                  <a:pt x="15635" y="68958"/>
                </a:cubicBezTo>
                <a:cubicBezTo>
                  <a:pt x="15635" y="71690"/>
                  <a:pt x="16204" y="73829"/>
                  <a:pt x="17342" y="75377"/>
                </a:cubicBezTo>
                <a:cubicBezTo>
                  <a:pt x="18479" y="76924"/>
                  <a:pt x="20346" y="77698"/>
                  <a:pt x="22941" y="77698"/>
                </a:cubicBezTo>
                <a:cubicBezTo>
                  <a:pt x="25125" y="77698"/>
                  <a:pt x="27447" y="76890"/>
                  <a:pt x="29905" y="75274"/>
                </a:cubicBezTo>
                <a:cubicBezTo>
                  <a:pt x="32362" y="73658"/>
                  <a:pt x="35162" y="71121"/>
                  <a:pt x="38303" y="67661"/>
                </a:cubicBezTo>
                <a:lnTo>
                  <a:pt x="43013" y="7244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pdf-path-100043">
            <a:extLst xmlns:a="http://schemas.openxmlformats.org/drawingml/2006/main">
              <a:ext uri="{FF2B5EF4-FFF2-40B4-BE49-F238E27FC236}">
                <a16:creationId xmlns:a16="http://schemas.microsoft.com/office/drawing/2014/main" id="{2162767A-032A-4C1B-932E-F1A59224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3367" y="3991051"/>
            <a:ext cx="30451" cy="130202"/>
          </a:xfrm>
          <a:custGeom xmlns:a="http://schemas.openxmlformats.org/drawingml/2006/main">
            <a:pathLst>
              <a:path w="30451" h="130202">
                <a:moveTo>
                  <a:pt x="0" y="124945"/>
                </a:moveTo>
                <a:lnTo>
                  <a:pt x="19117" y="124945"/>
                </a:lnTo>
                <a:lnTo>
                  <a:pt x="19117" y="5257"/>
                </a:lnTo>
                <a:lnTo>
                  <a:pt x="0" y="5257"/>
                </a:lnTo>
                <a:lnTo>
                  <a:pt x="0" y="0"/>
                </a:lnTo>
                <a:lnTo>
                  <a:pt x="30451" y="0"/>
                </a:lnTo>
                <a:lnTo>
                  <a:pt x="30451" y="130202"/>
                </a:lnTo>
                <a:lnTo>
                  <a:pt x="0" y="130202"/>
                </a:lnTo>
                <a:lnTo>
                  <a:pt x="0" y="12494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pdf-path-100044">
            <a:extLst xmlns:a="http://schemas.openxmlformats.org/drawingml/2006/main">
              <a:ext uri="{FF2B5EF4-FFF2-40B4-BE49-F238E27FC236}">
                <a16:creationId xmlns:a16="http://schemas.microsoft.com/office/drawing/2014/main" id="{4A71B82F-4EC5-4D85-8408-CE681690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96609" y="3937111"/>
            <a:ext cx="94056" cy="112600"/>
          </a:xfrm>
          <a:custGeom xmlns:a="http://schemas.openxmlformats.org/drawingml/2006/main">
            <a:pathLst>
              <a:path w="94056" h="112600">
                <a:moveTo>
                  <a:pt x="94056" y="49131"/>
                </a:moveTo>
                <a:lnTo>
                  <a:pt x="94056" y="62418"/>
                </a:lnTo>
                <a:lnTo>
                  <a:pt x="15102" y="62418"/>
                </a:lnTo>
                <a:cubicBezTo>
                  <a:pt x="15421" y="68344"/>
                  <a:pt x="16281" y="73601"/>
                  <a:pt x="17683" y="78189"/>
                </a:cubicBezTo>
                <a:cubicBezTo>
                  <a:pt x="19085" y="82778"/>
                  <a:pt x="21204" y="86681"/>
                  <a:pt x="24040" y="89899"/>
                </a:cubicBezTo>
                <a:cubicBezTo>
                  <a:pt x="26875" y="93117"/>
                  <a:pt x="30540" y="95491"/>
                  <a:pt x="35032" y="97020"/>
                </a:cubicBezTo>
                <a:cubicBezTo>
                  <a:pt x="39524" y="98549"/>
                  <a:pt x="45722" y="99314"/>
                  <a:pt x="53623" y="99314"/>
                </a:cubicBezTo>
                <a:lnTo>
                  <a:pt x="94056" y="99314"/>
                </a:lnTo>
                <a:lnTo>
                  <a:pt x="94056" y="112600"/>
                </a:lnTo>
                <a:lnTo>
                  <a:pt x="53242" y="112600"/>
                </a:lnTo>
                <a:cubicBezTo>
                  <a:pt x="46996" y="112600"/>
                  <a:pt x="41580" y="112218"/>
                  <a:pt x="36992" y="111453"/>
                </a:cubicBezTo>
                <a:cubicBezTo>
                  <a:pt x="32403" y="110689"/>
                  <a:pt x="28261" y="109446"/>
                  <a:pt x="24565" y="107726"/>
                </a:cubicBezTo>
                <a:cubicBezTo>
                  <a:pt x="20870" y="106005"/>
                  <a:pt x="17381" y="103408"/>
                  <a:pt x="14099" y="99935"/>
                </a:cubicBezTo>
                <a:cubicBezTo>
                  <a:pt x="10817" y="96462"/>
                  <a:pt x="8156" y="92623"/>
                  <a:pt x="6117" y="88417"/>
                </a:cubicBezTo>
                <a:cubicBezTo>
                  <a:pt x="4079" y="84211"/>
                  <a:pt x="2549" y="79464"/>
                  <a:pt x="1530" y="74175"/>
                </a:cubicBezTo>
                <a:cubicBezTo>
                  <a:pt x="509" y="68885"/>
                  <a:pt x="0" y="63151"/>
                  <a:pt x="0" y="56969"/>
                </a:cubicBezTo>
                <a:cubicBezTo>
                  <a:pt x="0" y="46901"/>
                  <a:pt x="987" y="38569"/>
                  <a:pt x="2963" y="31973"/>
                </a:cubicBezTo>
                <a:cubicBezTo>
                  <a:pt x="4938" y="25378"/>
                  <a:pt x="8252" y="19515"/>
                  <a:pt x="12904" y="14386"/>
                </a:cubicBezTo>
                <a:cubicBezTo>
                  <a:pt x="17556" y="9256"/>
                  <a:pt x="23132" y="5576"/>
                  <a:pt x="29631" y="3346"/>
                </a:cubicBezTo>
                <a:cubicBezTo>
                  <a:pt x="36131" y="1115"/>
                  <a:pt x="44543" y="0"/>
                  <a:pt x="54866" y="0"/>
                </a:cubicBezTo>
                <a:lnTo>
                  <a:pt x="94056" y="0"/>
                </a:lnTo>
                <a:lnTo>
                  <a:pt x="94056" y="13286"/>
                </a:lnTo>
                <a:lnTo>
                  <a:pt x="54770" y="13286"/>
                </a:lnTo>
                <a:cubicBezTo>
                  <a:pt x="48462" y="13286"/>
                  <a:pt x="43348" y="13637"/>
                  <a:pt x="39429" y="14338"/>
                </a:cubicBezTo>
                <a:cubicBezTo>
                  <a:pt x="35510" y="15039"/>
                  <a:pt x="32245" y="16170"/>
                  <a:pt x="29631" y="17731"/>
                </a:cubicBezTo>
                <a:cubicBezTo>
                  <a:pt x="27018" y="19293"/>
                  <a:pt x="24645" y="21507"/>
                  <a:pt x="22510" y="24374"/>
                </a:cubicBezTo>
                <a:cubicBezTo>
                  <a:pt x="20375" y="27242"/>
                  <a:pt x="18703" y="30763"/>
                  <a:pt x="17492" y="34937"/>
                </a:cubicBezTo>
                <a:cubicBezTo>
                  <a:pt x="16281" y="39111"/>
                  <a:pt x="15516" y="43842"/>
                  <a:pt x="15198" y="49131"/>
                </a:cubicBezTo>
                <a:lnTo>
                  <a:pt x="94056" y="4913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pdf-path-100045">
            <a:extLst xmlns:a="http://schemas.openxmlformats.org/drawingml/2006/main">
              <a:ext uri="{FF2B5EF4-FFF2-40B4-BE49-F238E27FC236}">
                <a16:creationId xmlns:a16="http://schemas.microsoft.com/office/drawing/2014/main" id="{293DDC73-51A1-43A6-A6DC-2052F5F9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63030" y="3919236"/>
            <a:ext cx="165842" cy="132005"/>
          </a:xfrm>
          <a:custGeom xmlns:a="http://schemas.openxmlformats.org/drawingml/2006/main">
            <a:pathLst>
              <a:path w="165842" h="132005">
                <a:moveTo>
                  <a:pt x="156379" y="0"/>
                </a:moveTo>
                <a:lnTo>
                  <a:pt x="159055" y="5639"/>
                </a:lnTo>
                <a:cubicBezTo>
                  <a:pt x="157717" y="7997"/>
                  <a:pt x="156633" y="10817"/>
                  <a:pt x="155805" y="14099"/>
                </a:cubicBezTo>
                <a:cubicBezTo>
                  <a:pt x="154976" y="17381"/>
                  <a:pt x="154212" y="20711"/>
                  <a:pt x="153511" y="24088"/>
                </a:cubicBezTo>
                <a:lnTo>
                  <a:pt x="138504" y="92049"/>
                </a:lnTo>
                <a:cubicBezTo>
                  <a:pt x="136719" y="100142"/>
                  <a:pt x="135827" y="106483"/>
                  <a:pt x="135827" y="111071"/>
                </a:cubicBezTo>
                <a:cubicBezTo>
                  <a:pt x="135827" y="114130"/>
                  <a:pt x="136497" y="116472"/>
                  <a:pt x="137835" y="118096"/>
                </a:cubicBezTo>
                <a:cubicBezTo>
                  <a:pt x="139173" y="119721"/>
                  <a:pt x="141244" y="120534"/>
                  <a:pt x="144048" y="120534"/>
                </a:cubicBezTo>
                <a:cubicBezTo>
                  <a:pt x="145641" y="120534"/>
                  <a:pt x="147138" y="120215"/>
                  <a:pt x="148541" y="119578"/>
                </a:cubicBezTo>
                <a:cubicBezTo>
                  <a:pt x="149942" y="118941"/>
                  <a:pt x="151360" y="117985"/>
                  <a:pt x="152794" y="116711"/>
                </a:cubicBezTo>
                <a:cubicBezTo>
                  <a:pt x="154228" y="115436"/>
                  <a:pt x="156697" y="112983"/>
                  <a:pt x="160202" y="109350"/>
                </a:cubicBezTo>
                <a:lnTo>
                  <a:pt x="165842" y="114608"/>
                </a:lnTo>
                <a:cubicBezTo>
                  <a:pt x="161126" y="119897"/>
                  <a:pt x="157303" y="123609"/>
                  <a:pt x="154371" y="125743"/>
                </a:cubicBezTo>
                <a:cubicBezTo>
                  <a:pt x="151440" y="127878"/>
                  <a:pt x="148445" y="129456"/>
                  <a:pt x="145386" y="130475"/>
                </a:cubicBezTo>
                <a:cubicBezTo>
                  <a:pt x="142327" y="131494"/>
                  <a:pt x="138919" y="132005"/>
                  <a:pt x="135158" y="132005"/>
                </a:cubicBezTo>
                <a:cubicBezTo>
                  <a:pt x="130379" y="132005"/>
                  <a:pt x="126396" y="130236"/>
                  <a:pt x="123211" y="126700"/>
                </a:cubicBezTo>
                <a:cubicBezTo>
                  <a:pt x="120024" y="123163"/>
                  <a:pt x="118431" y="118527"/>
                  <a:pt x="118431" y="112792"/>
                </a:cubicBezTo>
                <a:cubicBezTo>
                  <a:pt x="118431" y="110689"/>
                  <a:pt x="118670" y="107821"/>
                  <a:pt x="119148" y="104189"/>
                </a:cubicBezTo>
                <a:cubicBezTo>
                  <a:pt x="119626" y="100557"/>
                  <a:pt x="120215" y="97243"/>
                  <a:pt x="120916" y="94248"/>
                </a:cubicBezTo>
                <a:lnTo>
                  <a:pt x="123401" y="82969"/>
                </a:lnTo>
                <a:lnTo>
                  <a:pt x="81535" y="82969"/>
                </a:lnTo>
                <a:lnTo>
                  <a:pt x="74844" y="98645"/>
                </a:lnTo>
                <a:cubicBezTo>
                  <a:pt x="70128" y="109733"/>
                  <a:pt x="63979" y="118065"/>
                  <a:pt x="56396" y="123640"/>
                </a:cubicBezTo>
                <a:cubicBezTo>
                  <a:pt x="48812" y="129217"/>
                  <a:pt x="40114" y="132005"/>
                  <a:pt x="30301" y="132005"/>
                </a:cubicBezTo>
                <a:cubicBezTo>
                  <a:pt x="24565" y="132005"/>
                  <a:pt x="19340" y="130953"/>
                  <a:pt x="14624" y="128850"/>
                </a:cubicBezTo>
                <a:cubicBezTo>
                  <a:pt x="9909" y="126747"/>
                  <a:pt x="6293" y="123816"/>
                  <a:pt x="3775" y="120056"/>
                </a:cubicBezTo>
                <a:cubicBezTo>
                  <a:pt x="1258" y="116297"/>
                  <a:pt x="0" y="111836"/>
                  <a:pt x="0" y="106674"/>
                </a:cubicBezTo>
                <a:cubicBezTo>
                  <a:pt x="0" y="101958"/>
                  <a:pt x="1370" y="97609"/>
                  <a:pt x="4110" y="93627"/>
                </a:cubicBezTo>
                <a:cubicBezTo>
                  <a:pt x="6850" y="89644"/>
                  <a:pt x="10642" y="86474"/>
                  <a:pt x="15485" y="84116"/>
                </a:cubicBezTo>
                <a:cubicBezTo>
                  <a:pt x="20327" y="81758"/>
                  <a:pt x="25585" y="80579"/>
                  <a:pt x="31257" y="80579"/>
                </a:cubicBezTo>
                <a:cubicBezTo>
                  <a:pt x="34187" y="80579"/>
                  <a:pt x="36832" y="81025"/>
                  <a:pt x="39190" y="81917"/>
                </a:cubicBezTo>
                <a:cubicBezTo>
                  <a:pt x="41547" y="82809"/>
                  <a:pt x="44096" y="84562"/>
                  <a:pt x="46837" y="87174"/>
                </a:cubicBezTo>
                <a:lnTo>
                  <a:pt x="35844" y="94057"/>
                </a:lnTo>
                <a:cubicBezTo>
                  <a:pt x="34761" y="92718"/>
                  <a:pt x="33311" y="91540"/>
                  <a:pt x="31495" y="90520"/>
                </a:cubicBezTo>
                <a:cubicBezTo>
                  <a:pt x="29679" y="89500"/>
                  <a:pt x="27529" y="88991"/>
                  <a:pt x="25043" y="88991"/>
                </a:cubicBezTo>
                <a:cubicBezTo>
                  <a:pt x="21793" y="88991"/>
                  <a:pt x="19244" y="90233"/>
                  <a:pt x="17396" y="92718"/>
                </a:cubicBezTo>
                <a:cubicBezTo>
                  <a:pt x="15548" y="95204"/>
                  <a:pt x="14624" y="98422"/>
                  <a:pt x="14624" y="102373"/>
                </a:cubicBezTo>
                <a:cubicBezTo>
                  <a:pt x="14624" y="106451"/>
                  <a:pt x="15660" y="109972"/>
                  <a:pt x="17731" y="112935"/>
                </a:cubicBezTo>
                <a:cubicBezTo>
                  <a:pt x="19802" y="115898"/>
                  <a:pt x="22240" y="118033"/>
                  <a:pt x="25043" y="119339"/>
                </a:cubicBezTo>
                <a:cubicBezTo>
                  <a:pt x="27847" y="120645"/>
                  <a:pt x="30588" y="121299"/>
                  <a:pt x="33264" y="121299"/>
                </a:cubicBezTo>
                <a:cubicBezTo>
                  <a:pt x="38489" y="121299"/>
                  <a:pt x="42631" y="120406"/>
                  <a:pt x="45690" y="118622"/>
                </a:cubicBezTo>
                <a:cubicBezTo>
                  <a:pt x="48749" y="116838"/>
                  <a:pt x="51537" y="113970"/>
                  <a:pt x="54053" y="110020"/>
                </a:cubicBezTo>
                <a:cubicBezTo>
                  <a:pt x="56571" y="106069"/>
                  <a:pt x="59423" y="100397"/>
                  <a:pt x="62609" y="93005"/>
                </a:cubicBezTo>
                <a:lnTo>
                  <a:pt x="73888" y="66815"/>
                </a:lnTo>
                <a:cubicBezTo>
                  <a:pt x="77838" y="57638"/>
                  <a:pt x="81088" y="50533"/>
                  <a:pt x="83637" y="45499"/>
                </a:cubicBezTo>
                <a:cubicBezTo>
                  <a:pt x="87461" y="37980"/>
                  <a:pt x="91157" y="31910"/>
                  <a:pt x="94725" y="27290"/>
                </a:cubicBezTo>
                <a:cubicBezTo>
                  <a:pt x="98294" y="22670"/>
                  <a:pt x="102309" y="18671"/>
                  <a:pt x="106769" y="15294"/>
                </a:cubicBezTo>
                <a:cubicBezTo>
                  <a:pt x="110146" y="12745"/>
                  <a:pt x="114098" y="10260"/>
                  <a:pt x="118622" y="7838"/>
                </a:cubicBezTo>
                <a:cubicBezTo>
                  <a:pt x="123147" y="5417"/>
                  <a:pt x="128324" y="3505"/>
                  <a:pt x="134155" y="2103"/>
                </a:cubicBezTo>
                <a:cubicBezTo>
                  <a:pt x="139986" y="701"/>
                  <a:pt x="146279" y="0"/>
                  <a:pt x="153033" y="0"/>
                </a:cubicBezTo>
                <a:lnTo>
                  <a:pt x="156379" y="0"/>
                </a:lnTo>
                <a:moveTo>
                  <a:pt x="125887" y="71785"/>
                </a:moveTo>
                <a:lnTo>
                  <a:pt x="133534" y="36705"/>
                </a:lnTo>
                <a:cubicBezTo>
                  <a:pt x="134935" y="30142"/>
                  <a:pt x="136226" y="25171"/>
                  <a:pt x="137405" y="21794"/>
                </a:cubicBezTo>
                <a:cubicBezTo>
                  <a:pt x="138584" y="18416"/>
                  <a:pt x="139778" y="15549"/>
                  <a:pt x="140989" y="13191"/>
                </a:cubicBezTo>
                <a:lnTo>
                  <a:pt x="140798" y="12235"/>
                </a:lnTo>
                <a:cubicBezTo>
                  <a:pt x="133852" y="12554"/>
                  <a:pt x="128213" y="13653"/>
                  <a:pt x="123879" y="15533"/>
                </a:cubicBezTo>
                <a:cubicBezTo>
                  <a:pt x="119546" y="17412"/>
                  <a:pt x="115564" y="20216"/>
                  <a:pt x="111931" y="23944"/>
                </a:cubicBezTo>
                <a:cubicBezTo>
                  <a:pt x="108299" y="27672"/>
                  <a:pt x="104412" y="33184"/>
                  <a:pt x="100270" y="40481"/>
                </a:cubicBezTo>
                <a:cubicBezTo>
                  <a:pt x="96128" y="47777"/>
                  <a:pt x="91253" y="58212"/>
                  <a:pt x="85645" y="71785"/>
                </a:cubicBezTo>
                <a:lnTo>
                  <a:pt x="125887" y="7178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pdf-path-100046">
            <a:extLst xmlns:a="http://schemas.openxmlformats.org/drawingml/2006/main">
              <a:ext uri="{FF2B5EF4-FFF2-40B4-BE49-F238E27FC236}">
                <a16:creationId xmlns:a16="http://schemas.microsoft.com/office/drawing/2014/main" id="{3507E10B-7CBC-4A4B-8D35-3BBBD7C8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1788" y="2954974"/>
            <a:ext cx="96733" cy="94535"/>
          </a:xfrm>
          <a:custGeom xmlns:a="http://schemas.openxmlformats.org/drawingml/2006/main">
            <a:pathLst>
              <a:path w="96733" h="94535">
                <a:moveTo>
                  <a:pt x="72072" y="6309"/>
                </a:moveTo>
                <a:lnTo>
                  <a:pt x="80866" y="0"/>
                </a:lnTo>
                <a:lnTo>
                  <a:pt x="86983" y="1530"/>
                </a:lnTo>
                <a:lnTo>
                  <a:pt x="72932" y="62131"/>
                </a:lnTo>
                <a:cubicBezTo>
                  <a:pt x="71530" y="68185"/>
                  <a:pt x="70829" y="72900"/>
                  <a:pt x="70829" y="76278"/>
                </a:cubicBezTo>
                <a:cubicBezTo>
                  <a:pt x="70829" y="78827"/>
                  <a:pt x="71243" y="80675"/>
                  <a:pt x="72072" y="81822"/>
                </a:cubicBezTo>
                <a:cubicBezTo>
                  <a:pt x="72900" y="82968"/>
                  <a:pt x="74207" y="83542"/>
                  <a:pt x="75991" y="83542"/>
                </a:cubicBezTo>
                <a:cubicBezTo>
                  <a:pt x="77902" y="83542"/>
                  <a:pt x="79942" y="82761"/>
                  <a:pt x="82108" y="81200"/>
                </a:cubicBezTo>
                <a:cubicBezTo>
                  <a:pt x="84275" y="79639"/>
                  <a:pt x="87333" y="76660"/>
                  <a:pt x="91285" y="72263"/>
                </a:cubicBezTo>
                <a:lnTo>
                  <a:pt x="96733" y="77616"/>
                </a:lnTo>
                <a:cubicBezTo>
                  <a:pt x="90998" y="83733"/>
                  <a:pt x="86107" y="88083"/>
                  <a:pt x="82060" y="90663"/>
                </a:cubicBezTo>
                <a:cubicBezTo>
                  <a:pt x="78014" y="93244"/>
                  <a:pt x="73633" y="94535"/>
                  <a:pt x="68917" y="94535"/>
                </a:cubicBezTo>
                <a:cubicBezTo>
                  <a:pt x="64967" y="94535"/>
                  <a:pt x="61812" y="93228"/>
                  <a:pt x="59454" y="90615"/>
                </a:cubicBezTo>
                <a:cubicBezTo>
                  <a:pt x="57096" y="88003"/>
                  <a:pt x="55918" y="84530"/>
                  <a:pt x="55918" y="80197"/>
                </a:cubicBezTo>
                <a:cubicBezTo>
                  <a:pt x="55918" y="76692"/>
                  <a:pt x="56650" y="72964"/>
                  <a:pt x="58116" y="69013"/>
                </a:cubicBezTo>
                <a:lnTo>
                  <a:pt x="56874" y="68631"/>
                </a:lnTo>
                <a:cubicBezTo>
                  <a:pt x="50756" y="77552"/>
                  <a:pt x="44957" y="84084"/>
                  <a:pt x="39477" y="88226"/>
                </a:cubicBezTo>
                <a:cubicBezTo>
                  <a:pt x="33996" y="92368"/>
                  <a:pt x="28198" y="94439"/>
                  <a:pt x="22080" y="94439"/>
                </a:cubicBezTo>
                <a:cubicBezTo>
                  <a:pt x="15071" y="94439"/>
                  <a:pt x="9638" y="91794"/>
                  <a:pt x="5783" y="86505"/>
                </a:cubicBezTo>
                <a:cubicBezTo>
                  <a:pt x="1928" y="81216"/>
                  <a:pt x="0" y="73792"/>
                  <a:pt x="0" y="64234"/>
                </a:cubicBezTo>
                <a:cubicBezTo>
                  <a:pt x="0" y="53273"/>
                  <a:pt x="2150" y="42743"/>
                  <a:pt x="6452" y="32643"/>
                </a:cubicBezTo>
                <a:cubicBezTo>
                  <a:pt x="10753" y="22542"/>
                  <a:pt x="16664" y="14577"/>
                  <a:pt x="24183" y="8746"/>
                </a:cubicBezTo>
                <a:cubicBezTo>
                  <a:pt x="31703" y="2915"/>
                  <a:pt x="40082" y="0"/>
                  <a:pt x="49322" y="0"/>
                </a:cubicBezTo>
                <a:cubicBezTo>
                  <a:pt x="53464" y="0"/>
                  <a:pt x="57335" y="462"/>
                  <a:pt x="60936" y="1386"/>
                </a:cubicBezTo>
                <a:cubicBezTo>
                  <a:pt x="64536" y="2310"/>
                  <a:pt x="68248" y="3951"/>
                  <a:pt x="72072" y="6309"/>
                </a:cubicBezTo>
                <a:moveTo>
                  <a:pt x="63660" y="34794"/>
                </a:moveTo>
                <a:cubicBezTo>
                  <a:pt x="64234" y="32180"/>
                  <a:pt x="64616" y="29918"/>
                  <a:pt x="64807" y="28007"/>
                </a:cubicBezTo>
                <a:cubicBezTo>
                  <a:pt x="64998" y="26095"/>
                  <a:pt x="65094" y="24024"/>
                  <a:pt x="65094" y="21794"/>
                </a:cubicBezTo>
                <a:cubicBezTo>
                  <a:pt x="65094" y="16887"/>
                  <a:pt x="64043" y="13286"/>
                  <a:pt x="61940" y="10992"/>
                </a:cubicBezTo>
                <a:cubicBezTo>
                  <a:pt x="59837" y="8698"/>
                  <a:pt x="56268" y="7551"/>
                  <a:pt x="51234" y="7551"/>
                </a:cubicBezTo>
                <a:cubicBezTo>
                  <a:pt x="44670" y="7551"/>
                  <a:pt x="38776" y="10196"/>
                  <a:pt x="33550" y="15485"/>
                </a:cubicBezTo>
                <a:cubicBezTo>
                  <a:pt x="28325" y="20774"/>
                  <a:pt x="24247" y="27863"/>
                  <a:pt x="21316" y="36753"/>
                </a:cubicBezTo>
                <a:cubicBezTo>
                  <a:pt x="18384" y="45642"/>
                  <a:pt x="16918" y="54516"/>
                  <a:pt x="16918" y="63374"/>
                </a:cubicBezTo>
                <a:cubicBezTo>
                  <a:pt x="16918" y="70001"/>
                  <a:pt x="17827" y="74955"/>
                  <a:pt x="19643" y="78237"/>
                </a:cubicBezTo>
                <a:cubicBezTo>
                  <a:pt x="21459" y="81519"/>
                  <a:pt x="24502" y="83160"/>
                  <a:pt x="28771" y="83160"/>
                </a:cubicBezTo>
                <a:cubicBezTo>
                  <a:pt x="32977" y="83160"/>
                  <a:pt x="37103" y="81344"/>
                  <a:pt x="41150" y="77711"/>
                </a:cubicBezTo>
                <a:cubicBezTo>
                  <a:pt x="45196" y="74079"/>
                  <a:pt x="49370" y="68902"/>
                  <a:pt x="53671" y="62179"/>
                </a:cubicBezTo>
                <a:cubicBezTo>
                  <a:pt x="57973" y="55456"/>
                  <a:pt x="61016" y="47698"/>
                  <a:pt x="62800" y="38903"/>
                </a:cubicBezTo>
                <a:lnTo>
                  <a:pt x="63660" y="3479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pdf-path-100047">
            <a:extLst xmlns:a="http://schemas.openxmlformats.org/drawingml/2006/main">
              <a:ext uri="{FF2B5EF4-FFF2-40B4-BE49-F238E27FC236}">
                <a16:creationId xmlns:a16="http://schemas.microsoft.com/office/drawing/2014/main" id="{3AD71E00-DBEB-4BF8-9E1C-B8D4CF64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48978" y="3000311"/>
            <a:ext cx="57898" cy="87939"/>
          </a:xfrm>
          <a:custGeom xmlns:a="http://schemas.openxmlformats.org/drawingml/2006/main">
            <a:pathLst>
              <a:path w="57898" h="87939">
                <a:moveTo>
                  <a:pt x="37415" y="69914"/>
                </a:moveTo>
                <a:cubicBezTo>
                  <a:pt x="37415" y="71325"/>
                  <a:pt x="37461" y="72543"/>
                  <a:pt x="37551" y="73567"/>
                </a:cubicBezTo>
                <a:cubicBezTo>
                  <a:pt x="37642" y="74591"/>
                  <a:pt x="37791" y="75456"/>
                  <a:pt x="37995" y="76161"/>
                </a:cubicBezTo>
                <a:cubicBezTo>
                  <a:pt x="38200" y="76867"/>
                  <a:pt x="38473" y="77470"/>
                  <a:pt x="38814" y="77971"/>
                </a:cubicBezTo>
                <a:cubicBezTo>
                  <a:pt x="39156" y="78471"/>
                  <a:pt x="39554" y="78904"/>
                  <a:pt x="40010" y="79268"/>
                </a:cubicBezTo>
                <a:cubicBezTo>
                  <a:pt x="40556" y="79814"/>
                  <a:pt x="41284" y="80236"/>
                  <a:pt x="42194" y="80531"/>
                </a:cubicBezTo>
                <a:cubicBezTo>
                  <a:pt x="43104" y="80827"/>
                  <a:pt x="44265" y="81077"/>
                  <a:pt x="45676" y="81282"/>
                </a:cubicBezTo>
                <a:cubicBezTo>
                  <a:pt x="47088" y="81487"/>
                  <a:pt x="48783" y="81646"/>
                  <a:pt x="50763" y="81760"/>
                </a:cubicBezTo>
                <a:cubicBezTo>
                  <a:pt x="52743" y="81874"/>
                  <a:pt x="55121" y="81953"/>
                  <a:pt x="57898" y="81999"/>
                </a:cubicBezTo>
                <a:lnTo>
                  <a:pt x="57898" y="87939"/>
                </a:lnTo>
                <a:lnTo>
                  <a:pt x="3755" y="87939"/>
                </a:lnTo>
                <a:lnTo>
                  <a:pt x="3755" y="81999"/>
                </a:lnTo>
                <a:cubicBezTo>
                  <a:pt x="6440" y="81908"/>
                  <a:pt x="8716" y="81806"/>
                  <a:pt x="10583" y="81692"/>
                </a:cubicBezTo>
                <a:cubicBezTo>
                  <a:pt x="12449" y="81578"/>
                  <a:pt x="14042" y="81419"/>
                  <a:pt x="15362" y="81214"/>
                </a:cubicBezTo>
                <a:cubicBezTo>
                  <a:pt x="16682" y="81009"/>
                  <a:pt x="17740" y="80781"/>
                  <a:pt x="18537" y="80531"/>
                </a:cubicBezTo>
                <a:cubicBezTo>
                  <a:pt x="19333" y="80281"/>
                  <a:pt x="20027" y="79973"/>
                  <a:pt x="20619" y="79609"/>
                </a:cubicBezTo>
                <a:cubicBezTo>
                  <a:pt x="21256" y="79200"/>
                  <a:pt x="21803" y="78756"/>
                  <a:pt x="22258" y="78278"/>
                </a:cubicBezTo>
                <a:cubicBezTo>
                  <a:pt x="22713" y="77800"/>
                  <a:pt x="23077" y="77197"/>
                  <a:pt x="23350" y="76469"/>
                </a:cubicBezTo>
                <a:cubicBezTo>
                  <a:pt x="23623" y="75741"/>
                  <a:pt x="23839" y="74853"/>
                  <a:pt x="23999" y="73806"/>
                </a:cubicBezTo>
                <a:cubicBezTo>
                  <a:pt x="24158" y="72759"/>
                  <a:pt x="24238" y="71462"/>
                  <a:pt x="24238" y="69914"/>
                </a:cubicBezTo>
                <a:lnTo>
                  <a:pt x="24238" y="20961"/>
                </a:lnTo>
                <a:cubicBezTo>
                  <a:pt x="24238" y="19185"/>
                  <a:pt x="23897" y="17933"/>
                  <a:pt x="23214" y="17205"/>
                </a:cubicBezTo>
                <a:cubicBezTo>
                  <a:pt x="22531" y="16477"/>
                  <a:pt x="21552" y="16113"/>
                  <a:pt x="20278" y="16113"/>
                </a:cubicBezTo>
                <a:cubicBezTo>
                  <a:pt x="18867" y="16113"/>
                  <a:pt x="16773" y="16841"/>
                  <a:pt x="13996" y="18298"/>
                </a:cubicBezTo>
                <a:cubicBezTo>
                  <a:pt x="11220" y="19754"/>
                  <a:pt x="7624" y="21917"/>
                  <a:pt x="3209" y="24784"/>
                </a:cubicBezTo>
                <a:cubicBezTo>
                  <a:pt x="2617" y="23737"/>
                  <a:pt x="2071" y="22690"/>
                  <a:pt x="1570" y="21643"/>
                </a:cubicBezTo>
                <a:cubicBezTo>
                  <a:pt x="1070" y="20596"/>
                  <a:pt x="546" y="19527"/>
                  <a:pt x="0" y="18434"/>
                </a:cubicBezTo>
                <a:cubicBezTo>
                  <a:pt x="5644" y="15339"/>
                  <a:pt x="11231" y="12256"/>
                  <a:pt x="16761" y="9183"/>
                </a:cubicBezTo>
                <a:cubicBezTo>
                  <a:pt x="22292" y="6111"/>
                  <a:pt x="27902" y="3050"/>
                  <a:pt x="33591" y="0"/>
                </a:cubicBezTo>
                <a:lnTo>
                  <a:pt x="37756" y="0"/>
                </a:lnTo>
                <a:cubicBezTo>
                  <a:pt x="37665" y="2503"/>
                  <a:pt x="37597" y="4745"/>
                  <a:pt x="37551" y="6725"/>
                </a:cubicBezTo>
                <a:cubicBezTo>
                  <a:pt x="37506" y="8705"/>
                  <a:pt x="37472" y="10628"/>
                  <a:pt x="37449" y="12495"/>
                </a:cubicBezTo>
                <a:cubicBezTo>
                  <a:pt x="37426" y="14361"/>
                  <a:pt x="37415" y="16204"/>
                  <a:pt x="37415" y="18025"/>
                </a:cubicBezTo>
                <a:lnTo>
                  <a:pt x="37415" y="6991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pdf-path-100048">
            <a:extLst xmlns:a="http://schemas.openxmlformats.org/drawingml/2006/main">
              <a:ext uri="{FF2B5EF4-FFF2-40B4-BE49-F238E27FC236}">
                <a16:creationId xmlns:a16="http://schemas.microsoft.com/office/drawing/2014/main" id="{A69EF811-5CFC-4480-9C55-3A63EADB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4685" y="2954975"/>
            <a:ext cx="96733" cy="94535"/>
          </a:xfrm>
          <a:custGeom xmlns:a="http://schemas.openxmlformats.org/drawingml/2006/main">
            <a:pathLst>
              <a:path w="96733" h="94535">
                <a:moveTo>
                  <a:pt x="72072" y="6309"/>
                </a:moveTo>
                <a:lnTo>
                  <a:pt x="80866" y="0"/>
                </a:lnTo>
                <a:lnTo>
                  <a:pt x="86983" y="1530"/>
                </a:lnTo>
                <a:lnTo>
                  <a:pt x="72932" y="62131"/>
                </a:lnTo>
                <a:cubicBezTo>
                  <a:pt x="71530" y="68185"/>
                  <a:pt x="70829" y="72900"/>
                  <a:pt x="70829" y="76278"/>
                </a:cubicBezTo>
                <a:cubicBezTo>
                  <a:pt x="70829" y="78827"/>
                  <a:pt x="71243" y="80675"/>
                  <a:pt x="72072" y="81822"/>
                </a:cubicBezTo>
                <a:cubicBezTo>
                  <a:pt x="72900" y="82968"/>
                  <a:pt x="74207" y="83542"/>
                  <a:pt x="75991" y="83542"/>
                </a:cubicBezTo>
                <a:cubicBezTo>
                  <a:pt x="77902" y="83542"/>
                  <a:pt x="79942" y="82761"/>
                  <a:pt x="82108" y="81200"/>
                </a:cubicBezTo>
                <a:cubicBezTo>
                  <a:pt x="84275" y="79639"/>
                  <a:pt x="87333" y="76660"/>
                  <a:pt x="91285" y="72263"/>
                </a:cubicBezTo>
                <a:lnTo>
                  <a:pt x="96733" y="77616"/>
                </a:lnTo>
                <a:cubicBezTo>
                  <a:pt x="90998" y="83733"/>
                  <a:pt x="86107" y="88083"/>
                  <a:pt x="82060" y="90663"/>
                </a:cubicBezTo>
                <a:cubicBezTo>
                  <a:pt x="78014" y="93244"/>
                  <a:pt x="73633" y="94535"/>
                  <a:pt x="68917" y="94535"/>
                </a:cubicBezTo>
                <a:cubicBezTo>
                  <a:pt x="64967" y="94535"/>
                  <a:pt x="61812" y="93228"/>
                  <a:pt x="59454" y="90615"/>
                </a:cubicBezTo>
                <a:cubicBezTo>
                  <a:pt x="57096" y="88003"/>
                  <a:pt x="55918" y="84530"/>
                  <a:pt x="55918" y="80197"/>
                </a:cubicBezTo>
                <a:cubicBezTo>
                  <a:pt x="55918" y="76692"/>
                  <a:pt x="56650" y="72964"/>
                  <a:pt x="58116" y="69013"/>
                </a:cubicBezTo>
                <a:lnTo>
                  <a:pt x="56874" y="68631"/>
                </a:lnTo>
                <a:cubicBezTo>
                  <a:pt x="50756" y="77552"/>
                  <a:pt x="44957" y="84084"/>
                  <a:pt x="39477" y="88226"/>
                </a:cubicBezTo>
                <a:cubicBezTo>
                  <a:pt x="33996" y="92368"/>
                  <a:pt x="28198" y="94439"/>
                  <a:pt x="22080" y="94439"/>
                </a:cubicBezTo>
                <a:cubicBezTo>
                  <a:pt x="15071" y="94439"/>
                  <a:pt x="9638" y="91794"/>
                  <a:pt x="5783" y="86505"/>
                </a:cubicBezTo>
                <a:cubicBezTo>
                  <a:pt x="1928" y="81216"/>
                  <a:pt x="0" y="73792"/>
                  <a:pt x="0" y="64234"/>
                </a:cubicBezTo>
                <a:cubicBezTo>
                  <a:pt x="0" y="53273"/>
                  <a:pt x="2150" y="42743"/>
                  <a:pt x="6452" y="32643"/>
                </a:cubicBezTo>
                <a:cubicBezTo>
                  <a:pt x="10753" y="22542"/>
                  <a:pt x="16664" y="14577"/>
                  <a:pt x="24183" y="8746"/>
                </a:cubicBezTo>
                <a:cubicBezTo>
                  <a:pt x="31703" y="2915"/>
                  <a:pt x="40082" y="0"/>
                  <a:pt x="49322" y="0"/>
                </a:cubicBezTo>
                <a:cubicBezTo>
                  <a:pt x="53464" y="0"/>
                  <a:pt x="57335" y="462"/>
                  <a:pt x="60936" y="1386"/>
                </a:cubicBezTo>
                <a:cubicBezTo>
                  <a:pt x="64536" y="2310"/>
                  <a:pt x="68248" y="3951"/>
                  <a:pt x="72072" y="6309"/>
                </a:cubicBezTo>
                <a:moveTo>
                  <a:pt x="63660" y="34794"/>
                </a:moveTo>
                <a:cubicBezTo>
                  <a:pt x="64234" y="32180"/>
                  <a:pt x="64616" y="29918"/>
                  <a:pt x="64807" y="28007"/>
                </a:cubicBezTo>
                <a:cubicBezTo>
                  <a:pt x="64998" y="26095"/>
                  <a:pt x="65094" y="24024"/>
                  <a:pt x="65094" y="21794"/>
                </a:cubicBezTo>
                <a:cubicBezTo>
                  <a:pt x="65094" y="16887"/>
                  <a:pt x="64043" y="13286"/>
                  <a:pt x="61940" y="10992"/>
                </a:cubicBezTo>
                <a:cubicBezTo>
                  <a:pt x="59837" y="8698"/>
                  <a:pt x="56268" y="7551"/>
                  <a:pt x="51234" y="7551"/>
                </a:cubicBezTo>
                <a:cubicBezTo>
                  <a:pt x="44670" y="7551"/>
                  <a:pt x="38776" y="10196"/>
                  <a:pt x="33550" y="15485"/>
                </a:cubicBezTo>
                <a:cubicBezTo>
                  <a:pt x="28325" y="20774"/>
                  <a:pt x="24247" y="27863"/>
                  <a:pt x="21316" y="36753"/>
                </a:cubicBezTo>
                <a:cubicBezTo>
                  <a:pt x="18384" y="45642"/>
                  <a:pt x="16918" y="54516"/>
                  <a:pt x="16918" y="63374"/>
                </a:cubicBezTo>
                <a:cubicBezTo>
                  <a:pt x="16918" y="70001"/>
                  <a:pt x="17827" y="74955"/>
                  <a:pt x="19643" y="78237"/>
                </a:cubicBezTo>
                <a:cubicBezTo>
                  <a:pt x="21459" y="81519"/>
                  <a:pt x="24502" y="83160"/>
                  <a:pt x="28771" y="83160"/>
                </a:cubicBezTo>
                <a:cubicBezTo>
                  <a:pt x="32977" y="83160"/>
                  <a:pt x="37103" y="81344"/>
                  <a:pt x="41150" y="77711"/>
                </a:cubicBezTo>
                <a:cubicBezTo>
                  <a:pt x="45196" y="74079"/>
                  <a:pt x="49370" y="68902"/>
                  <a:pt x="53671" y="62179"/>
                </a:cubicBezTo>
                <a:cubicBezTo>
                  <a:pt x="57973" y="55456"/>
                  <a:pt x="61016" y="47698"/>
                  <a:pt x="62800" y="38903"/>
                </a:cubicBezTo>
                <a:lnTo>
                  <a:pt x="63660" y="3479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pdf-path-100049">
            <a:extLst xmlns:a="http://schemas.openxmlformats.org/drawingml/2006/main">
              <a:ext uri="{FF2B5EF4-FFF2-40B4-BE49-F238E27FC236}">
                <a16:creationId xmlns:a16="http://schemas.microsoft.com/office/drawing/2014/main" id="{30DF22AD-8C52-4C29-B86F-29A51B0C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3175" y="2999834"/>
            <a:ext cx="59127" cy="88417"/>
          </a:xfrm>
          <a:custGeom xmlns:a="http://schemas.openxmlformats.org/drawingml/2006/main">
            <a:pathLst>
              <a:path w="59127" h="88417">
                <a:moveTo>
                  <a:pt x="40283" y="77288"/>
                </a:moveTo>
                <a:cubicBezTo>
                  <a:pt x="42422" y="77288"/>
                  <a:pt x="44129" y="77208"/>
                  <a:pt x="45403" y="77049"/>
                </a:cubicBezTo>
                <a:cubicBezTo>
                  <a:pt x="46678" y="76890"/>
                  <a:pt x="47736" y="76537"/>
                  <a:pt x="48578" y="75991"/>
                </a:cubicBezTo>
                <a:cubicBezTo>
                  <a:pt x="49420" y="75445"/>
                  <a:pt x="50137" y="74614"/>
                  <a:pt x="50729" y="73499"/>
                </a:cubicBezTo>
                <a:cubicBezTo>
                  <a:pt x="51320" y="72384"/>
                  <a:pt x="52003" y="70848"/>
                  <a:pt x="52777" y="68890"/>
                </a:cubicBezTo>
                <a:lnTo>
                  <a:pt x="59127" y="68890"/>
                </a:lnTo>
                <a:cubicBezTo>
                  <a:pt x="58899" y="72122"/>
                  <a:pt x="58683" y="75377"/>
                  <a:pt x="58478" y="78654"/>
                </a:cubicBezTo>
                <a:cubicBezTo>
                  <a:pt x="58273" y="81931"/>
                  <a:pt x="58057" y="85185"/>
                  <a:pt x="57830" y="88417"/>
                </a:cubicBezTo>
                <a:lnTo>
                  <a:pt x="0" y="88417"/>
                </a:lnTo>
                <a:lnTo>
                  <a:pt x="0" y="84866"/>
                </a:lnTo>
                <a:cubicBezTo>
                  <a:pt x="1092" y="82409"/>
                  <a:pt x="2367" y="79985"/>
                  <a:pt x="3823" y="77595"/>
                </a:cubicBezTo>
                <a:cubicBezTo>
                  <a:pt x="5280" y="75206"/>
                  <a:pt x="6919" y="72782"/>
                  <a:pt x="8739" y="70324"/>
                </a:cubicBezTo>
                <a:cubicBezTo>
                  <a:pt x="10560" y="67866"/>
                  <a:pt x="12631" y="65328"/>
                  <a:pt x="14952" y="62711"/>
                </a:cubicBezTo>
                <a:cubicBezTo>
                  <a:pt x="17274" y="60094"/>
                  <a:pt x="19845" y="57374"/>
                  <a:pt x="22667" y="54552"/>
                </a:cubicBezTo>
                <a:cubicBezTo>
                  <a:pt x="26946" y="50274"/>
                  <a:pt x="30428" y="46621"/>
                  <a:pt x="33114" y="43594"/>
                </a:cubicBezTo>
                <a:cubicBezTo>
                  <a:pt x="35799" y="40567"/>
                  <a:pt x="37916" y="37870"/>
                  <a:pt x="39463" y="35503"/>
                </a:cubicBezTo>
                <a:cubicBezTo>
                  <a:pt x="41011" y="33136"/>
                  <a:pt x="42069" y="30952"/>
                  <a:pt x="42638" y="28949"/>
                </a:cubicBezTo>
                <a:cubicBezTo>
                  <a:pt x="43207" y="26946"/>
                  <a:pt x="43492" y="24807"/>
                  <a:pt x="43492" y="22531"/>
                </a:cubicBezTo>
                <a:cubicBezTo>
                  <a:pt x="43492" y="20210"/>
                  <a:pt x="43162" y="18070"/>
                  <a:pt x="42501" y="16113"/>
                </a:cubicBezTo>
                <a:cubicBezTo>
                  <a:pt x="41842" y="14156"/>
                  <a:pt x="40897" y="12494"/>
                  <a:pt x="39668" y="11129"/>
                </a:cubicBezTo>
                <a:cubicBezTo>
                  <a:pt x="38439" y="9763"/>
                  <a:pt x="36880" y="8694"/>
                  <a:pt x="34991" y="7920"/>
                </a:cubicBezTo>
                <a:cubicBezTo>
                  <a:pt x="33102" y="7146"/>
                  <a:pt x="30929" y="6759"/>
                  <a:pt x="28471" y="6759"/>
                </a:cubicBezTo>
                <a:cubicBezTo>
                  <a:pt x="24238" y="6759"/>
                  <a:pt x="20687" y="7909"/>
                  <a:pt x="17820" y="10207"/>
                </a:cubicBezTo>
                <a:cubicBezTo>
                  <a:pt x="14952" y="12506"/>
                  <a:pt x="12722" y="15840"/>
                  <a:pt x="11129" y="20210"/>
                </a:cubicBezTo>
                <a:lnTo>
                  <a:pt x="2185" y="20210"/>
                </a:lnTo>
                <a:lnTo>
                  <a:pt x="2185" y="6896"/>
                </a:lnTo>
                <a:cubicBezTo>
                  <a:pt x="8011" y="4483"/>
                  <a:pt x="13371" y="2731"/>
                  <a:pt x="18264" y="1639"/>
                </a:cubicBezTo>
                <a:cubicBezTo>
                  <a:pt x="23157" y="546"/>
                  <a:pt x="27561" y="0"/>
                  <a:pt x="31475" y="0"/>
                </a:cubicBezTo>
                <a:cubicBezTo>
                  <a:pt x="36209" y="0"/>
                  <a:pt x="40249" y="535"/>
                  <a:pt x="43594" y="1605"/>
                </a:cubicBezTo>
                <a:cubicBezTo>
                  <a:pt x="46940" y="2674"/>
                  <a:pt x="49659" y="4119"/>
                  <a:pt x="51753" y="5940"/>
                </a:cubicBezTo>
                <a:cubicBezTo>
                  <a:pt x="53847" y="7761"/>
                  <a:pt x="55360" y="9945"/>
                  <a:pt x="56293" y="12494"/>
                </a:cubicBezTo>
                <a:cubicBezTo>
                  <a:pt x="57226" y="15043"/>
                  <a:pt x="57693" y="17797"/>
                  <a:pt x="57693" y="20756"/>
                </a:cubicBezTo>
                <a:cubicBezTo>
                  <a:pt x="57693" y="22531"/>
                  <a:pt x="57568" y="24181"/>
                  <a:pt x="57317" y="25706"/>
                </a:cubicBezTo>
                <a:cubicBezTo>
                  <a:pt x="57067" y="27231"/>
                  <a:pt x="56635" y="28732"/>
                  <a:pt x="56020" y="30212"/>
                </a:cubicBezTo>
                <a:cubicBezTo>
                  <a:pt x="55406" y="31691"/>
                  <a:pt x="54598" y="33182"/>
                  <a:pt x="53596" y="34684"/>
                </a:cubicBezTo>
                <a:cubicBezTo>
                  <a:pt x="52595" y="36186"/>
                  <a:pt x="51344" y="37779"/>
                  <a:pt x="49841" y="39463"/>
                </a:cubicBezTo>
                <a:cubicBezTo>
                  <a:pt x="48703" y="40920"/>
                  <a:pt x="47224" y="42604"/>
                  <a:pt x="45403" y="44516"/>
                </a:cubicBezTo>
                <a:cubicBezTo>
                  <a:pt x="43583" y="46427"/>
                  <a:pt x="41592" y="48476"/>
                  <a:pt x="39429" y="50661"/>
                </a:cubicBezTo>
                <a:cubicBezTo>
                  <a:pt x="37267" y="52845"/>
                  <a:pt x="35003" y="55121"/>
                  <a:pt x="32636" y="57488"/>
                </a:cubicBezTo>
                <a:cubicBezTo>
                  <a:pt x="30269" y="59855"/>
                  <a:pt x="27970" y="62199"/>
                  <a:pt x="25740" y="64520"/>
                </a:cubicBezTo>
                <a:cubicBezTo>
                  <a:pt x="23510" y="66842"/>
                  <a:pt x="21461" y="69095"/>
                  <a:pt x="19595" y="71280"/>
                </a:cubicBezTo>
                <a:cubicBezTo>
                  <a:pt x="17729" y="73465"/>
                  <a:pt x="16204" y="75467"/>
                  <a:pt x="15021" y="77288"/>
                </a:cubicBezTo>
                <a:lnTo>
                  <a:pt x="40283" y="7728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pdf-path-100050">
            <a:extLst xmlns:a="http://schemas.openxmlformats.org/drawingml/2006/main">
              <a:ext uri="{FF2B5EF4-FFF2-40B4-BE49-F238E27FC236}">
                <a16:creationId xmlns:a16="http://schemas.microsoft.com/office/drawing/2014/main" id="{1D289B3F-EE03-43B7-A0EF-BED36F18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4732" y="2954975"/>
            <a:ext cx="96734" cy="94535"/>
          </a:xfrm>
          <a:custGeom xmlns:a="http://schemas.openxmlformats.org/drawingml/2006/main">
            <a:pathLst>
              <a:path w="96734" h="94535">
                <a:moveTo>
                  <a:pt x="72072" y="6309"/>
                </a:moveTo>
                <a:lnTo>
                  <a:pt x="80866" y="0"/>
                </a:lnTo>
                <a:lnTo>
                  <a:pt x="86983" y="1530"/>
                </a:lnTo>
                <a:lnTo>
                  <a:pt x="72932" y="62131"/>
                </a:lnTo>
                <a:cubicBezTo>
                  <a:pt x="71531" y="68185"/>
                  <a:pt x="70830" y="72900"/>
                  <a:pt x="70830" y="76278"/>
                </a:cubicBezTo>
                <a:cubicBezTo>
                  <a:pt x="70830" y="78827"/>
                  <a:pt x="71244" y="80675"/>
                  <a:pt x="72072" y="81822"/>
                </a:cubicBezTo>
                <a:cubicBezTo>
                  <a:pt x="72901" y="82968"/>
                  <a:pt x="74207" y="83542"/>
                  <a:pt x="75991" y="83542"/>
                </a:cubicBezTo>
                <a:cubicBezTo>
                  <a:pt x="77903" y="83542"/>
                  <a:pt x="79942" y="82761"/>
                  <a:pt x="82109" y="81200"/>
                </a:cubicBezTo>
                <a:cubicBezTo>
                  <a:pt x="84276" y="79639"/>
                  <a:pt x="87334" y="76660"/>
                  <a:pt x="91285" y="72263"/>
                </a:cubicBezTo>
                <a:lnTo>
                  <a:pt x="96734" y="77616"/>
                </a:lnTo>
                <a:cubicBezTo>
                  <a:pt x="90998" y="83733"/>
                  <a:pt x="86107" y="88083"/>
                  <a:pt x="82061" y="90663"/>
                </a:cubicBezTo>
                <a:cubicBezTo>
                  <a:pt x="78014" y="93244"/>
                  <a:pt x="73633" y="94535"/>
                  <a:pt x="68918" y="94535"/>
                </a:cubicBezTo>
                <a:cubicBezTo>
                  <a:pt x="64967" y="94535"/>
                  <a:pt x="61813" y="93228"/>
                  <a:pt x="59455" y="90615"/>
                </a:cubicBezTo>
                <a:cubicBezTo>
                  <a:pt x="57097" y="88003"/>
                  <a:pt x="55918" y="84530"/>
                  <a:pt x="55918" y="80197"/>
                </a:cubicBezTo>
                <a:cubicBezTo>
                  <a:pt x="55918" y="76692"/>
                  <a:pt x="56651" y="72964"/>
                  <a:pt x="58116" y="69013"/>
                </a:cubicBezTo>
                <a:lnTo>
                  <a:pt x="56874" y="68631"/>
                </a:lnTo>
                <a:cubicBezTo>
                  <a:pt x="50756" y="77552"/>
                  <a:pt x="44957" y="84084"/>
                  <a:pt x="39477" y="88226"/>
                </a:cubicBezTo>
                <a:cubicBezTo>
                  <a:pt x="33997" y="92368"/>
                  <a:pt x="28198" y="94439"/>
                  <a:pt x="22081" y="94439"/>
                </a:cubicBezTo>
                <a:cubicBezTo>
                  <a:pt x="15071" y="94439"/>
                  <a:pt x="9639" y="91794"/>
                  <a:pt x="5783" y="86505"/>
                </a:cubicBezTo>
                <a:cubicBezTo>
                  <a:pt x="1928" y="81216"/>
                  <a:pt x="0" y="73792"/>
                  <a:pt x="0" y="64234"/>
                </a:cubicBezTo>
                <a:cubicBezTo>
                  <a:pt x="0" y="53273"/>
                  <a:pt x="2151" y="42743"/>
                  <a:pt x="6452" y="32643"/>
                </a:cubicBezTo>
                <a:cubicBezTo>
                  <a:pt x="10754" y="22542"/>
                  <a:pt x="16664" y="14577"/>
                  <a:pt x="24183" y="8746"/>
                </a:cubicBezTo>
                <a:cubicBezTo>
                  <a:pt x="31703" y="2915"/>
                  <a:pt x="40082" y="0"/>
                  <a:pt x="49323" y="0"/>
                </a:cubicBezTo>
                <a:cubicBezTo>
                  <a:pt x="53465" y="0"/>
                  <a:pt x="57336" y="462"/>
                  <a:pt x="60936" y="1386"/>
                </a:cubicBezTo>
                <a:cubicBezTo>
                  <a:pt x="64537" y="2310"/>
                  <a:pt x="68248" y="3951"/>
                  <a:pt x="72072" y="6309"/>
                </a:cubicBezTo>
                <a:moveTo>
                  <a:pt x="63661" y="34794"/>
                </a:moveTo>
                <a:cubicBezTo>
                  <a:pt x="64234" y="32180"/>
                  <a:pt x="64616" y="29918"/>
                  <a:pt x="64807" y="28007"/>
                </a:cubicBezTo>
                <a:cubicBezTo>
                  <a:pt x="64998" y="26095"/>
                  <a:pt x="65094" y="24024"/>
                  <a:pt x="65094" y="21794"/>
                </a:cubicBezTo>
                <a:cubicBezTo>
                  <a:pt x="65094" y="16887"/>
                  <a:pt x="64043" y="13286"/>
                  <a:pt x="61940" y="10992"/>
                </a:cubicBezTo>
                <a:cubicBezTo>
                  <a:pt x="59837" y="8698"/>
                  <a:pt x="56268" y="7551"/>
                  <a:pt x="51234" y="7551"/>
                </a:cubicBezTo>
                <a:cubicBezTo>
                  <a:pt x="44671" y="7551"/>
                  <a:pt x="38776" y="10196"/>
                  <a:pt x="33551" y="15485"/>
                </a:cubicBezTo>
                <a:cubicBezTo>
                  <a:pt x="28326" y="20774"/>
                  <a:pt x="24247" y="27863"/>
                  <a:pt x="21316" y="36753"/>
                </a:cubicBezTo>
                <a:cubicBezTo>
                  <a:pt x="18384" y="45642"/>
                  <a:pt x="16919" y="54516"/>
                  <a:pt x="16919" y="63374"/>
                </a:cubicBezTo>
                <a:cubicBezTo>
                  <a:pt x="16919" y="70001"/>
                  <a:pt x="17827" y="74955"/>
                  <a:pt x="19644" y="78237"/>
                </a:cubicBezTo>
                <a:cubicBezTo>
                  <a:pt x="21459" y="81519"/>
                  <a:pt x="24502" y="83160"/>
                  <a:pt x="28771" y="83160"/>
                </a:cubicBezTo>
                <a:cubicBezTo>
                  <a:pt x="32977" y="83160"/>
                  <a:pt x="37104" y="81344"/>
                  <a:pt x="41150" y="77711"/>
                </a:cubicBezTo>
                <a:cubicBezTo>
                  <a:pt x="45197" y="74079"/>
                  <a:pt x="49371" y="68902"/>
                  <a:pt x="53671" y="62179"/>
                </a:cubicBezTo>
                <a:cubicBezTo>
                  <a:pt x="57973" y="55456"/>
                  <a:pt x="61016" y="47698"/>
                  <a:pt x="62800" y="38903"/>
                </a:cubicBezTo>
                <a:lnTo>
                  <a:pt x="63661" y="3479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pdf-path-100051">
            <a:extLst xmlns:a="http://schemas.openxmlformats.org/drawingml/2006/main">
              <a:ext uri="{FF2B5EF4-FFF2-40B4-BE49-F238E27FC236}">
                <a16:creationId xmlns:a16="http://schemas.microsoft.com/office/drawing/2014/main" id="{A82F5624-A93A-4788-AD00-CA7BA4E4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3631" y="3002634"/>
            <a:ext cx="49637" cy="86847"/>
          </a:xfrm>
          <a:custGeom xmlns:a="http://schemas.openxmlformats.org/drawingml/2006/main">
            <a:pathLst>
              <a:path w="49637" h="86847">
                <a:moveTo>
                  <a:pt x="43013" y="72440"/>
                </a:moveTo>
                <a:cubicBezTo>
                  <a:pt x="40692" y="75035"/>
                  <a:pt x="38485" y="77243"/>
                  <a:pt x="36391" y="79063"/>
                </a:cubicBezTo>
                <a:cubicBezTo>
                  <a:pt x="34297" y="80884"/>
                  <a:pt x="32249" y="82375"/>
                  <a:pt x="30246" y="83535"/>
                </a:cubicBezTo>
                <a:cubicBezTo>
                  <a:pt x="28244" y="84696"/>
                  <a:pt x="26263" y="85538"/>
                  <a:pt x="24306" y="86062"/>
                </a:cubicBezTo>
                <a:cubicBezTo>
                  <a:pt x="22349" y="86585"/>
                  <a:pt x="20346" y="86847"/>
                  <a:pt x="18298" y="86847"/>
                </a:cubicBezTo>
                <a:cubicBezTo>
                  <a:pt x="12881" y="86847"/>
                  <a:pt x="8842" y="85572"/>
                  <a:pt x="6178" y="83023"/>
                </a:cubicBezTo>
                <a:cubicBezTo>
                  <a:pt x="3516" y="80474"/>
                  <a:pt x="2184" y="76719"/>
                  <a:pt x="2184" y="71758"/>
                </a:cubicBezTo>
                <a:cubicBezTo>
                  <a:pt x="2184" y="70074"/>
                  <a:pt x="2310" y="68219"/>
                  <a:pt x="2560" y="66193"/>
                </a:cubicBezTo>
                <a:cubicBezTo>
                  <a:pt x="2811" y="64168"/>
                  <a:pt x="3163" y="62199"/>
                  <a:pt x="3618" y="60288"/>
                </a:cubicBezTo>
                <a:lnTo>
                  <a:pt x="11743" y="24921"/>
                </a:lnTo>
                <a:lnTo>
                  <a:pt x="0" y="24921"/>
                </a:lnTo>
                <a:lnTo>
                  <a:pt x="1366" y="19663"/>
                </a:lnTo>
                <a:cubicBezTo>
                  <a:pt x="4096" y="19663"/>
                  <a:pt x="6225" y="19402"/>
                  <a:pt x="7749" y="18878"/>
                </a:cubicBezTo>
                <a:cubicBezTo>
                  <a:pt x="9274" y="18355"/>
                  <a:pt x="10560" y="17638"/>
                  <a:pt x="11607" y="16727"/>
                </a:cubicBezTo>
                <a:cubicBezTo>
                  <a:pt x="12290" y="16090"/>
                  <a:pt x="12950" y="15305"/>
                  <a:pt x="13586" y="14372"/>
                </a:cubicBezTo>
                <a:cubicBezTo>
                  <a:pt x="14224" y="13439"/>
                  <a:pt x="14861" y="12312"/>
                  <a:pt x="15499" y="10992"/>
                </a:cubicBezTo>
                <a:cubicBezTo>
                  <a:pt x="16135" y="9672"/>
                  <a:pt x="16784" y="8113"/>
                  <a:pt x="17444" y="6315"/>
                </a:cubicBezTo>
                <a:cubicBezTo>
                  <a:pt x="18104" y="4518"/>
                  <a:pt x="18844" y="2412"/>
                  <a:pt x="19664" y="0"/>
                </a:cubicBezTo>
                <a:lnTo>
                  <a:pt x="30314" y="0"/>
                </a:lnTo>
                <a:lnTo>
                  <a:pt x="26423" y="17342"/>
                </a:lnTo>
                <a:lnTo>
                  <a:pt x="49637" y="17342"/>
                </a:lnTo>
                <a:lnTo>
                  <a:pt x="48066" y="24921"/>
                </a:lnTo>
                <a:lnTo>
                  <a:pt x="24920" y="24921"/>
                </a:lnTo>
                <a:lnTo>
                  <a:pt x="17956" y="53528"/>
                </a:lnTo>
                <a:cubicBezTo>
                  <a:pt x="17501" y="55440"/>
                  <a:pt x="17126" y="57158"/>
                  <a:pt x="16829" y="58683"/>
                </a:cubicBezTo>
                <a:cubicBezTo>
                  <a:pt x="16534" y="60208"/>
                  <a:pt x="16295" y="61585"/>
                  <a:pt x="16113" y="62813"/>
                </a:cubicBezTo>
                <a:cubicBezTo>
                  <a:pt x="15930" y="64043"/>
                  <a:pt x="15806" y="65158"/>
                  <a:pt x="15738" y="66159"/>
                </a:cubicBezTo>
                <a:cubicBezTo>
                  <a:pt x="15669" y="67161"/>
                  <a:pt x="15635" y="68094"/>
                  <a:pt x="15635" y="68958"/>
                </a:cubicBezTo>
                <a:cubicBezTo>
                  <a:pt x="15635" y="71690"/>
                  <a:pt x="16204" y="73829"/>
                  <a:pt x="17342" y="75377"/>
                </a:cubicBezTo>
                <a:cubicBezTo>
                  <a:pt x="18479" y="76924"/>
                  <a:pt x="20346" y="77698"/>
                  <a:pt x="22941" y="77698"/>
                </a:cubicBezTo>
                <a:cubicBezTo>
                  <a:pt x="25125" y="77698"/>
                  <a:pt x="27447" y="76890"/>
                  <a:pt x="29905" y="75274"/>
                </a:cubicBezTo>
                <a:cubicBezTo>
                  <a:pt x="32362" y="73658"/>
                  <a:pt x="35162" y="71121"/>
                  <a:pt x="38303" y="67661"/>
                </a:cubicBezTo>
                <a:lnTo>
                  <a:pt x="43013" y="7244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pdf-path-100052">
            <a:extLst xmlns:a="http://schemas.openxmlformats.org/drawingml/2006/main">
              <a:ext uri="{FF2B5EF4-FFF2-40B4-BE49-F238E27FC236}">
                <a16:creationId xmlns:a16="http://schemas.microsoft.com/office/drawing/2014/main" id="{3FEAAAF7-BA68-4A8F-87CB-AA9BFE66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7905" y="1305133"/>
            <a:ext cx="77015" cy="78326"/>
          </a:xfrm>
          <a:custGeom xmlns:a="http://schemas.openxmlformats.org/drawingml/2006/main">
            <a:pathLst>
              <a:path w="77015" h="78326">
                <a:moveTo>
                  <a:pt x="65872" y="55303"/>
                </a:moveTo>
                <a:lnTo>
                  <a:pt x="60874" y="78326"/>
                </a:lnTo>
                <a:lnTo>
                  <a:pt x="1557" y="78326"/>
                </a:lnTo>
                <a:lnTo>
                  <a:pt x="0" y="74311"/>
                </a:lnTo>
                <a:lnTo>
                  <a:pt x="44816" y="22695"/>
                </a:lnTo>
                <a:cubicBezTo>
                  <a:pt x="51152" y="15430"/>
                  <a:pt x="55795" y="10269"/>
                  <a:pt x="58745" y="7210"/>
                </a:cubicBezTo>
                <a:lnTo>
                  <a:pt x="58253" y="6636"/>
                </a:lnTo>
                <a:lnTo>
                  <a:pt x="39081" y="6636"/>
                </a:lnTo>
                <a:cubicBezTo>
                  <a:pt x="36241" y="6636"/>
                  <a:pt x="34165" y="6828"/>
                  <a:pt x="32854" y="7210"/>
                </a:cubicBezTo>
                <a:cubicBezTo>
                  <a:pt x="31543" y="7592"/>
                  <a:pt x="30232" y="8261"/>
                  <a:pt x="28922" y="9217"/>
                </a:cubicBezTo>
                <a:cubicBezTo>
                  <a:pt x="27611" y="10173"/>
                  <a:pt x="26204" y="11593"/>
                  <a:pt x="24702" y="13478"/>
                </a:cubicBezTo>
                <a:cubicBezTo>
                  <a:pt x="23200" y="15362"/>
                  <a:pt x="21520" y="18052"/>
                  <a:pt x="19663" y="21548"/>
                </a:cubicBezTo>
                <a:lnTo>
                  <a:pt x="12372" y="21548"/>
                </a:lnTo>
                <a:lnTo>
                  <a:pt x="17205" y="0"/>
                </a:lnTo>
                <a:lnTo>
                  <a:pt x="75458" y="0"/>
                </a:lnTo>
                <a:lnTo>
                  <a:pt x="77015" y="4097"/>
                </a:lnTo>
                <a:lnTo>
                  <a:pt x="37934" y="48995"/>
                </a:lnTo>
                <a:cubicBezTo>
                  <a:pt x="30342" y="57679"/>
                  <a:pt x="23760" y="65053"/>
                  <a:pt x="18189" y="71116"/>
                </a:cubicBezTo>
                <a:lnTo>
                  <a:pt x="18680" y="71690"/>
                </a:lnTo>
                <a:lnTo>
                  <a:pt x="37196" y="71690"/>
                </a:lnTo>
                <a:cubicBezTo>
                  <a:pt x="40474" y="71690"/>
                  <a:pt x="42986" y="71512"/>
                  <a:pt x="44734" y="71157"/>
                </a:cubicBezTo>
                <a:cubicBezTo>
                  <a:pt x="46482" y="70802"/>
                  <a:pt x="48011" y="70133"/>
                  <a:pt x="49322" y="69150"/>
                </a:cubicBezTo>
                <a:cubicBezTo>
                  <a:pt x="50633" y="68166"/>
                  <a:pt x="51985" y="66678"/>
                  <a:pt x="53378" y="64684"/>
                </a:cubicBezTo>
                <a:cubicBezTo>
                  <a:pt x="54771" y="62691"/>
                  <a:pt x="56505" y="59564"/>
                  <a:pt x="58581" y="55303"/>
                </a:cubicBezTo>
                <a:lnTo>
                  <a:pt x="65872" y="5530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" name="pdf-path-100053">
            <a:extLst xmlns:a="http://schemas.openxmlformats.org/drawingml/2006/main">
              <a:ext uri="{FF2B5EF4-FFF2-40B4-BE49-F238E27FC236}">
                <a16:creationId xmlns:a16="http://schemas.microsoft.com/office/drawing/2014/main" id="{525F8FDF-FFD8-4D15-9E49-0D3CDCD6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8476" y="1286945"/>
            <a:ext cx="80620" cy="96515"/>
          </a:xfrm>
          <a:custGeom xmlns:a="http://schemas.openxmlformats.org/drawingml/2006/main">
            <a:pathLst>
              <a:path w="80620" h="96515">
                <a:moveTo>
                  <a:pt x="80620" y="42112"/>
                </a:moveTo>
                <a:lnTo>
                  <a:pt x="80620" y="53501"/>
                </a:lnTo>
                <a:lnTo>
                  <a:pt x="12945" y="53501"/>
                </a:lnTo>
                <a:cubicBezTo>
                  <a:pt x="13218" y="58581"/>
                  <a:pt x="13956" y="63087"/>
                  <a:pt x="15157" y="67019"/>
                </a:cubicBezTo>
                <a:cubicBezTo>
                  <a:pt x="16359" y="70952"/>
                  <a:pt x="18175" y="74298"/>
                  <a:pt x="20606" y="77056"/>
                </a:cubicBezTo>
                <a:cubicBezTo>
                  <a:pt x="23036" y="79814"/>
                  <a:pt x="26177" y="81849"/>
                  <a:pt x="30028" y="83160"/>
                </a:cubicBezTo>
                <a:cubicBezTo>
                  <a:pt x="33879" y="84471"/>
                  <a:pt x="39190" y="85126"/>
                  <a:pt x="45963" y="85126"/>
                </a:cubicBezTo>
                <a:lnTo>
                  <a:pt x="80620" y="85126"/>
                </a:lnTo>
                <a:lnTo>
                  <a:pt x="80620" y="96515"/>
                </a:lnTo>
                <a:lnTo>
                  <a:pt x="45636" y="96515"/>
                </a:lnTo>
                <a:cubicBezTo>
                  <a:pt x="40283" y="96515"/>
                  <a:pt x="35640" y="96187"/>
                  <a:pt x="31707" y="95531"/>
                </a:cubicBezTo>
                <a:cubicBezTo>
                  <a:pt x="27775" y="94876"/>
                  <a:pt x="24224" y="93811"/>
                  <a:pt x="21056" y="92336"/>
                </a:cubicBezTo>
                <a:cubicBezTo>
                  <a:pt x="17889" y="90861"/>
                  <a:pt x="14898" y="88635"/>
                  <a:pt x="12085" y="85659"/>
                </a:cubicBezTo>
                <a:cubicBezTo>
                  <a:pt x="9272" y="82682"/>
                  <a:pt x="6992" y="79391"/>
                  <a:pt x="5244" y="75786"/>
                </a:cubicBezTo>
                <a:cubicBezTo>
                  <a:pt x="3496" y="72181"/>
                  <a:pt x="2185" y="68112"/>
                  <a:pt x="1311" y="63578"/>
                </a:cubicBezTo>
                <a:cubicBezTo>
                  <a:pt x="437" y="59045"/>
                  <a:pt x="0" y="54129"/>
                  <a:pt x="0" y="48831"/>
                </a:cubicBezTo>
                <a:cubicBezTo>
                  <a:pt x="0" y="40201"/>
                  <a:pt x="847" y="33059"/>
                  <a:pt x="2540" y="27406"/>
                </a:cubicBezTo>
                <a:cubicBezTo>
                  <a:pt x="4233" y="21753"/>
                  <a:pt x="7074" y="16727"/>
                  <a:pt x="11061" y="12330"/>
                </a:cubicBezTo>
                <a:cubicBezTo>
                  <a:pt x="15048" y="7934"/>
                  <a:pt x="19828" y="4779"/>
                  <a:pt x="25399" y="2867"/>
                </a:cubicBezTo>
                <a:cubicBezTo>
                  <a:pt x="30970" y="956"/>
                  <a:pt x="38180" y="0"/>
                  <a:pt x="47029" y="0"/>
                </a:cubicBezTo>
                <a:lnTo>
                  <a:pt x="80620" y="0"/>
                </a:lnTo>
                <a:lnTo>
                  <a:pt x="80620" y="11388"/>
                </a:lnTo>
                <a:lnTo>
                  <a:pt x="46947" y="11388"/>
                </a:lnTo>
                <a:cubicBezTo>
                  <a:pt x="41539" y="11388"/>
                  <a:pt x="37156" y="11689"/>
                  <a:pt x="33797" y="12290"/>
                </a:cubicBezTo>
                <a:cubicBezTo>
                  <a:pt x="30438" y="12890"/>
                  <a:pt x="27638" y="13860"/>
                  <a:pt x="25399" y="15198"/>
                </a:cubicBezTo>
                <a:cubicBezTo>
                  <a:pt x="23159" y="16536"/>
                  <a:pt x="21125" y="18434"/>
                  <a:pt x="19295" y="20892"/>
                </a:cubicBezTo>
                <a:cubicBezTo>
                  <a:pt x="17465" y="23350"/>
                  <a:pt x="16031" y="26368"/>
                  <a:pt x="14993" y="29946"/>
                </a:cubicBezTo>
                <a:cubicBezTo>
                  <a:pt x="13956" y="33523"/>
                  <a:pt x="13300" y="37579"/>
                  <a:pt x="13027" y="42112"/>
                </a:cubicBezTo>
                <a:lnTo>
                  <a:pt x="80620" y="4211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pdf-path-100054">
            <a:extLst xmlns:a="http://schemas.openxmlformats.org/drawingml/2006/main">
              <a:ext uri="{FF2B5EF4-FFF2-40B4-BE49-F238E27FC236}">
                <a16:creationId xmlns:a16="http://schemas.microsoft.com/office/drawing/2014/main" id="{D1802E09-41EE-4E4F-B93A-9B95AAEF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98066" y="1270395"/>
            <a:ext cx="115359" cy="114376"/>
          </a:xfrm>
          <a:custGeom xmlns:a="http://schemas.openxmlformats.org/drawingml/2006/main">
            <a:pathLst>
              <a:path w="115359" h="114376">
                <a:moveTo>
                  <a:pt x="14092" y="98071"/>
                </a:moveTo>
                <a:cubicBezTo>
                  <a:pt x="15622" y="96487"/>
                  <a:pt x="17506" y="94439"/>
                  <a:pt x="19746" y="91927"/>
                </a:cubicBezTo>
                <a:cubicBezTo>
                  <a:pt x="21985" y="89414"/>
                  <a:pt x="27201" y="83324"/>
                  <a:pt x="35394" y="73656"/>
                </a:cubicBezTo>
                <a:cubicBezTo>
                  <a:pt x="47957" y="59018"/>
                  <a:pt x="57993" y="47889"/>
                  <a:pt x="65504" y="40269"/>
                </a:cubicBezTo>
                <a:cubicBezTo>
                  <a:pt x="73014" y="32650"/>
                  <a:pt x="79391" y="26791"/>
                  <a:pt x="84635" y="22695"/>
                </a:cubicBezTo>
                <a:lnTo>
                  <a:pt x="84635" y="21876"/>
                </a:lnTo>
                <a:cubicBezTo>
                  <a:pt x="82559" y="21821"/>
                  <a:pt x="80456" y="21630"/>
                  <a:pt x="78326" y="21302"/>
                </a:cubicBezTo>
                <a:cubicBezTo>
                  <a:pt x="76195" y="20975"/>
                  <a:pt x="73984" y="20496"/>
                  <a:pt x="71690" y="19868"/>
                </a:cubicBezTo>
                <a:cubicBezTo>
                  <a:pt x="69395" y="19240"/>
                  <a:pt x="66036" y="18216"/>
                  <a:pt x="61612" y="16796"/>
                </a:cubicBezTo>
                <a:cubicBezTo>
                  <a:pt x="56478" y="15212"/>
                  <a:pt x="52627" y="14229"/>
                  <a:pt x="50059" y="13846"/>
                </a:cubicBezTo>
                <a:cubicBezTo>
                  <a:pt x="47493" y="13464"/>
                  <a:pt x="45008" y="13273"/>
                  <a:pt x="42604" y="13273"/>
                </a:cubicBezTo>
                <a:cubicBezTo>
                  <a:pt x="34575" y="13273"/>
                  <a:pt x="30561" y="16960"/>
                  <a:pt x="30561" y="24334"/>
                </a:cubicBezTo>
                <a:cubicBezTo>
                  <a:pt x="30561" y="27939"/>
                  <a:pt x="31898" y="31707"/>
                  <a:pt x="34575" y="35640"/>
                </a:cubicBezTo>
                <a:lnTo>
                  <a:pt x="24087" y="39982"/>
                </a:lnTo>
                <a:cubicBezTo>
                  <a:pt x="22449" y="37197"/>
                  <a:pt x="21370" y="34984"/>
                  <a:pt x="20851" y="33346"/>
                </a:cubicBezTo>
                <a:cubicBezTo>
                  <a:pt x="20332" y="31707"/>
                  <a:pt x="20073" y="30069"/>
                  <a:pt x="20073" y="28430"/>
                </a:cubicBezTo>
                <a:cubicBezTo>
                  <a:pt x="20073" y="25262"/>
                  <a:pt x="20837" y="22258"/>
                  <a:pt x="22367" y="19418"/>
                </a:cubicBezTo>
                <a:cubicBezTo>
                  <a:pt x="23569" y="17069"/>
                  <a:pt x="25508" y="14338"/>
                  <a:pt x="28184" y="11225"/>
                </a:cubicBezTo>
                <a:cubicBezTo>
                  <a:pt x="31079" y="7838"/>
                  <a:pt x="34384" y="5121"/>
                  <a:pt x="38098" y="3072"/>
                </a:cubicBezTo>
                <a:cubicBezTo>
                  <a:pt x="41812" y="1024"/>
                  <a:pt x="45363" y="0"/>
                  <a:pt x="48749" y="0"/>
                </a:cubicBezTo>
                <a:cubicBezTo>
                  <a:pt x="52463" y="0"/>
                  <a:pt x="56027" y="437"/>
                  <a:pt x="59441" y="1311"/>
                </a:cubicBezTo>
                <a:cubicBezTo>
                  <a:pt x="62855" y="2185"/>
                  <a:pt x="66337" y="3332"/>
                  <a:pt x="69887" y="4752"/>
                </a:cubicBezTo>
                <a:cubicBezTo>
                  <a:pt x="73711" y="6391"/>
                  <a:pt x="77070" y="7606"/>
                  <a:pt x="79964" y="8398"/>
                </a:cubicBezTo>
                <a:cubicBezTo>
                  <a:pt x="82859" y="9190"/>
                  <a:pt x="85837" y="9586"/>
                  <a:pt x="88895" y="9586"/>
                </a:cubicBezTo>
                <a:cubicBezTo>
                  <a:pt x="92391" y="9586"/>
                  <a:pt x="95695" y="8890"/>
                  <a:pt x="98809" y="7497"/>
                </a:cubicBezTo>
                <a:cubicBezTo>
                  <a:pt x="101922" y="6104"/>
                  <a:pt x="105991" y="3605"/>
                  <a:pt x="111017" y="0"/>
                </a:cubicBezTo>
                <a:lnTo>
                  <a:pt x="115359" y="5408"/>
                </a:lnTo>
                <a:cubicBezTo>
                  <a:pt x="108804" y="11361"/>
                  <a:pt x="103943" y="15103"/>
                  <a:pt x="100775" y="16632"/>
                </a:cubicBezTo>
                <a:cubicBezTo>
                  <a:pt x="98426" y="19090"/>
                  <a:pt x="90916" y="27775"/>
                  <a:pt x="78244" y="42686"/>
                </a:cubicBezTo>
                <a:cubicBezTo>
                  <a:pt x="58690" y="65681"/>
                  <a:pt x="42850" y="82013"/>
                  <a:pt x="30724" y="91681"/>
                </a:cubicBezTo>
                <a:lnTo>
                  <a:pt x="30724" y="92500"/>
                </a:lnTo>
                <a:cubicBezTo>
                  <a:pt x="34493" y="92555"/>
                  <a:pt x="38153" y="92951"/>
                  <a:pt x="41703" y="93688"/>
                </a:cubicBezTo>
                <a:cubicBezTo>
                  <a:pt x="45253" y="94426"/>
                  <a:pt x="49077" y="95504"/>
                  <a:pt x="53173" y="96924"/>
                </a:cubicBezTo>
                <a:cubicBezTo>
                  <a:pt x="57106" y="98290"/>
                  <a:pt x="60697" y="99341"/>
                  <a:pt x="63947" y="100079"/>
                </a:cubicBezTo>
                <a:cubicBezTo>
                  <a:pt x="67197" y="100816"/>
                  <a:pt x="70597" y="101185"/>
                  <a:pt x="74148" y="101185"/>
                </a:cubicBezTo>
                <a:cubicBezTo>
                  <a:pt x="83323" y="101185"/>
                  <a:pt x="87912" y="97525"/>
                  <a:pt x="87912" y="90206"/>
                </a:cubicBezTo>
                <a:cubicBezTo>
                  <a:pt x="87912" y="88021"/>
                  <a:pt x="87488" y="85905"/>
                  <a:pt x="86642" y="83856"/>
                </a:cubicBezTo>
                <a:cubicBezTo>
                  <a:pt x="85796" y="81808"/>
                  <a:pt x="84525" y="79528"/>
                  <a:pt x="82832" y="77015"/>
                </a:cubicBezTo>
                <a:lnTo>
                  <a:pt x="93238" y="72591"/>
                </a:lnTo>
                <a:cubicBezTo>
                  <a:pt x="96733" y="77288"/>
                  <a:pt x="98481" y="81740"/>
                  <a:pt x="98481" y="85946"/>
                </a:cubicBezTo>
                <a:cubicBezTo>
                  <a:pt x="98481" y="89223"/>
                  <a:pt x="97675" y="92377"/>
                  <a:pt x="96064" y="95409"/>
                </a:cubicBezTo>
                <a:cubicBezTo>
                  <a:pt x="94452" y="98440"/>
                  <a:pt x="92049" y="101567"/>
                  <a:pt x="88854" y="104790"/>
                </a:cubicBezTo>
                <a:cubicBezTo>
                  <a:pt x="85659" y="108012"/>
                  <a:pt x="82450" y="110416"/>
                  <a:pt x="79227" y="112000"/>
                </a:cubicBezTo>
                <a:cubicBezTo>
                  <a:pt x="76004" y="113584"/>
                  <a:pt x="72454" y="114376"/>
                  <a:pt x="68576" y="114376"/>
                </a:cubicBezTo>
                <a:cubicBezTo>
                  <a:pt x="64807" y="114376"/>
                  <a:pt x="61229" y="113952"/>
                  <a:pt x="57843" y="113106"/>
                </a:cubicBezTo>
                <a:cubicBezTo>
                  <a:pt x="54457" y="112259"/>
                  <a:pt x="50934" y="111071"/>
                  <a:pt x="47274" y="109542"/>
                </a:cubicBezTo>
                <a:cubicBezTo>
                  <a:pt x="43396" y="108012"/>
                  <a:pt x="39846" y="106838"/>
                  <a:pt x="36623" y="106019"/>
                </a:cubicBezTo>
                <a:cubicBezTo>
                  <a:pt x="33401" y="105199"/>
                  <a:pt x="30014" y="104790"/>
                  <a:pt x="26464" y="104790"/>
                </a:cubicBezTo>
                <a:cubicBezTo>
                  <a:pt x="23187" y="104790"/>
                  <a:pt x="20060" y="105404"/>
                  <a:pt x="17082" y="106633"/>
                </a:cubicBezTo>
                <a:cubicBezTo>
                  <a:pt x="14106" y="107862"/>
                  <a:pt x="9859" y="110443"/>
                  <a:pt x="4343" y="114376"/>
                </a:cubicBezTo>
                <a:lnTo>
                  <a:pt x="0" y="108968"/>
                </a:lnTo>
                <a:cubicBezTo>
                  <a:pt x="4424" y="104926"/>
                  <a:pt x="9122" y="101294"/>
                  <a:pt x="14092" y="9807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pdf-path-100055">
            <a:extLst xmlns:a="http://schemas.openxmlformats.org/drawingml/2006/main">
              <a:ext uri="{FF2B5EF4-FFF2-40B4-BE49-F238E27FC236}">
                <a16:creationId xmlns:a16="http://schemas.microsoft.com/office/drawing/2014/main" id="{328C08C7-DFF5-4BB0-BDEE-10ED1F43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65075" y="3018737"/>
            <a:ext cx="96734" cy="94535"/>
          </a:xfrm>
          <a:custGeom xmlns:a="http://schemas.openxmlformats.org/drawingml/2006/main">
            <a:pathLst>
              <a:path w="96734" h="94535">
                <a:moveTo>
                  <a:pt x="72072" y="6309"/>
                </a:moveTo>
                <a:lnTo>
                  <a:pt x="80866" y="0"/>
                </a:lnTo>
                <a:lnTo>
                  <a:pt x="86983" y="1530"/>
                </a:lnTo>
                <a:lnTo>
                  <a:pt x="72932" y="62131"/>
                </a:lnTo>
                <a:cubicBezTo>
                  <a:pt x="71531" y="68185"/>
                  <a:pt x="70830" y="72900"/>
                  <a:pt x="70830" y="76278"/>
                </a:cubicBezTo>
                <a:cubicBezTo>
                  <a:pt x="70830" y="78827"/>
                  <a:pt x="71244" y="80675"/>
                  <a:pt x="72072" y="81822"/>
                </a:cubicBezTo>
                <a:cubicBezTo>
                  <a:pt x="72901" y="82968"/>
                  <a:pt x="74207" y="83542"/>
                  <a:pt x="75991" y="83542"/>
                </a:cubicBezTo>
                <a:cubicBezTo>
                  <a:pt x="77903" y="83542"/>
                  <a:pt x="79942" y="82761"/>
                  <a:pt x="82109" y="81200"/>
                </a:cubicBezTo>
                <a:cubicBezTo>
                  <a:pt x="84276" y="79639"/>
                  <a:pt x="87334" y="76660"/>
                  <a:pt x="91285" y="72263"/>
                </a:cubicBezTo>
                <a:lnTo>
                  <a:pt x="96734" y="77616"/>
                </a:lnTo>
                <a:cubicBezTo>
                  <a:pt x="90998" y="83733"/>
                  <a:pt x="86107" y="88083"/>
                  <a:pt x="82061" y="90663"/>
                </a:cubicBezTo>
                <a:cubicBezTo>
                  <a:pt x="78014" y="93244"/>
                  <a:pt x="73633" y="94535"/>
                  <a:pt x="68918" y="94535"/>
                </a:cubicBezTo>
                <a:cubicBezTo>
                  <a:pt x="64967" y="94535"/>
                  <a:pt x="61813" y="93228"/>
                  <a:pt x="59455" y="90615"/>
                </a:cubicBezTo>
                <a:cubicBezTo>
                  <a:pt x="57097" y="88003"/>
                  <a:pt x="55918" y="84530"/>
                  <a:pt x="55918" y="80197"/>
                </a:cubicBezTo>
                <a:cubicBezTo>
                  <a:pt x="55918" y="76692"/>
                  <a:pt x="56651" y="72964"/>
                  <a:pt x="58116" y="69013"/>
                </a:cubicBezTo>
                <a:lnTo>
                  <a:pt x="56874" y="68631"/>
                </a:lnTo>
                <a:cubicBezTo>
                  <a:pt x="50756" y="77552"/>
                  <a:pt x="44957" y="84084"/>
                  <a:pt x="39477" y="88226"/>
                </a:cubicBezTo>
                <a:cubicBezTo>
                  <a:pt x="33997" y="92368"/>
                  <a:pt x="28198" y="94439"/>
                  <a:pt x="22081" y="94439"/>
                </a:cubicBezTo>
                <a:cubicBezTo>
                  <a:pt x="15071" y="94439"/>
                  <a:pt x="9639" y="91794"/>
                  <a:pt x="5783" y="86505"/>
                </a:cubicBezTo>
                <a:cubicBezTo>
                  <a:pt x="1928" y="81216"/>
                  <a:pt x="0" y="73792"/>
                  <a:pt x="0" y="64234"/>
                </a:cubicBezTo>
                <a:cubicBezTo>
                  <a:pt x="0" y="53273"/>
                  <a:pt x="2151" y="42743"/>
                  <a:pt x="6452" y="32643"/>
                </a:cubicBezTo>
                <a:cubicBezTo>
                  <a:pt x="10754" y="22542"/>
                  <a:pt x="16664" y="14577"/>
                  <a:pt x="24183" y="8746"/>
                </a:cubicBezTo>
                <a:cubicBezTo>
                  <a:pt x="31703" y="2915"/>
                  <a:pt x="40082" y="0"/>
                  <a:pt x="49323" y="0"/>
                </a:cubicBezTo>
                <a:cubicBezTo>
                  <a:pt x="53465" y="0"/>
                  <a:pt x="57336" y="462"/>
                  <a:pt x="60936" y="1386"/>
                </a:cubicBezTo>
                <a:cubicBezTo>
                  <a:pt x="64537" y="2310"/>
                  <a:pt x="68248" y="3951"/>
                  <a:pt x="72072" y="6309"/>
                </a:cubicBezTo>
                <a:moveTo>
                  <a:pt x="63661" y="34794"/>
                </a:moveTo>
                <a:cubicBezTo>
                  <a:pt x="64234" y="32180"/>
                  <a:pt x="64616" y="29918"/>
                  <a:pt x="64807" y="28007"/>
                </a:cubicBezTo>
                <a:cubicBezTo>
                  <a:pt x="64998" y="26095"/>
                  <a:pt x="65094" y="24024"/>
                  <a:pt x="65094" y="21794"/>
                </a:cubicBezTo>
                <a:cubicBezTo>
                  <a:pt x="65094" y="16887"/>
                  <a:pt x="64043" y="13286"/>
                  <a:pt x="61940" y="10992"/>
                </a:cubicBezTo>
                <a:cubicBezTo>
                  <a:pt x="59837" y="8698"/>
                  <a:pt x="56268" y="7551"/>
                  <a:pt x="51234" y="7551"/>
                </a:cubicBezTo>
                <a:cubicBezTo>
                  <a:pt x="44671" y="7551"/>
                  <a:pt x="38776" y="10196"/>
                  <a:pt x="33551" y="15485"/>
                </a:cubicBezTo>
                <a:cubicBezTo>
                  <a:pt x="28326" y="20774"/>
                  <a:pt x="24247" y="27863"/>
                  <a:pt x="21316" y="36753"/>
                </a:cubicBezTo>
                <a:cubicBezTo>
                  <a:pt x="18384" y="45642"/>
                  <a:pt x="16919" y="54516"/>
                  <a:pt x="16919" y="63374"/>
                </a:cubicBezTo>
                <a:cubicBezTo>
                  <a:pt x="16919" y="70001"/>
                  <a:pt x="17827" y="74955"/>
                  <a:pt x="19644" y="78237"/>
                </a:cubicBezTo>
                <a:cubicBezTo>
                  <a:pt x="21459" y="81519"/>
                  <a:pt x="24502" y="83160"/>
                  <a:pt x="28771" y="83160"/>
                </a:cubicBezTo>
                <a:cubicBezTo>
                  <a:pt x="32977" y="83160"/>
                  <a:pt x="37104" y="81344"/>
                  <a:pt x="41150" y="77711"/>
                </a:cubicBezTo>
                <a:cubicBezTo>
                  <a:pt x="45196" y="74079"/>
                  <a:pt x="49371" y="68902"/>
                  <a:pt x="53671" y="62179"/>
                </a:cubicBezTo>
                <a:cubicBezTo>
                  <a:pt x="57973" y="55456"/>
                  <a:pt x="61016" y="47698"/>
                  <a:pt x="62800" y="38903"/>
                </a:cubicBezTo>
                <a:lnTo>
                  <a:pt x="63661" y="3479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pdf-path-100056">
            <a:extLst xmlns:a="http://schemas.openxmlformats.org/drawingml/2006/main">
              <a:ext uri="{FF2B5EF4-FFF2-40B4-BE49-F238E27FC236}">
                <a16:creationId xmlns:a16="http://schemas.microsoft.com/office/drawing/2014/main" id="{6B05B980-386F-48C8-8A4A-E1BE76C8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72265" y="3064074"/>
            <a:ext cx="57897" cy="87939"/>
          </a:xfrm>
          <a:custGeom xmlns:a="http://schemas.openxmlformats.org/drawingml/2006/main">
            <a:pathLst>
              <a:path w="57897" h="87939">
                <a:moveTo>
                  <a:pt x="37415" y="69914"/>
                </a:moveTo>
                <a:cubicBezTo>
                  <a:pt x="37415" y="71325"/>
                  <a:pt x="37460" y="72543"/>
                  <a:pt x="37552" y="73567"/>
                </a:cubicBezTo>
                <a:cubicBezTo>
                  <a:pt x="37642" y="74591"/>
                  <a:pt x="37791" y="75456"/>
                  <a:pt x="37996" y="76161"/>
                </a:cubicBezTo>
                <a:cubicBezTo>
                  <a:pt x="38201" y="76867"/>
                  <a:pt x="38474" y="77470"/>
                  <a:pt x="38814" y="77971"/>
                </a:cubicBezTo>
                <a:cubicBezTo>
                  <a:pt x="39156" y="78471"/>
                  <a:pt x="39554" y="78904"/>
                  <a:pt x="40009" y="79268"/>
                </a:cubicBezTo>
                <a:cubicBezTo>
                  <a:pt x="40556" y="79814"/>
                  <a:pt x="41284" y="80236"/>
                  <a:pt x="42195" y="80531"/>
                </a:cubicBezTo>
                <a:cubicBezTo>
                  <a:pt x="43105" y="80827"/>
                  <a:pt x="44266" y="81077"/>
                  <a:pt x="45677" y="81282"/>
                </a:cubicBezTo>
                <a:cubicBezTo>
                  <a:pt x="47088" y="81487"/>
                  <a:pt x="48783" y="81646"/>
                  <a:pt x="50763" y="81760"/>
                </a:cubicBezTo>
                <a:cubicBezTo>
                  <a:pt x="52743" y="81874"/>
                  <a:pt x="55121" y="81953"/>
                  <a:pt x="57897" y="81999"/>
                </a:cubicBezTo>
                <a:lnTo>
                  <a:pt x="57897" y="87939"/>
                </a:lnTo>
                <a:lnTo>
                  <a:pt x="3755" y="87939"/>
                </a:lnTo>
                <a:lnTo>
                  <a:pt x="3755" y="81999"/>
                </a:lnTo>
                <a:cubicBezTo>
                  <a:pt x="6441" y="81908"/>
                  <a:pt x="8716" y="81806"/>
                  <a:pt x="10582" y="81692"/>
                </a:cubicBezTo>
                <a:cubicBezTo>
                  <a:pt x="12449" y="81578"/>
                  <a:pt x="14042" y="81419"/>
                  <a:pt x="15362" y="81214"/>
                </a:cubicBezTo>
                <a:cubicBezTo>
                  <a:pt x="16682" y="81009"/>
                  <a:pt x="17740" y="80781"/>
                  <a:pt x="18537" y="80531"/>
                </a:cubicBezTo>
                <a:cubicBezTo>
                  <a:pt x="19333" y="80281"/>
                  <a:pt x="20027" y="79973"/>
                  <a:pt x="20619" y="79609"/>
                </a:cubicBezTo>
                <a:cubicBezTo>
                  <a:pt x="21256" y="79200"/>
                  <a:pt x="21803" y="78756"/>
                  <a:pt x="22258" y="78278"/>
                </a:cubicBezTo>
                <a:cubicBezTo>
                  <a:pt x="22713" y="77800"/>
                  <a:pt x="23077" y="77197"/>
                  <a:pt x="23351" y="76469"/>
                </a:cubicBezTo>
                <a:cubicBezTo>
                  <a:pt x="23624" y="75741"/>
                  <a:pt x="23840" y="74853"/>
                  <a:pt x="23999" y="73806"/>
                </a:cubicBezTo>
                <a:cubicBezTo>
                  <a:pt x="24158" y="72759"/>
                  <a:pt x="24237" y="71462"/>
                  <a:pt x="24237" y="69914"/>
                </a:cubicBezTo>
                <a:lnTo>
                  <a:pt x="24237" y="20961"/>
                </a:lnTo>
                <a:cubicBezTo>
                  <a:pt x="24237" y="19185"/>
                  <a:pt x="23897" y="17933"/>
                  <a:pt x="23214" y="17205"/>
                </a:cubicBezTo>
                <a:cubicBezTo>
                  <a:pt x="22531" y="16477"/>
                  <a:pt x="21552" y="16113"/>
                  <a:pt x="20278" y="16113"/>
                </a:cubicBezTo>
                <a:cubicBezTo>
                  <a:pt x="18867" y="16113"/>
                  <a:pt x="16773" y="16841"/>
                  <a:pt x="13996" y="18298"/>
                </a:cubicBezTo>
                <a:cubicBezTo>
                  <a:pt x="11220" y="19754"/>
                  <a:pt x="7624" y="21917"/>
                  <a:pt x="3209" y="24784"/>
                </a:cubicBezTo>
                <a:cubicBezTo>
                  <a:pt x="2617" y="23737"/>
                  <a:pt x="2071" y="22690"/>
                  <a:pt x="1571" y="21643"/>
                </a:cubicBezTo>
                <a:cubicBezTo>
                  <a:pt x="1069" y="20596"/>
                  <a:pt x="546" y="19527"/>
                  <a:pt x="0" y="18434"/>
                </a:cubicBezTo>
                <a:cubicBezTo>
                  <a:pt x="5644" y="15339"/>
                  <a:pt x="11231" y="12256"/>
                  <a:pt x="16761" y="9183"/>
                </a:cubicBezTo>
                <a:cubicBezTo>
                  <a:pt x="22292" y="6111"/>
                  <a:pt x="27902" y="3050"/>
                  <a:pt x="33592" y="0"/>
                </a:cubicBezTo>
                <a:lnTo>
                  <a:pt x="37757" y="0"/>
                </a:lnTo>
                <a:cubicBezTo>
                  <a:pt x="37665" y="2503"/>
                  <a:pt x="37597" y="4745"/>
                  <a:pt x="37552" y="6725"/>
                </a:cubicBezTo>
                <a:cubicBezTo>
                  <a:pt x="37506" y="8705"/>
                  <a:pt x="37472" y="10628"/>
                  <a:pt x="37449" y="12495"/>
                </a:cubicBezTo>
                <a:cubicBezTo>
                  <a:pt x="37426" y="14361"/>
                  <a:pt x="37415" y="16204"/>
                  <a:pt x="37415" y="18025"/>
                </a:cubicBezTo>
                <a:lnTo>
                  <a:pt x="37415" y="6991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pdf-path-100057">
            <a:extLst xmlns:a="http://schemas.openxmlformats.org/drawingml/2006/main">
              <a:ext uri="{FF2B5EF4-FFF2-40B4-BE49-F238E27FC236}">
                <a16:creationId xmlns:a16="http://schemas.microsoft.com/office/drawing/2014/main" id="{AAC792B3-345B-40A2-828B-9089F32C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73559" y="3018737"/>
            <a:ext cx="96734" cy="94535"/>
          </a:xfrm>
          <a:custGeom xmlns:a="http://schemas.openxmlformats.org/drawingml/2006/main">
            <a:pathLst>
              <a:path w="96734" h="94535">
                <a:moveTo>
                  <a:pt x="72072" y="6309"/>
                </a:moveTo>
                <a:lnTo>
                  <a:pt x="80866" y="0"/>
                </a:lnTo>
                <a:lnTo>
                  <a:pt x="86983" y="1530"/>
                </a:lnTo>
                <a:lnTo>
                  <a:pt x="72932" y="62131"/>
                </a:lnTo>
                <a:cubicBezTo>
                  <a:pt x="71531" y="68185"/>
                  <a:pt x="70830" y="72900"/>
                  <a:pt x="70830" y="76278"/>
                </a:cubicBezTo>
                <a:cubicBezTo>
                  <a:pt x="70830" y="78827"/>
                  <a:pt x="71244" y="80675"/>
                  <a:pt x="72072" y="81822"/>
                </a:cubicBezTo>
                <a:cubicBezTo>
                  <a:pt x="72901" y="82968"/>
                  <a:pt x="74207" y="83542"/>
                  <a:pt x="75991" y="83542"/>
                </a:cubicBezTo>
                <a:cubicBezTo>
                  <a:pt x="77903" y="83542"/>
                  <a:pt x="79942" y="82761"/>
                  <a:pt x="82109" y="81200"/>
                </a:cubicBezTo>
                <a:cubicBezTo>
                  <a:pt x="84276" y="79639"/>
                  <a:pt x="87334" y="76660"/>
                  <a:pt x="91285" y="72263"/>
                </a:cubicBezTo>
                <a:lnTo>
                  <a:pt x="96734" y="77616"/>
                </a:lnTo>
                <a:cubicBezTo>
                  <a:pt x="90998" y="83733"/>
                  <a:pt x="86107" y="88083"/>
                  <a:pt x="82061" y="90663"/>
                </a:cubicBezTo>
                <a:cubicBezTo>
                  <a:pt x="78014" y="93244"/>
                  <a:pt x="73633" y="94535"/>
                  <a:pt x="68918" y="94535"/>
                </a:cubicBezTo>
                <a:cubicBezTo>
                  <a:pt x="64967" y="94535"/>
                  <a:pt x="61813" y="93228"/>
                  <a:pt x="59455" y="90615"/>
                </a:cubicBezTo>
                <a:cubicBezTo>
                  <a:pt x="57097" y="88003"/>
                  <a:pt x="55918" y="84530"/>
                  <a:pt x="55918" y="80197"/>
                </a:cubicBezTo>
                <a:cubicBezTo>
                  <a:pt x="55918" y="76692"/>
                  <a:pt x="56651" y="72964"/>
                  <a:pt x="58116" y="69013"/>
                </a:cubicBezTo>
                <a:lnTo>
                  <a:pt x="56874" y="68631"/>
                </a:lnTo>
                <a:cubicBezTo>
                  <a:pt x="50756" y="77552"/>
                  <a:pt x="44957" y="84084"/>
                  <a:pt x="39477" y="88226"/>
                </a:cubicBezTo>
                <a:cubicBezTo>
                  <a:pt x="33997" y="92368"/>
                  <a:pt x="28198" y="94439"/>
                  <a:pt x="22081" y="94439"/>
                </a:cubicBezTo>
                <a:cubicBezTo>
                  <a:pt x="15071" y="94439"/>
                  <a:pt x="9639" y="91794"/>
                  <a:pt x="5783" y="86505"/>
                </a:cubicBezTo>
                <a:cubicBezTo>
                  <a:pt x="1928" y="81216"/>
                  <a:pt x="0" y="73792"/>
                  <a:pt x="0" y="64234"/>
                </a:cubicBezTo>
                <a:cubicBezTo>
                  <a:pt x="0" y="53273"/>
                  <a:pt x="2151" y="42743"/>
                  <a:pt x="6452" y="32643"/>
                </a:cubicBezTo>
                <a:cubicBezTo>
                  <a:pt x="10754" y="22542"/>
                  <a:pt x="16664" y="14577"/>
                  <a:pt x="24183" y="8746"/>
                </a:cubicBezTo>
                <a:cubicBezTo>
                  <a:pt x="31703" y="2915"/>
                  <a:pt x="40082" y="0"/>
                  <a:pt x="49323" y="0"/>
                </a:cubicBezTo>
                <a:cubicBezTo>
                  <a:pt x="53465" y="0"/>
                  <a:pt x="57336" y="462"/>
                  <a:pt x="60936" y="1386"/>
                </a:cubicBezTo>
                <a:cubicBezTo>
                  <a:pt x="64537" y="2310"/>
                  <a:pt x="68248" y="3951"/>
                  <a:pt x="72072" y="6309"/>
                </a:cubicBezTo>
                <a:moveTo>
                  <a:pt x="63661" y="34794"/>
                </a:moveTo>
                <a:cubicBezTo>
                  <a:pt x="64234" y="32180"/>
                  <a:pt x="64616" y="29918"/>
                  <a:pt x="64807" y="28007"/>
                </a:cubicBezTo>
                <a:cubicBezTo>
                  <a:pt x="64998" y="26095"/>
                  <a:pt x="65094" y="24024"/>
                  <a:pt x="65094" y="21794"/>
                </a:cubicBezTo>
                <a:cubicBezTo>
                  <a:pt x="65094" y="16887"/>
                  <a:pt x="64043" y="13286"/>
                  <a:pt x="61940" y="10992"/>
                </a:cubicBezTo>
                <a:cubicBezTo>
                  <a:pt x="59837" y="8698"/>
                  <a:pt x="56268" y="7551"/>
                  <a:pt x="51234" y="7551"/>
                </a:cubicBezTo>
                <a:cubicBezTo>
                  <a:pt x="44671" y="7551"/>
                  <a:pt x="38776" y="10196"/>
                  <a:pt x="33551" y="15485"/>
                </a:cubicBezTo>
                <a:cubicBezTo>
                  <a:pt x="28326" y="20774"/>
                  <a:pt x="24247" y="27863"/>
                  <a:pt x="21316" y="36753"/>
                </a:cubicBezTo>
                <a:cubicBezTo>
                  <a:pt x="18384" y="45642"/>
                  <a:pt x="16919" y="54516"/>
                  <a:pt x="16919" y="63374"/>
                </a:cubicBezTo>
                <a:cubicBezTo>
                  <a:pt x="16919" y="70001"/>
                  <a:pt x="17827" y="74955"/>
                  <a:pt x="19644" y="78237"/>
                </a:cubicBezTo>
                <a:cubicBezTo>
                  <a:pt x="21459" y="81519"/>
                  <a:pt x="24502" y="83160"/>
                  <a:pt x="28771" y="83160"/>
                </a:cubicBezTo>
                <a:cubicBezTo>
                  <a:pt x="32977" y="83160"/>
                  <a:pt x="37104" y="81344"/>
                  <a:pt x="41150" y="77711"/>
                </a:cubicBezTo>
                <a:cubicBezTo>
                  <a:pt x="45197" y="74079"/>
                  <a:pt x="49371" y="68902"/>
                  <a:pt x="53671" y="62179"/>
                </a:cubicBezTo>
                <a:cubicBezTo>
                  <a:pt x="57973" y="55456"/>
                  <a:pt x="61016" y="47698"/>
                  <a:pt x="62800" y="38903"/>
                </a:cubicBezTo>
                <a:lnTo>
                  <a:pt x="63661" y="3479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" name="pdf-path-100058">
            <a:extLst xmlns:a="http://schemas.openxmlformats.org/drawingml/2006/main">
              <a:ext uri="{FF2B5EF4-FFF2-40B4-BE49-F238E27FC236}">
                <a16:creationId xmlns:a16="http://schemas.microsoft.com/office/drawing/2014/main" id="{9D3E09A4-ECF8-41CF-BD56-066340BD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82050" y="3061919"/>
            <a:ext cx="59127" cy="88417"/>
          </a:xfrm>
          <a:custGeom xmlns:a="http://schemas.openxmlformats.org/drawingml/2006/main">
            <a:pathLst>
              <a:path w="59127" h="88417">
                <a:moveTo>
                  <a:pt x="40283" y="77288"/>
                </a:moveTo>
                <a:cubicBezTo>
                  <a:pt x="42422" y="77288"/>
                  <a:pt x="44129" y="77208"/>
                  <a:pt x="45404" y="77049"/>
                </a:cubicBezTo>
                <a:cubicBezTo>
                  <a:pt x="46678" y="76890"/>
                  <a:pt x="47736" y="76537"/>
                  <a:pt x="48578" y="75991"/>
                </a:cubicBezTo>
                <a:cubicBezTo>
                  <a:pt x="49420" y="75445"/>
                  <a:pt x="50137" y="74614"/>
                  <a:pt x="50729" y="73499"/>
                </a:cubicBezTo>
                <a:cubicBezTo>
                  <a:pt x="51320" y="72384"/>
                  <a:pt x="52003" y="70848"/>
                  <a:pt x="52778" y="68890"/>
                </a:cubicBezTo>
                <a:lnTo>
                  <a:pt x="59127" y="68890"/>
                </a:lnTo>
                <a:cubicBezTo>
                  <a:pt x="58899" y="72122"/>
                  <a:pt x="58683" y="75377"/>
                  <a:pt x="58478" y="78654"/>
                </a:cubicBezTo>
                <a:cubicBezTo>
                  <a:pt x="58273" y="81931"/>
                  <a:pt x="58057" y="85185"/>
                  <a:pt x="57829" y="88417"/>
                </a:cubicBezTo>
                <a:lnTo>
                  <a:pt x="0" y="88417"/>
                </a:lnTo>
                <a:lnTo>
                  <a:pt x="0" y="84866"/>
                </a:lnTo>
                <a:cubicBezTo>
                  <a:pt x="1093" y="82409"/>
                  <a:pt x="2367" y="79985"/>
                  <a:pt x="3824" y="77595"/>
                </a:cubicBezTo>
                <a:cubicBezTo>
                  <a:pt x="5280" y="75206"/>
                  <a:pt x="6919" y="72782"/>
                  <a:pt x="8740" y="70324"/>
                </a:cubicBezTo>
                <a:cubicBezTo>
                  <a:pt x="10560" y="67866"/>
                  <a:pt x="12631" y="65328"/>
                  <a:pt x="14952" y="62711"/>
                </a:cubicBezTo>
                <a:cubicBezTo>
                  <a:pt x="17273" y="60094"/>
                  <a:pt x="19846" y="57374"/>
                  <a:pt x="22668" y="54552"/>
                </a:cubicBezTo>
                <a:cubicBezTo>
                  <a:pt x="26946" y="50274"/>
                  <a:pt x="30428" y="46621"/>
                  <a:pt x="33114" y="43594"/>
                </a:cubicBezTo>
                <a:cubicBezTo>
                  <a:pt x="35799" y="40567"/>
                  <a:pt x="37915" y="37870"/>
                  <a:pt x="39463" y="35503"/>
                </a:cubicBezTo>
                <a:cubicBezTo>
                  <a:pt x="41011" y="33136"/>
                  <a:pt x="42069" y="30952"/>
                  <a:pt x="42638" y="28949"/>
                </a:cubicBezTo>
                <a:cubicBezTo>
                  <a:pt x="43207" y="26946"/>
                  <a:pt x="43491" y="24807"/>
                  <a:pt x="43491" y="22531"/>
                </a:cubicBezTo>
                <a:cubicBezTo>
                  <a:pt x="43491" y="20210"/>
                  <a:pt x="43162" y="18070"/>
                  <a:pt x="42501" y="16113"/>
                </a:cubicBezTo>
                <a:cubicBezTo>
                  <a:pt x="41841" y="14156"/>
                  <a:pt x="40897" y="12494"/>
                  <a:pt x="39668" y="11129"/>
                </a:cubicBezTo>
                <a:cubicBezTo>
                  <a:pt x="38440" y="9763"/>
                  <a:pt x="36880" y="8694"/>
                  <a:pt x="34991" y="7920"/>
                </a:cubicBezTo>
                <a:cubicBezTo>
                  <a:pt x="33103" y="7146"/>
                  <a:pt x="30929" y="6759"/>
                  <a:pt x="28471" y="6759"/>
                </a:cubicBezTo>
                <a:cubicBezTo>
                  <a:pt x="24238" y="6759"/>
                  <a:pt x="20687" y="7909"/>
                  <a:pt x="17820" y="10207"/>
                </a:cubicBezTo>
                <a:cubicBezTo>
                  <a:pt x="14952" y="12506"/>
                  <a:pt x="12722" y="15840"/>
                  <a:pt x="11129" y="20210"/>
                </a:cubicBezTo>
                <a:lnTo>
                  <a:pt x="2184" y="20210"/>
                </a:lnTo>
                <a:lnTo>
                  <a:pt x="2184" y="6896"/>
                </a:lnTo>
                <a:cubicBezTo>
                  <a:pt x="8011" y="4483"/>
                  <a:pt x="13371" y="2731"/>
                  <a:pt x="18264" y="1639"/>
                </a:cubicBezTo>
                <a:cubicBezTo>
                  <a:pt x="23157" y="546"/>
                  <a:pt x="27561" y="0"/>
                  <a:pt x="31475" y="0"/>
                </a:cubicBezTo>
                <a:cubicBezTo>
                  <a:pt x="36209" y="0"/>
                  <a:pt x="40249" y="535"/>
                  <a:pt x="43594" y="1605"/>
                </a:cubicBezTo>
                <a:cubicBezTo>
                  <a:pt x="46939" y="2674"/>
                  <a:pt x="49659" y="4119"/>
                  <a:pt x="51753" y="5940"/>
                </a:cubicBezTo>
                <a:cubicBezTo>
                  <a:pt x="53847" y="7761"/>
                  <a:pt x="55361" y="9945"/>
                  <a:pt x="56294" y="12494"/>
                </a:cubicBezTo>
                <a:cubicBezTo>
                  <a:pt x="57227" y="15043"/>
                  <a:pt x="57693" y="17797"/>
                  <a:pt x="57693" y="20756"/>
                </a:cubicBezTo>
                <a:cubicBezTo>
                  <a:pt x="57693" y="22531"/>
                  <a:pt x="57568" y="24181"/>
                  <a:pt x="57317" y="25706"/>
                </a:cubicBezTo>
                <a:cubicBezTo>
                  <a:pt x="57067" y="27231"/>
                  <a:pt x="56635" y="28732"/>
                  <a:pt x="56020" y="30212"/>
                </a:cubicBezTo>
                <a:cubicBezTo>
                  <a:pt x="55406" y="31691"/>
                  <a:pt x="54598" y="33182"/>
                  <a:pt x="53596" y="34684"/>
                </a:cubicBezTo>
                <a:cubicBezTo>
                  <a:pt x="52595" y="36186"/>
                  <a:pt x="51343" y="37779"/>
                  <a:pt x="49841" y="39463"/>
                </a:cubicBezTo>
                <a:cubicBezTo>
                  <a:pt x="48703" y="40920"/>
                  <a:pt x="47224" y="42604"/>
                  <a:pt x="45404" y="44516"/>
                </a:cubicBezTo>
                <a:cubicBezTo>
                  <a:pt x="43583" y="46427"/>
                  <a:pt x="41591" y="48476"/>
                  <a:pt x="39429" y="50661"/>
                </a:cubicBezTo>
                <a:cubicBezTo>
                  <a:pt x="37267" y="52845"/>
                  <a:pt x="35003" y="55121"/>
                  <a:pt x="32636" y="57488"/>
                </a:cubicBezTo>
                <a:cubicBezTo>
                  <a:pt x="30269" y="59855"/>
                  <a:pt x="27971" y="62199"/>
                  <a:pt x="25740" y="64520"/>
                </a:cubicBezTo>
                <a:cubicBezTo>
                  <a:pt x="23509" y="66842"/>
                  <a:pt x="21462" y="69095"/>
                  <a:pt x="19595" y="71280"/>
                </a:cubicBezTo>
                <a:cubicBezTo>
                  <a:pt x="17729" y="73465"/>
                  <a:pt x="16204" y="75467"/>
                  <a:pt x="15021" y="77288"/>
                </a:cubicBezTo>
                <a:lnTo>
                  <a:pt x="40283" y="7728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" name="pdf-path-100059">
            <a:extLst xmlns:a="http://schemas.openxmlformats.org/drawingml/2006/main">
              <a:ext uri="{FF2B5EF4-FFF2-40B4-BE49-F238E27FC236}">
                <a16:creationId xmlns:a16="http://schemas.microsoft.com/office/drawing/2014/main" id="{C305525A-3F4D-442A-878F-BA1F4473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45128" y="3018738"/>
            <a:ext cx="96734" cy="94535"/>
          </a:xfrm>
          <a:custGeom xmlns:a="http://schemas.openxmlformats.org/drawingml/2006/main">
            <a:pathLst>
              <a:path w="96734" h="94535">
                <a:moveTo>
                  <a:pt x="72072" y="6309"/>
                </a:moveTo>
                <a:lnTo>
                  <a:pt x="80866" y="0"/>
                </a:lnTo>
                <a:lnTo>
                  <a:pt x="86983" y="1530"/>
                </a:lnTo>
                <a:lnTo>
                  <a:pt x="72932" y="62131"/>
                </a:lnTo>
                <a:cubicBezTo>
                  <a:pt x="71531" y="68185"/>
                  <a:pt x="70830" y="72900"/>
                  <a:pt x="70830" y="76278"/>
                </a:cubicBezTo>
                <a:cubicBezTo>
                  <a:pt x="70830" y="78827"/>
                  <a:pt x="71244" y="80675"/>
                  <a:pt x="72072" y="81822"/>
                </a:cubicBezTo>
                <a:cubicBezTo>
                  <a:pt x="72901" y="82968"/>
                  <a:pt x="74207" y="83542"/>
                  <a:pt x="75991" y="83542"/>
                </a:cubicBezTo>
                <a:cubicBezTo>
                  <a:pt x="77903" y="83542"/>
                  <a:pt x="79942" y="82761"/>
                  <a:pt x="82109" y="81200"/>
                </a:cubicBezTo>
                <a:cubicBezTo>
                  <a:pt x="84276" y="79639"/>
                  <a:pt x="87334" y="76660"/>
                  <a:pt x="91285" y="72263"/>
                </a:cubicBezTo>
                <a:lnTo>
                  <a:pt x="96734" y="77616"/>
                </a:lnTo>
                <a:cubicBezTo>
                  <a:pt x="90998" y="83733"/>
                  <a:pt x="86107" y="88083"/>
                  <a:pt x="82061" y="90663"/>
                </a:cubicBezTo>
                <a:cubicBezTo>
                  <a:pt x="78014" y="93244"/>
                  <a:pt x="73633" y="94535"/>
                  <a:pt x="68918" y="94535"/>
                </a:cubicBezTo>
                <a:cubicBezTo>
                  <a:pt x="64967" y="94535"/>
                  <a:pt x="61813" y="93228"/>
                  <a:pt x="59455" y="90615"/>
                </a:cubicBezTo>
                <a:cubicBezTo>
                  <a:pt x="57097" y="88003"/>
                  <a:pt x="55918" y="84530"/>
                  <a:pt x="55918" y="80197"/>
                </a:cubicBezTo>
                <a:cubicBezTo>
                  <a:pt x="55918" y="76692"/>
                  <a:pt x="56651" y="72964"/>
                  <a:pt x="58116" y="69013"/>
                </a:cubicBezTo>
                <a:lnTo>
                  <a:pt x="56874" y="68631"/>
                </a:lnTo>
                <a:cubicBezTo>
                  <a:pt x="50756" y="77552"/>
                  <a:pt x="44957" y="84084"/>
                  <a:pt x="39477" y="88226"/>
                </a:cubicBezTo>
                <a:cubicBezTo>
                  <a:pt x="33997" y="92368"/>
                  <a:pt x="28198" y="94439"/>
                  <a:pt x="22081" y="94439"/>
                </a:cubicBezTo>
                <a:cubicBezTo>
                  <a:pt x="15071" y="94439"/>
                  <a:pt x="9639" y="91794"/>
                  <a:pt x="5783" y="86505"/>
                </a:cubicBezTo>
                <a:cubicBezTo>
                  <a:pt x="1928" y="81216"/>
                  <a:pt x="0" y="73792"/>
                  <a:pt x="0" y="64234"/>
                </a:cubicBezTo>
                <a:cubicBezTo>
                  <a:pt x="0" y="53273"/>
                  <a:pt x="2151" y="42743"/>
                  <a:pt x="6452" y="32643"/>
                </a:cubicBezTo>
                <a:cubicBezTo>
                  <a:pt x="10754" y="22542"/>
                  <a:pt x="16664" y="14577"/>
                  <a:pt x="24183" y="8746"/>
                </a:cubicBezTo>
                <a:cubicBezTo>
                  <a:pt x="31703" y="2915"/>
                  <a:pt x="40082" y="0"/>
                  <a:pt x="49323" y="0"/>
                </a:cubicBezTo>
                <a:cubicBezTo>
                  <a:pt x="53465" y="0"/>
                  <a:pt x="57336" y="462"/>
                  <a:pt x="60936" y="1386"/>
                </a:cubicBezTo>
                <a:cubicBezTo>
                  <a:pt x="64537" y="2310"/>
                  <a:pt x="68248" y="3951"/>
                  <a:pt x="72072" y="6309"/>
                </a:cubicBezTo>
                <a:moveTo>
                  <a:pt x="63661" y="34794"/>
                </a:moveTo>
                <a:cubicBezTo>
                  <a:pt x="64234" y="32180"/>
                  <a:pt x="64616" y="29918"/>
                  <a:pt x="64807" y="28007"/>
                </a:cubicBezTo>
                <a:cubicBezTo>
                  <a:pt x="64998" y="26095"/>
                  <a:pt x="65094" y="24024"/>
                  <a:pt x="65094" y="21794"/>
                </a:cubicBezTo>
                <a:cubicBezTo>
                  <a:pt x="65094" y="16887"/>
                  <a:pt x="64043" y="13286"/>
                  <a:pt x="61940" y="10992"/>
                </a:cubicBezTo>
                <a:cubicBezTo>
                  <a:pt x="59837" y="8698"/>
                  <a:pt x="56268" y="7551"/>
                  <a:pt x="51234" y="7551"/>
                </a:cubicBezTo>
                <a:cubicBezTo>
                  <a:pt x="44671" y="7551"/>
                  <a:pt x="38776" y="10196"/>
                  <a:pt x="33551" y="15485"/>
                </a:cubicBezTo>
                <a:cubicBezTo>
                  <a:pt x="28326" y="20774"/>
                  <a:pt x="24247" y="27863"/>
                  <a:pt x="21316" y="36753"/>
                </a:cubicBezTo>
                <a:cubicBezTo>
                  <a:pt x="18384" y="45642"/>
                  <a:pt x="16919" y="54516"/>
                  <a:pt x="16919" y="63374"/>
                </a:cubicBezTo>
                <a:cubicBezTo>
                  <a:pt x="16919" y="70001"/>
                  <a:pt x="17827" y="74955"/>
                  <a:pt x="19644" y="78237"/>
                </a:cubicBezTo>
                <a:cubicBezTo>
                  <a:pt x="21459" y="81519"/>
                  <a:pt x="24502" y="83160"/>
                  <a:pt x="28771" y="83160"/>
                </a:cubicBezTo>
                <a:cubicBezTo>
                  <a:pt x="32977" y="83160"/>
                  <a:pt x="37104" y="81344"/>
                  <a:pt x="41150" y="77711"/>
                </a:cubicBezTo>
                <a:cubicBezTo>
                  <a:pt x="45196" y="74079"/>
                  <a:pt x="49371" y="68902"/>
                  <a:pt x="53671" y="62179"/>
                </a:cubicBezTo>
                <a:cubicBezTo>
                  <a:pt x="57973" y="55456"/>
                  <a:pt x="61016" y="47698"/>
                  <a:pt x="62800" y="38903"/>
                </a:cubicBezTo>
                <a:lnTo>
                  <a:pt x="63661" y="3479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" name="pdf-path-100060">
            <a:extLst xmlns:a="http://schemas.openxmlformats.org/drawingml/2006/main">
              <a:ext uri="{FF2B5EF4-FFF2-40B4-BE49-F238E27FC236}">
                <a16:creationId xmlns:a16="http://schemas.microsoft.com/office/drawing/2014/main" id="{94F57355-12D5-4A1A-8A56-2012B6AF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54027" y="3064718"/>
            <a:ext cx="49637" cy="86847"/>
          </a:xfrm>
          <a:custGeom xmlns:a="http://schemas.openxmlformats.org/drawingml/2006/main">
            <a:pathLst>
              <a:path w="49637" h="86847">
                <a:moveTo>
                  <a:pt x="43013" y="72440"/>
                </a:moveTo>
                <a:cubicBezTo>
                  <a:pt x="40692" y="75035"/>
                  <a:pt x="38485" y="77243"/>
                  <a:pt x="36391" y="79063"/>
                </a:cubicBezTo>
                <a:cubicBezTo>
                  <a:pt x="34297" y="80884"/>
                  <a:pt x="32249" y="82375"/>
                  <a:pt x="30246" y="83535"/>
                </a:cubicBezTo>
                <a:cubicBezTo>
                  <a:pt x="28244" y="84696"/>
                  <a:pt x="26263" y="85538"/>
                  <a:pt x="24306" y="86062"/>
                </a:cubicBezTo>
                <a:cubicBezTo>
                  <a:pt x="22349" y="86585"/>
                  <a:pt x="20346" y="86847"/>
                  <a:pt x="18298" y="86847"/>
                </a:cubicBezTo>
                <a:cubicBezTo>
                  <a:pt x="12881" y="86847"/>
                  <a:pt x="8842" y="85572"/>
                  <a:pt x="6178" y="83023"/>
                </a:cubicBezTo>
                <a:cubicBezTo>
                  <a:pt x="3516" y="80474"/>
                  <a:pt x="2184" y="76719"/>
                  <a:pt x="2184" y="71758"/>
                </a:cubicBezTo>
                <a:cubicBezTo>
                  <a:pt x="2184" y="70074"/>
                  <a:pt x="2310" y="68219"/>
                  <a:pt x="2560" y="66193"/>
                </a:cubicBezTo>
                <a:cubicBezTo>
                  <a:pt x="2811" y="64168"/>
                  <a:pt x="3163" y="62199"/>
                  <a:pt x="3618" y="60288"/>
                </a:cubicBezTo>
                <a:lnTo>
                  <a:pt x="11743" y="24921"/>
                </a:lnTo>
                <a:lnTo>
                  <a:pt x="0" y="24921"/>
                </a:lnTo>
                <a:lnTo>
                  <a:pt x="1366" y="19663"/>
                </a:lnTo>
                <a:cubicBezTo>
                  <a:pt x="4096" y="19663"/>
                  <a:pt x="6225" y="19402"/>
                  <a:pt x="7749" y="18878"/>
                </a:cubicBezTo>
                <a:cubicBezTo>
                  <a:pt x="9274" y="18355"/>
                  <a:pt x="10560" y="17638"/>
                  <a:pt x="11607" y="16727"/>
                </a:cubicBezTo>
                <a:cubicBezTo>
                  <a:pt x="12290" y="16090"/>
                  <a:pt x="12950" y="15305"/>
                  <a:pt x="13586" y="14372"/>
                </a:cubicBezTo>
                <a:cubicBezTo>
                  <a:pt x="14224" y="13439"/>
                  <a:pt x="14861" y="12312"/>
                  <a:pt x="15499" y="10992"/>
                </a:cubicBezTo>
                <a:cubicBezTo>
                  <a:pt x="16135" y="9672"/>
                  <a:pt x="16784" y="8113"/>
                  <a:pt x="17444" y="6315"/>
                </a:cubicBezTo>
                <a:cubicBezTo>
                  <a:pt x="18104" y="4518"/>
                  <a:pt x="18844" y="2412"/>
                  <a:pt x="19664" y="0"/>
                </a:cubicBezTo>
                <a:lnTo>
                  <a:pt x="30314" y="0"/>
                </a:lnTo>
                <a:lnTo>
                  <a:pt x="26423" y="17342"/>
                </a:lnTo>
                <a:lnTo>
                  <a:pt x="49637" y="17342"/>
                </a:lnTo>
                <a:lnTo>
                  <a:pt x="48066" y="24921"/>
                </a:lnTo>
                <a:lnTo>
                  <a:pt x="24920" y="24921"/>
                </a:lnTo>
                <a:lnTo>
                  <a:pt x="17956" y="53528"/>
                </a:lnTo>
                <a:cubicBezTo>
                  <a:pt x="17501" y="55440"/>
                  <a:pt x="17126" y="57158"/>
                  <a:pt x="16829" y="58683"/>
                </a:cubicBezTo>
                <a:cubicBezTo>
                  <a:pt x="16534" y="60208"/>
                  <a:pt x="16295" y="61585"/>
                  <a:pt x="16113" y="62813"/>
                </a:cubicBezTo>
                <a:cubicBezTo>
                  <a:pt x="15930" y="64043"/>
                  <a:pt x="15806" y="65158"/>
                  <a:pt x="15738" y="66159"/>
                </a:cubicBezTo>
                <a:cubicBezTo>
                  <a:pt x="15669" y="67161"/>
                  <a:pt x="15635" y="68094"/>
                  <a:pt x="15635" y="68958"/>
                </a:cubicBezTo>
                <a:cubicBezTo>
                  <a:pt x="15635" y="71690"/>
                  <a:pt x="16204" y="73829"/>
                  <a:pt x="17342" y="75377"/>
                </a:cubicBezTo>
                <a:cubicBezTo>
                  <a:pt x="18479" y="76924"/>
                  <a:pt x="20346" y="77698"/>
                  <a:pt x="22941" y="77698"/>
                </a:cubicBezTo>
                <a:cubicBezTo>
                  <a:pt x="25125" y="77698"/>
                  <a:pt x="27447" y="76890"/>
                  <a:pt x="29905" y="75274"/>
                </a:cubicBezTo>
                <a:cubicBezTo>
                  <a:pt x="32362" y="73658"/>
                  <a:pt x="35162" y="71121"/>
                  <a:pt x="38303" y="67661"/>
                </a:cubicBezTo>
                <a:lnTo>
                  <a:pt x="43013" y="7244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" name="pdf-path-100061">
            <a:extLst xmlns:a="http://schemas.openxmlformats.org/drawingml/2006/main">
              <a:ext uri="{FF2B5EF4-FFF2-40B4-BE49-F238E27FC236}">
                <a16:creationId xmlns:a16="http://schemas.microsoft.com/office/drawing/2014/main" id="{B1CBED5C-1166-4CB8-BD41-838C2529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3110" y="3958388"/>
            <a:ext cx="96733" cy="94535"/>
          </a:xfrm>
          <a:custGeom xmlns:a="http://schemas.openxmlformats.org/drawingml/2006/main">
            <a:pathLst>
              <a:path w="96733" h="94535">
                <a:moveTo>
                  <a:pt x="72072" y="6309"/>
                </a:moveTo>
                <a:lnTo>
                  <a:pt x="80866" y="0"/>
                </a:lnTo>
                <a:lnTo>
                  <a:pt x="86983" y="1530"/>
                </a:lnTo>
                <a:lnTo>
                  <a:pt x="72932" y="62131"/>
                </a:lnTo>
                <a:cubicBezTo>
                  <a:pt x="71530" y="68185"/>
                  <a:pt x="70829" y="72900"/>
                  <a:pt x="70829" y="76278"/>
                </a:cubicBezTo>
                <a:cubicBezTo>
                  <a:pt x="70829" y="78827"/>
                  <a:pt x="71244" y="80675"/>
                  <a:pt x="72072" y="81822"/>
                </a:cubicBezTo>
                <a:cubicBezTo>
                  <a:pt x="72900" y="82968"/>
                  <a:pt x="74207" y="83542"/>
                  <a:pt x="75991" y="83542"/>
                </a:cubicBezTo>
                <a:cubicBezTo>
                  <a:pt x="77903" y="83542"/>
                  <a:pt x="79942" y="82761"/>
                  <a:pt x="82108" y="81200"/>
                </a:cubicBezTo>
                <a:cubicBezTo>
                  <a:pt x="84275" y="79639"/>
                  <a:pt x="87334" y="76660"/>
                  <a:pt x="91285" y="72263"/>
                </a:cubicBezTo>
                <a:lnTo>
                  <a:pt x="96733" y="77616"/>
                </a:lnTo>
                <a:cubicBezTo>
                  <a:pt x="90998" y="83733"/>
                  <a:pt x="86107" y="88083"/>
                  <a:pt x="82060" y="90663"/>
                </a:cubicBezTo>
                <a:cubicBezTo>
                  <a:pt x="78014" y="93244"/>
                  <a:pt x="73633" y="94535"/>
                  <a:pt x="68918" y="94535"/>
                </a:cubicBezTo>
                <a:cubicBezTo>
                  <a:pt x="64967" y="94535"/>
                  <a:pt x="61812" y="93228"/>
                  <a:pt x="59455" y="90615"/>
                </a:cubicBezTo>
                <a:cubicBezTo>
                  <a:pt x="57097" y="88003"/>
                  <a:pt x="55918" y="84530"/>
                  <a:pt x="55918" y="80197"/>
                </a:cubicBezTo>
                <a:cubicBezTo>
                  <a:pt x="55918" y="76692"/>
                  <a:pt x="56651" y="72964"/>
                  <a:pt x="58116" y="69013"/>
                </a:cubicBezTo>
                <a:lnTo>
                  <a:pt x="56874" y="68631"/>
                </a:lnTo>
                <a:cubicBezTo>
                  <a:pt x="50756" y="77552"/>
                  <a:pt x="44957" y="84084"/>
                  <a:pt x="39477" y="88226"/>
                </a:cubicBezTo>
                <a:cubicBezTo>
                  <a:pt x="33997" y="92368"/>
                  <a:pt x="28198" y="94439"/>
                  <a:pt x="22080" y="94439"/>
                </a:cubicBezTo>
                <a:cubicBezTo>
                  <a:pt x="15071" y="94439"/>
                  <a:pt x="9638" y="91794"/>
                  <a:pt x="5783" y="86505"/>
                </a:cubicBezTo>
                <a:cubicBezTo>
                  <a:pt x="1928" y="81216"/>
                  <a:pt x="0" y="73792"/>
                  <a:pt x="0" y="64234"/>
                </a:cubicBezTo>
                <a:cubicBezTo>
                  <a:pt x="0" y="53273"/>
                  <a:pt x="2151" y="42743"/>
                  <a:pt x="6452" y="32643"/>
                </a:cubicBezTo>
                <a:cubicBezTo>
                  <a:pt x="10753" y="22542"/>
                  <a:pt x="16664" y="14577"/>
                  <a:pt x="24183" y="8746"/>
                </a:cubicBezTo>
                <a:cubicBezTo>
                  <a:pt x="31703" y="2915"/>
                  <a:pt x="40082" y="0"/>
                  <a:pt x="49322" y="0"/>
                </a:cubicBezTo>
                <a:cubicBezTo>
                  <a:pt x="53465" y="0"/>
                  <a:pt x="57336" y="462"/>
                  <a:pt x="60936" y="1386"/>
                </a:cubicBezTo>
                <a:cubicBezTo>
                  <a:pt x="64536" y="2310"/>
                  <a:pt x="68249" y="3951"/>
                  <a:pt x="72072" y="6309"/>
                </a:cubicBezTo>
                <a:moveTo>
                  <a:pt x="63660" y="34794"/>
                </a:moveTo>
                <a:cubicBezTo>
                  <a:pt x="64234" y="32180"/>
                  <a:pt x="64616" y="29918"/>
                  <a:pt x="64807" y="28007"/>
                </a:cubicBezTo>
                <a:cubicBezTo>
                  <a:pt x="64999" y="26095"/>
                  <a:pt x="65094" y="24024"/>
                  <a:pt x="65094" y="21794"/>
                </a:cubicBezTo>
                <a:cubicBezTo>
                  <a:pt x="65094" y="16887"/>
                  <a:pt x="64043" y="13286"/>
                  <a:pt x="61940" y="10992"/>
                </a:cubicBezTo>
                <a:cubicBezTo>
                  <a:pt x="59837" y="8698"/>
                  <a:pt x="56268" y="7551"/>
                  <a:pt x="51234" y="7551"/>
                </a:cubicBezTo>
                <a:cubicBezTo>
                  <a:pt x="44671" y="7551"/>
                  <a:pt x="38776" y="10196"/>
                  <a:pt x="33551" y="15485"/>
                </a:cubicBezTo>
                <a:cubicBezTo>
                  <a:pt x="28325" y="20774"/>
                  <a:pt x="24247" y="27863"/>
                  <a:pt x="21316" y="36753"/>
                </a:cubicBezTo>
                <a:cubicBezTo>
                  <a:pt x="18384" y="45642"/>
                  <a:pt x="16919" y="54516"/>
                  <a:pt x="16919" y="63374"/>
                </a:cubicBezTo>
                <a:cubicBezTo>
                  <a:pt x="16919" y="70001"/>
                  <a:pt x="17827" y="74955"/>
                  <a:pt x="19643" y="78237"/>
                </a:cubicBezTo>
                <a:cubicBezTo>
                  <a:pt x="21459" y="81519"/>
                  <a:pt x="24502" y="83160"/>
                  <a:pt x="28771" y="83160"/>
                </a:cubicBezTo>
                <a:cubicBezTo>
                  <a:pt x="32977" y="83160"/>
                  <a:pt x="37103" y="81344"/>
                  <a:pt x="41150" y="77711"/>
                </a:cubicBezTo>
                <a:cubicBezTo>
                  <a:pt x="45196" y="74079"/>
                  <a:pt x="49370" y="68902"/>
                  <a:pt x="53672" y="62179"/>
                </a:cubicBezTo>
                <a:cubicBezTo>
                  <a:pt x="57973" y="55456"/>
                  <a:pt x="61016" y="47698"/>
                  <a:pt x="62800" y="38903"/>
                </a:cubicBezTo>
                <a:lnTo>
                  <a:pt x="63660" y="3479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" name="pdf-path-100062">
            <a:extLst xmlns:a="http://schemas.openxmlformats.org/drawingml/2006/main">
              <a:ext uri="{FF2B5EF4-FFF2-40B4-BE49-F238E27FC236}">
                <a16:creationId xmlns:a16="http://schemas.microsoft.com/office/drawing/2014/main" id="{476D946E-48FE-4002-BF29-867F85CC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77882" y="3991053"/>
            <a:ext cx="30451" cy="130202"/>
          </a:xfrm>
          <a:custGeom xmlns:a="http://schemas.openxmlformats.org/drawingml/2006/main">
            <a:pathLst>
              <a:path w="30451" h="130202">
                <a:moveTo>
                  <a:pt x="30451" y="130202"/>
                </a:moveTo>
                <a:lnTo>
                  <a:pt x="0" y="130202"/>
                </a:lnTo>
                <a:lnTo>
                  <a:pt x="0" y="0"/>
                </a:lnTo>
                <a:lnTo>
                  <a:pt x="30451" y="0"/>
                </a:lnTo>
                <a:lnTo>
                  <a:pt x="30451" y="5257"/>
                </a:lnTo>
                <a:lnTo>
                  <a:pt x="11334" y="5257"/>
                </a:lnTo>
                <a:lnTo>
                  <a:pt x="11334" y="124945"/>
                </a:lnTo>
                <a:lnTo>
                  <a:pt x="30451" y="124945"/>
                </a:lnTo>
                <a:lnTo>
                  <a:pt x="30451" y="13020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" name="pdf-path-100063">
            <a:extLst xmlns:a="http://schemas.openxmlformats.org/drawingml/2006/main">
              <a:ext uri="{FF2B5EF4-FFF2-40B4-BE49-F238E27FC236}">
                <a16:creationId xmlns:a16="http://schemas.microsoft.com/office/drawing/2014/main" id="{CE20B3EB-98D3-4F4E-9E52-81F5F8FD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4624" y="4002045"/>
            <a:ext cx="57898" cy="87939"/>
          </a:xfrm>
          <a:custGeom xmlns:a="http://schemas.openxmlformats.org/drawingml/2006/main">
            <a:pathLst>
              <a:path w="57898" h="87939">
                <a:moveTo>
                  <a:pt x="37415" y="69914"/>
                </a:moveTo>
                <a:cubicBezTo>
                  <a:pt x="37415" y="71325"/>
                  <a:pt x="37461" y="72543"/>
                  <a:pt x="37551" y="73567"/>
                </a:cubicBezTo>
                <a:cubicBezTo>
                  <a:pt x="37642" y="74591"/>
                  <a:pt x="37790" y="75456"/>
                  <a:pt x="37995" y="76161"/>
                </a:cubicBezTo>
                <a:cubicBezTo>
                  <a:pt x="38200" y="76867"/>
                  <a:pt x="38473" y="77470"/>
                  <a:pt x="38814" y="77971"/>
                </a:cubicBezTo>
                <a:cubicBezTo>
                  <a:pt x="39156" y="78471"/>
                  <a:pt x="39554" y="78904"/>
                  <a:pt x="40010" y="79268"/>
                </a:cubicBezTo>
                <a:cubicBezTo>
                  <a:pt x="40556" y="79814"/>
                  <a:pt x="41284" y="80236"/>
                  <a:pt x="42194" y="80531"/>
                </a:cubicBezTo>
                <a:cubicBezTo>
                  <a:pt x="43104" y="80827"/>
                  <a:pt x="44265" y="81077"/>
                  <a:pt x="45676" y="81282"/>
                </a:cubicBezTo>
                <a:cubicBezTo>
                  <a:pt x="47088" y="81487"/>
                  <a:pt x="48783" y="81646"/>
                  <a:pt x="50763" y="81760"/>
                </a:cubicBezTo>
                <a:cubicBezTo>
                  <a:pt x="52743" y="81874"/>
                  <a:pt x="55121" y="81953"/>
                  <a:pt x="57898" y="81999"/>
                </a:cubicBezTo>
                <a:lnTo>
                  <a:pt x="57898" y="87939"/>
                </a:lnTo>
                <a:lnTo>
                  <a:pt x="3755" y="87939"/>
                </a:lnTo>
                <a:lnTo>
                  <a:pt x="3755" y="81999"/>
                </a:lnTo>
                <a:cubicBezTo>
                  <a:pt x="6440" y="81908"/>
                  <a:pt x="8716" y="81806"/>
                  <a:pt x="10583" y="81692"/>
                </a:cubicBezTo>
                <a:cubicBezTo>
                  <a:pt x="12449" y="81578"/>
                  <a:pt x="14042" y="81419"/>
                  <a:pt x="15362" y="81214"/>
                </a:cubicBezTo>
                <a:cubicBezTo>
                  <a:pt x="16682" y="81009"/>
                  <a:pt x="17740" y="80781"/>
                  <a:pt x="18537" y="80531"/>
                </a:cubicBezTo>
                <a:cubicBezTo>
                  <a:pt x="19333" y="80281"/>
                  <a:pt x="20027" y="79973"/>
                  <a:pt x="20619" y="79609"/>
                </a:cubicBezTo>
                <a:cubicBezTo>
                  <a:pt x="21256" y="79200"/>
                  <a:pt x="21803" y="78756"/>
                  <a:pt x="22258" y="78278"/>
                </a:cubicBezTo>
                <a:cubicBezTo>
                  <a:pt x="22713" y="77800"/>
                  <a:pt x="23077" y="77197"/>
                  <a:pt x="23350" y="76469"/>
                </a:cubicBezTo>
                <a:cubicBezTo>
                  <a:pt x="23623" y="75741"/>
                  <a:pt x="23839" y="74853"/>
                  <a:pt x="23999" y="73806"/>
                </a:cubicBezTo>
                <a:cubicBezTo>
                  <a:pt x="24158" y="72759"/>
                  <a:pt x="24238" y="71462"/>
                  <a:pt x="24238" y="69914"/>
                </a:cubicBezTo>
                <a:lnTo>
                  <a:pt x="24238" y="20961"/>
                </a:lnTo>
                <a:cubicBezTo>
                  <a:pt x="24238" y="19185"/>
                  <a:pt x="23897" y="17933"/>
                  <a:pt x="23214" y="17205"/>
                </a:cubicBezTo>
                <a:cubicBezTo>
                  <a:pt x="22531" y="16477"/>
                  <a:pt x="21552" y="16113"/>
                  <a:pt x="20278" y="16113"/>
                </a:cubicBezTo>
                <a:cubicBezTo>
                  <a:pt x="18867" y="16113"/>
                  <a:pt x="16773" y="16841"/>
                  <a:pt x="13996" y="18298"/>
                </a:cubicBezTo>
                <a:cubicBezTo>
                  <a:pt x="11220" y="19754"/>
                  <a:pt x="7624" y="21917"/>
                  <a:pt x="3209" y="24784"/>
                </a:cubicBezTo>
                <a:cubicBezTo>
                  <a:pt x="2617" y="23737"/>
                  <a:pt x="2071" y="22690"/>
                  <a:pt x="1570" y="21643"/>
                </a:cubicBezTo>
                <a:cubicBezTo>
                  <a:pt x="1070" y="20596"/>
                  <a:pt x="546" y="19527"/>
                  <a:pt x="0" y="18434"/>
                </a:cubicBezTo>
                <a:cubicBezTo>
                  <a:pt x="5644" y="15339"/>
                  <a:pt x="11231" y="12256"/>
                  <a:pt x="16761" y="9183"/>
                </a:cubicBezTo>
                <a:cubicBezTo>
                  <a:pt x="22292" y="6111"/>
                  <a:pt x="27902" y="3050"/>
                  <a:pt x="33591" y="0"/>
                </a:cubicBezTo>
                <a:lnTo>
                  <a:pt x="37756" y="0"/>
                </a:lnTo>
                <a:cubicBezTo>
                  <a:pt x="37665" y="2503"/>
                  <a:pt x="37597" y="4745"/>
                  <a:pt x="37551" y="6725"/>
                </a:cubicBezTo>
                <a:cubicBezTo>
                  <a:pt x="37506" y="8705"/>
                  <a:pt x="37472" y="10628"/>
                  <a:pt x="37449" y="12495"/>
                </a:cubicBezTo>
                <a:cubicBezTo>
                  <a:pt x="37426" y="14361"/>
                  <a:pt x="37415" y="16204"/>
                  <a:pt x="37415" y="18025"/>
                </a:cubicBezTo>
                <a:lnTo>
                  <a:pt x="37415" y="6991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" name="pdf-path-100064">
            <a:extLst xmlns:a="http://schemas.openxmlformats.org/drawingml/2006/main">
              <a:ext uri="{FF2B5EF4-FFF2-40B4-BE49-F238E27FC236}">
                <a16:creationId xmlns:a16="http://schemas.microsoft.com/office/drawing/2014/main" id="{F28ADFD5-2845-4C1C-BAF3-77D84C87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6791" y="4074144"/>
            <a:ext cx="20414" cy="34684"/>
          </a:xfrm>
          <a:custGeom xmlns:a="http://schemas.openxmlformats.org/drawingml/2006/main">
            <a:pathLst>
              <a:path w="20414" h="34684">
                <a:moveTo>
                  <a:pt x="19459" y="0"/>
                </a:moveTo>
                <a:cubicBezTo>
                  <a:pt x="20096" y="3186"/>
                  <a:pt x="20414" y="6327"/>
                  <a:pt x="20414" y="9422"/>
                </a:cubicBezTo>
                <a:cubicBezTo>
                  <a:pt x="20414" y="12608"/>
                  <a:pt x="19868" y="15521"/>
                  <a:pt x="18776" y="18162"/>
                </a:cubicBezTo>
                <a:cubicBezTo>
                  <a:pt x="17684" y="20802"/>
                  <a:pt x="15943" y="23430"/>
                  <a:pt x="13553" y="26047"/>
                </a:cubicBezTo>
                <a:cubicBezTo>
                  <a:pt x="11163" y="28665"/>
                  <a:pt x="7875" y="31543"/>
                  <a:pt x="3687" y="34684"/>
                </a:cubicBezTo>
                <a:lnTo>
                  <a:pt x="0" y="30520"/>
                </a:lnTo>
                <a:cubicBezTo>
                  <a:pt x="2321" y="28335"/>
                  <a:pt x="4006" y="26366"/>
                  <a:pt x="5053" y="24614"/>
                </a:cubicBezTo>
                <a:cubicBezTo>
                  <a:pt x="6099" y="22861"/>
                  <a:pt x="6850" y="20870"/>
                  <a:pt x="7306" y="18639"/>
                </a:cubicBezTo>
                <a:cubicBezTo>
                  <a:pt x="7761" y="16409"/>
                  <a:pt x="7988" y="13610"/>
                  <a:pt x="7988" y="10242"/>
                </a:cubicBezTo>
                <a:cubicBezTo>
                  <a:pt x="7988" y="6782"/>
                  <a:pt x="7829" y="3368"/>
                  <a:pt x="7510" y="0"/>
                </a:cubicBezTo>
                <a:lnTo>
                  <a:pt x="19459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" name="pdf-path-100065">
            <a:extLst xmlns:a="http://schemas.openxmlformats.org/drawingml/2006/main">
              <a:ext uri="{FF2B5EF4-FFF2-40B4-BE49-F238E27FC236}">
                <a16:creationId xmlns:a16="http://schemas.microsoft.com/office/drawing/2014/main" id="{142EF877-A840-4032-ACCC-06393357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1867" y="4074144"/>
            <a:ext cx="80702" cy="15840"/>
          </a:xfrm>
          <a:custGeom xmlns:a="http://schemas.openxmlformats.org/drawingml/2006/main">
            <a:pathLst>
              <a:path w="80702" h="15840">
                <a:moveTo>
                  <a:pt x="13791" y="0"/>
                </a:moveTo>
                <a:lnTo>
                  <a:pt x="13791" y="15840"/>
                </a:lnTo>
                <a:lnTo>
                  <a:pt x="0" y="15840"/>
                </a:lnTo>
                <a:lnTo>
                  <a:pt x="0" y="0"/>
                </a:lnTo>
                <a:lnTo>
                  <a:pt x="13791" y="0"/>
                </a:lnTo>
                <a:moveTo>
                  <a:pt x="47247" y="0"/>
                </a:moveTo>
                <a:lnTo>
                  <a:pt x="47247" y="15840"/>
                </a:lnTo>
                <a:lnTo>
                  <a:pt x="33455" y="15840"/>
                </a:lnTo>
                <a:lnTo>
                  <a:pt x="33455" y="0"/>
                </a:lnTo>
                <a:lnTo>
                  <a:pt x="47247" y="0"/>
                </a:lnTo>
                <a:moveTo>
                  <a:pt x="80702" y="0"/>
                </a:moveTo>
                <a:lnTo>
                  <a:pt x="80702" y="15840"/>
                </a:lnTo>
                <a:lnTo>
                  <a:pt x="66910" y="15840"/>
                </a:lnTo>
                <a:lnTo>
                  <a:pt x="66910" y="0"/>
                </a:lnTo>
                <a:lnTo>
                  <a:pt x="8070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" name="pdf-path-100066">
            <a:extLst xmlns:a="http://schemas.openxmlformats.org/drawingml/2006/main">
              <a:ext uri="{FF2B5EF4-FFF2-40B4-BE49-F238E27FC236}">
                <a16:creationId xmlns:a16="http://schemas.microsoft.com/office/drawing/2014/main" id="{5141106B-E42E-4E0A-91DC-8A768B18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3999" y="4074144"/>
            <a:ext cx="20414" cy="34684"/>
          </a:xfrm>
          <a:custGeom xmlns:a="http://schemas.openxmlformats.org/drawingml/2006/main">
            <a:pathLst>
              <a:path w="20414" h="34684">
                <a:moveTo>
                  <a:pt x="19459" y="0"/>
                </a:moveTo>
                <a:cubicBezTo>
                  <a:pt x="20096" y="3186"/>
                  <a:pt x="20414" y="6327"/>
                  <a:pt x="20414" y="9422"/>
                </a:cubicBezTo>
                <a:cubicBezTo>
                  <a:pt x="20414" y="12608"/>
                  <a:pt x="19868" y="15521"/>
                  <a:pt x="18776" y="18162"/>
                </a:cubicBezTo>
                <a:cubicBezTo>
                  <a:pt x="17684" y="20802"/>
                  <a:pt x="15943" y="23430"/>
                  <a:pt x="13553" y="26047"/>
                </a:cubicBezTo>
                <a:cubicBezTo>
                  <a:pt x="11163" y="28665"/>
                  <a:pt x="7875" y="31543"/>
                  <a:pt x="3687" y="34684"/>
                </a:cubicBezTo>
                <a:lnTo>
                  <a:pt x="0" y="30520"/>
                </a:lnTo>
                <a:cubicBezTo>
                  <a:pt x="2321" y="28335"/>
                  <a:pt x="4006" y="26366"/>
                  <a:pt x="5053" y="24614"/>
                </a:cubicBezTo>
                <a:cubicBezTo>
                  <a:pt x="6099" y="22861"/>
                  <a:pt x="6850" y="20870"/>
                  <a:pt x="7306" y="18639"/>
                </a:cubicBezTo>
                <a:cubicBezTo>
                  <a:pt x="7761" y="16409"/>
                  <a:pt x="7988" y="13610"/>
                  <a:pt x="7988" y="10242"/>
                </a:cubicBezTo>
                <a:cubicBezTo>
                  <a:pt x="7988" y="6782"/>
                  <a:pt x="7829" y="3368"/>
                  <a:pt x="7510" y="0"/>
                </a:cubicBezTo>
                <a:lnTo>
                  <a:pt x="19459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" name="pdf-path-100067">
            <a:extLst xmlns:a="http://schemas.openxmlformats.org/drawingml/2006/main">
              <a:ext uri="{FF2B5EF4-FFF2-40B4-BE49-F238E27FC236}">
                <a16:creationId xmlns:a16="http://schemas.microsoft.com/office/drawing/2014/main" id="{F941C9A1-0A73-4533-BB0C-E993D907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1768" y="4004367"/>
            <a:ext cx="49636" cy="86847"/>
          </a:xfrm>
          <a:custGeom xmlns:a="http://schemas.openxmlformats.org/drawingml/2006/main">
            <a:pathLst>
              <a:path w="49636" h="86847">
                <a:moveTo>
                  <a:pt x="43013" y="72440"/>
                </a:moveTo>
                <a:cubicBezTo>
                  <a:pt x="40692" y="75035"/>
                  <a:pt x="38484" y="77243"/>
                  <a:pt x="36391" y="79063"/>
                </a:cubicBezTo>
                <a:cubicBezTo>
                  <a:pt x="34297" y="80884"/>
                  <a:pt x="32249" y="82375"/>
                  <a:pt x="30246" y="83535"/>
                </a:cubicBezTo>
                <a:cubicBezTo>
                  <a:pt x="28243" y="84696"/>
                  <a:pt x="26263" y="85538"/>
                  <a:pt x="24306" y="86062"/>
                </a:cubicBezTo>
                <a:cubicBezTo>
                  <a:pt x="22349" y="86585"/>
                  <a:pt x="20346" y="86847"/>
                  <a:pt x="18298" y="86847"/>
                </a:cubicBezTo>
                <a:cubicBezTo>
                  <a:pt x="12881" y="86847"/>
                  <a:pt x="8842" y="85572"/>
                  <a:pt x="6179" y="83023"/>
                </a:cubicBezTo>
                <a:cubicBezTo>
                  <a:pt x="3516" y="80474"/>
                  <a:pt x="2184" y="76719"/>
                  <a:pt x="2184" y="71758"/>
                </a:cubicBezTo>
                <a:cubicBezTo>
                  <a:pt x="2184" y="70074"/>
                  <a:pt x="2310" y="68219"/>
                  <a:pt x="2560" y="66193"/>
                </a:cubicBezTo>
                <a:cubicBezTo>
                  <a:pt x="2811" y="64168"/>
                  <a:pt x="3163" y="62199"/>
                  <a:pt x="3619" y="60288"/>
                </a:cubicBezTo>
                <a:lnTo>
                  <a:pt x="11743" y="24921"/>
                </a:lnTo>
                <a:lnTo>
                  <a:pt x="0" y="24921"/>
                </a:lnTo>
                <a:lnTo>
                  <a:pt x="1365" y="19663"/>
                </a:lnTo>
                <a:cubicBezTo>
                  <a:pt x="4096" y="19663"/>
                  <a:pt x="6224" y="19402"/>
                  <a:pt x="7749" y="18878"/>
                </a:cubicBezTo>
                <a:cubicBezTo>
                  <a:pt x="9274" y="18355"/>
                  <a:pt x="10560" y="17638"/>
                  <a:pt x="11607" y="16727"/>
                </a:cubicBezTo>
                <a:cubicBezTo>
                  <a:pt x="12290" y="16090"/>
                  <a:pt x="12949" y="15305"/>
                  <a:pt x="13587" y="14372"/>
                </a:cubicBezTo>
                <a:cubicBezTo>
                  <a:pt x="14224" y="13439"/>
                  <a:pt x="14861" y="12312"/>
                  <a:pt x="15498" y="10992"/>
                </a:cubicBezTo>
                <a:cubicBezTo>
                  <a:pt x="16136" y="9672"/>
                  <a:pt x="16784" y="8113"/>
                  <a:pt x="17444" y="6315"/>
                </a:cubicBezTo>
                <a:cubicBezTo>
                  <a:pt x="18104" y="4518"/>
                  <a:pt x="18844" y="2412"/>
                  <a:pt x="19663" y="0"/>
                </a:cubicBezTo>
                <a:lnTo>
                  <a:pt x="30314" y="0"/>
                </a:lnTo>
                <a:lnTo>
                  <a:pt x="26422" y="17342"/>
                </a:lnTo>
                <a:lnTo>
                  <a:pt x="49636" y="17342"/>
                </a:lnTo>
                <a:lnTo>
                  <a:pt x="48066" y="24921"/>
                </a:lnTo>
                <a:lnTo>
                  <a:pt x="24920" y="24921"/>
                </a:lnTo>
                <a:lnTo>
                  <a:pt x="17956" y="53528"/>
                </a:lnTo>
                <a:cubicBezTo>
                  <a:pt x="17501" y="55440"/>
                  <a:pt x="17126" y="57158"/>
                  <a:pt x="16830" y="58683"/>
                </a:cubicBezTo>
                <a:cubicBezTo>
                  <a:pt x="16534" y="60208"/>
                  <a:pt x="16295" y="61585"/>
                  <a:pt x="16113" y="62813"/>
                </a:cubicBezTo>
                <a:cubicBezTo>
                  <a:pt x="15931" y="64043"/>
                  <a:pt x="15806" y="65158"/>
                  <a:pt x="15737" y="66159"/>
                </a:cubicBezTo>
                <a:cubicBezTo>
                  <a:pt x="15669" y="67161"/>
                  <a:pt x="15635" y="68094"/>
                  <a:pt x="15635" y="68958"/>
                </a:cubicBezTo>
                <a:cubicBezTo>
                  <a:pt x="15635" y="71690"/>
                  <a:pt x="16204" y="73829"/>
                  <a:pt x="17342" y="75377"/>
                </a:cubicBezTo>
                <a:cubicBezTo>
                  <a:pt x="18480" y="76924"/>
                  <a:pt x="20346" y="77698"/>
                  <a:pt x="22940" y="77698"/>
                </a:cubicBezTo>
                <a:cubicBezTo>
                  <a:pt x="25125" y="77698"/>
                  <a:pt x="27447" y="76890"/>
                  <a:pt x="29904" y="75274"/>
                </a:cubicBezTo>
                <a:cubicBezTo>
                  <a:pt x="32363" y="73658"/>
                  <a:pt x="35162" y="71121"/>
                  <a:pt x="38303" y="67661"/>
                </a:cubicBezTo>
                <a:lnTo>
                  <a:pt x="43013" y="7244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" name="pdf-path-100068">
            <a:extLst xmlns:a="http://schemas.openxmlformats.org/drawingml/2006/main">
              <a:ext uri="{FF2B5EF4-FFF2-40B4-BE49-F238E27FC236}">
                <a16:creationId xmlns:a16="http://schemas.microsoft.com/office/drawing/2014/main" id="{83FCBC47-6B90-4F5B-A3C8-7CD03B12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1777" y="3991053"/>
            <a:ext cx="30451" cy="130202"/>
          </a:xfrm>
          <a:custGeom xmlns:a="http://schemas.openxmlformats.org/drawingml/2006/main">
            <a:pathLst>
              <a:path w="30451" h="130202">
                <a:moveTo>
                  <a:pt x="0" y="124945"/>
                </a:moveTo>
                <a:lnTo>
                  <a:pt x="19117" y="124945"/>
                </a:lnTo>
                <a:lnTo>
                  <a:pt x="19117" y="5257"/>
                </a:lnTo>
                <a:lnTo>
                  <a:pt x="0" y="5257"/>
                </a:lnTo>
                <a:lnTo>
                  <a:pt x="0" y="0"/>
                </a:lnTo>
                <a:lnTo>
                  <a:pt x="30451" y="0"/>
                </a:lnTo>
                <a:lnTo>
                  <a:pt x="30451" y="130202"/>
                </a:lnTo>
                <a:lnTo>
                  <a:pt x="0" y="130202"/>
                </a:lnTo>
                <a:lnTo>
                  <a:pt x="0" y="12494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" name="pdf-path-100069">
            <a:extLst xmlns:a="http://schemas.openxmlformats.org/drawingml/2006/main">
              <a:ext uri="{FF2B5EF4-FFF2-40B4-BE49-F238E27FC236}">
                <a16:creationId xmlns:a16="http://schemas.microsoft.com/office/drawing/2014/main" id="{03241555-DD67-46C6-9013-882FCDF5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55019" y="3938793"/>
            <a:ext cx="94057" cy="112600"/>
          </a:xfrm>
          <a:custGeom xmlns:a="http://schemas.openxmlformats.org/drawingml/2006/main">
            <a:pathLst>
              <a:path w="94057" h="112600">
                <a:moveTo>
                  <a:pt x="94057" y="49131"/>
                </a:moveTo>
                <a:lnTo>
                  <a:pt x="94057" y="62418"/>
                </a:lnTo>
                <a:lnTo>
                  <a:pt x="15103" y="62418"/>
                </a:lnTo>
                <a:cubicBezTo>
                  <a:pt x="15422" y="68344"/>
                  <a:pt x="16282" y="73601"/>
                  <a:pt x="17684" y="78189"/>
                </a:cubicBezTo>
                <a:cubicBezTo>
                  <a:pt x="19085" y="82778"/>
                  <a:pt x="21205" y="86681"/>
                  <a:pt x="24040" y="89899"/>
                </a:cubicBezTo>
                <a:cubicBezTo>
                  <a:pt x="26876" y="93117"/>
                  <a:pt x="30540" y="95491"/>
                  <a:pt x="35032" y="97020"/>
                </a:cubicBezTo>
                <a:cubicBezTo>
                  <a:pt x="39525" y="98549"/>
                  <a:pt x="45722" y="99314"/>
                  <a:pt x="53624" y="99314"/>
                </a:cubicBezTo>
                <a:lnTo>
                  <a:pt x="94057" y="99314"/>
                </a:lnTo>
                <a:lnTo>
                  <a:pt x="94057" y="112600"/>
                </a:lnTo>
                <a:lnTo>
                  <a:pt x="53242" y="112600"/>
                </a:lnTo>
                <a:cubicBezTo>
                  <a:pt x="46997" y="112600"/>
                  <a:pt x="41580" y="112218"/>
                  <a:pt x="36992" y="111453"/>
                </a:cubicBezTo>
                <a:cubicBezTo>
                  <a:pt x="32404" y="110689"/>
                  <a:pt x="28262" y="109446"/>
                  <a:pt x="24566" y="107726"/>
                </a:cubicBezTo>
                <a:cubicBezTo>
                  <a:pt x="20870" y="106005"/>
                  <a:pt x="17381" y="103408"/>
                  <a:pt x="14099" y="99935"/>
                </a:cubicBezTo>
                <a:cubicBezTo>
                  <a:pt x="10817" y="96462"/>
                  <a:pt x="8157" y="92623"/>
                  <a:pt x="6118" y="88417"/>
                </a:cubicBezTo>
                <a:cubicBezTo>
                  <a:pt x="4079" y="84211"/>
                  <a:pt x="2549" y="79464"/>
                  <a:pt x="1530" y="74175"/>
                </a:cubicBezTo>
                <a:cubicBezTo>
                  <a:pt x="510" y="68886"/>
                  <a:pt x="0" y="63151"/>
                  <a:pt x="0" y="56969"/>
                </a:cubicBezTo>
                <a:cubicBezTo>
                  <a:pt x="0" y="46901"/>
                  <a:pt x="988" y="38569"/>
                  <a:pt x="2963" y="31973"/>
                </a:cubicBezTo>
                <a:cubicBezTo>
                  <a:pt x="4939" y="25378"/>
                  <a:pt x="8253" y="19515"/>
                  <a:pt x="12904" y="14386"/>
                </a:cubicBezTo>
                <a:cubicBezTo>
                  <a:pt x="17556" y="9256"/>
                  <a:pt x="23132" y="5576"/>
                  <a:pt x="29632" y="3346"/>
                </a:cubicBezTo>
                <a:cubicBezTo>
                  <a:pt x="36132" y="1115"/>
                  <a:pt x="44543" y="0"/>
                  <a:pt x="54867" y="0"/>
                </a:cubicBezTo>
                <a:lnTo>
                  <a:pt x="94057" y="0"/>
                </a:lnTo>
                <a:lnTo>
                  <a:pt x="94057" y="13286"/>
                </a:lnTo>
                <a:lnTo>
                  <a:pt x="54771" y="13286"/>
                </a:lnTo>
                <a:cubicBezTo>
                  <a:pt x="48462" y="13286"/>
                  <a:pt x="43349" y="13637"/>
                  <a:pt x="39429" y="14338"/>
                </a:cubicBezTo>
                <a:cubicBezTo>
                  <a:pt x="35510" y="15039"/>
                  <a:pt x="32245" y="16170"/>
                  <a:pt x="29632" y="17731"/>
                </a:cubicBezTo>
                <a:cubicBezTo>
                  <a:pt x="27019" y="19293"/>
                  <a:pt x="24646" y="21507"/>
                  <a:pt x="22511" y="24374"/>
                </a:cubicBezTo>
                <a:cubicBezTo>
                  <a:pt x="20376" y="27242"/>
                  <a:pt x="18703" y="30763"/>
                  <a:pt x="17493" y="34937"/>
                </a:cubicBezTo>
                <a:cubicBezTo>
                  <a:pt x="16282" y="39111"/>
                  <a:pt x="15517" y="43842"/>
                  <a:pt x="15198" y="49131"/>
                </a:cubicBezTo>
                <a:lnTo>
                  <a:pt x="94057" y="4913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" name="pdf-path-100070">
            <a:extLst xmlns:a="http://schemas.openxmlformats.org/drawingml/2006/main">
              <a:ext uri="{FF2B5EF4-FFF2-40B4-BE49-F238E27FC236}">
                <a16:creationId xmlns:a16="http://schemas.microsoft.com/office/drawing/2014/main" id="{2BB7BE02-B39D-4C6B-89E4-1162215B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21438" y="3920918"/>
            <a:ext cx="165842" cy="132005"/>
          </a:xfrm>
          <a:custGeom xmlns:a="http://schemas.openxmlformats.org/drawingml/2006/main">
            <a:pathLst>
              <a:path w="165842" h="132005">
                <a:moveTo>
                  <a:pt x="156379" y="0"/>
                </a:moveTo>
                <a:lnTo>
                  <a:pt x="159055" y="5639"/>
                </a:lnTo>
                <a:cubicBezTo>
                  <a:pt x="157717" y="7997"/>
                  <a:pt x="156634" y="10817"/>
                  <a:pt x="155806" y="14099"/>
                </a:cubicBezTo>
                <a:cubicBezTo>
                  <a:pt x="154977" y="17381"/>
                  <a:pt x="154212" y="20711"/>
                  <a:pt x="153511" y="24088"/>
                </a:cubicBezTo>
                <a:lnTo>
                  <a:pt x="138504" y="92049"/>
                </a:lnTo>
                <a:cubicBezTo>
                  <a:pt x="136720" y="100142"/>
                  <a:pt x="135828" y="106483"/>
                  <a:pt x="135828" y="111071"/>
                </a:cubicBezTo>
                <a:cubicBezTo>
                  <a:pt x="135828" y="114130"/>
                  <a:pt x="136497" y="116472"/>
                  <a:pt x="137835" y="118096"/>
                </a:cubicBezTo>
                <a:cubicBezTo>
                  <a:pt x="139174" y="119721"/>
                  <a:pt x="141244" y="120534"/>
                  <a:pt x="144048" y="120534"/>
                </a:cubicBezTo>
                <a:cubicBezTo>
                  <a:pt x="145642" y="120534"/>
                  <a:pt x="147139" y="120215"/>
                  <a:pt x="148541" y="119578"/>
                </a:cubicBezTo>
                <a:cubicBezTo>
                  <a:pt x="149943" y="118941"/>
                  <a:pt x="151361" y="117985"/>
                  <a:pt x="152794" y="116711"/>
                </a:cubicBezTo>
                <a:cubicBezTo>
                  <a:pt x="154228" y="115436"/>
                  <a:pt x="156698" y="112983"/>
                  <a:pt x="160202" y="109350"/>
                </a:cubicBezTo>
                <a:lnTo>
                  <a:pt x="165842" y="114608"/>
                </a:lnTo>
                <a:cubicBezTo>
                  <a:pt x="161126" y="119897"/>
                  <a:pt x="157303" y="123609"/>
                  <a:pt x="154372" y="125743"/>
                </a:cubicBezTo>
                <a:cubicBezTo>
                  <a:pt x="151440" y="127878"/>
                  <a:pt x="148445" y="129456"/>
                  <a:pt x="145386" y="130475"/>
                </a:cubicBezTo>
                <a:cubicBezTo>
                  <a:pt x="142328" y="131494"/>
                  <a:pt x="138919" y="132005"/>
                  <a:pt x="135159" y="132005"/>
                </a:cubicBezTo>
                <a:cubicBezTo>
                  <a:pt x="130380" y="132005"/>
                  <a:pt x="126397" y="130236"/>
                  <a:pt x="123211" y="126700"/>
                </a:cubicBezTo>
                <a:cubicBezTo>
                  <a:pt x="120025" y="123163"/>
                  <a:pt x="118431" y="118527"/>
                  <a:pt x="118431" y="112792"/>
                </a:cubicBezTo>
                <a:cubicBezTo>
                  <a:pt x="118431" y="110689"/>
                  <a:pt x="118670" y="107821"/>
                  <a:pt x="119148" y="104189"/>
                </a:cubicBezTo>
                <a:cubicBezTo>
                  <a:pt x="119626" y="100557"/>
                  <a:pt x="120215" y="97243"/>
                  <a:pt x="120917" y="94248"/>
                </a:cubicBezTo>
                <a:lnTo>
                  <a:pt x="123402" y="82969"/>
                </a:lnTo>
                <a:lnTo>
                  <a:pt x="81535" y="82969"/>
                </a:lnTo>
                <a:lnTo>
                  <a:pt x="74844" y="98645"/>
                </a:lnTo>
                <a:cubicBezTo>
                  <a:pt x="70129" y="109733"/>
                  <a:pt x="63979" y="118065"/>
                  <a:pt x="56396" y="123640"/>
                </a:cubicBezTo>
                <a:cubicBezTo>
                  <a:pt x="48813" y="129217"/>
                  <a:pt x="40114" y="132005"/>
                  <a:pt x="30301" y="132005"/>
                </a:cubicBezTo>
                <a:cubicBezTo>
                  <a:pt x="24566" y="132005"/>
                  <a:pt x="19341" y="130953"/>
                  <a:pt x="14625" y="128850"/>
                </a:cubicBezTo>
                <a:cubicBezTo>
                  <a:pt x="9909" y="126747"/>
                  <a:pt x="6293" y="123816"/>
                  <a:pt x="3776" y="120056"/>
                </a:cubicBezTo>
                <a:cubicBezTo>
                  <a:pt x="1259" y="116297"/>
                  <a:pt x="0" y="111836"/>
                  <a:pt x="0" y="106674"/>
                </a:cubicBezTo>
                <a:cubicBezTo>
                  <a:pt x="0" y="101958"/>
                  <a:pt x="1370" y="97609"/>
                  <a:pt x="4110" y="93627"/>
                </a:cubicBezTo>
                <a:cubicBezTo>
                  <a:pt x="6850" y="89644"/>
                  <a:pt x="10642" y="86474"/>
                  <a:pt x="15485" y="84116"/>
                </a:cubicBezTo>
                <a:cubicBezTo>
                  <a:pt x="20328" y="81758"/>
                  <a:pt x="25585" y="80579"/>
                  <a:pt x="31257" y="80579"/>
                </a:cubicBezTo>
                <a:cubicBezTo>
                  <a:pt x="34188" y="80579"/>
                  <a:pt x="36833" y="81025"/>
                  <a:pt x="39190" y="81917"/>
                </a:cubicBezTo>
                <a:cubicBezTo>
                  <a:pt x="41548" y="82809"/>
                  <a:pt x="44097" y="84562"/>
                  <a:pt x="46837" y="87174"/>
                </a:cubicBezTo>
                <a:lnTo>
                  <a:pt x="35845" y="94057"/>
                </a:lnTo>
                <a:cubicBezTo>
                  <a:pt x="34762" y="92718"/>
                  <a:pt x="33312" y="91540"/>
                  <a:pt x="31496" y="90520"/>
                </a:cubicBezTo>
                <a:cubicBezTo>
                  <a:pt x="29679" y="89500"/>
                  <a:pt x="27529" y="88991"/>
                  <a:pt x="25044" y="88991"/>
                </a:cubicBezTo>
                <a:cubicBezTo>
                  <a:pt x="21794" y="88991"/>
                  <a:pt x="19245" y="90233"/>
                  <a:pt x="17397" y="92718"/>
                </a:cubicBezTo>
                <a:cubicBezTo>
                  <a:pt x="15549" y="95204"/>
                  <a:pt x="14625" y="98422"/>
                  <a:pt x="14625" y="102373"/>
                </a:cubicBezTo>
                <a:cubicBezTo>
                  <a:pt x="14625" y="106451"/>
                  <a:pt x="15661" y="109972"/>
                  <a:pt x="17731" y="112935"/>
                </a:cubicBezTo>
                <a:cubicBezTo>
                  <a:pt x="19802" y="115898"/>
                  <a:pt x="22240" y="118033"/>
                  <a:pt x="25044" y="119339"/>
                </a:cubicBezTo>
                <a:cubicBezTo>
                  <a:pt x="27848" y="120645"/>
                  <a:pt x="30588" y="121299"/>
                  <a:pt x="33264" y="121299"/>
                </a:cubicBezTo>
                <a:cubicBezTo>
                  <a:pt x="38490" y="121299"/>
                  <a:pt x="42631" y="120406"/>
                  <a:pt x="45690" y="118622"/>
                </a:cubicBezTo>
                <a:cubicBezTo>
                  <a:pt x="48749" y="116838"/>
                  <a:pt x="51537" y="113970"/>
                  <a:pt x="54054" y="110020"/>
                </a:cubicBezTo>
                <a:cubicBezTo>
                  <a:pt x="56571" y="106069"/>
                  <a:pt x="59423" y="100397"/>
                  <a:pt x="62609" y="93005"/>
                </a:cubicBezTo>
                <a:lnTo>
                  <a:pt x="73888" y="66815"/>
                </a:lnTo>
                <a:cubicBezTo>
                  <a:pt x="77839" y="57638"/>
                  <a:pt x="81089" y="50533"/>
                  <a:pt x="83638" y="45499"/>
                </a:cubicBezTo>
                <a:cubicBezTo>
                  <a:pt x="87461" y="37980"/>
                  <a:pt x="91157" y="31910"/>
                  <a:pt x="94726" y="27290"/>
                </a:cubicBezTo>
                <a:cubicBezTo>
                  <a:pt x="98295" y="22670"/>
                  <a:pt x="102309" y="18671"/>
                  <a:pt x="106770" y="15294"/>
                </a:cubicBezTo>
                <a:cubicBezTo>
                  <a:pt x="110147" y="12745"/>
                  <a:pt x="114098" y="10260"/>
                  <a:pt x="118622" y="7838"/>
                </a:cubicBezTo>
                <a:cubicBezTo>
                  <a:pt x="123147" y="5417"/>
                  <a:pt x="128325" y="3505"/>
                  <a:pt x="134155" y="2103"/>
                </a:cubicBezTo>
                <a:cubicBezTo>
                  <a:pt x="139986" y="701"/>
                  <a:pt x="146279" y="0"/>
                  <a:pt x="153033" y="0"/>
                </a:cubicBezTo>
                <a:lnTo>
                  <a:pt x="156379" y="0"/>
                </a:lnTo>
                <a:moveTo>
                  <a:pt x="125887" y="71785"/>
                </a:moveTo>
                <a:lnTo>
                  <a:pt x="133534" y="36705"/>
                </a:lnTo>
                <a:cubicBezTo>
                  <a:pt x="134936" y="30142"/>
                  <a:pt x="136226" y="25171"/>
                  <a:pt x="137405" y="21794"/>
                </a:cubicBezTo>
                <a:cubicBezTo>
                  <a:pt x="138584" y="18416"/>
                  <a:pt x="139779" y="15549"/>
                  <a:pt x="140990" y="13191"/>
                </a:cubicBezTo>
                <a:lnTo>
                  <a:pt x="140798" y="12235"/>
                </a:lnTo>
                <a:cubicBezTo>
                  <a:pt x="133852" y="12554"/>
                  <a:pt x="128213" y="13653"/>
                  <a:pt x="123880" y="15533"/>
                </a:cubicBezTo>
                <a:cubicBezTo>
                  <a:pt x="119547" y="17412"/>
                  <a:pt x="115564" y="20216"/>
                  <a:pt x="111932" y="23944"/>
                </a:cubicBezTo>
                <a:cubicBezTo>
                  <a:pt x="108299" y="27672"/>
                  <a:pt x="104412" y="33184"/>
                  <a:pt x="100270" y="40481"/>
                </a:cubicBezTo>
                <a:cubicBezTo>
                  <a:pt x="96128" y="47777"/>
                  <a:pt x="91253" y="58212"/>
                  <a:pt x="85645" y="71785"/>
                </a:cubicBezTo>
                <a:lnTo>
                  <a:pt x="125887" y="7178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" name="pdf-path-100071">
            <a:extLst xmlns:a="http://schemas.openxmlformats.org/drawingml/2006/main">
              <a:ext uri="{FF2B5EF4-FFF2-40B4-BE49-F238E27FC236}">
                <a16:creationId xmlns:a16="http://schemas.microsoft.com/office/drawing/2014/main" id="{1FA6F873-B3DD-421E-8821-CABBDCC9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59270" y="1551793"/>
            <a:ext cx="77015" cy="78326"/>
          </a:xfrm>
          <a:custGeom xmlns:a="http://schemas.openxmlformats.org/drawingml/2006/main">
            <a:pathLst>
              <a:path w="77015" h="78326">
                <a:moveTo>
                  <a:pt x="65872" y="55303"/>
                </a:moveTo>
                <a:lnTo>
                  <a:pt x="60874" y="78326"/>
                </a:lnTo>
                <a:lnTo>
                  <a:pt x="1557" y="78326"/>
                </a:lnTo>
                <a:lnTo>
                  <a:pt x="0" y="74311"/>
                </a:lnTo>
                <a:lnTo>
                  <a:pt x="44816" y="22695"/>
                </a:lnTo>
                <a:cubicBezTo>
                  <a:pt x="51152" y="15430"/>
                  <a:pt x="55795" y="10269"/>
                  <a:pt x="58744" y="7210"/>
                </a:cubicBezTo>
                <a:lnTo>
                  <a:pt x="58253" y="6636"/>
                </a:lnTo>
                <a:lnTo>
                  <a:pt x="39080" y="6636"/>
                </a:lnTo>
                <a:cubicBezTo>
                  <a:pt x="36240" y="6636"/>
                  <a:pt x="34165" y="6828"/>
                  <a:pt x="32854" y="7210"/>
                </a:cubicBezTo>
                <a:cubicBezTo>
                  <a:pt x="31543" y="7592"/>
                  <a:pt x="30233" y="8261"/>
                  <a:pt x="28921" y="9217"/>
                </a:cubicBezTo>
                <a:cubicBezTo>
                  <a:pt x="27611" y="10173"/>
                  <a:pt x="26204" y="11593"/>
                  <a:pt x="24702" y="13478"/>
                </a:cubicBezTo>
                <a:cubicBezTo>
                  <a:pt x="23200" y="15362"/>
                  <a:pt x="21520" y="18052"/>
                  <a:pt x="19664" y="21548"/>
                </a:cubicBezTo>
                <a:lnTo>
                  <a:pt x="12372" y="21548"/>
                </a:lnTo>
                <a:lnTo>
                  <a:pt x="17205" y="0"/>
                </a:lnTo>
                <a:lnTo>
                  <a:pt x="75458" y="0"/>
                </a:lnTo>
                <a:lnTo>
                  <a:pt x="77015" y="4097"/>
                </a:lnTo>
                <a:lnTo>
                  <a:pt x="37934" y="48995"/>
                </a:lnTo>
                <a:cubicBezTo>
                  <a:pt x="30342" y="57679"/>
                  <a:pt x="23760" y="65053"/>
                  <a:pt x="18188" y="71116"/>
                </a:cubicBezTo>
                <a:lnTo>
                  <a:pt x="18680" y="71690"/>
                </a:lnTo>
                <a:lnTo>
                  <a:pt x="37197" y="71690"/>
                </a:lnTo>
                <a:cubicBezTo>
                  <a:pt x="40474" y="71690"/>
                  <a:pt x="42986" y="71512"/>
                  <a:pt x="44734" y="71157"/>
                </a:cubicBezTo>
                <a:cubicBezTo>
                  <a:pt x="46482" y="70802"/>
                  <a:pt x="48011" y="70133"/>
                  <a:pt x="49323" y="69150"/>
                </a:cubicBezTo>
                <a:cubicBezTo>
                  <a:pt x="50633" y="68166"/>
                  <a:pt x="51985" y="66678"/>
                  <a:pt x="53378" y="64684"/>
                </a:cubicBezTo>
                <a:cubicBezTo>
                  <a:pt x="54771" y="62691"/>
                  <a:pt x="56505" y="59564"/>
                  <a:pt x="58580" y="55303"/>
                </a:cubicBezTo>
                <a:lnTo>
                  <a:pt x="65872" y="5530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" name="pdf-path-100072">
            <a:extLst xmlns:a="http://schemas.openxmlformats.org/drawingml/2006/main">
              <a:ext uri="{FF2B5EF4-FFF2-40B4-BE49-F238E27FC236}">
                <a16:creationId xmlns:a16="http://schemas.microsoft.com/office/drawing/2014/main" id="{C252A8E1-6643-42A3-9478-F661809B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99841" y="1533604"/>
            <a:ext cx="80620" cy="96515"/>
          </a:xfrm>
          <a:custGeom xmlns:a="http://schemas.openxmlformats.org/drawingml/2006/main">
            <a:pathLst>
              <a:path w="80620" h="96515">
                <a:moveTo>
                  <a:pt x="80620" y="42112"/>
                </a:moveTo>
                <a:lnTo>
                  <a:pt x="80620" y="53501"/>
                </a:lnTo>
                <a:lnTo>
                  <a:pt x="12945" y="53501"/>
                </a:lnTo>
                <a:cubicBezTo>
                  <a:pt x="13218" y="58581"/>
                  <a:pt x="13956" y="63087"/>
                  <a:pt x="15158" y="67019"/>
                </a:cubicBezTo>
                <a:cubicBezTo>
                  <a:pt x="16359" y="70952"/>
                  <a:pt x="18175" y="74298"/>
                  <a:pt x="20605" y="77056"/>
                </a:cubicBezTo>
                <a:cubicBezTo>
                  <a:pt x="23037" y="79814"/>
                  <a:pt x="26177" y="81849"/>
                  <a:pt x="30028" y="83160"/>
                </a:cubicBezTo>
                <a:cubicBezTo>
                  <a:pt x="33879" y="84471"/>
                  <a:pt x="39190" y="85126"/>
                  <a:pt x="45963" y="85126"/>
                </a:cubicBezTo>
                <a:lnTo>
                  <a:pt x="80620" y="85126"/>
                </a:lnTo>
                <a:lnTo>
                  <a:pt x="80620" y="96515"/>
                </a:lnTo>
                <a:lnTo>
                  <a:pt x="45636" y="96515"/>
                </a:lnTo>
                <a:cubicBezTo>
                  <a:pt x="40283" y="96515"/>
                  <a:pt x="35640" y="96187"/>
                  <a:pt x="31707" y="95531"/>
                </a:cubicBezTo>
                <a:cubicBezTo>
                  <a:pt x="27774" y="94876"/>
                  <a:pt x="24224" y="93811"/>
                  <a:pt x="21056" y="92336"/>
                </a:cubicBezTo>
                <a:cubicBezTo>
                  <a:pt x="17888" y="90861"/>
                  <a:pt x="14898" y="88635"/>
                  <a:pt x="12085" y="85659"/>
                </a:cubicBezTo>
                <a:cubicBezTo>
                  <a:pt x="9272" y="82682"/>
                  <a:pt x="6992" y="79391"/>
                  <a:pt x="5244" y="75786"/>
                </a:cubicBezTo>
                <a:cubicBezTo>
                  <a:pt x="3496" y="72181"/>
                  <a:pt x="2185" y="68112"/>
                  <a:pt x="1311" y="63578"/>
                </a:cubicBezTo>
                <a:cubicBezTo>
                  <a:pt x="437" y="59045"/>
                  <a:pt x="0" y="54129"/>
                  <a:pt x="0" y="48831"/>
                </a:cubicBezTo>
                <a:cubicBezTo>
                  <a:pt x="0" y="40201"/>
                  <a:pt x="847" y="33059"/>
                  <a:pt x="2540" y="27406"/>
                </a:cubicBezTo>
                <a:cubicBezTo>
                  <a:pt x="4233" y="21753"/>
                  <a:pt x="7073" y="16727"/>
                  <a:pt x="11061" y="12331"/>
                </a:cubicBezTo>
                <a:cubicBezTo>
                  <a:pt x="15048" y="7934"/>
                  <a:pt x="19828" y="4779"/>
                  <a:pt x="25399" y="2867"/>
                </a:cubicBezTo>
                <a:cubicBezTo>
                  <a:pt x="30970" y="956"/>
                  <a:pt x="38180" y="0"/>
                  <a:pt x="47028" y="0"/>
                </a:cubicBezTo>
                <a:lnTo>
                  <a:pt x="80620" y="0"/>
                </a:lnTo>
                <a:lnTo>
                  <a:pt x="80620" y="11388"/>
                </a:lnTo>
                <a:lnTo>
                  <a:pt x="46946" y="11388"/>
                </a:lnTo>
                <a:cubicBezTo>
                  <a:pt x="41539" y="11388"/>
                  <a:pt x="37156" y="11689"/>
                  <a:pt x="33797" y="12290"/>
                </a:cubicBezTo>
                <a:cubicBezTo>
                  <a:pt x="30438" y="12890"/>
                  <a:pt x="27638" y="13860"/>
                  <a:pt x="25399" y="15198"/>
                </a:cubicBezTo>
                <a:cubicBezTo>
                  <a:pt x="23160" y="16536"/>
                  <a:pt x="21124" y="18434"/>
                  <a:pt x="19295" y="20892"/>
                </a:cubicBezTo>
                <a:cubicBezTo>
                  <a:pt x="17465" y="23350"/>
                  <a:pt x="16032" y="26368"/>
                  <a:pt x="14994" y="29946"/>
                </a:cubicBezTo>
                <a:cubicBezTo>
                  <a:pt x="13956" y="33523"/>
                  <a:pt x="13300" y="37579"/>
                  <a:pt x="13027" y="42112"/>
                </a:cubicBezTo>
                <a:lnTo>
                  <a:pt x="80620" y="4211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" name="pdf-path-100073">
            <a:extLst xmlns:a="http://schemas.openxmlformats.org/drawingml/2006/main">
              <a:ext uri="{FF2B5EF4-FFF2-40B4-BE49-F238E27FC236}">
                <a16:creationId xmlns:a16="http://schemas.microsoft.com/office/drawing/2014/main" id="{AFA5F891-9475-4F37-B390-3876516D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39431" y="1517054"/>
            <a:ext cx="115359" cy="114375"/>
          </a:xfrm>
          <a:custGeom xmlns:a="http://schemas.openxmlformats.org/drawingml/2006/main">
            <a:pathLst>
              <a:path w="115359" h="114375">
                <a:moveTo>
                  <a:pt x="14092" y="98071"/>
                </a:moveTo>
                <a:cubicBezTo>
                  <a:pt x="15622" y="96487"/>
                  <a:pt x="17506" y="94439"/>
                  <a:pt x="19746" y="91926"/>
                </a:cubicBezTo>
                <a:cubicBezTo>
                  <a:pt x="21985" y="89414"/>
                  <a:pt x="27201" y="83324"/>
                  <a:pt x="35394" y="73656"/>
                </a:cubicBezTo>
                <a:cubicBezTo>
                  <a:pt x="47957" y="59017"/>
                  <a:pt x="57993" y="47889"/>
                  <a:pt x="65504" y="40269"/>
                </a:cubicBezTo>
                <a:cubicBezTo>
                  <a:pt x="73014" y="32649"/>
                  <a:pt x="79391" y="26791"/>
                  <a:pt x="84635" y="22695"/>
                </a:cubicBezTo>
                <a:lnTo>
                  <a:pt x="84635" y="21876"/>
                </a:lnTo>
                <a:cubicBezTo>
                  <a:pt x="82559" y="21821"/>
                  <a:pt x="80456" y="21630"/>
                  <a:pt x="78326" y="21302"/>
                </a:cubicBezTo>
                <a:cubicBezTo>
                  <a:pt x="76195" y="20974"/>
                  <a:pt x="73984" y="20496"/>
                  <a:pt x="71690" y="19868"/>
                </a:cubicBezTo>
                <a:cubicBezTo>
                  <a:pt x="69395" y="19240"/>
                  <a:pt x="66036" y="18216"/>
                  <a:pt x="61612" y="16796"/>
                </a:cubicBezTo>
                <a:cubicBezTo>
                  <a:pt x="56478" y="15212"/>
                  <a:pt x="52627" y="14229"/>
                  <a:pt x="50059" y="13846"/>
                </a:cubicBezTo>
                <a:cubicBezTo>
                  <a:pt x="47493" y="13464"/>
                  <a:pt x="45008" y="13273"/>
                  <a:pt x="42604" y="13273"/>
                </a:cubicBezTo>
                <a:cubicBezTo>
                  <a:pt x="34575" y="13273"/>
                  <a:pt x="30561" y="16960"/>
                  <a:pt x="30561" y="24333"/>
                </a:cubicBezTo>
                <a:cubicBezTo>
                  <a:pt x="30561" y="27938"/>
                  <a:pt x="31898" y="31707"/>
                  <a:pt x="34575" y="35640"/>
                </a:cubicBezTo>
                <a:lnTo>
                  <a:pt x="24087" y="39982"/>
                </a:lnTo>
                <a:cubicBezTo>
                  <a:pt x="22449" y="37196"/>
                  <a:pt x="21370" y="34984"/>
                  <a:pt x="20851" y="33346"/>
                </a:cubicBezTo>
                <a:cubicBezTo>
                  <a:pt x="20332" y="31707"/>
                  <a:pt x="20073" y="30069"/>
                  <a:pt x="20073" y="28430"/>
                </a:cubicBezTo>
                <a:cubicBezTo>
                  <a:pt x="20073" y="25262"/>
                  <a:pt x="20837" y="22258"/>
                  <a:pt x="22367" y="19417"/>
                </a:cubicBezTo>
                <a:cubicBezTo>
                  <a:pt x="23569" y="17069"/>
                  <a:pt x="25508" y="14338"/>
                  <a:pt x="28184" y="11224"/>
                </a:cubicBezTo>
                <a:cubicBezTo>
                  <a:pt x="31079" y="7838"/>
                  <a:pt x="34384" y="5121"/>
                  <a:pt x="38098" y="3072"/>
                </a:cubicBezTo>
                <a:cubicBezTo>
                  <a:pt x="41812" y="1024"/>
                  <a:pt x="45363" y="0"/>
                  <a:pt x="48749" y="0"/>
                </a:cubicBezTo>
                <a:cubicBezTo>
                  <a:pt x="52463" y="0"/>
                  <a:pt x="56027" y="437"/>
                  <a:pt x="59441" y="1311"/>
                </a:cubicBezTo>
                <a:cubicBezTo>
                  <a:pt x="62855" y="2185"/>
                  <a:pt x="66337" y="3332"/>
                  <a:pt x="69887" y="4752"/>
                </a:cubicBezTo>
                <a:cubicBezTo>
                  <a:pt x="73711" y="6391"/>
                  <a:pt x="77070" y="7606"/>
                  <a:pt x="79964" y="8398"/>
                </a:cubicBezTo>
                <a:cubicBezTo>
                  <a:pt x="82859" y="9190"/>
                  <a:pt x="85837" y="9586"/>
                  <a:pt x="88895" y="9586"/>
                </a:cubicBezTo>
                <a:cubicBezTo>
                  <a:pt x="92391" y="9586"/>
                  <a:pt x="95695" y="8889"/>
                  <a:pt x="98809" y="7496"/>
                </a:cubicBezTo>
                <a:cubicBezTo>
                  <a:pt x="101922" y="6104"/>
                  <a:pt x="105991" y="3605"/>
                  <a:pt x="111017" y="0"/>
                </a:cubicBezTo>
                <a:lnTo>
                  <a:pt x="115359" y="5407"/>
                </a:lnTo>
                <a:cubicBezTo>
                  <a:pt x="108804" y="11361"/>
                  <a:pt x="103943" y="15102"/>
                  <a:pt x="100775" y="16632"/>
                </a:cubicBezTo>
                <a:cubicBezTo>
                  <a:pt x="98426" y="19090"/>
                  <a:pt x="90916" y="27774"/>
                  <a:pt x="78244" y="42686"/>
                </a:cubicBezTo>
                <a:cubicBezTo>
                  <a:pt x="58690" y="65681"/>
                  <a:pt x="42850" y="82013"/>
                  <a:pt x="30724" y="91681"/>
                </a:cubicBezTo>
                <a:lnTo>
                  <a:pt x="30724" y="92500"/>
                </a:lnTo>
                <a:cubicBezTo>
                  <a:pt x="34493" y="92555"/>
                  <a:pt x="38153" y="92951"/>
                  <a:pt x="41703" y="93688"/>
                </a:cubicBezTo>
                <a:cubicBezTo>
                  <a:pt x="45253" y="94425"/>
                  <a:pt x="49077" y="95504"/>
                  <a:pt x="53173" y="96924"/>
                </a:cubicBezTo>
                <a:cubicBezTo>
                  <a:pt x="57106" y="98290"/>
                  <a:pt x="60697" y="99341"/>
                  <a:pt x="63947" y="100079"/>
                </a:cubicBezTo>
                <a:cubicBezTo>
                  <a:pt x="67197" y="100816"/>
                  <a:pt x="70597" y="101185"/>
                  <a:pt x="74148" y="101185"/>
                </a:cubicBezTo>
                <a:cubicBezTo>
                  <a:pt x="83323" y="101185"/>
                  <a:pt x="87912" y="97525"/>
                  <a:pt x="87912" y="90206"/>
                </a:cubicBezTo>
                <a:cubicBezTo>
                  <a:pt x="87912" y="88021"/>
                  <a:pt x="87488" y="85904"/>
                  <a:pt x="86642" y="83856"/>
                </a:cubicBezTo>
                <a:cubicBezTo>
                  <a:pt x="85796" y="81808"/>
                  <a:pt x="84525" y="79527"/>
                  <a:pt x="82832" y="77015"/>
                </a:cubicBezTo>
                <a:lnTo>
                  <a:pt x="93238" y="72591"/>
                </a:lnTo>
                <a:cubicBezTo>
                  <a:pt x="96733" y="77288"/>
                  <a:pt x="98481" y="81740"/>
                  <a:pt x="98481" y="85945"/>
                </a:cubicBezTo>
                <a:cubicBezTo>
                  <a:pt x="98481" y="89223"/>
                  <a:pt x="97675" y="92377"/>
                  <a:pt x="96064" y="95408"/>
                </a:cubicBezTo>
                <a:cubicBezTo>
                  <a:pt x="94452" y="98440"/>
                  <a:pt x="92049" y="101567"/>
                  <a:pt x="88854" y="104790"/>
                </a:cubicBezTo>
                <a:cubicBezTo>
                  <a:pt x="85659" y="108012"/>
                  <a:pt x="82450" y="110415"/>
                  <a:pt x="79227" y="111999"/>
                </a:cubicBezTo>
                <a:cubicBezTo>
                  <a:pt x="76004" y="113583"/>
                  <a:pt x="72454" y="114375"/>
                  <a:pt x="68576" y="114375"/>
                </a:cubicBezTo>
                <a:cubicBezTo>
                  <a:pt x="64807" y="114375"/>
                  <a:pt x="61229" y="113952"/>
                  <a:pt x="57843" y="113106"/>
                </a:cubicBezTo>
                <a:cubicBezTo>
                  <a:pt x="54457" y="112259"/>
                  <a:pt x="50934" y="111071"/>
                  <a:pt x="47274" y="109541"/>
                </a:cubicBezTo>
                <a:cubicBezTo>
                  <a:pt x="43396" y="108012"/>
                  <a:pt x="39846" y="106838"/>
                  <a:pt x="36623" y="106018"/>
                </a:cubicBezTo>
                <a:cubicBezTo>
                  <a:pt x="33401" y="105199"/>
                  <a:pt x="30014" y="104790"/>
                  <a:pt x="26464" y="104790"/>
                </a:cubicBezTo>
                <a:cubicBezTo>
                  <a:pt x="23187" y="104790"/>
                  <a:pt x="20060" y="105404"/>
                  <a:pt x="17082" y="106633"/>
                </a:cubicBezTo>
                <a:cubicBezTo>
                  <a:pt x="14106" y="107862"/>
                  <a:pt x="9859" y="110443"/>
                  <a:pt x="4343" y="114375"/>
                </a:cubicBezTo>
                <a:lnTo>
                  <a:pt x="0" y="108968"/>
                </a:lnTo>
                <a:cubicBezTo>
                  <a:pt x="4424" y="104926"/>
                  <a:pt x="9122" y="101294"/>
                  <a:pt x="14092" y="9807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" name="slac-rotated-pdf-path-0">
            <a:extLst xmlns:a="http://schemas.openxmlformats.org/drawingml/2006/main">
              <a:ext uri="{FF2B5EF4-FFF2-40B4-BE49-F238E27FC236}">
                <a16:creationId xmlns:a16="http://schemas.microsoft.com/office/drawing/2014/main" id="{E71226A0-6BFC-43E4-BBD0-00ADAEFF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3829" y="1985036"/>
            <a:ext cx="98246" cy="127617"/>
          </a:xfrm>
          <a:custGeom xmlns:a="http://schemas.openxmlformats.org/drawingml/2006/main">
            <a:pathLst>
              <a:path w="98246" h="127617">
                <a:moveTo>
                  <a:pt x="13986" y="127617"/>
                </a:moveTo>
                <a:lnTo>
                  <a:pt x="0" y="117596"/>
                </a:lnTo>
                <a:lnTo>
                  <a:pt x="8323" y="105980"/>
                </a:lnTo>
                <a:lnTo>
                  <a:pt x="22309" y="116001"/>
                </a:lnTo>
                <a:lnTo>
                  <a:pt x="13986" y="127617"/>
                </a:lnTo>
                <a:moveTo>
                  <a:pt x="51954" y="74626"/>
                </a:moveTo>
                <a:lnTo>
                  <a:pt x="37969" y="64605"/>
                </a:lnTo>
                <a:lnTo>
                  <a:pt x="46292" y="52989"/>
                </a:lnTo>
                <a:lnTo>
                  <a:pt x="60278" y="63010"/>
                </a:lnTo>
                <a:lnTo>
                  <a:pt x="51954" y="74626"/>
                </a:lnTo>
                <a:moveTo>
                  <a:pt x="89922" y="21637"/>
                </a:moveTo>
                <a:lnTo>
                  <a:pt x="75936" y="11616"/>
                </a:lnTo>
                <a:lnTo>
                  <a:pt x="84259" y="0"/>
                </a:lnTo>
                <a:lnTo>
                  <a:pt x="98246" y="10021"/>
                </a:lnTo>
                <a:lnTo>
                  <a:pt x="89922" y="2163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" name="slac-rotated-pdf-path-1">
            <a:extLst xmlns:a="http://schemas.openxmlformats.org/drawingml/2006/main">
              <a:ext uri="{FF2B5EF4-FFF2-40B4-BE49-F238E27FC236}">
                <a16:creationId xmlns:a16="http://schemas.microsoft.com/office/drawing/2014/main" id="{3F240010-8307-4368-92CE-9A34CCCC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77848" y="1825907"/>
            <a:ext cx="98246" cy="127617"/>
          </a:xfrm>
          <a:custGeom xmlns:a="http://schemas.openxmlformats.org/drawingml/2006/main">
            <a:pathLst>
              <a:path w="98246" h="127617">
                <a:moveTo>
                  <a:pt x="13986" y="127617"/>
                </a:moveTo>
                <a:lnTo>
                  <a:pt x="0" y="117596"/>
                </a:lnTo>
                <a:lnTo>
                  <a:pt x="8323" y="105980"/>
                </a:lnTo>
                <a:lnTo>
                  <a:pt x="22309" y="116001"/>
                </a:lnTo>
                <a:lnTo>
                  <a:pt x="13986" y="127617"/>
                </a:lnTo>
                <a:moveTo>
                  <a:pt x="51954" y="74626"/>
                </a:moveTo>
                <a:lnTo>
                  <a:pt x="37969" y="64605"/>
                </a:lnTo>
                <a:lnTo>
                  <a:pt x="46292" y="52989"/>
                </a:lnTo>
                <a:lnTo>
                  <a:pt x="60278" y="63010"/>
                </a:lnTo>
                <a:lnTo>
                  <a:pt x="51954" y="74626"/>
                </a:lnTo>
                <a:moveTo>
                  <a:pt x="89922" y="21637"/>
                </a:moveTo>
                <a:lnTo>
                  <a:pt x="75936" y="11616"/>
                </a:lnTo>
                <a:lnTo>
                  <a:pt x="84259" y="0"/>
                </a:lnTo>
                <a:lnTo>
                  <a:pt x="98246" y="10021"/>
                </a:lnTo>
                <a:lnTo>
                  <a:pt x="89922" y="2163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" name="slac-rotated-live-152">
            <a:extLst xmlns:a="http://schemas.openxmlformats.org/drawingml/2006/main">
              <a:ext uri="{FF2B5EF4-FFF2-40B4-BE49-F238E27FC236}">
                <a16:creationId xmlns:a16="http://schemas.microsoft.com/office/drawing/2014/main" id="{2A3B951C-AE8D-4C91-9D95-72D5ACC0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499373" y="762390"/>
            <a:ext cx="365339" cy="1677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2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283" name="slac-rotated-live-154">
            <a:extLst xmlns:a="http://schemas.openxmlformats.org/drawingml/2006/main">
              <a:ext uri="{FF2B5EF4-FFF2-40B4-BE49-F238E27FC236}">
                <a16:creationId xmlns:a16="http://schemas.microsoft.com/office/drawing/2014/main" id="{12378F0C-7146-4C22-8592-24BE7A44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247314" y="763035"/>
            <a:ext cx="463951" cy="167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2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  <p:sp>
        <p:nvSpPr>
          <p:cNvPr id="284" name="slac-rotated-live-205">
            <a:extLst xmlns:a="http://schemas.openxmlformats.org/drawingml/2006/main">
              <a:ext uri="{FF2B5EF4-FFF2-40B4-BE49-F238E27FC236}">
                <a16:creationId xmlns:a16="http://schemas.microsoft.com/office/drawing/2014/main" id="{87A978CD-C8EB-4A1C-8416-2FC6165D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579959" y="1993914"/>
            <a:ext cx="303638" cy="139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10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0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Filter</a:t>
            </a:r>
          </a:p>
        </p:txBody>
      </p:sp>
      <p:sp>
        <p:nvSpPr>
          <p:cNvPr id="285" name="slac-empowerment-green-arrow">
            <a:extLst xmlns:a="http://schemas.openxmlformats.org/drawingml/2006/main">
              <a:ext uri="{FF2B5EF4-FFF2-40B4-BE49-F238E27FC236}">
                <a16:creationId xmlns:a16="http://schemas.microsoft.com/office/drawing/2014/main" id="{575197D8-DB8A-4CBC-86D8-741339E0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3433" y="1589342"/>
            <a:ext cx="190595" cy="68294"/>
          </a:xfrm>
          <a:custGeom xmlns:a="http://schemas.openxmlformats.org/drawingml/2006/main">
            <a:pathLst>
              <a:path w="190595" h="68294">
                <a:moveTo>
                  <a:pt x="0" y="22717"/>
                </a:moveTo>
                <a:lnTo>
                  <a:pt x="122301" y="22717"/>
                </a:lnTo>
                <a:lnTo>
                  <a:pt x="122301" y="0"/>
                </a:lnTo>
                <a:lnTo>
                  <a:pt x="190595" y="34176"/>
                </a:lnTo>
                <a:lnTo>
                  <a:pt x="122301" y="68294"/>
                </a:lnTo>
                <a:lnTo>
                  <a:pt x="122301" y="45434"/>
                </a:lnTo>
                <a:lnTo>
                  <a:pt x="0" y="45434"/>
                </a:lnTo>
                <a:close/>
              </a:path>
            </a:pathLst>
          </a:custGeom>
          <a:solidFill xmlns:a="http://schemas.openxmlformats.org/drawingml/2006/main">
            <a:srgbClr val="4EA72E"/>
          </a:solidFill>
          <a:ln xmlns:a="http://schemas.openxmlformats.org/drawingml/2006/main" w="14288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023990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2026-10-09T20:43:24.0310000Z</dcterms:created>
  <dcterms:modified xsi:type="dcterms:W3CDTF">2026-10-09T20:43:24.0310000Z</dcterms:modified>
</coreProperties>
</file>