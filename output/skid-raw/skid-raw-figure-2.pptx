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299140b234621" /><Relationship Type="http://schemas.openxmlformats.org/officeDocument/2006/relationships/extended-properties" Target="/docProps/app.xml" Id="R11941214aedd4cbf" /><Relationship Type="http://schemas.openxmlformats.org/officeDocument/2006/relationships/officeDocument" Target="/ppt/presentation.xml" Id="R743a64062ee5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1bf0dc62284ad3"/>
  </p:sldMasterIdLst>
  <p:notesMasterIdLst>
    <p:notesMasterId xmlns:r="http://schemas.openxmlformats.org/officeDocument/2006/relationships" r:id="Rcf70d3e87e3d47f1"/>
  </p:notesMasterIdLst>
  <p:sldIdLst>
    <p:sldId xmlns:r="http://schemas.openxmlformats.org/officeDocument/2006/relationships" id="256" r:id="R58c2b96ce03a4b9d"/>
  </p:sldIdLst>
  <p:sldSz cx="13411200" cy="4533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ad25449e24b48" /><Relationship Type="http://schemas.openxmlformats.org/officeDocument/2006/relationships/slideMaster" Target="/ppt/slideMasters/slideMaster1.xml" Id="Red1bf0dc62284ad3" /><Relationship Type="http://schemas.openxmlformats.org/officeDocument/2006/relationships/notesMaster" Target="/ppt/notesMasters/notesMaster1.xml" Id="Rcf70d3e87e3d47f1" /><Relationship Type="http://schemas.openxmlformats.org/officeDocument/2006/relationships/presProps" Target="/ppt/presProps.xml" Id="Rd4b22312e9054718" /><Relationship Type="http://schemas.openxmlformats.org/officeDocument/2006/relationships/tableStyles" Target="/ppt/tableStyles.xml" Id="R70463e26a02b4522" /><Relationship Type="http://schemas.openxmlformats.org/officeDocument/2006/relationships/slide" Target="/ppt/slides/slide1.xml" Id="R58c2b96ce03a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8f299bc1e48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ac9851095c46d3" /><Relationship Type="http://schemas.openxmlformats.org/officeDocument/2006/relationships/notesMaster" Target="/ppt/notesMasters/notesMaster1.xml" Id="R558884b3cdbe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"SkiD RAW: Skill Discovery from Raw Trajectories",</a:t>
            </a:r>
          </a:p>
          <a:p xmlns:a="http://schemas.openxmlformats.org/drawingml/2006/main">
            <a:r>
              <a:t>  "paper_url": "https://cps.unileoben.ac.at/wp/RAL2021Tanneberg.pdf",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"License not verified; author-hosted manuscript for private reference",</a:t>
            </a:r>
          </a:p>
          <a:p xmlns:a="http://schemas.openxmlformats.org/drawingml/2006/main">
            <a:r>
              <a:t>  "notes": "Original probabilistic graphical model and SKID recurrent discovery framework. Network symbols and architecture paths remain native; two embedded trajectory/probability mini-plots remain raster, including the small 3 skill(s) label inside the left plot.",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"38604f2d5577496c0aef84b2ab3c953e0d55126834a9409766046716a71c7765",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137,</a:t>
            </a:r>
          </a:p>
          <a:p xmlns:a="http://schemas.openxmlformats.org/drawingml/2006/main">
            <a:r>
              <a:t>    58,</a:t>
            </a:r>
          </a:p>
          <a:p xmlns:a="http://schemas.openxmlformats.org/drawingml/2006/main">
            <a:r>
              <a:t>    489,</a:t>
            </a:r>
          </a:p>
          <a:p xmlns:a="http://schemas.openxmlformats.org/drawingml/2006/main">
            <a:r>
              <a:t>    177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"TimesNewRomanPS-BoldItal"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"48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"path partially intersects raster inset: 43",</a:t>
            </a:r>
          </a:p>
          <a:p xmlns:a="http://schemas.openxmlformats.org/drawingml/2006/main">
            <a:r>
              <a:t>    "path partially intersects raster inset: 44",</a:t>
            </a:r>
          </a:p>
          <a:p xmlns:a="http://schemas.openxmlformats.org/drawingml/2006/main">
            <a:r>
              <a:t>    "path partially intersects raster inset: 45",</a:t>
            </a:r>
          </a:p>
          <a:p xmlns:a="http://schemas.openxmlformats.org/drawingml/2006/main">
            <a:r>
              <a:t>    "path partially intersects raster inset: 46",</a:t>
            </a:r>
          </a:p>
          <a:p xmlns:a="http://schemas.openxmlformats.org/drawingml/2006/main">
            <a:r>
              <a:t>    "path partially intersects raster inset: 47",</a:t>
            </a:r>
          </a:p>
          <a:p xmlns:a="http://schemas.openxmlformats.org/drawingml/2006/main">
            <a:r>
              <a:t>    "path partially intersects raster inset: 48",</a:t>
            </a:r>
          </a:p>
          <a:p xmlns:a="http://schemas.openxmlformats.org/drawingml/2006/main">
            <a:r>
              <a:t>    "unhandled image/shading at seq 293: [388.8406677246094, 95.83831024169922, 431.25177001953125, 129.76719665527344]; requires reviewed raster region",</a:t>
            </a:r>
          </a:p>
          <a:p xmlns:a="http://schemas.openxmlformats.org/drawingml/2006/main">
            <a:r>
              <a:t>    "unhandled image/shading at seq 296: [196.373779296875, 95.25504302978516, 362.51861572265625, 129.86854553222656];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9e0f2965045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cf17a7de643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dd5b482304e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c276197dd40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aeb1a778e4c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0c8a7be46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3FAC78-7592-4378-935F-B8CE97390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1120" y="1712807"/>
            <a:ext cx="10728960" cy="65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F182CD-42F9-45D6-9DAD-CBE6973717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11680" y="2493645"/>
            <a:ext cx="9387840" cy="503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A05F1E-D6A7-42F2-BB8B-BCE181DF6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1120" y="1889125"/>
            <a:ext cx="1072896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7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4EAB0F-F2D4-4959-AFC1-CAA9F734A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380" y="352637"/>
            <a:ext cx="11902440" cy="55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AC73AD-896B-4504-9691-88BC908C40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4380" y="1259417"/>
            <a:ext cx="11902440" cy="2821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113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1pPr>
            <a:lvl2pPr marL="35263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2pPr>
            <a:lvl3pPr marL="55414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3pPr>
            <a:lvl4pPr marL="75565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4pPr>
            <a:lvl5pPr marL="95715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5pPr>
            <a:lvl6pPr marL="115866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6pPr>
            <a:lvl7pPr marL="136017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7pPr>
            <a:lvl8pPr marL="156167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8pPr>
            <a:lvl9pPr marL="176318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1F4F5B-1B70-4C8F-B433-B36785E6F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380" y="352637"/>
            <a:ext cx="11902440" cy="55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E4149E-B657-48D2-A402-CA8A731773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4380" y="1259417"/>
            <a:ext cx="5532120" cy="2821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113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1pPr>
            <a:lvl2pPr marL="35263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2pPr>
            <a:lvl3pPr marL="55414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3pPr>
            <a:lvl4pPr marL="75565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4pPr>
            <a:lvl5pPr marL="95715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5pPr>
            <a:lvl6pPr marL="115866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6pPr>
            <a:lvl7pPr marL="136017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7pPr>
            <a:lvl8pPr marL="156167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8pPr>
            <a:lvl9pPr marL="176318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4C9965-14A9-4F10-AD89-C45971107D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24700" y="1259417"/>
            <a:ext cx="5532120" cy="2821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113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1pPr>
            <a:lvl2pPr marL="35263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2pPr>
            <a:lvl3pPr marL="55414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3pPr>
            <a:lvl4pPr marL="75565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4pPr>
            <a:lvl5pPr marL="95715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5pPr>
            <a:lvl6pPr marL="115866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6pPr>
            <a:lvl7pPr marL="136017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7pPr>
            <a:lvl8pPr marL="156167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8pPr>
            <a:lvl9pPr marL="176318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E5C9EC-406A-410E-9EA8-3A2157508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380" y="352637"/>
            <a:ext cx="11902440" cy="55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63B203-0FA3-4F39-B8DC-23E27965CD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4380" y="1259417"/>
            <a:ext cx="5532120" cy="2821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113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1pPr>
            <a:lvl2pPr marL="35263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2pPr>
            <a:lvl3pPr marL="55414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3pPr>
            <a:lvl4pPr marL="75565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4pPr>
            <a:lvl5pPr marL="95715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5pPr>
            <a:lvl6pPr marL="115866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6pPr>
            <a:lvl7pPr marL="1360170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7pPr>
            <a:lvl8pPr marL="1561677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8pPr>
            <a:lvl9pPr marL="1763183" indent="-151130">
              <a:lnSpc>
                <a:spcPct val="110000"/>
              </a:lnSpc>
              <a:spcBef>
                <a:spcPts val="0"/>
              </a:spcBef>
              <a:spcAft>
                <a:spcPts val="79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ce3d317610420f" /><Relationship Type="http://schemas.openxmlformats.org/officeDocument/2006/relationships/slideLayout" Target="/ppt/slideLayouts/slideLayout1.xml" Id="R14bbc4a228e6412a" /><Relationship Type="http://schemas.openxmlformats.org/officeDocument/2006/relationships/slideLayout" Target="/ppt/slideLayouts/slideLayout2.xml" Id="Rc50383804ca24c15" /><Relationship Type="http://schemas.openxmlformats.org/officeDocument/2006/relationships/slideLayout" Target="/ppt/slideLayouts/slideLayout3.xml" Id="R0b9f5d5ac8684c2b" /><Relationship Type="http://schemas.openxmlformats.org/officeDocument/2006/relationships/slideLayout" Target="/ppt/slideLayouts/slideLayout4.xml" Id="R747a40cf82f7409d" /><Relationship Type="http://schemas.openxmlformats.org/officeDocument/2006/relationships/slideLayout" Target="/ppt/slideLayouts/slideLayout5.xml" Id="R992cdccc70374f5c" /><Relationship Type="http://schemas.openxmlformats.org/officeDocument/2006/relationships/slideLayout" Target="/ppt/slideLayouts/slideLayout6.xml" Id="Rb0d1912104fe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bbc4a228e6412a"/>
    <p:sldLayoutId xmlns:r="http://schemas.openxmlformats.org/officeDocument/2006/relationships" id="2147483650" r:id="Rc50383804ca24c15"/>
    <p:sldLayoutId xmlns:r="http://schemas.openxmlformats.org/officeDocument/2006/relationships" id="2147483651" r:id="R0b9f5d5ac8684c2b"/>
    <p:sldLayoutId xmlns:r="http://schemas.openxmlformats.org/officeDocument/2006/relationships" id="2147483652" r:id="R747a40cf82f7409d"/>
    <p:sldLayoutId xmlns:r="http://schemas.openxmlformats.org/officeDocument/2006/relationships" id="2147483653" r:id="R992cdccc70374f5c"/>
    <p:sldLayoutId xmlns:r="http://schemas.openxmlformats.org/officeDocument/2006/relationships" id="2147483654" r:id="Rb0d1912104fe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5a1dd4de74bc0" /><Relationship Type="http://schemas.openxmlformats.org/officeDocument/2006/relationships/image" Target="/ppt/media/image.png" Id="Rbf10b6093bb64f17" /><Relationship Type="http://schemas.openxmlformats.org/officeDocument/2006/relationships/image" Target="/ppt/media/image2.png" Id="R12bf260301044fc8" /><Relationship Type="http://schemas.openxmlformats.org/officeDocument/2006/relationships/notesSlide" Target="/ppt/notesSlides/notesSlide1.xml" Id="Rb83fe6eb311d44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6" name="pdf-path-4">
            <a:extLst xmlns:a="http://schemas.openxmlformats.org/drawingml/2006/main">
              <a:ext uri="{FF2B5EF4-FFF2-40B4-BE49-F238E27FC236}">
                <a16:creationId xmlns:a16="http://schemas.microsoft.com/office/drawing/2014/main" id="{B3082CF3-359C-4627-8D8D-1725DEA2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111" y="125650"/>
            <a:ext cx="2085369" cy="2705344"/>
          </a:xfrm>
          <a:custGeom xmlns:a="http://schemas.openxmlformats.org/drawingml/2006/main">
            <a:pathLst>
              <a:path w="2085369" h="2705344">
                <a:moveTo>
                  <a:pt x="46968" y="0"/>
                </a:moveTo>
                <a:lnTo>
                  <a:pt x="2038402" y="0"/>
                </a:lnTo>
                <a:cubicBezTo>
                  <a:pt x="2064341" y="0"/>
                  <a:pt x="2085369" y="21028"/>
                  <a:pt x="2085369" y="46968"/>
                </a:cubicBezTo>
                <a:lnTo>
                  <a:pt x="2085369" y="2658376"/>
                </a:lnTo>
                <a:cubicBezTo>
                  <a:pt x="2085369" y="2684315"/>
                  <a:pt x="2064341" y="2705344"/>
                  <a:pt x="2038402" y="2705344"/>
                </a:cubicBezTo>
                <a:lnTo>
                  <a:pt x="46968" y="2705344"/>
                </a:lnTo>
                <a:cubicBezTo>
                  <a:pt x="21028" y="2705344"/>
                  <a:pt x="0" y="2684315"/>
                  <a:pt x="0" y="2658376"/>
                </a:cubicBezTo>
                <a:lnTo>
                  <a:pt x="0" y="46968"/>
                </a:lnTo>
                <a:cubicBezTo>
                  <a:pt x="0" y="21028"/>
                  <a:pt x="21028" y="0"/>
                  <a:pt x="46968" y="0"/>
                </a:cubicBezTo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CEACEAF1-A308-4074-8321-4C560FB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111" y="125650"/>
            <a:ext cx="2085369" cy="2705344"/>
          </a:xfrm>
          <a:custGeom xmlns:a="http://schemas.openxmlformats.org/drawingml/2006/main">
            <a:pathLst>
              <a:path w="2085369" h="2705344">
                <a:moveTo>
                  <a:pt x="46967" y="0"/>
                </a:moveTo>
                <a:lnTo>
                  <a:pt x="2038401" y="0"/>
                </a:lnTo>
                <a:cubicBezTo>
                  <a:pt x="2064340" y="0"/>
                  <a:pt x="2085369" y="21028"/>
                  <a:pt x="2085369" y="46968"/>
                </a:cubicBezTo>
                <a:lnTo>
                  <a:pt x="2085369" y="2658376"/>
                </a:lnTo>
                <a:cubicBezTo>
                  <a:pt x="2085369" y="2684315"/>
                  <a:pt x="2064340" y="2705344"/>
                  <a:pt x="2038401" y="2705344"/>
                </a:cubicBezTo>
                <a:lnTo>
                  <a:pt x="46967" y="2705344"/>
                </a:lnTo>
                <a:cubicBezTo>
                  <a:pt x="21028" y="2705344"/>
                  <a:pt x="0" y="2684315"/>
                  <a:pt x="0" y="2658376"/>
                </a:cubicBezTo>
                <a:lnTo>
                  <a:pt x="0" y="46968"/>
                </a:lnTo>
                <a:cubicBezTo>
                  <a:pt x="0" y="21028"/>
                  <a:pt x="21028" y="0"/>
                  <a:pt x="4696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87">
            <a:solidFill>
              <a:srgbClr val="000000"/>
            </a:solidFill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E3889C3D-3648-44E9-B69C-66D72761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38" y="732043"/>
            <a:ext cx="95" cy="639193"/>
          </a:xfrm>
          <a:custGeom xmlns:a="http://schemas.openxmlformats.org/drawingml/2006/main">
            <a:pathLst>
              <a:path w="95" h="639193">
                <a:moveTo>
                  <a:pt x="0" y="0"/>
                </a:moveTo>
                <a:lnTo>
                  <a:pt x="0" y="639193"/>
                </a:lnTo>
              </a:path>
            </a:pathLst>
          </a:custGeom>
          <a:noFill xmlns:a="http://schemas.openxmlformats.org/drawingml/2006/main"/>
          <a:ln xmlns:a="http://schemas.openxmlformats.org/drawingml/2006/main" w="37574">
            <a:solidFill>
              <a:srgbClr val="000000"/>
            </a:solidFill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CBFE5FF3-0E41-4064-A4BC-0D8CD7E5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48" y="1371236"/>
            <a:ext cx="90178" cy="120238"/>
          </a:xfrm>
          <a:custGeom xmlns:a="http://schemas.openxmlformats.org/drawingml/2006/main">
            <a:pathLst>
              <a:path w="90178" h="120238">
                <a:moveTo>
                  <a:pt x="45089" y="120238"/>
                </a:moveTo>
                <a:lnTo>
                  <a:pt x="90178" y="0"/>
                </a:lnTo>
                <a:lnTo>
                  <a:pt x="0" y="0"/>
                </a:lnTo>
                <a:lnTo>
                  <a:pt x="45089" y="1202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70557A57-F76E-4AA8-B0A0-8E4A9344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48" y="1371236"/>
            <a:ext cx="90178" cy="120237"/>
          </a:xfrm>
          <a:custGeom xmlns:a="http://schemas.openxmlformats.org/drawingml/2006/main">
            <a:pathLst>
              <a:path w="90178" h="120237">
                <a:moveTo>
                  <a:pt x="45089" y="120237"/>
                </a:moveTo>
                <a:lnTo>
                  <a:pt x="90178" y="0"/>
                </a:lnTo>
                <a:lnTo>
                  <a:pt x="0" y="0"/>
                </a:lnTo>
                <a:lnTo>
                  <a:pt x="45089" y="120237"/>
                </a:lnTo>
              </a:path>
            </a:pathLst>
          </a:custGeom>
          <a:noFill xmlns:a="http://schemas.openxmlformats.org/drawingml/2006/main"/>
          <a:ln xmlns:a="http://schemas.openxmlformats.org/drawingml/2006/main" w="37574">
            <a:solidFill>
              <a:srgbClr val="000000"/>
            </a:solidFill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BDB386E8-75D1-4BAF-9A8D-662DCF8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040" y="2309652"/>
            <a:ext cx="365116" cy="670703"/>
          </a:xfrm>
          <a:custGeom xmlns:a="http://schemas.openxmlformats.org/drawingml/2006/main">
            <a:pathLst>
              <a:path w="365116" h="670703">
                <a:moveTo>
                  <a:pt x="0" y="0"/>
                </a:moveTo>
                <a:lnTo>
                  <a:pt x="365116" y="670703"/>
                </a:lnTo>
              </a:path>
            </a:pathLst>
          </a:custGeom>
          <a:noFill xmlns:a="http://schemas.openxmlformats.org/drawingml/2006/main"/>
          <a:ln xmlns:a="http://schemas.openxmlformats.org/drawingml/2006/main" w="37574">
            <a:solidFill>
              <a:srgbClr val="000000"/>
            </a:solidFill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478A1701-01BF-412C-9831-0EBB410D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555" y="2958796"/>
            <a:ext cx="97089" cy="127162"/>
          </a:xfrm>
          <a:custGeom xmlns:a="http://schemas.openxmlformats.org/drawingml/2006/main">
            <a:pathLst>
              <a:path w="97089" h="127162">
                <a:moveTo>
                  <a:pt x="97089" y="127162"/>
                </a:moveTo>
                <a:lnTo>
                  <a:pt x="79202" y="0"/>
                </a:lnTo>
                <a:lnTo>
                  <a:pt x="0" y="43117"/>
                </a:lnTo>
                <a:lnTo>
                  <a:pt x="97089" y="1271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A544F3E1-65C3-4AC8-96F8-E34A83C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555" y="2958796"/>
            <a:ext cx="97089" cy="127162"/>
          </a:xfrm>
          <a:custGeom xmlns:a="http://schemas.openxmlformats.org/drawingml/2006/main">
            <a:pathLst>
              <a:path w="97089" h="127162">
                <a:moveTo>
                  <a:pt x="97089" y="127162"/>
                </a:moveTo>
                <a:lnTo>
                  <a:pt x="79202" y="0"/>
                </a:lnTo>
                <a:lnTo>
                  <a:pt x="0" y="43117"/>
                </a:lnTo>
                <a:lnTo>
                  <a:pt x="97089" y="127162"/>
                </a:lnTo>
              </a:path>
            </a:pathLst>
          </a:custGeom>
          <a:noFill xmlns:a="http://schemas.openxmlformats.org/drawingml/2006/main"/>
          <a:ln xmlns:a="http://schemas.openxmlformats.org/drawingml/2006/main" w="37574">
            <a:solidFill>
              <a:srgbClr val="000000"/>
            </a:solidFill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CEB41C28-ED4E-4D13-8AAA-6DA37719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144" y="733772"/>
            <a:ext cx="95" cy="2224975"/>
          </a:xfrm>
          <a:custGeom xmlns:a="http://schemas.openxmlformats.org/drawingml/2006/main">
            <a:pathLst>
              <a:path w="95" h="2224975">
                <a:moveTo>
                  <a:pt x="0" y="0"/>
                </a:moveTo>
                <a:lnTo>
                  <a:pt x="0" y="2224975"/>
                </a:lnTo>
              </a:path>
            </a:pathLst>
          </a:custGeom>
          <a:noFill xmlns:a="http://schemas.openxmlformats.org/drawingml/2006/main"/>
          <a:ln xmlns:a="http://schemas.openxmlformats.org/drawingml/2006/main" w="37574">
            <a:solidFill>
              <a:srgbClr val="000000"/>
            </a:solidFill>
            <a:prstDash val="solid"/>
          </a:ln>
        </p:spPr>
      </p:sp>
      <p:sp>
        <p:nvSpPr>
          <p:cNvPr id="10" name="pdf-path-13">
            <a:extLst xmlns:a="http://schemas.openxmlformats.org/drawingml/2006/main">
              <a:ext uri="{FF2B5EF4-FFF2-40B4-BE49-F238E27FC236}">
                <a16:creationId xmlns:a16="http://schemas.microsoft.com/office/drawing/2014/main" id="{2E2B535C-B5EE-4D4A-8202-E46DDD96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0055" y="2958747"/>
            <a:ext cx="90178" cy="120237"/>
          </a:xfrm>
          <a:custGeom xmlns:a="http://schemas.openxmlformats.org/drawingml/2006/main">
            <a:pathLst>
              <a:path w="90178" h="120237">
                <a:moveTo>
                  <a:pt x="45089" y="120237"/>
                </a:moveTo>
                <a:lnTo>
                  <a:pt x="90178" y="0"/>
                </a:lnTo>
                <a:lnTo>
                  <a:pt x="0" y="0"/>
                </a:lnTo>
                <a:lnTo>
                  <a:pt x="45089" y="1202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7574">
            <a:solidFill>
              <a:srgbClr val="000000"/>
            </a:solidFill>
            <a:prstDash val="solid"/>
          </a:ln>
        </p:spPr>
      </p:sp>
      <p:sp>
        <p:nvSpPr>
          <p:cNvPr id="11" name="pdf-path-15">
            <a:extLst xmlns:a="http://schemas.openxmlformats.org/drawingml/2006/main">
              <a:ext uri="{FF2B5EF4-FFF2-40B4-BE49-F238E27FC236}">
                <a16:creationId xmlns:a16="http://schemas.microsoft.com/office/drawing/2014/main" id="{4FEFF2AD-A87A-447C-8219-9987E6AD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510" y="211082"/>
            <a:ext cx="824854" cy="824854"/>
          </a:xfrm>
          <a:custGeom xmlns:a="http://schemas.openxmlformats.org/drawingml/2006/main">
            <a:pathLst>
              <a:path w="824854" h="824854">
                <a:moveTo>
                  <a:pt x="678116" y="146738"/>
                </a:moveTo>
                <a:cubicBezTo>
                  <a:pt x="824854" y="293474"/>
                  <a:pt x="824854" y="531380"/>
                  <a:pt x="678116" y="678116"/>
                </a:cubicBezTo>
                <a:cubicBezTo>
                  <a:pt x="531380" y="824854"/>
                  <a:pt x="293473" y="824854"/>
                  <a:pt x="146738" y="678116"/>
                </a:cubicBezTo>
                <a:cubicBezTo>
                  <a:pt x="0" y="531380"/>
                  <a:pt x="0" y="293474"/>
                  <a:pt x="146738" y="146738"/>
                </a:cubicBezTo>
                <a:cubicBezTo>
                  <a:pt x="293473" y="0"/>
                  <a:pt x="531380" y="0"/>
                  <a:pt x="678116" y="146738"/>
                </a:cubicBezTo>
              </a:path>
            </a:pathLst>
          </a:custGeom>
          <a:solidFill xmlns:a="http://schemas.openxmlformats.org/drawingml/2006/main">
            <a:srgbClr val="66A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6">
            <a:extLst xmlns:a="http://schemas.openxmlformats.org/drawingml/2006/main">
              <a:ext uri="{FF2B5EF4-FFF2-40B4-BE49-F238E27FC236}">
                <a16:creationId xmlns:a16="http://schemas.microsoft.com/office/drawing/2014/main" id="{50F214F0-DB80-4A03-82F9-93CD080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511" y="211082"/>
            <a:ext cx="824853" cy="824853"/>
          </a:xfrm>
          <a:custGeom xmlns:a="http://schemas.openxmlformats.org/drawingml/2006/main">
            <a:pathLst>
              <a:path w="824853" h="824853">
                <a:moveTo>
                  <a:pt x="678116" y="146737"/>
                </a:moveTo>
                <a:cubicBezTo>
                  <a:pt x="824853" y="293474"/>
                  <a:pt x="824853" y="531380"/>
                  <a:pt x="678116" y="678116"/>
                </a:cubicBezTo>
                <a:cubicBezTo>
                  <a:pt x="531380" y="824853"/>
                  <a:pt x="293473" y="824853"/>
                  <a:pt x="146737" y="678116"/>
                </a:cubicBezTo>
                <a:cubicBezTo>
                  <a:pt x="0" y="531380"/>
                  <a:pt x="0" y="293474"/>
                  <a:pt x="146737" y="146737"/>
                </a:cubicBezTo>
                <a:cubicBezTo>
                  <a:pt x="293473" y="0"/>
                  <a:pt x="531380" y="0"/>
                  <a:pt x="678116" y="1467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87">
            <a:solidFill>
              <a:srgbClr val="000000"/>
            </a:solidFill>
            <a:prstDash val="solid"/>
          </a:ln>
        </p:spPr>
      </p:sp>
      <p:sp>
        <p:nvSpPr>
          <p:cNvPr id="13" name="pdf-path-19">
            <a:extLst xmlns:a="http://schemas.openxmlformats.org/drawingml/2006/main">
              <a:ext uri="{FF2B5EF4-FFF2-40B4-BE49-F238E27FC236}">
                <a16:creationId xmlns:a16="http://schemas.microsoft.com/office/drawing/2014/main" id="{9AF7378A-A9AE-4253-8C10-48B8C1EF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718" y="211082"/>
            <a:ext cx="824854" cy="824854"/>
          </a:xfrm>
          <a:custGeom xmlns:a="http://schemas.openxmlformats.org/drawingml/2006/main">
            <a:pathLst>
              <a:path w="824854" h="824854">
                <a:moveTo>
                  <a:pt x="678116" y="146738"/>
                </a:moveTo>
                <a:cubicBezTo>
                  <a:pt x="824854" y="293474"/>
                  <a:pt x="824854" y="531380"/>
                  <a:pt x="678116" y="678116"/>
                </a:cubicBezTo>
                <a:cubicBezTo>
                  <a:pt x="531380" y="824854"/>
                  <a:pt x="293473" y="824854"/>
                  <a:pt x="146738" y="678116"/>
                </a:cubicBezTo>
                <a:cubicBezTo>
                  <a:pt x="0" y="531380"/>
                  <a:pt x="0" y="293474"/>
                  <a:pt x="146738" y="146738"/>
                </a:cubicBezTo>
                <a:cubicBezTo>
                  <a:pt x="293473" y="0"/>
                  <a:pt x="531380" y="0"/>
                  <a:pt x="678116" y="146738"/>
                </a:cubicBezTo>
              </a:path>
            </a:pathLst>
          </a:custGeom>
          <a:solidFill xmlns:a="http://schemas.openxmlformats.org/drawingml/2006/main">
            <a:srgbClr val="66A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20">
            <a:extLst xmlns:a="http://schemas.openxmlformats.org/drawingml/2006/main">
              <a:ext uri="{FF2B5EF4-FFF2-40B4-BE49-F238E27FC236}">
                <a16:creationId xmlns:a16="http://schemas.microsoft.com/office/drawing/2014/main" id="{D59B115D-E4F4-40CC-82B8-A7E6D20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718" y="211082"/>
            <a:ext cx="824854" cy="824853"/>
          </a:xfrm>
          <a:custGeom xmlns:a="http://schemas.openxmlformats.org/drawingml/2006/main">
            <a:pathLst>
              <a:path w="824854" h="824853">
                <a:moveTo>
                  <a:pt x="678116" y="146737"/>
                </a:moveTo>
                <a:cubicBezTo>
                  <a:pt x="824854" y="293474"/>
                  <a:pt x="824854" y="531380"/>
                  <a:pt x="678116" y="678116"/>
                </a:cubicBezTo>
                <a:cubicBezTo>
                  <a:pt x="531380" y="824853"/>
                  <a:pt x="293473" y="824853"/>
                  <a:pt x="146738" y="678116"/>
                </a:cubicBezTo>
                <a:cubicBezTo>
                  <a:pt x="0" y="531380"/>
                  <a:pt x="0" y="293474"/>
                  <a:pt x="146738" y="146737"/>
                </a:cubicBezTo>
                <a:cubicBezTo>
                  <a:pt x="293473" y="0"/>
                  <a:pt x="531380" y="0"/>
                  <a:pt x="678116" y="1467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87">
            <a:solidFill>
              <a:srgbClr val="000000"/>
            </a:solidFill>
            <a:prstDash val="solid"/>
          </a:ln>
        </p:spPr>
      </p:sp>
      <p:sp>
        <p:nvSpPr>
          <p:cNvPr id="15" name="pdf-path-23">
            <a:extLst xmlns:a="http://schemas.openxmlformats.org/drawingml/2006/main">
              <a:ext uri="{FF2B5EF4-FFF2-40B4-BE49-F238E27FC236}">
                <a16:creationId xmlns:a16="http://schemas.microsoft.com/office/drawing/2014/main" id="{5BE8BB62-34F5-4B28-88BE-B35C2AC2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195" y="1553471"/>
            <a:ext cx="751484" cy="751484"/>
          </a:xfrm>
          <a:custGeom xmlns:a="http://schemas.openxmlformats.org/drawingml/2006/main">
            <a:pathLst>
              <a:path w="751484" h="751484">
                <a:moveTo>
                  <a:pt x="46967" y="0"/>
                </a:moveTo>
                <a:lnTo>
                  <a:pt x="704516" y="0"/>
                </a:lnTo>
                <a:cubicBezTo>
                  <a:pt x="730455" y="0"/>
                  <a:pt x="751484" y="21028"/>
                  <a:pt x="751484" y="46968"/>
                </a:cubicBezTo>
                <a:lnTo>
                  <a:pt x="751484" y="704517"/>
                </a:lnTo>
                <a:cubicBezTo>
                  <a:pt x="751484" y="730456"/>
                  <a:pt x="730455" y="751484"/>
                  <a:pt x="704516" y="751484"/>
                </a:cubicBezTo>
                <a:lnTo>
                  <a:pt x="46967" y="751484"/>
                </a:lnTo>
                <a:cubicBezTo>
                  <a:pt x="21028" y="751484"/>
                  <a:pt x="0" y="730456"/>
                  <a:pt x="0" y="704517"/>
                </a:cubicBezTo>
                <a:lnTo>
                  <a:pt x="0" y="46968"/>
                </a:lnTo>
                <a:cubicBezTo>
                  <a:pt x="0" y="21028"/>
                  <a:pt x="21028" y="0"/>
                  <a:pt x="46967" y="0"/>
                </a:cubicBezTo>
              </a:path>
            </a:pathLst>
          </a:custGeom>
          <a:solidFill xmlns:a="http://schemas.openxmlformats.org/drawingml/2006/main">
            <a:srgbClr val="00A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24">
            <a:extLst xmlns:a="http://schemas.openxmlformats.org/drawingml/2006/main">
              <a:ext uri="{FF2B5EF4-FFF2-40B4-BE49-F238E27FC236}">
                <a16:creationId xmlns:a16="http://schemas.microsoft.com/office/drawing/2014/main" id="{DD36603A-E804-4D50-B0C9-9C80993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195" y="1553471"/>
            <a:ext cx="751484" cy="751484"/>
          </a:xfrm>
          <a:custGeom xmlns:a="http://schemas.openxmlformats.org/drawingml/2006/main">
            <a:pathLst>
              <a:path w="751484" h="751484">
                <a:moveTo>
                  <a:pt x="46967" y="0"/>
                </a:moveTo>
                <a:lnTo>
                  <a:pt x="704516" y="0"/>
                </a:lnTo>
                <a:cubicBezTo>
                  <a:pt x="730456" y="0"/>
                  <a:pt x="751484" y="21028"/>
                  <a:pt x="751484" y="46967"/>
                </a:cubicBezTo>
                <a:lnTo>
                  <a:pt x="751484" y="704517"/>
                </a:lnTo>
                <a:cubicBezTo>
                  <a:pt x="751484" y="730456"/>
                  <a:pt x="730456" y="751484"/>
                  <a:pt x="704516" y="751484"/>
                </a:cubicBezTo>
                <a:lnTo>
                  <a:pt x="46967" y="751484"/>
                </a:lnTo>
                <a:cubicBezTo>
                  <a:pt x="21028" y="751484"/>
                  <a:pt x="0" y="730456"/>
                  <a:pt x="0" y="704517"/>
                </a:cubicBezTo>
                <a:lnTo>
                  <a:pt x="0" y="46967"/>
                </a:lnTo>
                <a:cubicBezTo>
                  <a:pt x="0" y="21028"/>
                  <a:pt x="21028" y="0"/>
                  <a:pt x="4696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87">
            <a:solidFill>
              <a:srgbClr val="000000"/>
            </a:solidFill>
            <a:prstDash val="solid"/>
          </a:ln>
        </p:spPr>
      </p:sp>
      <p:sp>
        <p:nvSpPr>
          <p:cNvPr id="17" name="pdf-path-25">
            <a:extLst xmlns:a="http://schemas.openxmlformats.org/drawingml/2006/main">
              <a:ext uri="{FF2B5EF4-FFF2-40B4-BE49-F238E27FC236}">
                <a16:creationId xmlns:a16="http://schemas.microsoft.com/office/drawing/2014/main" id="{02E8DCBB-0881-4A96-9333-F4415B08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402" y="3140982"/>
            <a:ext cx="751484" cy="751484"/>
          </a:xfrm>
          <a:custGeom xmlns:a="http://schemas.openxmlformats.org/drawingml/2006/main">
            <a:pathLst>
              <a:path w="751484" h="751484">
                <a:moveTo>
                  <a:pt x="46968" y="0"/>
                </a:moveTo>
                <a:lnTo>
                  <a:pt x="704517" y="0"/>
                </a:lnTo>
                <a:cubicBezTo>
                  <a:pt x="730457" y="0"/>
                  <a:pt x="751484" y="21028"/>
                  <a:pt x="751484" y="46968"/>
                </a:cubicBezTo>
                <a:lnTo>
                  <a:pt x="751484" y="704517"/>
                </a:lnTo>
                <a:cubicBezTo>
                  <a:pt x="751484" y="730456"/>
                  <a:pt x="730457" y="751484"/>
                  <a:pt x="704517" y="751484"/>
                </a:cubicBezTo>
                <a:lnTo>
                  <a:pt x="46968" y="751484"/>
                </a:lnTo>
                <a:cubicBezTo>
                  <a:pt x="21029" y="751484"/>
                  <a:pt x="0" y="730456"/>
                  <a:pt x="0" y="704517"/>
                </a:cubicBezTo>
                <a:lnTo>
                  <a:pt x="0" y="46968"/>
                </a:lnTo>
                <a:cubicBezTo>
                  <a:pt x="0" y="21028"/>
                  <a:pt x="21029" y="0"/>
                  <a:pt x="46968" y="0"/>
                </a:cubicBezTo>
              </a:path>
            </a:pathLst>
          </a:custGeom>
          <a:solidFill xmlns:a="http://schemas.openxmlformats.org/drawingml/2006/main">
            <a:srgbClr val="0B9B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26">
            <a:extLst xmlns:a="http://schemas.openxmlformats.org/drawingml/2006/main">
              <a:ext uri="{FF2B5EF4-FFF2-40B4-BE49-F238E27FC236}">
                <a16:creationId xmlns:a16="http://schemas.microsoft.com/office/drawing/2014/main" id="{FDFCDEC6-D048-4472-AB68-5DC2288E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402" y="3140982"/>
            <a:ext cx="751484" cy="751484"/>
          </a:xfrm>
          <a:custGeom xmlns:a="http://schemas.openxmlformats.org/drawingml/2006/main">
            <a:pathLst>
              <a:path w="751484" h="751484">
                <a:moveTo>
                  <a:pt x="46968" y="0"/>
                </a:moveTo>
                <a:lnTo>
                  <a:pt x="704517" y="0"/>
                </a:lnTo>
                <a:cubicBezTo>
                  <a:pt x="730457" y="0"/>
                  <a:pt x="751484" y="21028"/>
                  <a:pt x="751484" y="46968"/>
                </a:cubicBezTo>
                <a:lnTo>
                  <a:pt x="751484" y="704516"/>
                </a:lnTo>
                <a:cubicBezTo>
                  <a:pt x="751484" y="730456"/>
                  <a:pt x="730457" y="751484"/>
                  <a:pt x="704517" y="751484"/>
                </a:cubicBezTo>
                <a:lnTo>
                  <a:pt x="46968" y="751484"/>
                </a:lnTo>
                <a:cubicBezTo>
                  <a:pt x="21029" y="751484"/>
                  <a:pt x="0" y="730456"/>
                  <a:pt x="0" y="704516"/>
                </a:cubicBezTo>
                <a:lnTo>
                  <a:pt x="0" y="46968"/>
                </a:lnTo>
                <a:cubicBezTo>
                  <a:pt x="0" y="21028"/>
                  <a:pt x="21029" y="0"/>
                  <a:pt x="4696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87">
            <a:solidFill>
              <a:srgbClr val="000000"/>
            </a:solidFill>
            <a:prstDash val="solid"/>
          </a:ln>
        </p:spPr>
      </p:sp>
      <p:sp>
        <p:nvSpPr>
          <p:cNvPr id="19" name="pdf-path-27">
            <a:extLst xmlns:a="http://schemas.openxmlformats.org/drawingml/2006/main">
              <a:ext uri="{FF2B5EF4-FFF2-40B4-BE49-F238E27FC236}">
                <a16:creationId xmlns:a16="http://schemas.microsoft.com/office/drawing/2014/main" id="{66CB6879-37BF-4E2A-AC2E-2AC8669B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6431" y="3331201"/>
            <a:ext cx="417427" cy="371045"/>
          </a:xfrm>
          <a:custGeom xmlns:a="http://schemas.openxmlformats.org/drawingml/2006/main">
            <a:pathLst>
              <a:path w="417427" h="371045">
                <a:moveTo>
                  <a:pt x="0" y="0"/>
                </a:moveTo>
                <a:lnTo>
                  <a:pt x="417427" y="0"/>
                </a:lnTo>
                <a:lnTo>
                  <a:pt x="417427" y="371045"/>
                </a:lnTo>
                <a:lnTo>
                  <a:pt x="0" y="371045"/>
                </a:lnTo>
                <a:close/>
              </a:path>
            </a:pathLst>
          </a:custGeom>
          <a:solidFill xmlns:a="http://schemas.openxmlformats.org/drawingml/2006/main">
            <a:srgbClr val="0B9B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8">
            <a:extLst xmlns:a="http://schemas.openxmlformats.org/drawingml/2006/main">
              <a:ext uri="{FF2B5EF4-FFF2-40B4-BE49-F238E27FC236}">
                <a16:creationId xmlns:a16="http://schemas.microsoft.com/office/drawing/2014/main" id="{E00C0DA9-CC55-48CD-9726-3D0359AB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026" y="3326431"/>
            <a:ext cx="403077" cy="368980"/>
          </a:xfrm>
          <a:custGeom xmlns:a="http://schemas.openxmlformats.org/drawingml/2006/main">
            <a:pathLst>
              <a:path w="403077" h="368980">
                <a:moveTo>
                  <a:pt x="222374" y="48338"/>
                </a:moveTo>
                <a:lnTo>
                  <a:pt x="362277" y="48338"/>
                </a:lnTo>
                <a:cubicBezTo>
                  <a:pt x="373111" y="48338"/>
                  <a:pt x="403077" y="48338"/>
                  <a:pt x="403077" y="20002"/>
                </a:cubicBezTo>
                <a:cubicBezTo>
                  <a:pt x="403077" y="0"/>
                  <a:pt x="385611" y="0"/>
                  <a:pt x="369776" y="0"/>
                </a:cubicBezTo>
                <a:lnTo>
                  <a:pt x="136569" y="0"/>
                </a:lnTo>
                <a:cubicBezTo>
                  <a:pt x="119901" y="0"/>
                  <a:pt x="87435" y="0"/>
                  <a:pt x="50801" y="39171"/>
                </a:cubicBezTo>
                <a:cubicBezTo>
                  <a:pt x="23299" y="69138"/>
                  <a:pt x="0" y="109104"/>
                  <a:pt x="0" y="114104"/>
                </a:cubicBezTo>
                <a:cubicBezTo>
                  <a:pt x="0" y="114938"/>
                  <a:pt x="0" y="122438"/>
                  <a:pt x="9965" y="122438"/>
                </a:cubicBezTo>
                <a:cubicBezTo>
                  <a:pt x="16631" y="122438"/>
                  <a:pt x="18298" y="119103"/>
                  <a:pt x="23299" y="112436"/>
                </a:cubicBezTo>
                <a:cubicBezTo>
                  <a:pt x="64100" y="48338"/>
                  <a:pt x="111602" y="48338"/>
                  <a:pt x="129068" y="48338"/>
                </a:cubicBezTo>
                <a:lnTo>
                  <a:pt x="198205" y="48338"/>
                </a:lnTo>
                <a:lnTo>
                  <a:pt x="116603" y="315679"/>
                </a:lnTo>
                <a:cubicBezTo>
                  <a:pt x="113270" y="325680"/>
                  <a:pt x="108270" y="343145"/>
                  <a:pt x="108270" y="346479"/>
                </a:cubicBezTo>
                <a:cubicBezTo>
                  <a:pt x="108270" y="355646"/>
                  <a:pt x="114104" y="368980"/>
                  <a:pt x="132402" y="368980"/>
                </a:cubicBezTo>
                <a:cubicBezTo>
                  <a:pt x="159904" y="368980"/>
                  <a:pt x="164071" y="345645"/>
                  <a:pt x="166572" y="333144"/>
                </a:cubicBezTo>
                <a:lnTo>
                  <a:pt x="222374" y="483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9">
            <a:extLst xmlns:a="http://schemas.openxmlformats.org/drawingml/2006/main">
              <a:ext uri="{FF2B5EF4-FFF2-40B4-BE49-F238E27FC236}">
                <a16:creationId xmlns:a16="http://schemas.microsoft.com/office/drawing/2014/main" id="{5C5E6BEC-D4D3-4366-874D-9E154170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832" y="351380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df-path-30">
            <a:extLst xmlns:a="http://schemas.openxmlformats.org/drawingml/2006/main">
              <a:ext uri="{FF2B5EF4-FFF2-40B4-BE49-F238E27FC236}">
                <a16:creationId xmlns:a16="http://schemas.microsoft.com/office/drawing/2014/main" id="{D15ED14E-A9C7-40AA-85D3-F8737D6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144" y="3516721"/>
            <a:ext cx="95" cy="95"/>
          </a:xfrm>
          <a:custGeom xmlns:a="http://schemas.openxmlformats.org/drawingml/2006/main">
            <a:pathLst>
              <a:path w="95" h="95">
                <a:moveTo>
                  <a:pt x="0" y="3"/>
                </a:moveTo>
                <a:cubicBezTo>
                  <a:pt x="1" y="1"/>
                  <a:pt x="2" y="0"/>
                  <a:pt x="2" y="0"/>
                </a:cubicBezTo>
                <a:cubicBezTo>
                  <a:pt x="2" y="0"/>
                  <a:pt x="1" y="0"/>
                  <a:pt x="2" y="1"/>
                </a:cubicBezTo>
                <a:cubicBezTo>
                  <a:pt x="1" y="1"/>
                  <a:pt x="2" y="1"/>
                  <a:pt x="3" y="1"/>
                </a:cubicBezTo>
                <a:cubicBezTo>
                  <a:pt x="1" y="2"/>
                  <a:pt x="1" y="2"/>
                  <a:pt x="3" y="2"/>
                </a:cubicBezTo>
                <a:cubicBezTo>
                  <a:pt x="2" y="1"/>
                  <a:pt x="3" y="1"/>
                  <a:pt x="3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1"/>
                  <a:pt x="3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3" y="2"/>
                  <a:pt x="1" y="2"/>
                  <a:pt x="2" y="1"/>
                </a:cubicBezTo>
                <a:cubicBezTo>
                  <a:pt x="2" y="1"/>
                  <a:pt x="3" y="1"/>
                  <a:pt x="2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1"/>
                  <a:pt x="2" y="1"/>
                  <a:pt x="1" y="1"/>
                </a:cubicBezTo>
                <a:cubicBezTo>
                  <a:pt x="2" y="2"/>
                  <a:pt x="3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2" y="1"/>
                  <a:pt x="3" y="1"/>
                </a:cubicBezTo>
                <a:cubicBezTo>
                  <a:pt x="2" y="1"/>
                  <a:pt x="2" y="0"/>
                  <a:pt x="1" y="1"/>
                </a:cubicBezTo>
                <a:cubicBezTo>
                  <a:pt x="2" y="1"/>
                  <a:pt x="3" y="1"/>
                  <a:pt x="3" y="0"/>
                </a:cubicBezTo>
                <a:cubicBezTo>
                  <a:pt x="2" y="1"/>
                  <a:pt x="1" y="1"/>
                  <a:pt x="2" y="1"/>
                </a:cubicBezTo>
                <a:cubicBezTo>
                  <a:pt x="3" y="1"/>
                  <a:pt x="2" y="2"/>
                  <a:pt x="2" y="1"/>
                </a:cubicBezTo>
                <a:cubicBezTo>
                  <a:pt x="3" y="2"/>
                  <a:pt x="1" y="0"/>
                  <a:pt x="1" y="0"/>
                </a:cubicBezTo>
                <a:cubicBezTo>
                  <a:pt x="1" y="1"/>
                  <a:pt x="2" y="2"/>
                  <a:pt x="2" y="1"/>
                </a:cubicBezTo>
                <a:cubicBezTo>
                  <a:pt x="1" y="2"/>
                  <a:pt x="2" y="1"/>
                  <a:pt x="1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2"/>
                  <a:pt x="1" y="1"/>
                  <a:pt x="3" y="0"/>
                </a:cubicBezTo>
                <a:cubicBezTo>
                  <a:pt x="2" y="2"/>
                  <a:pt x="2" y="0"/>
                  <a:pt x="1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1"/>
                  <a:pt x="1" y="0"/>
                  <a:pt x="2" y="1"/>
                </a:cubicBezTo>
                <a:cubicBezTo>
                  <a:pt x="2" y="0"/>
                  <a:pt x="2" y="1"/>
                  <a:pt x="3" y="1"/>
                </a:cubicBezTo>
                <a:cubicBezTo>
                  <a:pt x="2" y="2"/>
                  <a:pt x="1" y="0"/>
                  <a:pt x="3" y="0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2" y="1"/>
                  <a:pt x="2" y="0"/>
                </a:cubicBezTo>
                <a:cubicBezTo>
                  <a:pt x="1" y="1"/>
                  <a:pt x="2" y="1"/>
                  <a:pt x="3" y="1"/>
                </a:cubicBezTo>
                <a:cubicBezTo>
                  <a:pt x="2" y="1"/>
                  <a:pt x="3" y="1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0"/>
                  <a:pt x="2" y="1"/>
                  <a:pt x="2" y="2"/>
                </a:cubicBezTo>
                <a:cubicBezTo>
                  <a:pt x="3" y="1"/>
                  <a:pt x="2" y="1"/>
                  <a:pt x="2" y="1"/>
                </a:cubicBezTo>
                <a:cubicBezTo>
                  <a:pt x="2" y="1"/>
                  <a:pt x="2" y="1"/>
                  <a:pt x="3" y="1"/>
                </a:cubicBezTo>
                <a:cubicBezTo>
                  <a:pt x="3" y="1"/>
                  <a:pt x="1" y="1"/>
                  <a:pt x="2" y="2"/>
                </a:cubicBezTo>
                <a:cubicBezTo>
                  <a:pt x="2" y="2"/>
                  <a:pt x="2" y="1"/>
                  <a:pt x="2" y="2"/>
                </a:cubicBezTo>
                <a:cubicBezTo>
                  <a:pt x="2" y="1"/>
                  <a:pt x="1" y="1"/>
                  <a:pt x="2" y="0"/>
                </a:cubicBezTo>
                <a:cubicBezTo>
                  <a:pt x="2" y="1"/>
                  <a:pt x="3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3" y="2"/>
                  <a:pt x="1" y="1"/>
                  <a:pt x="2" y="1"/>
                </a:cubicBezTo>
                <a:cubicBezTo>
                  <a:pt x="2" y="1"/>
                  <a:pt x="1" y="1"/>
                  <a:pt x="2" y="1"/>
                </a:cubicBezTo>
                <a:cubicBezTo>
                  <a:pt x="3" y="1"/>
                  <a:pt x="2" y="1"/>
                  <a:pt x="1" y="1"/>
                </a:cubicBezTo>
                <a:cubicBezTo>
                  <a:pt x="2" y="1"/>
                  <a:pt x="1" y="1"/>
                  <a:pt x="3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2" y="0"/>
                  <a:pt x="2" y="0"/>
                </a:cubicBezTo>
                <a:cubicBezTo>
                  <a:pt x="2" y="1"/>
                  <a:pt x="2" y="2"/>
                  <a:pt x="3" y="1"/>
                </a:cubicBezTo>
                <a:cubicBezTo>
                  <a:pt x="2" y="1"/>
                  <a:pt x="2" y="1"/>
                  <a:pt x="1" y="0"/>
                </a:cubicBezTo>
                <a:cubicBezTo>
                  <a:pt x="2" y="0"/>
                  <a:pt x="3" y="1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1"/>
                  <a:pt x="1" y="1"/>
                  <a:pt x="2" y="0"/>
                </a:cubicBezTo>
                <a:cubicBezTo>
                  <a:pt x="2" y="1"/>
                  <a:pt x="2" y="1"/>
                  <a:pt x="2" y="0"/>
                </a:cubicBezTo>
                <a:cubicBezTo>
                  <a:pt x="2" y="2"/>
                  <a:pt x="2" y="2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0"/>
                  <a:pt x="3" y="1"/>
                  <a:pt x="1" y="1"/>
                </a:cubicBezTo>
                <a:cubicBezTo>
                  <a:pt x="1" y="1"/>
                  <a:pt x="2" y="1"/>
                  <a:pt x="3" y="1"/>
                </a:cubicBezTo>
                <a:cubicBezTo>
                  <a:pt x="2" y="1"/>
                  <a:pt x="2" y="2"/>
                  <a:pt x="3" y="1"/>
                </a:cubicBezTo>
                <a:cubicBezTo>
                  <a:pt x="2" y="1"/>
                  <a:pt x="2" y="1"/>
                  <a:pt x="3" y="2"/>
                </a:cubicBezTo>
                <a:cubicBezTo>
                  <a:pt x="3" y="2"/>
                  <a:pt x="1" y="1"/>
                  <a:pt x="2" y="2"/>
                </a:cubicBezTo>
                <a:cubicBezTo>
                  <a:pt x="2" y="2"/>
                  <a:pt x="3" y="1"/>
                  <a:pt x="2" y="1"/>
                </a:cubicBezTo>
                <a:cubicBezTo>
                  <a:pt x="1" y="2"/>
                  <a:pt x="2" y="0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3" y="1"/>
                  <a:pt x="3" y="0"/>
                </a:cubicBezTo>
                <a:cubicBezTo>
                  <a:pt x="2" y="1"/>
                  <a:pt x="1" y="0"/>
                  <a:pt x="2" y="1"/>
                </a:cubicBezTo>
                <a:cubicBezTo>
                  <a:pt x="1" y="1"/>
                  <a:pt x="3" y="0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0"/>
                  <a:pt x="1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1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0"/>
                  <a:pt x="3" y="1"/>
                  <a:pt x="2" y="2"/>
                </a:cubicBezTo>
                <a:cubicBezTo>
                  <a:pt x="1" y="1"/>
                  <a:pt x="2" y="1"/>
                  <a:pt x="2" y="0"/>
                </a:cubicBezTo>
                <a:cubicBezTo>
                  <a:pt x="1" y="2"/>
                  <a:pt x="2" y="1"/>
                  <a:pt x="2" y="0"/>
                </a:cubicBezTo>
                <a:cubicBezTo>
                  <a:pt x="2" y="1"/>
                  <a:pt x="2" y="2"/>
                  <a:pt x="3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0"/>
                  <a:pt x="1" y="2"/>
                  <a:pt x="2" y="1"/>
                </a:cubicBezTo>
                <a:cubicBezTo>
                  <a:pt x="3" y="1"/>
                  <a:pt x="1" y="2"/>
                  <a:pt x="2" y="1"/>
                </a:cubicBezTo>
                <a:cubicBezTo>
                  <a:pt x="2" y="2"/>
                  <a:pt x="2" y="2"/>
                  <a:pt x="2" y="1"/>
                </a:cubicBezTo>
                <a:cubicBezTo>
                  <a:pt x="2" y="0"/>
                  <a:pt x="2" y="1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1"/>
                  <a:pt x="1" y="0"/>
                  <a:pt x="2" y="1"/>
                </a:cubicBezTo>
                <a:cubicBezTo>
                  <a:pt x="1" y="0"/>
                  <a:pt x="2" y="1"/>
                  <a:pt x="2" y="2"/>
                </a:cubicBezTo>
                <a:cubicBezTo>
                  <a:pt x="2" y="1"/>
                  <a:pt x="2" y="2"/>
                  <a:pt x="2" y="1"/>
                </a:cubicBezTo>
                <a:cubicBezTo>
                  <a:pt x="2" y="1"/>
                  <a:pt x="2" y="2"/>
                  <a:pt x="2" y="0"/>
                </a:cubicBezTo>
                <a:cubicBezTo>
                  <a:pt x="2" y="1"/>
                  <a:pt x="2" y="0"/>
                  <a:pt x="2" y="0"/>
                </a:cubicBezTo>
                <a:cubicBezTo>
                  <a:pt x="3" y="1"/>
                  <a:pt x="2" y="2"/>
                  <a:pt x="1" y="1"/>
                </a:cubicBezTo>
                <a:cubicBezTo>
                  <a:pt x="1" y="2"/>
                  <a:pt x="3" y="1"/>
                  <a:pt x="2" y="1"/>
                </a:cubicBezTo>
                <a:cubicBezTo>
                  <a:pt x="3" y="1"/>
                  <a:pt x="2" y="1"/>
                  <a:pt x="2" y="2"/>
                </a:cubicBezTo>
                <a:cubicBezTo>
                  <a:pt x="3" y="2"/>
                  <a:pt x="1" y="1"/>
                  <a:pt x="2" y="1"/>
                </a:cubicBezTo>
                <a:cubicBezTo>
                  <a:pt x="2" y="1"/>
                  <a:pt x="2" y="1"/>
                  <a:pt x="1" y="2"/>
                </a:cubicBezTo>
                <a:cubicBezTo>
                  <a:pt x="2" y="1"/>
                  <a:pt x="3" y="1"/>
                  <a:pt x="3" y="1"/>
                </a:cubicBezTo>
                <a:cubicBezTo>
                  <a:pt x="3" y="2"/>
                  <a:pt x="0" y="3"/>
                  <a:pt x="0" y="3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pdf-path-32">
            <a:extLst xmlns:a="http://schemas.openxmlformats.org/drawingml/2006/main">
              <a:ext uri="{FF2B5EF4-FFF2-40B4-BE49-F238E27FC236}">
                <a16:creationId xmlns:a16="http://schemas.microsoft.com/office/drawing/2014/main" id="{F2B75555-245C-4903-A927-05C1057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77" y="1668222"/>
            <a:ext cx="301835" cy="25898"/>
          </a:xfrm>
          <a:custGeom xmlns:a="http://schemas.openxmlformats.org/drawingml/2006/main">
            <a:pathLst>
              <a:path w="301835" h="25898">
                <a:moveTo>
                  <a:pt x="0" y="25898"/>
                </a:moveTo>
                <a:lnTo>
                  <a:pt x="301835" y="25898"/>
                </a:lnTo>
                <a:lnTo>
                  <a:pt x="30183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33">
            <a:extLst xmlns:a="http://schemas.openxmlformats.org/drawingml/2006/main">
              <a:ext uri="{FF2B5EF4-FFF2-40B4-BE49-F238E27FC236}">
                <a16:creationId xmlns:a16="http://schemas.microsoft.com/office/drawing/2014/main" id="{EABE2245-0FC3-4456-9285-C29E2F38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045" y="1801136"/>
            <a:ext cx="404631" cy="370401"/>
          </a:xfrm>
          <a:custGeom xmlns:a="http://schemas.openxmlformats.org/drawingml/2006/main">
            <a:pathLst>
              <a:path w="404631" h="370401">
                <a:moveTo>
                  <a:pt x="223231" y="48523"/>
                </a:moveTo>
                <a:lnTo>
                  <a:pt x="363673" y="48523"/>
                </a:lnTo>
                <a:cubicBezTo>
                  <a:pt x="374549" y="48523"/>
                  <a:pt x="404631" y="48523"/>
                  <a:pt x="404631" y="20079"/>
                </a:cubicBezTo>
                <a:cubicBezTo>
                  <a:pt x="404631" y="0"/>
                  <a:pt x="387096" y="0"/>
                  <a:pt x="371201" y="0"/>
                </a:cubicBezTo>
                <a:lnTo>
                  <a:pt x="137096" y="0"/>
                </a:lnTo>
                <a:cubicBezTo>
                  <a:pt x="120362" y="0"/>
                  <a:pt x="87771" y="0"/>
                  <a:pt x="50997" y="39321"/>
                </a:cubicBezTo>
                <a:cubicBezTo>
                  <a:pt x="23388" y="69403"/>
                  <a:pt x="0" y="109523"/>
                  <a:pt x="0" y="114542"/>
                </a:cubicBezTo>
                <a:cubicBezTo>
                  <a:pt x="0" y="115381"/>
                  <a:pt x="0" y="122909"/>
                  <a:pt x="10002" y="122909"/>
                </a:cubicBezTo>
                <a:cubicBezTo>
                  <a:pt x="16695" y="122909"/>
                  <a:pt x="18369" y="119562"/>
                  <a:pt x="23388" y="112869"/>
                </a:cubicBezTo>
                <a:cubicBezTo>
                  <a:pt x="64346" y="48523"/>
                  <a:pt x="112033" y="48523"/>
                  <a:pt x="129565" y="48523"/>
                </a:cubicBezTo>
                <a:lnTo>
                  <a:pt x="198968" y="48523"/>
                </a:lnTo>
                <a:lnTo>
                  <a:pt x="117053" y="316894"/>
                </a:lnTo>
                <a:cubicBezTo>
                  <a:pt x="113706" y="326934"/>
                  <a:pt x="108686" y="344466"/>
                  <a:pt x="108686" y="347813"/>
                </a:cubicBezTo>
                <a:cubicBezTo>
                  <a:pt x="108686" y="357015"/>
                  <a:pt x="114544" y="370401"/>
                  <a:pt x="132912" y="370401"/>
                </a:cubicBezTo>
                <a:cubicBezTo>
                  <a:pt x="160520" y="370401"/>
                  <a:pt x="164703" y="346976"/>
                  <a:pt x="167213" y="334428"/>
                </a:cubicBezTo>
                <a:lnTo>
                  <a:pt x="223231" y="485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4">
            <a:extLst xmlns:a="http://schemas.openxmlformats.org/drawingml/2006/main">
              <a:ext uri="{FF2B5EF4-FFF2-40B4-BE49-F238E27FC236}">
                <a16:creationId xmlns:a16="http://schemas.microsoft.com/office/drawing/2014/main" id="{E6278A56-2E42-48F6-B641-8C2B4944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613" y="191706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df-path-35">
            <a:extLst xmlns:a="http://schemas.openxmlformats.org/drawingml/2006/main">
              <a:ext uri="{FF2B5EF4-FFF2-40B4-BE49-F238E27FC236}">
                <a16:creationId xmlns:a16="http://schemas.microsoft.com/office/drawing/2014/main" id="{EA2C9F1D-F591-4567-965D-FFA74D7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38" y="1929210"/>
            <a:ext cx="95" cy="95"/>
          </a:xfrm>
          <a:custGeom xmlns:a="http://schemas.openxmlformats.org/drawingml/2006/main">
            <a:pathLst>
              <a:path w="95" h="95">
                <a:moveTo>
                  <a:pt x="0" y="3"/>
                </a:moveTo>
                <a:cubicBezTo>
                  <a:pt x="1" y="0"/>
                  <a:pt x="2" y="0"/>
                  <a:pt x="2" y="0"/>
                </a:cubicBezTo>
                <a:cubicBezTo>
                  <a:pt x="2" y="0"/>
                  <a:pt x="1" y="0"/>
                  <a:pt x="2" y="1"/>
                </a:cubicBezTo>
                <a:cubicBezTo>
                  <a:pt x="1" y="1"/>
                  <a:pt x="2" y="1"/>
                  <a:pt x="3" y="1"/>
                </a:cubicBezTo>
                <a:cubicBezTo>
                  <a:pt x="1" y="2"/>
                  <a:pt x="1" y="2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0"/>
                  <a:pt x="2" y="0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1"/>
                  <a:pt x="2" y="1"/>
                  <a:pt x="2" y="2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2"/>
                  <a:pt x="2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1"/>
                  <a:pt x="2" y="1"/>
                  <a:pt x="1" y="1"/>
                </a:cubicBezTo>
                <a:cubicBezTo>
                  <a:pt x="2" y="2"/>
                  <a:pt x="3" y="1"/>
                  <a:pt x="2" y="1"/>
                </a:cubicBezTo>
                <a:cubicBezTo>
                  <a:pt x="1" y="1"/>
                  <a:pt x="2" y="0"/>
                  <a:pt x="2" y="0"/>
                </a:cubicBezTo>
                <a:cubicBezTo>
                  <a:pt x="2" y="1"/>
                  <a:pt x="2" y="0"/>
                  <a:pt x="3" y="1"/>
                </a:cubicBezTo>
                <a:cubicBezTo>
                  <a:pt x="2" y="1"/>
                  <a:pt x="2" y="0"/>
                  <a:pt x="1" y="1"/>
                </a:cubicBezTo>
                <a:cubicBezTo>
                  <a:pt x="2" y="1"/>
                  <a:pt x="3" y="1"/>
                  <a:pt x="3" y="0"/>
                </a:cubicBezTo>
                <a:cubicBezTo>
                  <a:pt x="2" y="0"/>
                  <a:pt x="3" y="0"/>
                  <a:pt x="1" y="1"/>
                </a:cubicBezTo>
                <a:cubicBezTo>
                  <a:pt x="2" y="1"/>
                  <a:pt x="2" y="2"/>
                  <a:pt x="1" y="2"/>
                </a:cubicBezTo>
                <a:cubicBezTo>
                  <a:pt x="2" y="0"/>
                  <a:pt x="3" y="1"/>
                  <a:pt x="2" y="1"/>
                </a:cubicBezTo>
                <a:cubicBezTo>
                  <a:pt x="2" y="2"/>
                  <a:pt x="1" y="2"/>
                  <a:pt x="2" y="2"/>
                </a:cubicBezTo>
                <a:cubicBezTo>
                  <a:pt x="2" y="0"/>
                  <a:pt x="1" y="1"/>
                  <a:pt x="2" y="1"/>
                </a:cubicBezTo>
                <a:cubicBezTo>
                  <a:pt x="2" y="1"/>
                  <a:pt x="2" y="2"/>
                  <a:pt x="2" y="1"/>
                </a:cubicBezTo>
                <a:cubicBezTo>
                  <a:pt x="3" y="2"/>
                  <a:pt x="2" y="2"/>
                  <a:pt x="3" y="1"/>
                </a:cubicBezTo>
                <a:cubicBezTo>
                  <a:pt x="3" y="1"/>
                  <a:pt x="2" y="0"/>
                  <a:pt x="2" y="0"/>
                </a:cubicBezTo>
                <a:cubicBezTo>
                  <a:pt x="2" y="0"/>
                  <a:pt x="2" y="1"/>
                  <a:pt x="3" y="0"/>
                </a:cubicBezTo>
                <a:cubicBezTo>
                  <a:pt x="2" y="1"/>
                  <a:pt x="2" y="1"/>
                  <a:pt x="3" y="1"/>
                </a:cubicBezTo>
                <a:cubicBezTo>
                  <a:pt x="1" y="0"/>
                  <a:pt x="2" y="0"/>
                  <a:pt x="2" y="0"/>
                </a:cubicBezTo>
                <a:cubicBezTo>
                  <a:pt x="1" y="1"/>
                  <a:pt x="2" y="1"/>
                  <a:pt x="1" y="1"/>
                </a:cubicBezTo>
                <a:cubicBezTo>
                  <a:pt x="2" y="2"/>
                  <a:pt x="1" y="1"/>
                  <a:pt x="2" y="0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2"/>
                  <a:pt x="2" y="1"/>
                </a:cubicBezTo>
                <a:cubicBezTo>
                  <a:pt x="1" y="1"/>
                  <a:pt x="2" y="0"/>
                  <a:pt x="2" y="0"/>
                </a:cubicBezTo>
                <a:cubicBezTo>
                  <a:pt x="1" y="0"/>
                  <a:pt x="2" y="2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2" y="0"/>
                  <a:pt x="3" y="0"/>
                  <a:pt x="1" y="1"/>
                </a:cubicBezTo>
                <a:cubicBezTo>
                  <a:pt x="1" y="2"/>
                  <a:pt x="1" y="1"/>
                  <a:pt x="1" y="1"/>
                </a:cubicBezTo>
                <a:cubicBezTo>
                  <a:pt x="1" y="1"/>
                  <a:pt x="2" y="1"/>
                  <a:pt x="2" y="2"/>
                </a:cubicBezTo>
                <a:cubicBezTo>
                  <a:pt x="2" y="1"/>
                  <a:pt x="1" y="0"/>
                  <a:pt x="2" y="0"/>
                </a:cubicBezTo>
                <a:cubicBezTo>
                  <a:pt x="2" y="0"/>
                  <a:pt x="1" y="2"/>
                  <a:pt x="2" y="1"/>
                </a:cubicBezTo>
                <a:cubicBezTo>
                  <a:pt x="3" y="2"/>
                  <a:pt x="1" y="1"/>
                  <a:pt x="2" y="1"/>
                </a:cubicBezTo>
                <a:cubicBezTo>
                  <a:pt x="3" y="1"/>
                  <a:pt x="2" y="1"/>
                  <a:pt x="3" y="0"/>
                </a:cubicBezTo>
                <a:cubicBezTo>
                  <a:pt x="2" y="1"/>
                  <a:pt x="1" y="0"/>
                  <a:pt x="2" y="0"/>
                </a:cubicBezTo>
                <a:cubicBezTo>
                  <a:pt x="2" y="1"/>
                  <a:pt x="1" y="1"/>
                  <a:pt x="2" y="0"/>
                </a:cubicBezTo>
                <a:cubicBezTo>
                  <a:pt x="1" y="1"/>
                  <a:pt x="2" y="0"/>
                  <a:pt x="2" y="2"/>
                </a:cubicBezTo>
                <a:cubicBezTo>
                  <a:pt x="3" y="1"/>
                  <a:pt x="2" y="1"/>
                  <a:pt x="2" y="1"/>
                </a:cubicBezTo>
                <a:cubicBezTo>
                  <a:pt x="1" y="1"/>
                  <a:pt x="2" y="1"/>
                  <a:pt x="1" y="1"/>
                </a:cubicBezTo>
                <a:cubicBezTo>
                  <a:pt x="3" y="2"/>
                  <a:pt x="3" y="1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0"/>
                  <a:pt x="2" y="1"/>
                  <a:pt x="2" y="2"/>
                </a:cubicBezTo>
                <a:cubicBezTo>
                  <a:pt x="2" y="1"/>
                  <a:pt x="2" y="1"/>
                  <a:pt x="3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0"/>
                  <a:pt x="2" y="0"/>
                  <a:pt x="3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0"/>
                  <a:pt x="2" y="1"/>
                  <a:pt x="3" y="1"/>
                </a:cubicBezTo>
                <a:cubicBezTo>
                  <a:pt x="3" y="1"/>
                  <a:pt x="2" y="1"/>
                  <a:pt x="1" y="1"/>
                </a:cubicBezTo>
                <a:cubicBezTo>
                  <a:pt x="2" y="1"/>
                  <a:pt x="2" y="0"/>
                  <a:pt x="2" y="2"/>
                </a:cubicBezTo>
                <a:cubicBezTo>
                  <a:pt x="1" y="0"/>
                  <a:pt x="1" y="1"/>
                  <a:pt x="2" y="0"/>
                </a:cubicBezTo>
                <a:cubicBezTo>
                  <a:pt x="2" y="0"/>
                  <a:pt x="2" y="2"/>
                  <a:pt x="2" y="2"/>
                </a:cubicBezTo>
                <a:cubicBezTo>
                  <a:pt x="3" y="0"/>
                  <a:pt x="2" y="1"/>
                  <a:pt x="2" y="2"/>
                </a:cubicBezTo>
                <a:cubicBezTo>
                  <a:pt x="1" y="2"/>
                  <a:pt x="3" y="1"/>
                  <a:pt x="2" y="1"/>
                </a:cubicBezTo>
                <a:cubicBezTo>
                  <a:pt x="2" y="2"/>
                  <a:pt x="2" y="1"/>
                  <a:pt x="3" y="0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0"/>
                  <a:pt x="2" y="1"/>
                  <a:pt x="3" y="1"/>
                </a:cubicBezTo>
                <a:cubicBezTo>
                  <a:pt x="2" y="1"/>
                  <a:pt x="2" y="2"/>
                  <a:pt x="2" y="1"/>
                </a:cubicBezTo>
                <a:cubicBezTo>
                  <a:pt x="1" y="0"/>
                  <a:pt x="2" y="0"/>
                  <a:pt x="2" y="2"/>
                </a:cubicBezTo>
                <a:cubicBezTo>
                  <a:pt x="2" y="2"/>
                  <a:pt x="1" y="1"/>
                  <a:pt x="3" y="1"/>
                </a:cubicBezTo>
                <a:cubicBezTo>
                  <a:pt x="1" y="0"/>
                  <a:pt x="1" y="0"/>
                  <a:pt x="1" y="1"/>
                </a:cubicBezTo>
                <a:cubicBezTo>
                  <a:pt x="2" y="1"/>
                  <a:pt x="2" y="1"/>
                  <a:pt x="1" y="0"/>
                </a:cubicBezTo>
                <a:cubicBezTo>
                  <a:pt x="2" y="0"/>
                  <a:pt x="3" y="1"/>
                  <a:pt x="2" y="2"/>
                </a:cubicBezTo>
                <a:cubicBezTo>
                  <a:pt x="2" y="0"/>
                  <a:pt x="1" y="0"/>
                  <a:pt x="2" y="2"/>
                </a:cubicBezTo>
                <a:cubicBezTo>
                  <a:pt x="1" y="1"/>
                  <a:pt x="2" y="1"/>
                  <a:pt x="2" y="1"/>
                </a:cubicBezTo>
                <a:cubicBezTo>
                  <a:pt x="2" y="0"/>
                  <a:pt x="2" y="1"/>
                  <a:pt x="3" y="1"/>
                </a:cubicBezTo>
                <a:cubicBezTo>
                  <a:pt x="3" y="0"/>
                  <a:pt x="2" y="0"/>
                  <a:pt x="2" y="0"/>
                </a:cubicBezTo>
                <a:cubicBezTo>
                  <a:pt x="1" y="0"/>
                  <a:pt x="1" y="2"/>
                  <a:pt x="2" y="1"/>
                </a:cubicBezTo>
                <a:cubicBezTo>
                  <a:pt x="3" y="1"/>
                  <a:pt x="2" y="0"/>
                  <a:pt x="2" y="0"/>
                </a:cubicBezTo>
                <a:cubicBezTo>
                  <a:pt x="2" y="2"/>
                  <a:pt x="3" y="0"/>
                  <a:pt x="2" y="1"/>
                </a:cubicBezTo>
                <a:cubicBezTo>
                  <a:pt x="3" y="1"/>
                  <a:pt x="1" y="2"/>
                  <a:pt x="2" y="2"/>
                </a:cubicBezTo>
                <a:cubicBezTo>
                  <a:pt x="2" y="2"/>
                  <a:pt x="2" y="1"/>
                  <a:pt x="3" y="1"/>
                </a:cubicBezTo>
                <a:cubicBezTo>
                  <a:pt x="2" y="0"/>
                  <a:pt x="2" y="1"/>
                  <a:pt x="1" y="1"/>
                </a:cubicBezTo>
                <a:cubicBezTo>
                  <a:pt x="2" y="0"/>
                  <a:pt x="2" y="1"/>
                  <a:pt x="1" y="1"/>
                </a:cubicBezTo>
                <a:cubicBezTo>
                  <a:pt x="2" y="0"/>
                  <a:pt x="2" y="1"/>
                  <a:pt x="3" y="2"/>
                </a:cubicBezTo>
                <a:cubicBezTo>
                  <a:pt x="2" y="2"/>
                  <a:pt x="3" y="1"/>
                  <a:pt x="2" y="2"/>
                </a:cubicBezTo>
                <a:cubicBezTo>
                  <a:pt x="2" y="2"/>
                  <a:pt x="2" y="0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2"/>
                  <a:pt x="2" y="0"/>
                  <a:pt x="2" y="1"/>
                </a:cubicBezTo>
                <a:cubicBezTo>
                  <a:pt x="3" y="2"/>
                  <a:pt x="2" y="1"/>
                  <a:pt x="1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1" y="0"/>
                  <a:pt x="3" y="0"/>
                  <a:pt x="1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1"/>
                  <a:pt x="3" y="2"/>
                  <a:pt x="3" y="1"/>
                </a:cubicBezTo>
                <a:cubicBezTo>
                  <a:pt x="3" y="0"/>
                  <a:pt x="2" y="1"/>
                  <a:pt x="2" y="1"/>
                </a:cubicBezTo>
                <a:cubicBezTo>
                  <a:pt x="2" y="1"/>
                  <a:pt x="3" y="1"/>
                  <a:pt x="1" y="1"/>
                </a:cubicBezTo>
                <a:cubicBezTo>
                  <a:pt x="2" y="1"/>
                  <a:pt x="3" y="0"/>
                  <a:pt x="2" y="0"/>
                </a:cubicBezTo>
                <a:cubicBezTo>
                  <a:pt x="1" y="2"/>
                  <a:pt x="2" y="1"/>
                  <a:pt x="3" y="1"/>
                </a:cubicBezTo>
                <a:cubicBezTo>
                  <a:pt x="3" y="1"/>
                  <a:pt x="3" y="1"/>
                  <a:pt x="0" y="3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A41E46A3-FD01-4596-A45B-88BAB9B8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00" y="4127053"/>
            <a:ext cx="2600854" cy="303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Graphical model.</a:t>
            </a:r>
          </a:p>
        </p:txBody>
      </p:sp>
      <p:sp>
        <p:nvSpPr>
          <p:cNvPr id="28" name="pdf-path-37">
            <a:extLst xmlns:a="http://schemas.openxmlformats.org/drawingml/2006/main">
              <a:ext uri="{FF2B5EF4-FFF2-40B4-BE49-F238E27FC236}">
                <a16:creationId xmlns:a16="http://schemas.microsoft.com/office/drawing/2014/main" id="{5C2DF360-1EED-4822-8AE1-303934D7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696" y="7652"/>
            <a:ext cx="7834123" cy="3894208"/>
          </a:xfrm>
          <a:custGeom xmlns:a="http://schemas.openxmlformats.org/drawingml/2006/main">
            <a:pathLst>
              <a:path w="7834123" h="3894208">
                <a:moveTo>
                  <a:pt x="0" y="0"/>
                </a:moveTo>
                <a:lnTo>
                  <a:pt x="7834123" y="0"/>
                </a:lnTo>
                <a:lnTo>
                  <a:pt x="7834123" y="3894208"/>
                </a:lnTo>
                <a:lnTo>
                  <a:pt x="0" y="38942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38">
            <a:extLst xmlns:a="http://schemas.openxmlformats.org/drawingml/2006/main">
              <a:ext uri="{FF2B5EF4-FFF2-40B4-BE49-F238E27FC236}">
                <a16:creationId xmlns:a16="http://schemas.microsoft.com/office/drawing/2014/main" id="{22942BA8-8DDD-4176-A933-778BB5A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696" y="7652"/>
            <a:ext cx="7834123" cy="3894208"/>
          </a:xfrm>
          <a:custGeom xmlns:a="http://schemas.openxmlformats.org/drawingml/2006/main">
            <a:pathLst>
              <a:path w="7834123" h="3894208">
                <a:moveTo>
                  <a:pt x="0" y="0"/>
                </a:moveTo>
                <a:lnTo>
                  <a:pt x="7834123" y="0"/>
                </a:lnTo>
                <a:lnTo>
                  <a:pt x="7834123" y="3894208"/>
                </a:lnTo>
                <a:lnTo>
                  <a:pt x="0" y="38942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39">
            <a:extLst xmlns:a="http://schemas.openxmlformats.org/drawingml/2006/main">
              <a:ext uri="{FF2B5EF4-FFF2-40B4-BE49-F238E27FC236}">
                <a16:creationId xmlns:a16="http://schemas.microsoft.com/office/drawing/2014/main" id="{69F2EFE3-F240-4E77-91BE-24958CE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3929" y="69813"/>
            <a:ext cx="6819435" cy="3725094"/>
          </a:xfrm>
          <a:custGeom xmlns:a="http://schemas.openxmlformats.org/drawingml/2006/main">
            <a:pathLst>
              <a:path w="6819435" h="3725094">
                <a:moveTo>
                  <a:pt x="45707" y="0"/>
                </a:moveTo>
                <a:lnTo>
                  <a:pt x="6773728" y="0"/>
                </a:lnTo>
                <a:cubicBezTo>
                  <a:pt x="6798971" y="0"/>
                  <a:pt x="6819435" y="20464"/>
                  <a:pt x="6819435" y="45707"/>
                </a:cubicBezTo>
                <a:lnTo>
                  <a:pt x="6819435" y="3679386"/>
                </a:lnTo>
                <a:cubicBezTo>
                  <a:pt x="6819435" y="3704630"/>
                  <a:pt x="6798971" y="3725094"/>
                  <a:pt x="6773728" y="3725094"/>
                </a:cubicBezTo>
                <a:lnTo>
                  <a:pt x="45707" y="3725094"/>
                </a:lnTo>
                <a:cubicBezTo>
                  <a:pt x="20464" y="3725094"/>
                  <a:pt x="0" y="3704630"/>
                  <a:pt x="0" y="3679386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40">
            <a:extLst xmlns:a="http://schemas.openxmlformats.org/drawingml/2006/main">
              <a:ext uri="{FF2B5EF4-FFF2-40B4-BE49-F238E27FC236}">
                <a16:creationId xmlns:a16="http://schemas.microsoft.com/office/drawing/2014/main" id="{82BDF38A-19E9-4681-A077-A72AF0B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3929" y="69813"/>
            <a:ext cx="6819435" cy="3725093"/>
          </a:xfrm>
          <a:custGeom xmlns:a="http://schemas.openxmlformats.org/drawingml/2006/main">
            <a:pathLst>
              <a:path w="6819435" h="3725093">
                <a:moveTo>
                  <a:pt x="45707" y="0"/>
                </a:moveTo>
                <a:lnTo>
                  <a:pt x="6773728" y="0"/>
                </a:lnTo>
                <a:cubicBezTo>
                  <a:pt x="6798971" y="0"/>
                  <a:pt x="6819435" y="20464"/>
                  <a:pt x="6819435" y="45707"/>
                </a:cubicBezTo>
                <a:lnTo>
                  <a:pt x="6819435" y="3679386"/>
                </a:lnTo>
                <a:cubicBezTo>
                  <a:pt x="6819435" y="3704630"/>
                  <a:pt x="6798971" y="3725093"/>
                  <a:pt x="6773728" y="3725093"/>
                </a:cubicBezTo>
                <a:lnTo>
                  <a:pt x="45707" y="3725093"/>
                </a:lnTo>
                <a:cubicBezTo>
                  <a:pt x="20464" y="3725093"/>
                  <a:pt x="0" y="3704630"/>
                  <a:pt x="0" y="3679386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32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4240DBA-20FF-4750-BF79-01951FA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7386" y="1461124"/>
            <a:ext cx="1536753" cy="2029376"/>
          </a:xfrm>
          <a:custGeom xmlns:a="http://schemas.openxmlformats.org/drawingml/2006/main">
            <a:pathLst>
              <a:path w="1536753" h="2029376">
                <a:moveTo>
                  <a:pt x="91413" y="0"/>
                </a:moveTo>
                <a:lnTo>
                  <a:pt x="1445340" y="0"/>
                </a:lnTo>
                <a:cubicBezTo>
                  <a:pt x="1495825" y="0"/>
                  <a:pt x="1536753" y="40928"/>
                  <a:pt x="1536753" y="91413"/>
                </a:cubicBezTo>
                <a:lnTo>
                  <a:pt x="1536753" y="1937963"/>
                </a:lnTo>
                <a:cubicBezTo>
                  <a:pt x="1536753" y="1988448"/>
                  <a:pt x="1495825" y="2029376"/>
                  <a:pt x="1445340" y="2029376"/>
                </a:cubicBezTo>
                <a:lnTo>
                  <a:pt x="91413" y="2029376"/>
                </a:lnTo>
                <a:cubicBezTo>
                  <a:pt x="40928" y="2029376"/>
                  <a:pt x="0" y="1988448"/>
                  <a:pt x="0" y="1937963"/>
                </a:cubicBezTo>
                <a:lnTo>
                  <a:pt x="0" y="91413"/>
                </a:lnTo>
                <a:cubicBezTo>
                  <a:pt x="0" y="40928"/>
                  <a:pt x="40928" y="0"/>
                  <a:pt x="914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424">
            <a:solidFill>
              <a:srgbClr val="FF7F0E"/>
            </a:solidFill>
            <a:prstDash val="solid"/>
          </a:ln>
        </p:spPr>
      </p:sp>
      <p:sp>
        <p:nvSpPr>
          <p:cNvPr id="33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6F432A0A-84D0-4CB7-9756-396BC3B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4632" y="1249510"/>
            <a:ext cx="967153" cy="182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skill-library</a:t>
            </a:r>
          </a:p>
        </p:txBody>
      </p:sp>
      <p:sp>
        <p:nvSpPr>
          <p:cNvPr id="34" name="pdf-path-43">
            <a:extLst xmlns:a="http://schemas.openxmlformats.org/drawingml/2006/main">
              <a:ext uri="{FF2B5EF4-FFF2-40B4-BE49-F238E27FC236}">
                <a16:creationId xmlns:a16="http://schemas.microsoft.com/office/drawing/2014/main" id="{AD34B7ED-53C9-483A-B7A5-9B7CD998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7034" y="1491717"/>
            <a:ext cx="433518" cy="482"/>
          </a:xfrm>
          <a:custGeom xmlns:a="http://schemas.openxmlformats.org/drawingml/2006/main">
            <a:pathLst>
              <a:path w="433518" h="482">
                <a:moveTo>
                  <a:pt x="0" y="482"/>
                </a:moveTo>
                <a:lnTo>
                  <a:pt x="433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FF7F0E">
                <a:alpha val="60000"/>
              </a:srgbClr>
            </a:solidFill>
            <a:prstDash val="dash"/>
          </a:ln>
        </p:spPr>
      </p:sp>
      <p:sp>
        <p:nvSpPr>
          <p:cNvPr id="35" name="pdf-path-44">
            <a:extLst xmlns:a="http://schemas.openxmlformats.org/drawingml/2006/main">
              <a:ext uri="{FF2B5EF4-FFF2-40B4-BE49-F238E27FC236}">
                <a16:creationId xmlns:a16="http://schemas.microsoft.com/office/drawing/2014/main" id="{95BB0974-2E17-4568-91B3-2898BC5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465" y="2645841"/>
            <a:ext cx="452411" cy="827068"/>
          </a:xfrm>
          <a:custGeom xmlns:a="http://schemas.openxmlformats.org/drawingml/2006/main">
            <a:pathLst>
              <a:path w="452411" h="827068">
                <a:moveTo>
                  <a:pt x="0" y="0"/>
                </a:moveTo>
                <a:lnTo>
                  <a:pt x="452411" y="827068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FF7F0E">
                <a:alpha val="60000"/>
              </a:srgbClr>
            </a:solidFill>
            <a:prstDash val="dash"/>
          </a:ln>
        </p:spPr>
      </p:sp>
      <p:sp>
        <p:nvSpPr>
          <p:cNvPr id="36" name="pdf-path-45">
            <a:extLst xmlns:a="http://schemas.openxmlformats.org/drawingml/2006/main">
              <a:ext uri="{FF2B5EF4-FFF2-40B4-BE49-F238E27FC236}">
                <a16:creationId xmlns:a16="http://schemas.microsoft.com/office/drawing/2014/main" id="{9B462F1E-9A3D-459B-8A88-69249D1C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8904" y="2654982"/>
            <a:ext cx="836304" cy="971834"/>
          </a:xfrm>
          <a:custGeom xmlns:a="http://schemas.openxmlformats.org/drawingml/2006/main">
            <a:pathLst>
              <a:path w="836304" h="971834">
                <a:moveTo>
                  <a:pt x="0" y="971834"/>
                </a:moveTo>
                <a:lnTo>
                  <a:pt x="836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34A5DA"/>
            </a:solidFill>
            <a:prstDash val="dash"/>
          </a:ln>
        </p:spPr>
      </p:sp>
      <p:sp>
        <p:nvSpPr>
          <p:cNvPr id="37" name="pdf-path-46">
            <a:extLst xmlns:a="http://schemas.openxmlformats.org/drawingml/2006/main">
              <a:ext uri="{FF2B5EF4-FFF2-40B4-BE49-F238E27FC236}">
                <a16:creationId xmlns:a16="http://schemas.microsoft.com/office/drawing/2014/main" id="{963AC318-7B7F-4654-8ECB-42068C58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225" y="2654982"/>
            <a:ext cx="1536983" cy="263860"/>
          </a:xfrm>
          <a:custGeom xmlns:a="http://schemas.openxmlformats.org/drawingml/2006/main">
            <a:pathLst>
              <a:path w="1536983" h="263860">
                <a:moveTo>
                  <a:pt x="0" y="263860"/>
                </a:moveTo>
                <a:lnTo>
                  <a:pt x="15369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34A5DA"/>
            </a:solidFill>
            <a:prstDash val="dash"/>
          </a:ln>
        </p:spPr>
      </p:sp>
      <p:sp>
        <p:nvSpPr>
          <p:cNvPr id="38" name="pdf-path-47">
            <a:extLst xmlns:a="http://schemas.openxmlformats.org/drawingml/2006/main">
              <a:ext uri="{FF2B5EF4-FFF2-40B4-BE49-F238E27FC236}">
                <a16:creationId xmlns:a16="http://schemas.microsoft.com/office/drawing/2014/main" id="{BFAB8171-5F8A-4430-96D9-F1FE809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2757" y="514671"/>
            <a:ext cx="832450" cy="1012805"/>
          </a:xfrm>
          <a:custGeom xmlns:a="http://schemas.openxmlformats.org/drawingml/2006/main">
            <a:pathLst>
              <a:path w="832450" h="1012805">
                <a:moveTo>
                  <a:pt x="832450" y="10128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B9BCC">
                <a:alpha val="60000"/>
              </a:srgbClr>
            </a:solidFill>
            <a:prstDash val="solid"/>
          </a:ln>
        </p:spPr>
      </p:sp>
      <p:sp>
        <p:nvSpPr>
          <p:cNvPr id="39" name="pdf-path-48">
            <a:extLst xmlns:a="http://schemas.openxmlformats.org/drawingml/2006/main">
              <a:ext uri="{FF2B5EF4-FFF2-40B4-BE49-F238E27FC236}">
                <a16:creationId xmlns:a16="http://schemas.microsoft.com/office/drawing/2014/main" id="{8EE11F70-B355-4BE1-B15D-14A4829F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5438" y="1216153"/>
            <a:ext cx="1535199" cy="310398"/>
          </a:xfrm>
          <a:custGeom xmlns:a="http://schemas.openxmlformats.org/drawingml/2006/main">
            <a:pathLst>
              <a:path w="1535199" h="310398">
                <a:moveTo>
                  <a:pt x="1535199" y="3103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B9BCC">
                <a:alpha val="60000"/>
              </a:srgbClr>
            </a:solidFill>
            <a:prstDash val="solid"/>
          </a:ln>
        </p:spPr>
      </p:sp>
      <p:sp>
        <p:nvSpPr>
          <p:cNvPr id="4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8C13D1B4-43AA-4368-A6D6-8930E42D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8426" y="866937"/>
            <a:ext cx="128893" cy="95"/>
          </a:xfrm>
          <a:custGeom xmlns:a="http://schemas.openxmlformats.org/drawingml/2006/main">
            <a:pathLst>
              <a:path w="128893" h="95">
                <a:moveTo>
                  <a:pt x="0" y="0"/>
                </a:moveTo>
                <a:lnTo>
                  <a:pt x="128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1" name="pdf-path-50">
            <a:extLst xmlns:a="http://schemas.openxmlformats.org/drawingml/2006/main">
              <a:ext uri="{FF2B5EF4-FFF2-40B4-BE49-F238E27FC236}">
                <a16:creationId xmlns:a16="http://schemas.microsoft.com/office/drawing/2014/main" id="{65379121-439C-4B98-994C-7280ABB3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320" y="823058"/>
            <a:ext cx="117009" cy="87757"/>
          </a:xfrm>
          <a:custGeom xmlns:a="http://schemas.openxmlformats.org/drawingml/2006/main">
            <a:pathLst>
              <a:path w="117009" h="87757">
                <a:moveTo>
                  <a:pt x="117009" y="43878"/>
                </a:moveTo>
                <a:lnTo>
                  <a:pt x="0" y="0"/>
                </a:lnTo>
                <a:lnTo>
                  <a:pt x="0" y="87757"/>
                </a:lnTo>
                <a:lnTo>
                  <a:pt x="117009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2" name="pdf-path-52">
            <a:extLst xmlns:a="http://schemas.openxmlformats.org/drawingml/2006/main">
              <a:ext uri="{FF2B5EF4-FFF2-40B4-BE49-F238E27FC236}">
                <a16:creationId xmlns:a16="http://schemas.microsoft.com/office/drawing/2014/main" id="{6282CC78-6F78-4490-8048-1663AF2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3600" y="866937"/>
            <a:ext cx="396562" cy="95"/>
          </a:xfrm>
          <a:custGeom xmlns:a="http://schemas.openxmlformats.org/drawingml/2006/main">
            <a:pathLst>
              <a:path w="396562" h="95">
                <a:moveTo>
                  <a:pt x="0" y="0"/>
                </a:moveTo>
                <a:lnTo>
                  <a:pt x="3965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3" name="pdf-path-53">
            <a:extLst xmlns:a="http://schemas.openxmlformats.org/drawingml/2006/main">
              <a:ext uri="{FF2B5EF4-FFF2-40B4-BE49-F238E27FC236}">
                <a16:creationId xmlns:a16="http://schemas.microsoft.com/office/drawing/2014/main" id="{1FA39D18-CEEA-43FF-AD84-B470E561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0162" y="823058"/>
            <a:ext cx="117009" cy="87757"/>
          </a:xfrm>
          <a:custGeom xmlns:a="http://schemas.openxmlformats.org/drawingml/2006/main">
            <a:pathLst>
              <a:path w="117009" h="87757">
                <a:moveTo>
                  <a:pt x="117009" y="43878"/>
                </a:moveTo>
                <a:lnTo>
                  <a:pt x="0" y="0"/>
                </a:lnTo>
                <a:lnTo>
                  <a:pt x="0" y="87757"/>
                </a:lnTo>
                <a:lnTo>
                  <a:pt x="117009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4" name="pdf-path-55">
            <a:extLst xmlns:a="http://schemas.openxmlformats.org/drawingml/2006/main">
              <a:ext uri="{FF2B5EF4-FFF2-40B4-BE49-F238E27FC236}">
                <a16:creationId xmlns:a16="http://schemas.microsoft.com/office/drawing/2014/main" id="{E8DAA964-5CD9-40A2-8034-187910D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2662" y="866937"/>
            <a:ext cx="766610" cy="95"/>
          </a:xfrm>
          <a:custGeom xmlns:a="http://schemas.openxmlformats.org/drawingml/2006/main">
            <a:pathLst>
              <a:path w="766610" h="95">
                <a:moveTo>
                  <a:pt x="0" y="0"/>
                </a:moveTo>
                <a:lnTo>
                  <a:pt x="766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5" name="pdf-path-56">
            <a:extLst xmlns:a="http://schemas.openxmlformats.org/drawingml/2006/main">
              <a:ext uri="{FF2B5EF4-FFF2-40B4-BE49-F238E27FC236}">
                <a16:creationId xmlns:a16="http://schemas.microsoft.com/office/drawing/2014/main" id="{3C4CBF1C-B592-427A-B44A-5517083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9272" y="823058"/>
            <a:ext cx="117009" cy="87757"/>
          </a:xfrm>
          <a:custGeom xmlns:a="http://schemas.openxmlformats.org/drawingml/2006/main">
            <a:pathLst>
              <a:path w="117009" h="87757">
                <a:moveTo>
                  <a:pt x="117009" y="43878"/>
                </a:moveTo>
                <a:lnTo>
                  <a:pt x="0" y="0"/>
                </a:lnTo>
                <a:lnTo>
                  <a:pt x="0" y="87757"/>
                </a:lnTo>
                <a:lnTo>
                  <a:pt x="117009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6" name="pdf-path-58">
            <a:extLst xmlns:a="http://schemas.openxmlformats.org/drawingml/2006/main">
              <a:ext uri="{FF2B5EF4-FFF2-40B4-BE49-F238E27FC236}">
                <a16:creationId xmlns:a16="http://schemas.microsoft.com/office/drawing/2014/main" id="{B6D1FDC9-9965-4107-BFA3-15DCBCE9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6597" y="1237161"/>
            <a:ext cx="95" cy="138034"/>
          </a:xfrm>
          <a:custGeom xmlns:a="http://schemas.openxmlformats.org/drawingml/2006/main">
            <a:pathLst>
              <a:path w="95" h="138034">
                <a:moveTo>
                  <a:pt x="0" y="0"/>
                </a:moveTo>
                <a:lnTo>
                  <a:pt x="0" y="138034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7" name="pdf-path-59">
            <a:extLst xmlns:a="http://schemas.openxmlformats.org/drawingml/2006/main">
              <a:ext uri="{FF2B5EF4-FFF2-40B4-BE49-F238E27FC236}">
                <a16:creationId xmlns:a16="http://schemas.microsoft.com/office/drawing/2014/main" id="{B4822CA7-3AEA-4F2D-A0DB-E618AD9E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2718" y="1375195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60">
            <a:extLst xmlns:a="http://schemas.openxmlformats.org/drawingml/2006/main">
              <a:ext uri="{FF2B5EF4-FFF2-40B4-BE49-F238E27FC236}">
                <a16:creationId xmlns:a16="http://schemas.microsoft.com/office/drawing/2014/main" id="{189468F8-F5EC-4248-A0BF-04183F2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2718" y="1375195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49" name="pdf-path-61">
            <a:extLst xmlns:a="http://schemas.openxmlformats.org/drawingml/2006/main">
              <a:ext uri="{FF2B5EF4-FFF2-40B4-BE49-F238E27FC236}">
                <a16:creationId xmlns:a16="http://schemas.microsoft.com/office/drawing/2014/main" id="{9F75A9CE-7E6E-4D32-91EF-ADD86FFC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2491" y="866937"/>
            <a:ext cx="531112" cy="95"/>
          </a:xfrm>
          <a:custGeom xmlns:a="http://schemas.openxmlformats.org/drawingml/2006/main">
            <a:pathLst>
              <a:path w="531112" h="95">
                <a:moveTo>
                  <a:pt x="0" y="0"/>
                </a:moveTo>
                <a:lnTo>
                  <a:pt x="531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0" name="pdf-path-62">
            <a:extLst xmlns:a="http://schemas.openxmlformats.org/drawingml/2006/main">
              <a:ext uri="{FF2B5EF4-FFF2-40B4-BE49-F238E27FC236}">
                <a16:creationId xmlns:a16="http://schemas.microsoft.com/office/drawing/2014/main" id="{C8035323-9E01-4199-8EF3-93380097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3602" y="823058"/>
            <a:ext cx="117009" cy="87757"/>
          </a:xfrm>
          <a:custGeom xmlns:a="http://schemas.openxmlformats.org/drawingml/2006/main">
            <a:pathLst>
              <a:path w="117009" h="87757">
                <a:moveTo>
                  <a:pt x="117009" y="43878"/>
                </a:moveTo>
                <a:lnTo>
                  <a:pt x="0" y="0"/>
                </a:lnTo>
                <a:lnTo>
                  <a:pt x="0" y="87757"/>
                </a:lnTo>
                <a:lnTo>
                  <a:pt x="117009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1" name="pdf-path-64">
            <a:extLst xmlns:a="http://schemas.openxmlformats.org/drawingml/2006/main">
              <a:ext uri="{FF2B5EF4-FFF2-40B4-BE49-F238E27FC236}">
                <a16:creationId xmlns:a16="http://schemas.microsoft.com/office/drawing/2014/main" id="{73F17119-D366-4824-B904-4FC2F5D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355" y="3271107"/>
            <a:ext cx="503688" cy="95"/>
          </a:xfrm>
          <a:custGeom xmlns:a="http://schemas.openxmlformats.org/drawingml/2006/main">
            <a:pathLst>
              <a:path w="503688" h="95">
                <a:moveTo>
                  <a:pt x="50368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2" name="pdf-path-65">
            <a:extLst xmlns:a="http://schemas.openxmlformats.org/drawingml/2006/main">
              <a:ext uri="{FF2B5EF4-FFF2-40B4-BE49-F238E27FC236}">
                <a16:creationId xmlns:a16="http://schemas.microsoft.com/office/drawing/2014/main" id="{12EF2591-56B5-4BE6-820C-3DED9E35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1346" y="3227229"/>
            <a:ext cx="117009" cy="87757"/>
          </a:xfrm>
          <a:custGeom xmlns:a="http://schemas.openxmlformats.org/drawingml/2006/main">
            <a:pathLst>
              <a:path w="117009" h="87757">
                <a:moveTo>
                  <a:pt x="0" y="43878"/>
                </a:moveTo>
                <a:lnTo>
                  <a:pt x="117009" y="87757"/>
                </a:lnTo>
                <a:lnTo>
                  <a:pt x="117009" y="0"/>
                </a:lnTo>
                <a:lnTo>
                  <a:pt x="0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66">
            <a:extLst xmlns:a="http://schemas.openxmlformats.org/drawingml/2006/main">
              <a:ext uri="{FF2B5EF4-FFF2-40B4-BE49-F238E27FC236}">
                <a16:creationId xmlns:a16="http://schemas.microsoft.com/office/drawing/2014/main" id="{4A4CE0CC-2B89-431F-AB53-8AB9622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1346" y="3227230"/>
            <a:ext cx="117009" cy="87756"/>
          </a:xfrm>
          <a:custGeom xmlns:a="http://schemas.openxmlformats.org/drawingml/2006/main">
            <a:pathLst>
              <a:path w="117009" h="87756">
                <a:moveTo>
                  <a:pt x="0" y="43878"/>
                </a:moveTo>
                <a:lnTo>
                  <a:pt x="117009" y="87756"/>
                </a:lnTo>
                <a:lnTo>
                  <a:pt x="117009" y="0"/>
                </a:lnTo>
                <a:lnTo>
                  <a:pt x="0" y="43878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4" name="pdf-path-67">
            <a:extLst xmlns:a="http://schemas.openxmlformats.org/drawingml/2006/main">
              <a:ext uri="{FF2B5EF4-FFF2-40B4-BE49-F238E27FC236}">
                <a16:creationId xmlns:a16="http://schemas.microsoft.com/office/drawing/2014/main" id="{3DCFCBFE-90F2-4532-BA03-548AB8A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6597" y="2612823"/>
            <a:ext cx="95" cy="394491"/>
          </a:xfrm>
          <a:custGeom xmlns:a="http://schemas.openxmlformats.org/drawingml/2006/main">
            <a:pathLst>
              <a:path w="95" h="394491">
                <a:moveTo>
                  <a:pt x="0" y="0"/>
                </a:moveTo>
                <a:lnTo>
                  <a:pt x="0" y="394491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5" name="pdf-path-68">
            <a:extLst xmlns:a="http://schemas.openxmlformats.org/drawingml/2006/main">
              <a:ext uri="{FF2B5EF4-FFF2-40B4-BE49-F238E27FC236}">
                <a16:creationId xmlns:a16="http://schemas.microsoft.com/office/drawing/2014/main" id="{6C3AE72A-D060-4D4B-AE84-E66E6C81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2718" y="3007314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6" name="pdf-path-70">
            <a:extLst xmlns:a="http://schemas.openxmlformats.org/drawingml/2006/main">
              <a:ext uri="{FF2B5EF4-FFF2-40B4-BE49-F238E27FC236}">
                <a16:creationId xmlns:a16="http://schemas.microsoft.com/office/drawing/2014/main" id="{488C57CD-40C2-41B7-9084-779B7D3B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5360" y="974239"/>
            <a:ext cx="95" cy="1753874"/>
          </a:xfrm>
          <a:custGeom xmlns:a="http://schemas.openxmlformats.org/drawingml/2006/main">
            <a:pathLst>
              <a:path w="95" h="1753874">
                <a:moveTo>
                  <a:pt x="0" y="0"/>
                </a:moveTo>
                <a:lnTo>
                  <a:pt x="0" y="1753874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5098D856-EF7D-4261-A8CB-F1E5010A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1481" y="2728113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8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DB23D60-2A06-4CA8-B1B0-BA006B82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72" y="866937"/>
            <a:ext cx="128893" cy="95"/>
          </a:xfrm>
          <a:custGeom xmlns:a="http://schemas.openxmlformats.org/drawingml/2006/main">
            <a:pathLst>
              <a:path w="128893" h="95">
                <a:moveTo>
                  <a:pt x="0" y="0"/>
                </a:moveTo>
                <a:lnTo>
                  <a:pt x="128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59" name="pdf-path-74">
            <a:extLst xmlns:a="http://schemas.openxmlformats.org/drawingml/2006/main">
              <a:ext uri="{FF2B5EF4-FFF2-40B4-BE49-F238E27FC236}">
                <a16:creationId xmlns:a16="http://schemas.microsoft.com/office/drawing/2014/main" id="{787B4FF1-95C5-4A51-AF2A-ADD52E3C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2365" y="823058"/>
            <a:ext cx="117008" cy="87757"/>
          </a:xfrm>
          <a:custGeom xmlns:a="http://schemas.openxmlformats.org/drawingml/2006/main">
            <a:pathLst>
              <a:path w="117008" h="87757">
                <a:moveTo>
                  <a:pt x="117008" y="43878"/>
                </a:moveTo>
                <a:lnTo>
                  <a:pt x="0" y="0"/>
                </a:lnTo>
                <a:lnTo>
                  <a:pt x="0" y="87757"/>
                </a:lnTo>
                <a:lnTo>
                  <a:pt x="117008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0" name="pdf-path-76">
            <a:extLst xmlns:a="http://schemas.openxmlformats.org/drawingml/2006/main">
              <a:ext uri="{FF2B5EF4-FFF2-40B4-BE49-F238E27FC236}">
                <a16:creationId xmlns:a16="http://schemas.microsoft.com/office/drawing/2014/main" id="{CD3BA44C-E296-4098-ABCC-80B803F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3486" y="3271107"/>
            <a:ext cx="2441650" cy="95"/>
          </a:xfrm>
          <a:custGeom xmlns:a="http://schemas.openxmlformats.org/drawingml/2006/main">
            <a:pathLst>
              <a:path w="2441650" h="95">
                <a:moveTo>
                  <a:pt x="2441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1" name="pdf-path-77">
            <a:extLst xmlns:a="http://schemas.openxmlformats.org/drawingml/2006/main">
              <a:ext uri="{FF2B5EF4-FFF2-40B4-BE49-F238E27FC236}">
                <a16:creationId xmlns:a16="http://schemas.microsoft.com/office/drawing/2014/main" id="{DB4E9EE6-E4B0-474E-8A8F-B4AA826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476" y="3227229"/>
            <a:ext cx="117009" cy="87757"/>
          </a:xfrm>
          <a:custGeom xmlns:a="http://schemas.openxmlformats.org/drawingml/2006/main">
            <a:pathLst>
              <a:path w="117009" h="87757">
                <a:moveTo>
                  <a:pt x="0" y="43878"/>
                </a:moveTo>
                <a:lnTo>
                  <a:pt x="117009" y="87757"/>
                </a:lnTo>
                <a:lnTo>
                  <a:pt x="117009" y="0"/>
                </a:lnTo>
                <a:lnTo>
                  <a:pt x="0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78">
            <a:extLst xmlns:a="http://schemas.openxmlformats.org/drawingml/2006/main">
              <a:ext uri="{FF2B5EF4-FFF2-40B4-BE49-F238E27FC236}">
                <a16:creationId xmlns:a16="http://schemas.microsoft.com/office/drawing/2014/main" id="{1061F195-901F-4DF3-9861-773E69C1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477" y="3227230"/>
            <a:ext cx="117009" cy="87756"/>
          </a:xfrm>
          <a:custGeom xmlns:a="http://schemas.openxmlformats.org/drawingml/2006/main">
            <a:pathLst>
              <a:path w="117009" h="87756">
                <a:moveTo>
                  <a:pt x="0" y="43878"/>
                </a:moveTo>
                <a:lnTo>
                  <a:pt x="117009" y="87756"/>
                </a:lnTo>
                <a:lnTo>
                  <a:pt x="117009" y="0"/>
                </a:lnTo>
                <a:lnTo>
                  <a:pt x="0" y="43878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3" name="pdf-path-79">
            <a:extLst xmlns:a="http://schemas.openxmlformats.org/drawingml/2006/main">
              <a:ext uri="{FF2B5EF4-FFF2-40B4-BE49-F238E27FC236}">
                <a16:creationId xmlns:a16="http://schemas.microsoft.com/office/drawing/2014/main" id="{1F2F7AEE-0541-4CAE-A8A8-D4EFCCA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5216" y="3283565"/>
            <a:ext cx="901381" cy="20680"/>
          </a:xfrm>
          <a:custGeom xmlns:a="http://schemas.openxmlformats.org/drawingml/2006/main">
            <a:pathLst>
              <a:path w="901381" h="20680">
                <a:moveTo>
                  <a:pt x="901381" y="206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4" name="pdf-path-80">
            <a:extLst xmlns:a="http://schemas.openxmlformats.org/drawingml/2006/main">
              <a:ext uri="{FF2B5EF4-FFF2-40B4-BE49-F238E27FC236}">
                <a16:creationId xmlns:a16="http://schemas.microsoft.com/office/drawing/2014/main" id="{1A478ABD-981D-46B6-ACD5-787F5B50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238" y="3239698"/>
            <a:ext cx="117983" cy="87734"/>
          </a:xfrm>
          <a:custGeom xmlns:a="http://schemas.openxmlformats.org/drawingml/2006/main">
            <a:pathLst>
              <a:path w="117983" h="87734">
                <a:moveTo>
                  <a:pt x="0" y="41183"/>
                </a:moveTo>
                <a:lnTo>
                  <a:pt x="115972" y="87734"/>
                </a:lnTo>
                <a:lnTo>
                  <a:pt x="117983" y="0"/>
                </a:lnTo>
                <a:lnTo>
                  <a:pt x="0" y="411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A48F738B-1E5E-4254-B33E-31042F63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6597" y="1686229"/>
            <a:ext cx="95" cy="276297"/>
          </a:xfrm>
          <a:custGeom xmlns:a="http://schemas.openxmlformats.org/drawingml/2006/main">
            <a:pathLst>
              <a:path w="95" h="276297">
                <a:moveTo>
                  <a:pt x="0" y="0"/>
                </a:moveTo>
                <a:lnTo>
                  <a:pt x="0" y="276297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562F125E-B482-45D1-9911-4350093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2718" y="1962526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D2F1DC87-B4B6-4EEC-B20D-DE9254BB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2718" y="1962526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2A9190BE-8B4F-4E37-9020-7788BA74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2409" y="116996"/>
            <a:ext cx="418958" cy="379717"/>
          </a:xfrm>
          <a:custGeom xmlns:a="http://schemas.openxmlformats.org/drawingml/2006/main">
            <a:pathLst>
              <a:path w="418958" h="379717">
                <a:moveTo>
                  <a:pt x="389848" y="379717"/>
                </a:moveTo>
                <a:cubicBezTo>
                  <a:pt x="409222" y="299003"/>
                  <a:pt x="418958" y="220463"/>
                  <a:pt x="406496" y="162327"/>
                </a:cubicBezTo>
                <a:moveTo>
                  <a:pt x="315549" y="40541"/>
                </a:moveTo>
                <a:cubicBezTo>
                  <a:pt x="245398" y="0"/>
                  <a:pt x="151972" y="52"/>
                  <a:pt x="84946" y="38965"/>
                </a:cubicBezTo>
                <a:moveTo>
                  <a:pt x="1479" y="164879"/>
                </a:moveTo>
                <a:cubicBezTo>
                  <a:pt x="0" y="179926"/>
                  <a:pt x="453" y="196408"/>
                  <a:pt x="2531" y="2139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6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BBAFC721-8323-4B25-BAE6-C8786CB2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2845" y="318583"/>
            <a:ext cx="84184" cy="124637"/>
          </a:xfrm>
          <a:custGeom xmlns:a="http://schemas.openxmlformats.org/drawingml/2006/main">
            <a:pathLst>
              <a:path w="84184" h="124637">
                <a:moveTo>
                  <a:pt x="75137" y="124637"/>
                </a:moveTo>
                <a:lnTo>
                  <a:pt x="84184" y="0"/>
                </a:lnTo>
                <a:lnTo>
                  <a:pt x="0" y="24784"/>
                </a:lnTo>
                <a:lnTo>
                  <a:pt x="75137" y="1246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27DD805C-F7E7-4887-9FE4-7A4E52B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2845" y="318583"/>
            <a:ext cx="84184" cy="124638"/>
          </a:xfrm>
          <a:custGeom xmlns:a="http://schemas.openxmlformats.org/drawingml/2006/main">
            <a:pathLst>
              <a:path w="84184" h="124638">
                <a:moveTo>
                  <a:pt x="75137" y="124638"/>
                </a:moveTo>
                <a:lnTo>
                  <a:pt x="84184" y="0"/>
                </a:lnTo>
                <a:lnTo>
                  <a:pt x="0" y="24784"/>
                </a:lnTo>
                <a:lnTo>
                  <a:pt x="75137" y="124638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7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6A436DDA-F06A-4787-ABC3-25D97CB1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547" y="208761"/>
            <a:ext cx="4250720" cy="658176"/>
          </a:xfrm>
          <a:custGeom xmlns:a="http://schemas.openxmlformats.org/drawingml/2006/main">
            <a:pathLst>
              <a:path w="4250720" h="658176">
                <a:moveTo>
                  <a:pt x="6094" y="658176"/>
                </a:moveTo>
                <a:lnTo>
                  <a:pt x="0" y="0"/>
                </a:lnTo>
                <a:lnTo>
                  <a:pt x="4250720" y="0"/>
                </a:lnTo>
                <a:lnTo>
                  <a:pt x="4250720" y="115181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7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234F60EF-28BA-4D35-A9D5-9B43CF95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8388" y="323942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3E8FF155-D4F4-4CC8-B540-84018DA9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8388" y="323942"/>
            <a:ext cx="87757" cy="117009"/>
          </a:xfrm>
          <a:custGeom xmlns:a="http://schemas.openxmlformats.org/drawingml/2006/main">
            <a:pathLst>
              <a:path w="87757" h="117009">
                <a:moveTo>
                  <a:pt x="43879" y="117009"/>
                </a:moveTo>
                <a:lnTo>
                  <a:pt x="87757" y="0"/>
                </a:lnTo>
                <a:lnTo>
                  <a:pt x="0" y="0"/>
                </a:lnTo>
                <a:lnTo>
                  <a:pt x="43879" y="117009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74" name="pdf-path-91">
            <a:extLst xmlns:a="http://schemas.openxmlformats.org/drawingml/2006/main">
              <a:ext uri="{FF2B5EF4-FFF2-40B4-BE49-F238E27FC236}">
                <a16:creationId xmlns:a16="http://schemas.microsoft.com/office/drawing/2014/main" id="{95AFACC4-8BD1-4B15-B960-FFDCCC06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2858" y="2247278"/>
            <a:ext cx="435427" cy="258243"/>
          </a:xfrm>
          <a:custGeom xmlns:a="http://schemas.openxmlformats.org/drawingml/2006/main">
            <a:pathLst>
              <a:path w="435427" h="258243">
                <a:moveTo>
                  <a:pt x="0" y="258243"/>
                </a:moveTo>
                <a:cubicBezTo>
                  <a:pt x="0" y="258243"/>
                  <a:pt x="197377" y="0"/>
                  <a:pt x="356513" y="0"/>
                </a:cubicBezTo>
                <a:cubicBezTo>
                  <a:pt x="386745" y="0"/>
                  <a:pt x="412897" y="9321"/>
                  <a:pt x="435427" y="244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7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13B3FF70-84B1-4F80-9F3C-8F94DBFA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2402" y="2246523"/>
            <a:ext cx="103151" cy="120974"/>
          </a:xfrm>
          <a:custGeom xmlns:a="http://schemas.openxmlformats.org/drawingml/2006/main">
            <a:pathLst>
              <a:path w="103151" h="120974">
                <a:moveTo>
                  <a:pt x="103151" y="120974"/>
                </a:moveTo>
                <a:lnTo>
                  <a:pt x="71819" y="0"/>
                </a:lnTo>
                <a:lnTo>
                  <a:pt x="0" y="50430"/>
                </a:lnTo>
                <a:lnTo>
                  <a:pt x="103151" y="1209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EEB1CBAB-9EF6-4AB9-8842-DCE0857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2402" y="2246523"/>
            <a:ext cx="103151" cy="120975"/>
          </a:xfrm>
          <a:custGeom xmlns:a="http://schemas.openxmlformats.org/drawingml/2006/main">
            <a:pathLst>
              <a:path w="103151" h="120975">
                <a:moveTo>
                  <a:pt x="103151" y="120975"/>
                </a:moveTo>
                <a:lnTo>
                  <a:pt x="71820" y="0"/>
                </a:lnTo>
                <a:lnTo>
                  <a:pt x="0" y="50430"/>
                </a:lnTo>
                <a:lnTo>
                  <a:pt x="103151" y="120975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77" name="pdf-path-94">
            <a:extLst xmlns:a="http://schemas.openxmlformats.org/drawingml/2006/main">
              <a:ext uri="{FF2B5EF4-FFF2-40B4-BE49-F238E27FC236}">
                <a16:creationId xmlns:a16="http://schemas.microsoft.com/office/drawing/2014/main" id="{E8957BA7-11D7-4BBE-B3AE-6C77D382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5249" y="2597909"/>
            <a:ext cx="216150" cy="143002"/>
          </a:xfrm>
          <a:custGeom xmlns:a="http://schemas.openxmlformats.org/drawingml/2006/main">
            <a:pathLst>
              <a:path w="216150" h="143002">
                <a:moveTo>
                  <a:pt x="216150" y="0"/>
                </a:moveTo>
                <a:cubicBezTo>
                  <a:pt x="204091" y="65938"/>
                  <a:pt x="165449" y="143002"/>
                  <a:pt x="50688" y="143002"/>
                </a:cubicBezTo>
                <a:cubicBezTo>
                  <a:pt x="34598" y="143002"/>
                  <a:pt x="17620" y="141487"/>
                  <a:pt x="0" y="1387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7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D95C7BD8-6FFB-4B6D-ADC8-FC4981E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472" y="2694692"/>
            <a:ext cx="124751" cy="83840"/>
          </a:xfrm>
          <a:custGeom xmlns:a="http://schemas.openxmlformats.org/drawingml/2006/main">
            <a:pathLst>
              <a:path w="124751" h="83840">
                <a:moveTo>
                  <a:pt x="0" y="7352"/>
                </a:moveTo>
                <a:lnTo>
                  <a:pt x="98824" y="83840"/>
                </a:lnTo>
                <a:lnTo>
                  <a:pt x="124751" y="0"/>
                </a:lnTo>
                <a:lnTo>
                  <a:pt x="0" y="73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96">
            <a:extLst xmlns:a="http://schemas.openxmlformats.org/drawingml/2006/main">
              <a:ext uri="{FF2B5EF4-FFF2-40B4-BE49-F238E27FC236}">
                <a16:creationId xmlns:a16="http://schemas.microsoft.com/office/drawing/2014/main" id="{A79D069B-F3B6-46CB-A6E9-7F7FE9B9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472" y="2694692"/>
            <a:ext cx="124751" cy="83840"/>
          </a:xfrm>
          <a:custGeom xmlns:a="http://schemas.openxmlformats.org/drawingml/2006/main">
            <a:pathLst>
              <a:path w="124751" h="83840">
                <a:moveTo>
                  <a:pt x="0" y="7352"/>
                </a:moveTo>
                <a:lnTo>
                  <a:pt x="98824" y="83840"/>
                </a:lnTo>
                <a:lnTo>
                  <a:pt x="124751" y="0"/>
                </a:lnTo>
                <a:lnTo>
                  <a:pt x="0" y="7352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80" name="pdf-path-97">
            <a:extLst xmlns:a="http://schemas.openxmlformats.org/drawingml/2006/main">
              <a:ext uri="{FF2B5EF4-FFF2-40B4-BE49-F238E27FC236}">
                <a16:creationId xmlns:a16="http://schemas.microsoft.com/office/drawing/2014/main" id="{04583070-1EFA-48B4-A0DB-FD1BD66E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2549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98">
            <a:extLst xmlns:a="http://schemas.openxmlformats.org/drawingml/2006/main">
              <a:ext uri="{FF2B5EF4-FFF2-40B4-BE49-F238E27FC236}">
                <a16:creationId xmlns:a16="http://schemas.microsoft.com/office/drawing/2014/main" id="{2A5EDA6C-3C05-4486-AAF1-D53E8265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2549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82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A81726E4-1B73-483D-8572-092844EA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6359" y="661153"/>
            <a:ext cx="503688" cy="228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RNN</a:t>
            </a:r>
          </a:p>
        </p:txBody>
      </p:sp>
      <p:sp>
        <p:nvSpPr>
          <p:cNvPr id="8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1C01D32D-AE23-430C-9C35-1814BAD0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4837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0B9B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3BE0BC13-52F7-467D-9300-F53FE941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4837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85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398E5A31-B4BC-418A-AD66-77A7A223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82" y="686396"/>
            <a:ext cx="406217" cy="361083"/>
          </a:xfrm>
          <a:custGeom xmlns:a="http://schemas.openxmlformats.org/drawingml/2006/main">
            <a:pathLst>
              <a:path w="406217" h="361083">
                <a:moveTo>
                  <a:pt x="0" y="0"/>
                </a:moveTo>
                <a:lnTo>
                  <a:pt x="406217" y="0"/>
                </a:lnTo>
                <a:lnTo>
                  <a:pt x="406217" y="361083"/>
                </a:lnTo>
                <a:lnTo>
                  <a:pt x="0" y="361083"/>
                </a:lnTo>
                <a:close/>
              </a:path>
            </a:pathLst>
          </a:custGeom>
          <a:solidFill xmlns:a="http://schemas.openxmlformats.org/drawingml/2006/main">
            <a:srgbClr val="0B9B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FB67C179-C23A-4C5F-B8DD-8F319F4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9370" y="681753"/>
            <a:ext cx="392254" cy="359073"/>
          </a:xfrm>
          <a:custGeom xmlns:a="http://schemas.openxmlformats.org/drawingml/2006/main">
            <a:pathLst>
              <a:path w="392254" h="359073">
                <a:moveTo>
                  <a:pt x="216403" y="47040"/>
                </a:moveTo>
                <a:lnTo>
                  <a:pt x="352549" y="47040"/>
                </a:lnTo>
                <a:cubicBezTo>
                  <a:pt x="363093" y="47040"/>
                  <a:pt x="392254" y="47040"/>
                  <a:pt x="392254" y="19465"/>
                </a:cubicBezTo>
                <a:cubicBezTo>
                  <a:pt x="392254" y="0"/>
                  <a:pt x="375256" y="0"/>
                  <a:pt x="359848" y="0"/>
                </a:cubicBezTo>
                <a:lnTo>
                  <a:pt x="132902" y="0"/>
                </a:lnTo>
                <a:cubicBezTo>
                  <a:pt x="116681" y="0"/>
                  <a:pt x="85087" y="0"/>
                  <a:pt x="49437" y="38119"/>
                </a:cubicBezTo>
                <a:cubicBezTo>
                  <a:pt x="22673" y="67281"/>
                  <a:pt x="0" y="106174"/>
                  <a:pt x="0" y="111040"/>
                </a:cubicBezTo>
                <a:cubicBezTo>
                  <a:pt x="0" y="111852"/>
                  <a:pt x="0" y="119150"/>
                  <a:pt x="9696" y="119150"/>
                </a:cubicBezTo>
                <a:cubicBezTo>
                  <a:pt x="16185" y="119150"/>
                  <a:pt x="17807" y="115905"/>
                  <a:pt x="22673" y="109417"/>
                </a:cubicBezTo>
                <a:cubicBezTo>
                  <a:pt x="62378" y="47040"/>
                  <a:pt x="108606" y="47040"/>
                  <a:pt x="125603" y="47040"/>
                </a:cubicBezTo>
                <a:lnTo>
                  <a:pt x="192882" y="47040"/>
                </a:lnTo>
                <a:lnTo>
                  <a:pt x="113472" y="307203"/>
                </a:lnTo>
                <a:cubicBezTo>
                  <a:pt x="110228" y="316935"/>
                  <a:pt x="105362" y="333931"/>
                  <a:pt x="105362" y="337175"/>
                </a:cubicBezTo>
                <a:cubicBezTo>
                  <a:pt x="105362" y="346097"/>
                  <a:pt x="111040" y="359073"/>
                  <a:pt x="128847" y="359073"/>
                </a:cubicBezTo>
                <a:cubicBezTo>
                  <a:pt x="155610" y="359073"/>
                  <a:pt x="159666" y="336365"/>
                  <a:pt x="162098" y="324199"/>
                </a:cubicBezTo>
                <a:lnTo>
                  <a:pt x="216403" y="47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118DA6FF-8417-4F9F-A9B4-4393423F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1864" y="864093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DC8717C8-DBC0-468E-9C20-33D357C3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0491" y="866934"/>
            <a:ext cx="95" cy="95"/>
          </a:xfrm>
          <a:custGeom xmlns:a="http://schemas.openxmlformats.org/drawingml/2006/main">
            <a:pathLst>
              <a:path w="95" h="95">
                <a:moveTo>
                  <a:pt x="0" y="3"/>
                </a:moveTo>
                <a:cubicBezTo>
                  <a:pt x="1" y="0"/>
                  <a:pt x="2" y="0"/>
                  <a:pt x="2" y="0"/>
                </a:cubicBezTo>
                <a:cubicBezTo>
                  <a:pt x="2" y="0"/>
                  <a:pt x="1" y="0"/>
                  <a:pt x="2" y="0"/>
                </a:cubicBezTo>
                <a:cubicBezTo>
                  <a:pt x="1" y="1"/>
                  <a:pt x="2" y="0"/>
                  <a:pt x="2" y="0"/>
                </a:cubicBezTo>
                <a:cubicBezTo>
                  <a:pt x="1" y="1"/>
                  <a:pt x="1" y="2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2" y="1"/>
                  <a:pt x="1" y="0"/>
                </a:cubicBezTo>
                <a:cubicBezTo>
                  <a:pt x="1" y="1"/>
                  <a:pt x="2" y="0"/>
                  <a:pt x="2" y="1"/>
                </a:cubicBezTo>
                <a:cubicBezTo>
                  <a:pt x="1" y="1"/>
                  <a:pt x="2" y="0"/>
                  <a:pt x="1" y="0"/>
                </a:cubicBezTo>
                <a:cubicBezTo>
                  <a:pt x="2" y="1"/>
                  <a:pt x="1" y="1"/>
                  <a:pt x="1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1"/>
                  <a:pt x="1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0"/>
                  <a:pt x="2" y="0"/>
                  <a:pt x="2" y="0"/>
                </a:cubicBezTo>
                <a:cubicBezTo>
                  <a:pt x="2" y="1"/>
                  <a:pt x="1" y="0"/>
                  <a:pt x="2" y="1"/>
                </a:cubicBezTo>
                <a:cubicBezTo>
                  <a:pt x="2" y="0"/>
                  <a:pt x="1" y="0"/>
                  <a:pt x="1" y="0"/>
                </a:cubicBezTo>
                <a:cubicBezTo>
                  <a:pt x="1" y="0"/>
                  <a:pt x="2" y="1"/>
                  <a:pt x="2" y="0"/>
                </a:cubicBezTo>
                <a:cubicBezTo>
                  <a:pt x="2" y="0"/>
                  <a:pt x="1" y="0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1" y="0"/>
                  <a:pt x="1" y="0"/>
                </a:cubicBezTo>
                <a:cubicBezTo>
                  <a:pt x="1" y="0"/>
                  <a:pt x="2" y="1"/>
                  <a:pt x="1" y="1"/>
                </a:cubicBezTo>
                <a:cubicBezTo>
                  <a:pt x="1" y="1"/>
                  <a:pt x="2" y="0"/>
                  <a:pt x="1" y="1"/>
                </a:cubicBezTo>
                <a:cubicBezTo>
                  <a:pt x="1" y="0"/>
                  <a:pt x="1" y="1"/>
                  <a:pt x="2" y="1"/>
                </a:cubicBezTo>
                <a:cubicBezTo>
                  <a:pt x="2" y="1"/>
                  <a:pt x="1" y="0"/>
                  <a:pt x="2" y="0"/>
                </a:cubicBezTo>
                <a:cubicBezTo>
                  <a:pt x="2" y="1"/>
                  <a:pt x="2" y="0"/>
                  <a:pt x="1" y="1"/>
                </a:cubicBezTo>
                <a:cubicBezTo>
                  <a:pt x="2" y="0"/>
                  <a:pt x="2" y="1"/>
                  <a:pt x="2" y="0"/>
                </a:cubicBezTo>
                <a:cubicBezTo>
                  <a:pt x="1" y="1"/>
                  <a:pt x="1" y="0"/>
                  <a:pt x="2" y="0"/>
                </a:cubicBezTo>
                <a:cubicBezTo>
                  <a:pt x="1" y="0"/>
                  <a:pt x="1" y="1"/>
                  <a:pt x="2" y="1"/>
                </a:cubicBezTo>
                <a:cubicBezTo>
                  <a:pt x="1" y="1"/>
                  <a:pt x="1" y="0"/>
                  <a:pt x="2" y="0"/>
                </a:cubicBezTo>
                <a:cubicBezTo>
                  <a:pt x="1" y="1"/>
                  <a:pt x="2" y="0"/>
                  <a:pt x="2" y="0"/>
                </a:cubicBezTo>
                <a:cubicBezTo>
                  <a:pt x="2" y="1"/>
                  <a:pt x="1" y="1"/>
                  <a:pt x="2" y="0"/>
                </a:cubicBezTo>
                <a:cubicBezTo>
                  <a:pt x="1" y="1"/>
                  <a:pt x="2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0"/>
                  <a:pt x="1" y="1"/>
                  <a:pt x="2" y="1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1"/>
                  <a:pt x="1" y="0"/>
                  <a:pt x="1" y="0"/>
                </a:cubicBezTo>
                <a:cubicBezTo>
                  <a:pt x="1" y="0"/>
                  <a:pt x="2" y="0"/>
                  <a:pt x="1" y="1"/>
                </a:cubicBezTo>
                <a:cubicBezTo>
                  <a:pt x="2" y="0"/>
                  <a:pt x="1" y="0"/>
                  <a:pt x="2" y="1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0"/>
                  <a:pt x="2" y="0"/>
                </a:cubicBezTo>
                <a:cubicBezTo>
                  <a:pt x="2" y="0"/>
                  <a:pt x="1" y="1"/>
                  <a:pt x="1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2" y="1"/>
                  <a:pt x="1" y="0"/>
                </a:cubicBezTo>
                <a:cubicBezTo>
                  <a:pt x="2" y="1"/>
                  <a:pt x="1" y="0"/>
                  <a:pt x="1" y="0"/>
                </a:cubicBezTo>
                <a:cubicBezTo>
                  <a:pt x="1" y="1"/>
                  <a:pt x="2" y="1"/>
                  <a:pt x="2" y="1"/>
                </a:cubicBezTo>
                <a:cubicBezTo>
                  <a:pt x="1" y="0"/>
                  <a:pt x="2" y="1"/>
                  <a:pt x="1" y="0"/>
                </a:cubicBezTo>
                <a:cubicBezTo>
                  <a:pt x="1" y="0"/>
                  <a:pt x="2" y="1"/>
                  <a:pt x="2" y="0"/>
                </a:cubicBezTo>
                <a:cubicBezTo>
                  <a:pt x="2" y="2"/>
                  <a:pt x="1" y="0"/>
                  <a:pt x="1" y="0"/>
                </a:cubicBezTo>
                <a:cubicBezTo>
                  <a:pt x="2" y="1"/>
                  <a:pt x="1" y="1"/>
                  <a:pt x="2" y="0"/>
                </a:cubicBezTo>
                <a:cubicBezTo>
                  <a:pt x="1" y="0"/>
                  <a:pt x="2" y="1"/>
                  <a:pt x="2" y="0"/>
                </a:cubicBezTo>
                <a:cubicBezTo>
                  <a:pt x="1" y="1"/>
                  <a:pt x="2" y="1"/>
                  <a:pt x="1" y="0"/>
                </a:cubicBezTo>
                <a:cubicBezTo>
                  <a:pt x="2" y="1"/>
                  <a:pt x="1" y="0"/>
                  <a:pt x="2" y="1"/>
                </a:cubicBezTo>
                <a:cubicBezTo>
                  <a:pt x="2" y="0"/>
                  <a:pt x="2" y="0"/>
                  <a:pt x="1" y="0"/>
                </a:cubicBezTo>
                <a:cubicBezTo>
                  <a:pt x="1" y="0"/>
                  <a:pt x="1" y="1"/>
                  <a:pt x="2" y="1"/>
                </a:cubicBezTo>
                <a:cubicBezTo>
                  <a:pt x="2" y="0"/>
                  <a:pt x="1" y="1"/>
                  <a:pt x="2" y="0"/>
                </a:cubicBezTo>
                <a:cubicBezTo>
                  <a:pt x="1" y="1"/>
                  <a:pt x="2" y="0"/>
                  <a:pt x="2" y="1"/>
                </a:cubicBezTo>
                <a:cubicBezTo>
                  <a:pt x="2" y="1"/>
                  <a:pt x="1" y="1"/>
                  <a:pt x="2" y="1"/>
                </a:cubicBezTo>
                <a:cubicBezTo>
                  <a:pt x="1" y="1"/>
                  <a:pt x="2" y="0"/>
                  <a:pt x="2" y="0"/>
                </a:cubicBezTo>
                <a:cubicBezTo>
                  <a:pt x="1" y="1"/>
                  <a:pt x="2" y="0"/>
                  <a:pt x="2" y="0"/>
                </a:cubicBezTo>
                <a:cubicBezTo>
                  <a:pt x="2" y="1"/>
                  <a:pt x="2" y="0"/>
                  <a:pt x="1" y="1"/>
                </a:cubicBezTo>
                <a:cubicBezTo>
                  <a:pt x="2" y="1"/>
                  <a:pt x="2" y="0"/>
                  <a:pt x="1" y="0"/>
                </a:cubicBezTo>
                <a:cubicBezTo>
                  <a:pt x="2" y="0"/>
                  <a:pt x="1" y="1"/>
                  <a:pt x="2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1"/>
                  <a:pt x="1" y="0"/>
                  <a:pt x="2" y="1"/>
                </a:cubicBezTo>
                <a:cubicBezTo>
                  <a:pt x="1" y="0"/>
                  <a:pt x="2" y="0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0"/>
                  <a:pt x="1" y="0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1" y="0"/>
                  <a:pt x="1" y="0"/>
                  <a:pt x="2" y="1"/>
                </a:cubicBez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1"/>
                  <a:pt x="1" y="1"/>
                </a:cubicBezTo>
                <a:cubicBezTo>
                  <a:pt x="1" y="0"/>
                  <a:pt x="2" y="1"/>
                  <a:pt x="1" y="2"/>
                </a:cubicBezTo>
                <a:cubicBezTo>
                  <a:pt x="1" y="0"/>
                  <a:pt x="2" y="1"/>
                  <a:pt x="2" y="0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2" y="0"/>
                  <a:pt x="2" y="0"/>
                </a:cubicBezTo>
                <a:cubicBezTo>
                  <a:pt x="2" y="0"/>
                  <a:pt x="1" y="1"/>
                  <a:pt x="2" y="1"/>
                </a:cubicBezTo>
                <a:cubicBezTo>
                  <a:pt x="2" y="0"/>
                  <a:pt x="1" y="1"/>
                  <a:pt x="1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0"/>
                  <a:pt x="1" y="1"/>
                  <a:pt x="1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1"/>
                  <a:pt x="1" y="0"/>
                  <a:pt x="2" y="0"/>
                </a:cubicBezTo>
                <a:cubicBezTo>
                  <a:pt x="1" y="0"/>
                  <a:pt x="2" y="1"/>
                  <a:pt x="1" y="1"/>
                </a:cubicBezTo>
                <a:cubicBezTo>
                  <a:pt x="2" y="1"/>
                  <a:pt x="1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1" y="1"/>
                  <a:pt x="2" y="0"/>
                  <a:pt x="2" y="0"/>
                </a:cubicBezTo>
                <a:cubicBezTo>
                  <a:pt x="2" y="1"/>
                  <a:pt x="2" y="1"/>
                  <a:pt x="1" y="1"/>
                </a:cubicBezTo>
                <a:cubicBezTo>
                  <a:pt x="1" y="2"/>
                  <a:pt x="2" y="1"/>
                  <a:pt x="2" y="0"/>
                </a:cubicBezTo>
                <a:cubicBezTo>
                  <a:pt x="2" y="0"/>
                  <a:pt x="2" y="0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1" y="1"/>
                  <a:pt x="1" y="0"/>
                  <a:pt x="1" y="1"/>
                </a:cubicBezTo>
                <a:cubicBezTo>
                  <a:pt x="2" y="0"/>
                  <a:pt x="2" y="0"/>
                  <a:pt x="2" y="0"/>
                </a:cubicBezTo>
                <a:cubicBezTo>
                  <a:pt x="2" y="1"/>
                  <a:pt x="0" y="3"/>
                  <a:pt x="0" y="3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A75BEB12-73E4-4DF0-93BB-2714C4B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5245" y="2104168"/>
            <a:ext cx="802704" cy="802706"/>
          </a:xfrm>
          <a:custGeom xmlns:a="http://schemas.openxmlformats.org/drawingml/2006/main">
            <a:pathLst>
              <a:path w="802704" h="802706">
                <a:moveTo>
                  <a:pt x="659907" y="142798"/>
                </a:moveTo>
                <a:cubicBezTo>
                  <a:pt x="802704" y="285593"/>
                  <a:pt x="802704" y="517112"/>
                  <a:pt x="659907" y="659908"/>
                </a:cubicBezTo>
                <a:cubicBezTo>
                  <a:pt x="517113" y="802706"/>
                  <a:pt x="285592" y="802706"/>
                  <a:pt x="142797" y="659908"/>
                </a:cubicBezTo>
                <a:cubicBezTo>
                  <a:pt x="0" y="517112"/>
                  <a:pt x="0" y="285593"/>
                  <a:pt x="142797" y="142798"/>
                </a:cubicBezTo>
                <a:cubicBezTo>
                  <a:pt x="285592" y="0"/>
                  <a:pt x="517113" y="0"/>
                  <a:pt x="659907" y="142798"/>
                </a:cubicBezTo>
              </a:path>
            </a:pathLst>
          </a:custGeom>
          <a:solidFill xmlns:a="http://schemas.openxmlformats.org/drawingml/2006/main">
            <a:srgbClr val="66A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C3ABE000-97CF-48FF-9C42-C274610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5245" y="2104168"/>
            <a:ext cx="802704" cy="802706"/>
          </a:xfrm>
          <a:custGeom xmlns:a="http://schemas.openxmlformats.org/drawingml/2006/main">
            <a:pathLst>
              <a:path w="802704" h="802706">
                <a:moveTo>
                  <a:pt x="659907" y="142797"/>
                </a:moveTo>
                <a:cubicBezTo>
                  <a:pt x="802704" y="285593"/>
                  <a:pt x="802704" y="517112"/>
                  <a:pt x="659907" y="659909"/>
                </a:cubicBezTo>
                <a:cubicBezTo>
                  <a:pt x="517113" y="802706"/>
                  <a:pt x="285592" y="802706"/>
                  <a:pt x="142797" y="659909"/>
                </a:cubicBezTo>
                <a:cubicBezTo>
                  <a:pt x="0" y="517112"/>
                  <a:pt x="0" y="285593"/>
                  <a:pt x="142797" y="142797"/>
                </a:cubicBezTo>
                <a:cubicBezTo>
                  <a:pt x="285592" y="0"/>
                  <a:pt x="517113" y="0"/>
                  <a:pt x="659907" y="1427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91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644C8C73-D645-4D7A-AD96-7A03970B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4007" y="465584"/>
            <a:ext cx="802706" cy="802706"/>
          </a:xfrm>
          <a:custGeom xmlns:a="http://schemas.openxmlformats.org/drawingml/2006/main">
            <a:pathLst>
              <a:path w="802706" h="802706">
                <a:moveTo>
                  <a:pt x="659909" y="142798"/>
                </a:moveTo>
                <a:cubicBezTo>
                  <a:pt x="802706" y="285594"/>
                  <a:pt x="802706" y="517113"/>
                  <a:pt x="659909" y="659909"/>
                </a:cubicBezTo>
                <a:cubicBezTo>
                  <a:pt x="517113" y="802706"/>
                  <a:pt x="285593" y="802706"/>
                  <a:pt x="142797" y="659909"/>
                </a:cubicBezTo>
                <a:cubicBezTo>
                  <a:pt x="0" y="517113"/>
                  <a:pt x="0" y="285594"/>
                  <a:pt x="142797" y="142798"/>
                </a:cubicBezTo>
                <a:cubicBezTo>
                  <a:pt x="285593" y="0"/>
                  <a:pt x="517113" y="0"/>
                  <a:pt x="659909" y="142798"/>
                </a:cubicBezTo>
              </a:path>
            </a:pathLst>
          </a:custGeom>
          <a:solidFill xmlns:a="http://schemas.openxmlformats.org/drawingml/2006/main">
            <a:srgbClr val="66A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5E510E9D-BB7A-4E51-9703-0D0CE955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4007" y="465584"/>
            <a:ext cx="802706" cy="802706"/>
          </a:xfrm>
          <a:custGeom xmlns:a="http://schemas.openxmlformats.org/drawingml/2006/main">
            <a:pathLst>
              <a:path w="802706" h="802706">
                <a:moveTo>
                  <a:pt x="659909" y="142797"/>
                </a:moveTo>
                <a:cubicBezTo>
                  <a:pt x="802706" y="285593"/>
                  <a:pt x="802706" y="517112"/>
                  <a:pt x="659909" y="659908"/>
                </a:cubicBezTo>
                <a:cubicBezTo>
                  <a:pt x="517113" y="802706"/>
                  <a:pt x="285594" y="802706"/>
                  <a:pt x="142798" y="659908"/>
                </a:cubicBezTo>
                <a:cubicBezTo>
                  <a:pt x="0" y="517112"/>
                  <a:pt x="0" y="285593"/>
                  <a:pt x="142798" y="142797"/>
                </a:cubicBezTo>
                <a:cubicBezTo>
                  <a:pt x="285594" y="0"/>
                  <a:pt x="517113" y="0"/>
                  <a:pt x="659909" y="1427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93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D4660DEC-25DE-45C3-BC62-0AA3039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0944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00A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CABC4068-9D35-4F93-8CED-006EE36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0944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4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4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95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68C9831B-0A09-4B96-9217-FC87F983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6613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3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3" y="0"/>
                  <a:pt x="45707" y="0"/>
                </a:cubicBezTo>
              </a:path>
            </a:pathLst>
          </a:cu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972836D2-D091-45F9-92B3-9E7F0A5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6613" y="50128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97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48DA4AA4-023B-42F6-B239-13C8FB29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8291" y="763535"/>
            <a:ext cx="287951" cy="228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</a:t>
            </a:r>
          </a:p>
        </p:txBody>
      </p:sp>
      <p:sp>
        <p:nvSpPr>
          <p:cNvPr id="98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E71693D8-CA40-4A5C-AC96-A1480CF5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8956" y="1552537"/>
            <a:ext cx="875281" cy="267384"/>
          </a:xfrm>
          <a:custGeom xmlns:a="http://schemas.openxmlformats.org/drawingml/2006/main">
            <a:pathLst>
              <a:path w="875281" h="267384">
                <a:moveTo>
                  <a:pt x="45707" y="0"/>
                </a:moveTo>
                <a:lnTo>
                  <a:pt x="829575" y="0"/>
                </a:lnTo>
                <a:cubicBezTo>
                  <a:pt x="854818" y="0"/>
                  <a:pt x="875281" y="20464"/>
                  <a:pt x="875281" y="45707"/>
                </a:cubicBezTo>
                <a:lnTo>
                  <a:pt x="875281" y="221677"/>
                </a:lnTo>
                <a:cubicBezTo>
                  <a:pt x="875281" y="246920"/>
                  <a:pt x="854818" y="267384"/>
                  <a:pt x="829575" y="267384"/>
                </a:cubicBezTo>
                <a:lnTo>
                  <a:pt x="45707" y="267384"/>
                </a:lnTo>
                <a:cubicBezTo>
                  <a:pt x="20464" y="267384"/>
                  <a:pt x="0" y="246920"/>
                  <a:pt x="0" y="221677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A6B36786-849A-4933-8DE5-00C4C35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8956" y="1552537"/>
            <a:ext cx="875281" cy="267384"/>
          </a:xfrm>
          <a:custGeom xmlns:a="http://schemas.openxmlformats.org/drawingml/2006/main">
            <a:pathLst>
              <a:path w="875281" h="267384">
                <a:moveTo>
                  <a:pt x="45707" y="0"/>
                </a:moveTo>
                <a:lnTo>
                  <a:pt x="829575" y="0"/>
                </a:lnTo>
                <a:cubicBezTo>
                  <a:pt x="854819" y="0"/>
                  <a:pt x="875281" y="20464"/>
                  <a:pt x="875281" y="45707"/>
                </a:cubicBezTo>
                <a:lnTo>
                  <a:pt x="875281" y="221677"/>
                </a:lnTo>
                <a:cubicBezTo>
                  <a:pt x="875281" y="246920"/>
                  <a:pt x="854819" y="267384"/>
                  <a:pt x="829575" y="267384"/>
                </a:cubicBezTo>
                <a:lnTo>
                  <a:pt x="45707" y="267384"/>
                </a:lnTo>
                <a:cubicBezTo>
                  <a:pt x="20464" y="267384"/>
                  <a:pt x="0" y="246920"/>
                  <a:pt x="0" y="221677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00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689221C2-160C-4E15-80EA-DFC09164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6613" y="290545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3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3" y="0"/>
                  <a:pt x="45707" y="0"/>
                </a:cubicBezTo>
              </a:path>
            </a:pathLst>
          </a:custGeom>
          <a:solidFill xmlns:a="http://schemas.openxmlformats.org/drawingml/2006/main">
            <a:srgbClr val="FB2B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7D0D8091-A2F7-40CF-842C-81F9AF2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6613" y="290545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02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F2A3C11A-9A91-4C33-90AE-6171FBE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6586" y="2974014"/>
            <a:ext cx="411361" cy="594186"/>
          </a:xfrm>
          <a:custGeom xmlns:a="http://schemas.openxmlformats.org/drawingml/2006/main">
            <a:pathLst>
              <a:path w="411361" h="594186">
                <a:moveTo>
                  <a:pt x="0" y="0"/>
                </a:moveTo>
                <a:lnTo>
                  <a:pt x="411361" y="0"/>
                </a:lnTo>
                <a:lnTo>
                  <a:pt x="411361" y="594186"/>
                </a:lnTo>
                <a:lnTo>
                  <a:pt x="0" y="594186"/>
                </a:lnTo>
                <a:close/>
              </a:path>
            </a:pathLst>
          </a:custGeom>
          <a:solidFill xmlns:a="http://schemas.openxmlformats.org/drawingml/2006/main">
            <a:srgbClr val="FB2B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5625DA5A-8CF2-4A5C-9D32-B7064F8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5241" y="2972894"/>
            <a:ext cx="219144" cy="126407"/>
          </a:xfrm>
          <a:custGeom xmlns:a="http://schemas.openxmlformats.org/drawingml/2006/main">
            <a:pathLst>
              <a:path w="219144" h="126407">
                <a:moveTo>
                  <a:pt x="109982" y="0"/>
                </a:moveTo>
                <a:lnTo>
                  <a:pt x="0" y="111625"/>
                </a:lnTo>
                <a:lnTo>
                  <a:pt x="14784" y="126407"/>
                </a:lnTo>
                <a:lnTo>
                  <a:pt x="109982" y="42706"/>
                </a:lnTo>
                <a:lnTo>
                  <a:pt x="204395" y="126407"/>
                </a:lnTo>
                <a:lnTo>
                  <a:pt x="219144" y="111625"/>
                </a:lnTo>
                <a:lnTo>
                  <a:pt x="10998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637F01F1-DCDF-4E05-B9C9-E52F633B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8796" y="3188751"/>
            <a:ext cx="397220" cy="363619"/>
          </a:xfrm>
          <a:custGeom xmlns:a="http://schemas.openxmlformats.org/drawingml/2006/main">
            <a:pathLst>
              <a:path w="397220" h="363619">
                <a:moveTo>
                  <a:pt x="219142" y="47635"/>
                </a:moveTo>
                <a:lnTo>
                  <a:pt x="357012" y="47635"/>
                </a:lnTo>
                <a:cubicBezTo>
                  <a:pt x="367689" y="47635"/>
                  <a:pt x="397220" y="47635"/>
                  <a:pt x="397220" y="19712"/>
                </a:cubicBezTo>
                <a:cubicBezTo>
                  <a:pt x="397220" y="0"/>
                  <a:pt x="380007" y="0"/>
                  <a:pt x="364403" y="0"/>
                </a:cubicBezTo>
                <a:lnTo>
                  <a:pt x="134585" y="0"/>
                </a:lnTo>
                <a:cubicBezTo>
                  <a:pt x="118159" y="0"/>
                  <a:pt x="86165" y="0"/>
                  <a:pt x="50063" y="38602"/>
                </a:cubicBezTo>
                <a:cubicBezTo>
                  <a:pt x="22960" y="68133"/>
                  <a:pt x="0" y="107518"/>
                  <a:pt x="0" y="112445"/>
                </a:cubicBezTo>
                <a:cubicBezTo>
                  <a:pt x="0" y="113268"/>
                  <a:pt x="0" y="120659"/>
                  <a:pt x="9819" y="120659"/>
                </a:cubicBezTo>
                <a:cubicBezTo>
                  <a:pt x="16390" y="120659"/>
                  <a:pt x="18033" y="117372"/>
                  <a:pt x="22960" y="110803"/>
                </a:cubicBezTo>
                <a:cubicBezTo>
                  <a:pt x="63168" y="47635"/>
                  <a:pt x="109982" y="47635"/>
                  <a:pt x="127193" y="47635"/>
                </a:cubicBezTo>
                <a:lnTo>
                  <a:pt x="195325" y="47635"/>
                </a:lnTo>
                <a:lnTo>
                  <a:pt x="114909" y="311091"/>
                </a:lnTo>
                <a:cubicBezTo>
                  <a:pt x="111625" y="320947"/>
                  <a:pt x="106696" y="338158"/>
                  <a:pt x="106696" y="341444"/>
                </a:cubicBezTo>
                <a:cubicBezTo>
                  <a:pt x="106696" y="350478"/>
                  <a:pt x="112445" y="363619"/>
                  <a:pt x="130478" y="363619"/>
                </a:cubicBezTo>
                <a:cubicBezTo>
                  <a:pt x="157581" y="363619"/>
                  <a:pt x="161688" y="340622"/>
                  <a:pt x="164152" y="328303"/>
                </a:cubicBezTo>
                <a:lnTo>
                  <a:pt x="219142" y="476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ED091B8E-F68D-46F6-8504-471DE24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3729" y="3263703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CF5E56AD-C3BB-41D2-B859-27A6EE40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2267" y="3271104"/>
            <a:ext cx="95" cy="95"/>
          </a:xfrm>
          <a:custGeom xmlns:a="http://schemas.openxmlformats.org/drawingml/2006/main">
            <a:pathLst>
              <a:path w="95" h="95">
                <a:moveTo>
                  <a:pt x="0" y="3"/>
                </a:moveTo>
                <a:cubicBezTo>
                  <a:pt x="1" y="1"/>
                  <a:pt x="2" y="0"/>
                  <a:pt x="2" y="0"/>
                </a:cubicBezTo>
                <a:cubicBezTo>
                  <a:pt x="2" y="0"/>
                  <a:pt x="1" y="0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2"/>
                  <a:pt x="1" y="2"/>
                  <a:pt x="2" y="1"/>
                </a:cubicBezTo>
                <a:cubicBezTo>
                  <a:pt x="2" y="0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2"/>
                  <a:pt x="1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2"/>
                  <a:pt x="1" y="2"/>
                  <a:pt x="1" y="1"/>
                </a:cubicBezTo>
                <a:cubicBezTo>
                  <a:pt x="1" y="1"/>
                  <a:pt x="1" y="2"/>
                  <a:pt x="2" y="1"/>
                </a:cubicBezTo>
                <a:cubicBezTo>
                  <a:pt x="2" y="1"/>
                  <a:pt x="1" y="1"/>
                  <a:pt x="2" y="2"/>
                </a:cubicBezTo>
                <a:cubicBezTo>
                  <a:pt x="2" y="1"/>
                  <a:pt x="1" y="1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1" y="1"/>
                  <a:pt x="2" y="1"/>
                  <a:pt x="1" y="0"/>
                </a:cubicBezTo>
                <a:cubicBezTo>
                  <a:pt x="1" y="1"/>
                  <a:pt x="2" y="1"/>
                  <a:pt x="2" y="1"/>
                </a:cubicBezTo>
                <a:cubicBezTo>
                  <a:pt x="1" y="1"/>
                  <a:pt x="2" y="0"/>
                  <a:pt x="1" y="1"/>
                </a:cubicBezTo>
                <a:cubicBezTo>
                  <a:pt x="2" y="1"/>
                  <a:pt x="2" y="2"/>
                  <a:pt x="2" y="2"/>
                </a:cubicBezTo>
                <a:cubicBezTo>
                  <a:pt x="1" y="1"/>
                  <a:pt x="2" y="2"/>
                  <a:pt x="2" y="2"/>
                </a:cubicBezTo>
                <a:cubicBezTo>
                  <a:pt x="1" y="1"/>
                  <a:pt x="1" y="2"/>
                  <a:pt x="1" y="1"/>
                </a:cubicBezTo>
                <a:cubicBezTo>
                  <a:pt x="2" y="2"/>
                  <a:pt x="1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1" y="1"/>
                  <a:pt x="2" y="1"/>
                  <a:pt x="1" y="1"/>
                </a:cubicBezTo>
                <a:cubicBezTo>
                  <a:pt x="1" y="1"/>
                  <a:pt x="1" y="1"/>
                  <a:pt x="1" y="2"/>
                </a:cubicBezTo>
                <a:cubicBezTo>
                  <a:pt x="2" y="0"/>
                  <a:pt x="2" y="1"/>
                  <a:pt x="2" y="2"/>
                </a:cubicBezTo>
                <a:cubicBezTo>
                  <a:pt x="2" y="1"/>
                  <a:pt x="1" y="2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2" y="0"/>
                  <a:pt x="2" y="1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1" y="1"/>
                  <a:pt x="1" y="1"/>
                  <a:pt x="1" y="2"/>
                </a:cubicBezTo>
                <a:cubicBezTo>
                  <a:pt x="2" y="1"/>
                  <a:pt x="2" y="0"/>
                  <a:pt x="1" y="1"/>
                </a:cubicBezTo>
                <a:cubicBezTo>
                  <a:pt x="1" y="0"/>
                  <a:pt x="2" y="1"/>
                  <a:pt x="1" y="1"/>
                </a:cubicBezTo>
                <a:cubicBezTo>
                  <a:pt x="2" y="0"/>
                  <a:pt x="1" y="1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1" y="0"/>
                  <a:pt x="1" y="1"/>
                  <a:pt x="1" y="1"/>
                </a:cubicBezTo>
                <a:cubicBezTo>
                  <a:pt x="1" y="2"/>
                  <a:pt x="1" y="0"/>
                  <a:pt x="1" y="1"/>
                </a:cubicBezTo>
                <a:cubicBezTo>
                  <a:pt x="2" y="2"/>
                  <a:pt x="1" y="0"/>
                  <a:pt x="1" y="1"/>
                </a:cubicBezTo>
                <a:cubicBezTo>
                  <a:pt x="2" y="2"/>
                  <a:pt x="2" y="2"/>
                  <a:pt x="2" y="1"/>
                </a:cubicBezTo>
                <a:cubicBezTo>
                  <a:pt x="2" y="1"/>
                  <a:pt x="2" y="2"/>
                  <a:pt x="2" y="1"/>
                </a:cubicBezTo>
                <a:cubicBezTo>
                  <a:pt x="2" y="1"/>
                  <a:pt x="2" y="0"/>
                  <a:pt x="1" y="1"/>
                </a:cubicBezTo>
                <a:cubicBezTo>
                  <a:pt x="1" y="0"/>
                  <a:pt x="2" y="0"/>
                  <a:pt x="2" y="1"/>
                </a:cubicBezTo>
                <a:cubicBezTo>
                  <a:pt x="1" y="1"/>
                  <a:pt x="1" y="1"/>
                  <a:pt x="2" y="1"/>
                </a:cubicBezTo>
                <a:cubicBezTo>
                  <a:pt x="2" y="1"/>
                  <a:pt x="2" y="2"/>
                  <a:pt x="2" y="1"/>
                </a:cubicBezTo>
                <a:cubicBezTo>
                  <a:pt x="1" y="1"/>
                  <a:pt x="2" y="0"/>
                  <a:pt x="1" y="0"/>
                </a:cubicBezTo>
                <a:cubicBezTo>
                  <a:pt x="1" y="1"/>
                  <a:pt x="2" y="1"/>
                  <a:pt x="1" y="2"/>
                </a:cubicBezTo>
                <a:cubicBezTo>
                  <a:pt x="2" y="1"/>
                  <a:pt x="1" y="1"/>
                  <a:pt x="2" y="1"/>
                </a:cubicBezTo>
                <a:cubicBezTo>
                  <a:pt x="1" y="1"/>
                  <a:pt x="2" y="1"/>
                  <a:pt x="1" y="0"/>
                </a:cubicBezTo>
                <a:cubicBezTo>
                  <a:pt x="1" y="1"/>
                  <a:pt x="2" y="1"/>
                  <a:pt x="2" y="2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2" y="1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2"/>
                  <a:pt x="1" y="2"/>
                </a:cubicBezTo>
                <a:cubicBezTo>
                  <a:pt x="1" y="1"/>
                  <a:pt x="2" y="1"/>
                  <a:pt x="2" y="2"/>
                </a:cubicBezTo>
                <a:cubicBezTo>
                  <a:pt x="1" y="2"/>
                  <a:pt x="2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1" y="1"/>
                  <a:pt x="2" y="1"/>
                  <a:pt x="2" y="0"/>
                </a:cubicBezTo>
                <a:cubicBezTo>
                  <a:pt x="1" y="1"/>
                  <a:pt x="2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2"/>
                  <a:pt x="2" y="1"/>
                </a:cubicBezTo>
                <a:cubicBezTo>
                  <a:pt x="2" y="1"/>
                  <a:pt x="2" y="2"/>
                  <a:pt x="2" y="1"/>
                </a:cubicBezTo>
                <a:cubicBezTo>
                  <a:pt x="2" y="1"/>
                  <a:pt x="2" y="2"/>
                  <a:pt x="1" y="1"/>
                </a:cubicBezTo>
                <a:cubicBezTo>
                  <a:pt x="1" y="1"/>
                  <a:pt x="1" y="1"/>
                  <a:pt x="2" y="2"/>
                </a:cubicBezTo>
                <a:cubicBezTo>
                  <a:pt x="1" y="0"/>
                  <a:pt x="2" y="1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2"/>
                  <a:pt x="1" y="1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2" y="1"/>
                  <a:pt x="2" y="2"/>
                  <a:pt x="1" y="1"/>
                </a:cubicBezTo>
                <a:cubicBezTo>
                  <a:pt x="2" y="0"/>
                  <a:pt x="2" y="1"/>
                  <a:pt x="1" y="0"/>
                </a:cubicBezTo>
                <a:cubicBezTo>
                  <a:pt x="2" y="1"/>
                  <a:pt x="1" y="1"/>
                  <a:pt x="2" y="2"/>
                </a:cubicBezTo>
                <a:cubicBezTo>
                  <a:pt x="1" y="1"/>
                  <a:pt x="2" y="1"/>
                  <a:pt x="1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2"/>
                  <a:pt x="1" y="1"/>
                  <a:pt x="1" y="1"/>
                </a:cubicBezTo>
                <a:cubicBezTo>
                  <a:pt x="2" y="1"/>
                  <a:pt x="1" y="0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1" y="0"/>
                  <a:pt x="1" y="1"/>
                  <a:pt x="2" y="1"/>
                </a:cubicBezTo>
                <a:cubicBezTo>
                  <a:pt x="1" y="1"/>
                  <a:pt x="2" y="0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1" y="0"/>
                  <a:pt x="2" y="1"/>
                  <a:pt x="1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2"/>
                  <a:pt x="2" y="2"/>
                  <a:pt x="2" y="1"/>
                </a:cubicBezTo>
                <a:cubicBezTo>
                  <a:pt x="2" y="2"/>
                  <a:pt x="2" y="1"/>
                  <a:pt x="1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1" y="0"/>
                  <a:pt x="1" y="1"/>
                  <a:pt x="1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2" y="1"/>
                  <a:pt x="1" y="1"/>
                </a:cubicBezTo>
                <a:cubicBezTo>
                  <a:pt x="1" y="1"/>
                  <a:pt x="2" y="1"/>
                  <a:pt x="2" y="2"/>
                </a:cubicBezTo>
                <a:cubicBezTo>
                  <a:pt x="2" y="1"/>
                  <a:pt x="1" y="2"/>
                  <a:pt x="2" y="1"/>
                </a:cubicBezTo>
                <a:cubicBezTo>
                  <a:pt x="2" y="1"/>
                  <a:pt x="1" y="1"/>
                  <a:pt x="2" y="1"/>
                </a:cubicBezTo>
                <a:cubicBezTo>
                  <a:pt x="2" y="2"/>
                  <a:pt x="1" y="0"/>
                  <a:pt x="1" y="1"/>
                </a:cubicBezTo>
                <a:cubicBezTo>
                  <a:pt x="2" y="2"/>
                  <a:pt x="1" y="1"/>
                  <a:pt x="2" y="0"/>
                </a:cubicBezTo>
                <a:cubicBezTo>
                  <a:pt x="1" y="2"/>
                  <a:pt x="2" y="1"/>
                  <a:pt x="2" y="1"/>
                </a:cubicBezTo>
                <a:cubicBezTo>
                  <a:pt x="2" y="1"/>
                  <a:pt x="2" y="2"/>
                  <a:pt x="0" y="3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20ECD556-1D62-4322-A0D5-72B4FD8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9707" y="290545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3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3" y="0"/>
                  <a:pt x="45707" y="0"/>
                </a:cubicBezTo>
              </a:path>
            </a:pathLst>
          </a:cu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13A9A0FD-68B8-44FD-928C-5E10BC4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9707" y="290545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09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DA73551C-5C9E-4305-961A-98B26472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1384" y="3167706"/>
            <a:ext cx="287951" cy="228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</a:t>
            </a:r>
          </a:p>
        </p:txBody>
      </p:sp>
      <p:sp>
        <p:nvSpPr>
          <p:cNvPr id="110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33A00658-800D-46EC-85C5-BA1E654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4661" y="501284"/>
            <a:ext cx="274240" cy="731307"/>
          </a:xfrm>
          <a:custGeom xmlns:a="http://schemas.openxmlformats.org/drawingml/2006/main">
            <a:pathLst>
              <a:path w="274240" h="731307">
                <a:moveTo>
                  <a:pt x="45707" y="0"/>
                </a:moveTo>
                <a:lnTo>
                  <a:pt x="228534" y="0"/>
                </a:lnTo>
                <a:cubicBezTo>
                  <a:pt x="253776" y="0"/>
                  <a:pt x="274240" y="20464"/>
                  <a:pt x="274240" y="45707"/>
                </a:cubicBezTo>
                <a:lnTo>
                  <a:pt x="274240" y="685600"/>
                </a:lnTo>
                <a:cubicBezTo>
                  <a:pt x="274240" y="710843"/>
                  <a:pt x="253776" y="731307"/>
                  <a:pt x="228534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2F2C6AE4-19EC-4BA9-9DA1-ED1A8E2A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4661" y="501284"/>
            <a:ext cx="274240" cy="731307"/>
          </a:xfrm>
          <a:custGeom xmlns:a="http://schemas.openxmlformats.org/drawingml/2006/main">
            <a:pathLst>
              <a:path w="274240" h="731307">
                <a:moveTo>
                  <a:pt x="45707" y="0"/>
                </a:moveTo>
                <a:lnTo>
                  <a:pt x="228534" y="0"/>
                </a:lnTo>
                <a:cubicBezTo>
                  <a:pt x="253776" y="0"/>
                  <a:pt x="274240" y="20464"/>
                  <a:pt x="274240" y="45707"/>
                </a:cubicBezTo>
                <a:lnTo>
                  <a:pt x="274240" y="685600"/>
                </a:lnTo>
                <a:cubicBezTo>
                  <a:pt x="274240" y="710843"/>
                  <a:pt x="253776" y="731307"/>
                  <a:pt x="228534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12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2FE80338-955B-40B3-BF7C-C5802DAF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4837" y="2905454"/>
            <a:ext cx="731307" cy="731307"/>
          </a:xfrm>
          <a:custGeom xmlns:a="http://schemas.openxmlformats.org/drawingml/2006/main">
            <a:pathLst>
              <a:path w="731307" h="731307">
                <a:moveTo>
                  <a:pt x="45707" y="0"/>
                </a:moveTo>
                <a:lnTo>
                  <a:pt x="685600" y="0"/>
                </a:lnTo>
                <a:cubicBezTo>
                  <a:pt x="710843" y="0"/>
                  <a:pt x="731307" y="20464"/>
                  <a:pt x="731307" y="45707"/>
                </a:cubicBezTo>
                <a:lnTo>
                  <a:pt x="731307" y="685600"/>
                </a:lnTo>
                <a:cubicBezTo>
                  <a:pt x="731307" y="710843"/>
                  <a:pt x="710843" y="731307"/>
                  <a:pt x="685600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ED2841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13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1F53C0BC-E453-4AAE-B75D-2BE8D272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4810" y="2974014"/>
            <a:ext cx="411361" cy="594186"/>
          </a:xfrm>
          <a:custGeom xmlns:a="http://schemas.openxmlformats.org/drawingml/2006/main">
            <a:pathLst>
              <a:path w="411361" h="594186">
                <a:moveTo>
                  <a:pt x="0" y="0"/>
                </a:moveTo>
                <a:lnTo>
                  <a:pt x="411361" y="0"/>
                </a:lnTo>
                <a:lnTo>
                  <a:pt x="411361" y="594186"/>
                </a:lnTo>
                <a:lnTo>
                  <a:pt x="0" y="594186"/>
                </a:lnTo>
                <a:close/>
              </a:path>
            </a:pathLst>
          </a:custGeom>
          <a:solidFill xmlns:a="http://schemas.openxmlformats.org/drawingml/2006/main">
            <a:srgbClr val="ED2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9F18B7E0-55B8-48E7-9231-01DE5D30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6399" y="2966962"/>
            <a:ext cx="273311" cy="76344"/>
          </a:xfrm>
          <a:custGeom xmlns:a="http://schemas.openxmlformats.org/drawingml/2006/main">
            <a:pathLst>
              <a:path w="273311" h="76344">
                <a:moveTo>
                  <a:pt x="273311" y="12318"/>
                </a:moveTo>
                <a:lnTo>
                  <a:pt x="260170" y="0"/>
                </a:lnTo>
                <a:cubicBezTo>
                  <a:pt x="260170" y="821"/>
                  <a:pt x="228999" y="39385"/>
                  <a:pt x="192860" y="39385"/>
                </a:cubicBezTo>
                <a:cubicBezTo>
                  <a:pt x="174007" y="39385"/>
                  <a:pt x="153476" y="27065"/>
                  <a:pt x="139511" y="18888"/>
                </a:cubicBezTo>
                <a:cubicBezTo>
                  <a:pt x="117373" y="5747"/>
                  <a:pt x="102590" y="0"/>
                  <a:pt x="88628" y="0"/>
                </a:cubicBezTo>
                <a:cubicBezTo>
                  <a:pt x="57455" y="0"/>
                  <a:pt x="41850" y="18068"/>
                  <a:pt x="0" y="64023"/>
                </a:cubicBezTo>
                <a:lnTo>
                  <a:pt x="13141" y="76344"/>
                </a:lnTo>
                <a:cubicBezTo>
                  <a:pt x="13141" y="75523"/>
                  <a:pt x="44314" y="36922"/>
                  <a:pt x="80415" y="36922"/>
                </a:cubicBezTo>
                <a:cubicBezTo>
                  <a:pt x="99304" y="36922"/>
                  <a:pt x="119837" y="49242"/>
                  <a:pt x="133764" y="57453"/>
                </a:cubicBezTo>
                <a:cubicBezTo>
                  <a:pt x="155938" y="70593"/>
                  <a:pt x="170722" y="76344"/>
                  <a:pt x="184647" y="76344"/>
                </a:cubicBezTo>
                <a:cubicBezTo>
                  <a:pt x="215858" y="76344"/>
                  <a:pt x="231463" y="58276"/>
                  <a:pt x="273311" y="123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A50C83B5-7138-4CB8-8432-A6E9FA56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7020" y="3161464"/>
            <a:ext cx="397221" cy="363619"/>
          </a:xfrm>
          <a:custGeom xmlns:a="http://schemas.openxmlformats.org/drawingml/2006/main">
            <a:pathLst>
              <a:path w="397221" h="363619">
                <a:moveTo>
                  <a:pt x="219142" y="47635"/>
                </a:moveTo>
                <a:lnTo>
                  <a:pt x="357013" y="47635"/>
                </a:lnTo>
                <a:cubicBezTo>
                  <a:pt x="367689" y="47635"/>
                  <a:pt x="397221" y="47635"/>
                  <a:pt x="397221" y="19711"/>
                </a:cubicBezTo>
                <a:cubicBezTo>
                  <a:pt x="397221" y="0"/>
                  <a:pt x="380007" y="0"/>
                  <a:pt x="364403" y="0"/>
                </a:cubicBezTo>
                <a:lnTo>
                  <a:pt x="134585" y="0"/>
                </a:lnTo>
                <a:cubicBezTo>
                  <a:pt x="118159" y="0"/>
                  <a:pt x="86165" y="0"/>
                  <a:pt x="50063" y="38602"/>
                </a:cubicBezTo>
                <a:cubicBezTo>
                  <a:pt x="22961" y="68132"/>
                  <a:pt x="0" y="107518"/>
                  <a:pt x="0" y="112445"/>
                </a:cubicBezTo>
                <a:cubicBezTo>
                  <a:pt x="0" y="113268"/>
                  <a:pt x="0" y="120659"/>
                  <a:pt x="9820" y="120659"/>
                </a:cubicBezTo>
                <a:cubicBezTo>
                  <a:pt x="16391" y="120659"/>
                  <a:pt x="18033" y="117372"/>
                  <a:pt x="22961" y="110802"/>
                </a:cubicBezTo>
                <a:cubicBezTo>
                  <a:pt x="63168" y="47635"/>
                  <a:pt x="109982" y="47635"/>
                  <a:pt x="127193" y="47635"/>
                </a:cubicBezTo>
                <a:lnTo>
                  <a:pt x="195325" y="47635"/>
                </a:lnTo>
                <a:lnTo>
                  <a:pt x="114909" y="311091"/>
                </a:lnTo>
                <a:cubicBezTo>
                  <a:pt x="111625" y="320947"/>
                  <a:pt x="106697" y="338158"/>
                  <a:pt x="106697" y="341444"/>
                </a:cubicBezTo>
                <a:cubicBezTo>
                  <a:pt x="106697" y="350477"/>
                  <a:pt x="112445" y="363619"/>
                  <a:pt x="130478" y="363619"/>
                </a:cubicBezTo>
                <a:cubicBezTo>
                  <a:pt x="157581" y="363619"/>
                  <a:pt x="161688" y="340622"/>
                  <a:pt x="164152" y="328303"/>
                </a:cubicBezTo>
                <a:lnTo>
                  <a:pt x="219142" y="476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4BBAB04F-38AB-488C-9748-CEC25C54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1953" y="325012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C3E315B2-F647-4E5E-A9AF-A328BFCD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0491" y="3271104"/>
            <a:ext cx="95" cy="95"/>
          </a:xfrm>
          <a:custGeom xmlns:a="http://schemas.openxmlformats.org/drawingml/2006/main">
            <a:pathLst>
              <a:path w="95" h="95">
                <a:moveTo>
                  <a:pt x="0" y="3"/>
                </a:moveTo>
                <a:cubicBezTo>
                  <a:pt x="1" y="1"/>
                  <a:pt x="2" y="0"/>
                  <a:pt x="2" y="0"/>
                </a:cubicBezTo>
                <a:cubicBezTo>
                  <a:pt x="2" y="0"/>
                  <a:pt x="1" y="0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2" y="0"/>
                  <a:pt x="2" y="1"/>
                </a:cubicBezTo>
                <a:cubicBezTo>
                  <a:pt x="2" y="1"/>
                  <a:pt x="2" y="2"/>
                  <a:pt x="2" y="1"/>
                </a:cubicBezTo>
                <a:cubicBezTo>
                  <a:pt x="2" y="0"/>
                  <a:pt x="2" y="0"/>
                  <a:pt x="1" y="1"/>
                </a:cubicBezTo>
                <a:cubicBezTo>
                  <a:pt x="2" y="1"/>
                  <a:pt x="1" y="1"/>
                  <a:pt x="2" y="1"/>
                </a:cubicBezTo>
                <a:cubicBezTo>
                  <a:pt x="2" y="2"/>
                  <a:pt x="1" y="2"/>
                  <a:pt x="1" y="1"/>
                </a:cubicBezTo>
                <a:cubicBezTo>
                  <a:pt x="1" y="1"/>
                  <a:pt x="1" y="1"/>
                  <a:pt x="2" y="1"/>
                </a:cubicBezTo>
                <a:cubicBezTo>
                  <a:pt x="2" y="1"/>
                  <a:pt x="1" y="1"/>
                  <a:pt x="2" y="2"/>
                </a:cubicBezTo>
                <a:cubicBezTo>
                  <a:pt x="2" y="1"/>
                  <a:pt x="1" y="1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2" y="2"/>
                  <a:pt x="1" y="1"/>
                  <a:pt x="1" y="2"/>
                </a:cubicBezTo>
                <a:cubicBezTo>
                  <a:pt x="2" y="1"/>
                  <a:pt x="2" y="2"/>
                  <a:pt x="2" y="1"/>
                </a:cubicBezTo>
                <a:cubicBezTo>
                  <a:pt x="1" y="1"/>
                  <a:pt x="2" y="2"/>
                  <a:pt x="1" y="1"/>
                </a:cubicBezTo>
                <a:cubicBezTo>
                  <a:pt x="2" y="1"/>
                  <a:pt x="1" y="1"/>
                  <a:pt x="1" y="1"/>
                </a:cubicBezTo>
                <a:cubicBezTo>
                  <a:pt x="1" y="1"/>
                  <a:pt x="1" y="1"/>
                  <a:pt x="1" y="2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2" y="1"/>
                  <a:pt x="1" y="1"/>
                  <a:pt x="1" y="2"/>
                </a:cubicBezTo>
                <a:cubicBezTo>
                  <a:pt x="2" y="1"/>
                  <a:pt x="2" y="0"/>
                  <a:pt x="2" y="1"/>
                </a:cubicBezTo>
                <a:cubicBezTo>
                  <a:pt x="2" y="1"/>
                  <a:pt x="1" y="2"/>
                  <a:pt x="2" y="1"/>
                </a:cubicBezTo>
                <a:cubicBezTo>
                  <a:pt x="1" y="1"/>
                  <a:pt x="2" y="2"/>
                  <a:pt x="1" y="2"/>
                </a:cubicBezTo>
                <a:cubicBezTo>
                  <a:pt x="1" y="1"/>
                  <a:pt x="2" y="2"/>
                  <a:pt x="2" y="1"/>
                </a:cubicBezTo>
                <a:cubicBezTo>
                  <a:pt x="2" y="2"/>
                  <a:pt x="1" y="1"/>
                  <a:pt x="2" y="1"/>
                </a:cubicBezTo>
                <a:cubicBezTo>
                  <a:pt x="2" y="2"/>
                  <a:pt x="2" y="1"/>
                  <a:pt x="1" y="1"/>
                </a:cubicBezTo>
                <a:cubicBezTo>
                  <a:pt x="1" y="1"/>
                  <a:pt x="1" y="1"/>
                  <a:pt x="2" y="1"/>
                </a:cubicBezTo>
                <a:cubicBezTo>
                  <a:pt x="1" y="0"/>
                  <a:pt x="2" y="0"/>
                  <a:pt x="2" y="1"/>
                </a:cubicBezTo>
                <a:cubicBezTo>
                  <a:pt x="1" y="0"/>
                  <a:pt x="1" y="1"/>
                  <a:pt x="2" y="1"/>
                </a:cubicBezTo>
                <a:cubicBezTo>
                  <a:pt x="2" y="2"/>
                  <a:pt x="2" y="1"/>
                  <a:pt x="2" y="0"/>
                </a:cubicBezTo>
                <a:cubicBezTo>
                  <a:pt x="2" y="1"/>
                  <a:pt x="1" y="1"/>
                  <a:pt x="1" y="0"/>
                </a:cubicBezTo>
                <a:cubicBezTo>
                  <a:pt x="1" y="1"/>
                  <a:pt x="1" y="2"/>
                  <a:pt x="1" y="2"/>
                </a:cubicBezTo>
                <a:cubicBezTo>
                  <a:pt x="2" y="1"/>
                  <a:pt x="1" y="2"/>
                  <a:pt x="2" y="0"/>
                </a:cubicBezTo>
                <a:cubicBezTo>
                  <a:pt x="1" y="2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1" y="2"/>
                  <a:pt x="2" y="1"/>
                </a:cubicBezTo>
                <a:cubicBezTo>
                  <a:pt x="2" y="1"/>
                  <a:pt x="1" y="2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1" y="1"/>
                  <a:pt x="2" y="1"/>
                  <a:pt x="1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0"/>
                  <a:pt x="2" y="1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2" y="2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0"/>
                  <a:pt x="1" y="1"/>
                  <a:pt x="2" y="1"/>
                </a:cubicBezTo>
                <a:cubicBezTo>
                  <a:pt x="1" y="1"/>
                  <a:pt x="1" y="1"/>
                  <a:pt x="2" y="1"/>
                </a:cubicBezTo>
                <a:cubicBezTo>
                  <a:pt x="1" y="1"/>
                  <a:pt x="1" y="1"/>
                  <a:pt x="2" y="1"/>
                </a:cubicBezTo>
                <a:cubicBezTo>
                  <a:pt x="2" y="2"/>
                  <a:pt x="2" y="1"/>
                  <a:pt x="1" y="1"/>
                </a:cubicBezTo>
                <a:cubicBezTo>
                  <a:pt x="2" y="0"/>
                  <a:pt x="2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1" y="1"/>
                  <a:pt x="2" y="1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1" y="1"/>
                  <a:pt x="1" y="1"/>
                  <a:pt x="2" y="2"/>
                </a:cubicBezTo>
                <a:cubicBezTo>
                  <a:pt x="1" y="0"/>
                  <a:pt x="2" y="2"/>
                  <a:pt x="2" y="1"/>
                </a:cubicBezTo>
                <a:cubicBezTo>
                  <a:pt x="2" y="1"/>
                  <a:pt x="1" y="1"/>
                  <a:pt x="2" y="0"/>
                </a:cubicBezTo>
                <a:cubicBezTo>
                  <a:pt x="1" y="1"/>
                  <a:pt x="2" y="1"/>
                  <a:pt x="1" y="1"/>
                </a:cubicBezTo>
                <a:cubicBezTo>
                  <a:pt x="1" y="0"/>
                  <a:pt x="2" y="1"/>
                  <a:pt x="1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1"/>
                  <a:pt x="1" y="2"/>
                </a:cubicBezTo>
                <a:cubicBezTo>
                  <a:pt x="2" y="1"/>
                  <a:pt x="2" y="2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2"/>
                  <a:pt x="2" y="1"/>
                </a:cubicBezTo>
                <a:cubicBezTo>
                  <a:pt x="2" y="1"/>
                  <a:pt x="2" y="1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2" y="1"/>
                  <a:pt x="1" y="1"/>
                </a:cubicBezTo>
                <a:cubicBezTo>
                  <a:pt x="1" y="1"/>
                  <a:pt x="2" y="0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1" y="1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1"/>
                  <a:pt x="1" y="1"/>
                  <a:pt x="2" y="1"/>
                </a:cubicBezTo>
                <a:cubicBezTo>
                  <a:pt x="1" y="1"/>
                  <a:pt x="1" y="1"/>
                  <a:pt x="1" y="2"/>
                </a:cubicBezTo>
                <a:cubicBezTo>
                  <a:pt x="2" y="1"/>
                  <a:pt x="1" y="1"/>
                  <a:pt x="2" y="2"/>
                </a:cubicBezTo>
                <a:cubicBezTo>
                  <a:pt x="1" y="1"/>
                  <a:pt x="2" y="1"/>
                  <a:pt x="2" y="1"/>
                </a:cubicBezTo>
                <a:cubicBezTo>
                  <a:pt x="1" y="1"/>
                  <a:pt x="1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2"/>
                  <a:pt x="2" y="0"/>
                  <a:pt x="1" y="0"/>
                </a:cubicBezTo>
                <a:cubicBezTo>
                  <a:pt x="1" y="1"/>
                  <a:pt x="2" y="1"/>
                  <a:pt x="1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2"/>
                  <a:pt x="2" y="1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2"/>
                  <a:pt x="2" y="2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0"/>
                  <a:pt x="2" y="1"/>
                  <a:pt x="2" y="2"/>
                </a:cubicBezTo>
                <a:cubicBezTo>
                  <a:pt x="2" y="1"/>
                  <a:pt x="2" y="0"/>
                  <a:pt x="2" y="1"/>
                </a:cubicBezTo>
                <a:cubicBezTo>
                  <a:pt x="1" y="2"/>
                  <a:pt x="2" y="1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2"/>
                  <a:pt x="2" y="2"/>
                  <a:pt x="2" y="0"/>
                </a:cubicBezTo>
                <a:cubicBezTo>
                  <a:pt x="2" y="2"/>
                  <a:pt x="1" y="1"/>
                  <a:pt x="2" y="1"/>
                </a:cubicBezTo>
                <a:cubicBezTo>
                  <a:pt x="2" y="1"/>
                  <a:pt x="2" y="2"/>
                  <a:pt x="1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0" y="3"/>
                  <a:pt x="0" y="3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055CA3C7-B791-46B7-97FD-A82D1AF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8956" y="3170553"/>
            <a:ext cx="875281" cy="267384"/>
          </a:xfrm>
          <a:custGeom xmlns:a="http://schemas.openxmlformats.org/drawingml/2006/main">
            <a:pathLst>
              <a:path w="875281" h="267384">
                <a:moveTo>
                  <a:pt x="45707" y="0"/>
                </a:moveTo>
                <a:lnTo>
                  <a:pt x="829575" y="0"/>
                </a:lnTo>
                <a:cubicBezTo>
                  <a:pt x="854818" y="0"/>
                  <a:pt x="875281" y="20463"/>
                  <a:pt x="875281" y="45707"/>
                </a:cubicBezTo>
                <a:lnTo>
                  <a:pt x="875281" y="221677"/>
                </a:lnTo>
                <a:cubicBezTo>
                  <a:pt x="875281" y="246920"/>
                  <a:pt x="854818" y="267384"/>
                  <a:pt x="829575" y="267384"/>
                </a:cubicBezTo>
                <a:lnTo>
                  <a:pt x="45707" y="267384"/>
                </a:lnTo>
                <a:cubicBezTo>
                  <a:pt x="20464" y="267384"/>
                  <a:pt x="0" y="246920"/>
                  <a:pt x="0" y="221677"/>
                </a:cubicBezTo>
                <a:lnTo>
                  <a:pt x="0" y="45707"/>
                </a:lnTo>
                <a:cubicBezTo>
                  <a:pt x="0" y="20463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B650C08F-E705-4049-9853-9400801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8956" y="3170553"/>
            <a:ext cx="875281" cy="267384"/>
          </a:xfrm>
          <a:custGeom xmlns:a="http://schemas.openxmlformats.org/drawingml/2006/main">
            <a:pathLst>
              <a:path w="875281" h="267384">
                <a:moveTo>
                  <a:pt x="45707" y="0"/>
                </a:moveTo>
                <a:lnTo>
                  <a:pt x="829575" y="0"/>
                </a:lnTo>
                <a:cubicBezTo>
                  <a:pt x="854819" y="0"/>
                  <a:pt x="875281" y="20464"/>
                  <a:pt x="875281" y="45707"/>
                </a:cubicBezTo>
                <a:lnTo>
                  <a:pt x="875281" y="221677"/>
                </a:lnTo>
                <a:cubicBezTo>
                  <a:pt x="875281" y="246920"/>
                  <a:pt x="854819" y="267384"/>
                  <a:pt x="829575" y="267384"/>
                </a:cubicBezTo>
                <a:lnTo>
                  <a:pt x="45707" y="267384"/>
                </a:lnTo>
                <a:cubicBezTo>
                  <a:pt x="20464" y="267384"/>
                  <a:pt x="0" y="246920"/>
                  <a:pt x="0" y="221677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20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794E7946-A002-4CE5-BE87-4AA441FD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7098" y="2417704"/>
            <a:ext cx="574938" cy="175634"/>
          </a:xfrm>
          <a:custGeom xmlns:a="http://schemas.openxmlformats.org/drawingml/2006/main">
            <a:pathLst>
              <a:path w="574938" h="175634">
                <a:moveTo>
                  <a:pt x="45708" y="0"/>
                </a:moveTo>
                <a:lnTo>
                  <a:pt x="529232" y="0"/>
                </a:lnTo>
                <a:cubicBezTo>
                  <a:pt x="554477" y="0"/>
                  <a:pt x="574938" y="20464"/>
                  <a:pt x="574938" y="45707"/>
                </a:cubicBezTo>
                <a:lnTo>
                  <a:pt x="574938" y="129928"/>
                </a:lnTo>
                <a:cubicBezTo>
                  <a:pt x="574938" y="155171"/>
                  <a:pt x="554477" y="175634"/>
                  <a:pt x="529232" y="175634"/>
                </a:cubicBezTo>
                <a:lnTo>
                  <a:pt x="45708" y="175634"/>
                </a:lnTo>
                <a:cubicBezTo>
                  <a:pt x="20464" y="175634"/>
                  <a:pt x="0" y="155171"/>
                  <a:pt x="0" y="129928"/>
                </a:cubicBezTo>
                <a:lnTo>
                  <a:pt x="0" y="45707"/>
                </a:lnTo>
                <a:cubicBezTo>
                  <a:pt x="0" y="20464"/>
                  <a:pt x="20464" y="0"/>
                  <a:pt x="45708" y="0"/>
                </a:cubicBezTo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B47232F3-1DEA-4E0E-935D-E92CEDD8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7099" y="2417704"/>
            <a:ext cx="574938" cy="175634"/>
          </a:xfrm>
          <a:custGeom xmlns:a="http://schemas.openxmlformats.org/drawingml/2006/main">
            <a:pathLst>
              <a:path w="574938" h="175634">
                <a:moveTo>
                  <a:pt x="45707" y="0"/>
                </a:moveTo>
                <a:lnTo>
                  <a:pt x="529230" y="0"/>
                </a:lnTo>
                <a:cubicBezTo>
                  <a:pt x="554475" y="0"/>
                  <a:pt x="574938" y="20464"/>
                  <a:pt x="574938" y="45707"/>
                </a:cubicBezTo>
                <a:lnTo>
                  <a:pt x="574938" y="129928"/>
                </a:lnTo>
                <a:cubicBezTo>
                  <a:pt x="574938" y="155170"/>
                  <a:pt x="554475" y="175634"/>
                  <a:pt x="529230" y="175634"/>
                </a:cubicBezTo>
                <a:lnTo>
                  <a:pt x="45707" y="175634"/>
                </a:lnTo>
                <a:cubicBezTo>
                  <a:pt x="20463" y="175634"/>
                  <a:pt x="0" y="155170"/>
                  <a:pt x="0" y="129928"/>
                </a:cubicBezTo>
                <a:lnTo>
                  <a:pt x="0" y="45707"/>
                </a:lnTo>
                <a:cubicBezTo>
                  <a:pt x="0" y="20464"/>
                  <a:pt x="20463" y="0"/>
                  <a:pt x="4570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22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5EABFEA4-4239-4E1E-8BBE-24A8484A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1926" y="612953"/>
            <a:ext cx="293730" cy="25203"/>
          </a:xfrm>
          <a:custGeom xmlns:a="http://schemas.openxmlformats.org/drawingml/2006/main">
            <a:pathLst>
              <a:path w="293730" h="25203">
                <a:moveTo>
                  <a:pt x="0" y="25203"/>
                </a:moveTo>
                <a:lnTo>
                  <a:pt x="293730" y="25203"/>
                </a:lnTo>
                <a:lnTo>
                  <a:pt x="293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83CA1F45-0353-49EF-B641-217ACDF9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4722" y="742298"/>
            <a:ext cx="393767" cy="360456"/>
          </a:xfrm>
          <a:custGeom xmlns:a="http://schemas.openxmlformats.org/drawingml/2006/main">
            <a:pathLst>
              <a:path w="393767" h="360456">
                <a:moveTo>
                  <a:pt x="217238" y="47221"/>
                </a:moveTo>
                <a:lnTo>
                  <a:pt x="353909" y="47221"/>
                </a:lnTo>
                <a:cubicBezTo>
                  <a:pt x="364492" y="47221"/>
                  <a:pt x="393767" y="47221"/>
                  <a:pt x="393767" y="19540"/>
                </a:cubicBezTo>
                <a:cubicBezTo>
                  <a:pt x="393767" y="0"/>
                  <a:pt x="376704" y="0"/>
                  <a:pt x="361234" y="0"/>
                </a:cubicBezTo>
                <a:lnTo>
                  <a:pt x="133415" y="0"/>
                </a:lnTo>
                <a:cubicBezTo>
                  <a:pt x="117131" y="0"/>
                  <a:pt x="85416" y="0"/>
                  <a:pt x="49627" y="38266"/>
                </a:cubicBezTo>
                <a:cubicBezTo>
                  <a:pt x="22761" y="67540"/>
                  <a:pt x="0" y="106583"/>
                  <a:pt x="0" y="111467"/>
                </a:cubicBezTo>
                <a:cubicBezTo>
                  <a:pt x="0" y="112283"/>
                  <a:pt x="0" y="119609"/>
                  <a:pt x="9734" y="119609"/>
                </a:cubicBezTo>
                <a:cubicBezTo>
                  <a:pt x="16248" y="119609"/>
                  <a:pt x="17877" y="116352"/>
                  <a:pt x="22761" y="109839"/>
                </a:cubicBezTo>
                <a:cubicBezTo>
                  <a:pt x="62619" y="47221"/>
                  <a:pt x="109026" y="47221"/>
                  <a:pt x="126088" y="47221"/>
                </a:cubicBezTo>
                <a:lnTo>
                  <a:pt x="193627" y="47221"/>
                </a:lnTo>
                <a:lnTo>
                  <a:pt x="113912" y="308386"/>
                </a:lnTo>
                <a:cubicBezTo>
                  <a:pt x="110654" y="318156"/>
                  <a:pt x="105768" y="335217"/>
                  <a:pt x="105768" y="338475"/>
                </a:cubicBezTo>
                <a:cubicBezTo>
                  <a:pt x="105768" y="347429"/>
                  <a:pt x="111468" y="360456"/>
                  <a:pt x="129343" y="360456"/>
                </a:cubicBezTo>
                <a:cubicBezTo>
                  <a:pt x="156211" y="360456"/>
                  <a:pt x="160281" y="337660"/>
                  <a:pt x="162725" y="325448"/>
                </a:cubicBezTo>
                <a:lnTo>
                  <a:pt x="217238" y="472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247F2E87-6F98-4375-AC52-46BA5BC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958" y="855111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F5103C27-FB65-49BB-ABA3-4D11B9B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6597" y="866934"/>
            <a:ext cx="95" cy="95"/>
          </a:xfrm>
          <a:custGeom xmlns:a="http://schemas.openxmlformats.org/drawingml/2006/main">
            <a:pathLst>
              <a:path w="95" h="95">
                <a:moveTo>
                  <a:pt x="0" y="3"/>
                </a:moveTo>
                <a:cubicBezTo>
                  <a:pt x="1" y="1"/>
                  <a:pt x="2" y="0"/>
                  <a:pt x="2" y="0"/>
                </a:cubicBezTo>
                <a:cubicBezTo>
                  <a:pt x="2" y="0"/>
                  <a:pt x="1" y="0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2"/>
                  <a:pt x="1" y="2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0"/>
                  <a:pt x="2" y="0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1"/>
                  <a:pt x="1" y="1"/>
                  <a:pt x="2" y="2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2"/>
                  <a:pt x="2" y="1"/>
                </a:cubicBezTo>
                <a:cubicBezTo>
                  <a:pt x="2" y="1"/>
                  <a:pt x="1" y="1"/>
                  <a:pt x="2" y="2"/>
                </a:cubicBezTo>
                <a:cubicBezTo>
                  <a:pt x="2" y="1"/>
                  <a:pt x="1" y="1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1"/>
                  <a:pt x="1" y="0"/>
                  <a:pt x="2" y="1"/>
                </a:cubicBezTo>
                <a:cubicBezTo>
                  <a:pt x="2" y="1"/>
                  <a:pt x="1" y="0"/>
                  <a:pt x="1" y="1"/>
                </a:cubicBezTo>
                <a:cubicBezTo>
                  <a:pt x="1" y="1"/>
                  <a:pt x="2" y="1"/>
                  <a:pt x="2" y="0"/>
                </a:cubicBezTo>
                <a:cubicBezTo>
                  <a:pt x="2" y="0"/>
                  <a:pt x="2" y="0"/>
                  <a:pt x="1" y="1"/>
                </a:cubicBezTo>
                <a:cubicBezTo>
                  <a:pt x="2" y="1"/>
                  <a:pt x="1" y="2"/>
                  <a:pt x="1" y="2"/>
                </a:cubicBezTo>
                <a:cubicBezTo>
                  <a:pt x="1" y="0"/>
                  <a:pt x="2" y="1"/>
                  <a:pt x="2" y="1"/>
                </a:cubicBezTo>
                <a:cubicBezTo>
                  <a:pt x="2" y="2"/>
                  <a:pt x="1" y="2"/>
                  <a:pt x="2" y="2"/>
                </a:cubicBezTo>
                <a:cubicBezTo>
                  <a:pt x="2" y="0"/>
                  <a:pt x="1" y="1"/>
                  <a:pt x="1" y="1"/>
                </a:cubicBezTo>
                <a:cubicBezTo>
                  <a:pt x="2" y="1"/>
                  <a:pt x="2" y="2"/>
                  <a:pt x="2" y="1"/>
                </a:cubicBezTo>
                <a:cubicBezTo>
                  <a:pt x="2" y="2"/>
                  <a:pt x="2" y="2"/>
                  <a:pt x="2" y="1"/>
                </a:cubicBezTo>
                <a:cubicBezTo>
                  <a:pt x="2" y="1"/>
                  <a:pt x="2" y="0"/>
                  <a:pt x="1" y="0"/>
                </a:cubicBezTo>
                <a:cubicBezTo>
                  <a:pt x="2" y="0"/>
                  <a:pt x="2" y="1"/>
                  <a:pt x="2" y="0"/>
                </a:cubicBezTo>
                <a:cubicBezTo>
                  <a:pt x="1" y="1"/>
                  <a:pt x="2" y="1"/>
                  <a:pt x="2" y="1"/>
                </a:cubicBezTo>
                <a:cubicBezTo>
                  <a:pt x="1" y="0"/>
                  <a:pt x="1" y="0"/>
                  <a:pt x="2" y="0"/>
                </a:cubicBezTo>
                <a:cubicBezTo>
                  <a:pt x="1" y="1"/>
                  <a:pt x="2" y="1"/>
                  <a:pt x="1" y="1"/>
                </a:cubicBezTo>
                <a:cubicBezTo>
                  <a:pt x="2" y="2"/>
                  <a:pt x="1" y="1"/>
                  <a:pt x="2" y="1"/>
                </a:cubicBezTo>
                <a:cubicBezTo>
                  <a:pt x="1" y="1"/>
                  <a:pt x="2" y="1"/>
                  <a:pt x="1" y="1"/>
                </a:cubicBezTo>
                <a:cubicBezTo>
                  <a:pt x="2" y="1"/>
                  <a:pt x="2" y="2"/>
                  <a:pt x="1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2" y="2"/>
                  <a:pt x="2" y="0"/>
                </a:cubicBezTo>
                <a:cubicBezTo>
                  <a:pt x="2" y="1"/>
                  <a:pt x="2" y="1"/>
                  <a:pt x="2" y="1"/>
                </a:cubicBezTo>
                <a:cubicBezTo>
                  <a:pt x="2" y="0"/>
                  <a:pt x="2" y="0"/>
                  <a:pt x="1" y="1"/>
                </a:cubicBezTo>
                <a:cubicBezTo>
                  <a:pt x="1" y="2"/>
                  <a:pt x="1" y="1"/>
                  <a:pt x="1" y="1"/>
                </a:cubicBezTo>
                <a:cubicBezTo>
                  <a:pt x="1" y="1"/>
                  <a:pt x="1" y="1"/>
                  <a:pt x="2" y="2"/>
                </a:cubicBezTo>
                <a:cubicBezTo>
                  <a:pt x="2" y="1"/>
                  <a:pt x="1" y="0"/>
                  <a:pt x="2" y="0"/>
                </a:cubicBezTo>
                <a:cubicBezTo>
                  <a:pt x="1" y="0"/>
                  <a:pt x="1" y="2"/>
                  <a:pt x="2" y="1"/>
                </a:cubicBezTo>
                <a:cubicBezTo>
                  <a:pt x="2" y="2"/>
                  <a:pt x="1" y="1"/>
                  <a:pt x="2" y="1"/>
                </a:cubicBezTo>
                <a:cubicBezTo>
                  <a:pt x="2" y="1"/>
                  <a:pt x="2" y="1"/>
                  <a:pt x="2" y="0"/>
                </a:cubicBezTo>
                <a:cubicBezTo>
                  <a:pt x="2" y="1"/>
                  <a:pt x="1" y="0"/>
                  <a:pt x="2" y="0"/>
                </a:cubicBezTo>
                <a:cubicBezTo>
                  <a:pt x="2" y="1"/>
                  <a:pt x="1" y="1"/>
                  <a:pt x="2" y="1"/>
                </a:cubicBezTo>
                <a:cubicBezTo>
                  <a:pt x="1" y="1"/>
                  <a:pt x="2" y="0"/>
                  <a:pt x="2" y="2"/>
                </a:cubicBezTo>
                <a:cubicBezTo>
                  <a:pt x="2" y="1"/>
                  <a:pt x="2" y="1"/>
                  <a:pt x="1" y="1"/>
                </a:cubicBezTo>
                <a:cubicBezTo>
                  <a:pt x="1" y="1"/>
                  <a:pt x="2" y="1"/>
                  <a:pt x="1" y="1"/>
                </a:cubicBezTo>
                <a:cubicBezTo>
                  <a:pt x="2" y="2"/>
                  <a:pt x="2" y="1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0"/>
                  <a:pt x="2" y="1"/>
                  <a:pt x="1" y="2"/>
                </a:cubicBezTo>
                <a:cubicBezTo>
                  <a:pt x="2" y="1"/>
                  <a:pt x="1" y="1"/>
                  <a:pt x="2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2"/>
                  <a:pt x="2" y="1"/>
                  <a:pt x="2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1"/>
                  <a:pt x="2" y="1"/>
                  <a:pt x="2" y="2"/>
                </a:cubicBezTo>
                <a:cubicBezTo>
                  <a:pt x="1" y="1"/>
                  <a:pt x="2" y="1"/>
                  <a:pt x="2" y="1"/>
                </a:cubicBezTo>
                <a:cubicBezTo>
                  <a:pt x="1" y="0"/>
                  <a:pt x="2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1"/>
                  <a:pt x="2" y="2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2" y="2"/>
                  <a:pt x="2" y="2"/>
                </a:cubicBezTo>
                <a:cubicBezTo>
                  <a:pt x="2" y="0"/>
                  <a:pt x="1" y="1"/>
                  <a:pt x="2" y="2"/>
                </a:cubicBezTo>
                <a:cubicBezTo>
                  <a:pt x="1" y="2"/>
                  <a:pt x="2" y="1"/>
                  <a:pt x="2" y="1"/>
                </a:cubicBezTo>
                <a:cubicBezTo>
                  <a:pt x="2" y="2"/>
                  <a:pt x="2" y="1"/>
                  <a:pt x="2" y="0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1" y="1"/>
                  <a:pt x="2" y="2"/>
                </a:cubicBezTo>
                <a:cubicBezTo>
                  <a:pt x="2" y="0"/>
                  <a:pt x="2" y="1"/>
                  <a:pt x="2" y="1"/>
                </a:cubicBezTo>
                <a:cubicBezTo>
                  <a:pt x="2" y="1"/>
                  <a:pt x="2" y="2"/>
                  <a:pt x="1" y="1"/>
                </a:cubicBezTo>
                <a:cubicBezTo>
                  <a:pt x="1" y="0"/>
                  <a:pt x="1" y="0"/>
                  <a:pt x="2" y="2"/>
                </a:cubicBezTo>
                <a:cubicBezTo>
                  <a:pt x="2" y="2"/>
                  <a:pt x="1" y="1"/>
                  <a:pt x="2" y="1"/>
                </a:cubicBezTo>
                <a:cubicBezTo>
                  <a:pt x="1" y="0"/>
                  <a:pt x="1" y="1"/>
                  <a:pt x="1" y="1"/>
                </a:cubicBezTo>
                <a:cubicBezTo>
                  <a:pt x="2" y="1"/>
                  <a:pt x="1" y="1"/>
                  <a:pt x="1" y="0"/>
                </a:cubicBezTo>
                <a:cubicBezTo>
                  <a:pt x="2" y="1"/>
                  <a:pt x="2" y="1"/>
                  <a:pt x="1" y="2"/>
                </a:cubicBezTo>
                <a:cubicBezTo>
                  <a:pt x="2" y="1"/>
                  <a:pt x="1" y="0"/>
                  <a:pt x="2" y="2"/>
                </a:cubicBezTo>
                <a:cubicBezTo>
                  <a:pt x="1" y="1"/>
                  <a:pt x="2" y="1"/>
                  <a:pt x="2" y="1"/>
                </a:cubicBezTo>
                <a:cubicBezTo>
                  <a:pt x="1" y="0"/>
                  <a:pt x="2" y="1"/>
                  <a:pt x="2" y="1"/>
                </a:cubicBezTo>
                <a:cubicBezTo>
                  <a:pt x="2" y="0"/>
                  <a:pt x="2" y="0"/>
                  <a:pt x="1" y="0"/>
                </a:cubicBezTo>
                <a:cubicBezTo>
                  <a:pt x="1" y="0"/>
                  <a:pt x="1" y="2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1" y="2"/>
                  <a:pt x="2" y="1"/>
                  <a:pt x="2" y="1"/>
                </a:cubicBezTo>
                <a:cubicBezTo>
                  <a:pt x="2" y="1"/>
                  <a:pt x="1" y="2"/>
                  <a:pt x="1" y="2"/>
                </a:cubicBezTo>
                <a:cubicBezTo>
                  <a:pt x="2" y="2"/>
                  <a:pt x="1" y="1"/>
                  <a:pt x="2" y="1"/>
                </a:cubicBezTo>
                <a:cubicBezTo>
                  <a:pt x="2" y="0"/>
                  <a:pt x="2" y="1"/>
                  <a:pt x="1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0"/>
                  <a:pt x="2" y="1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0"/>
                  <a:pt x="2" y="1"/>
                </a:cubicBezTo>
                <a:cubicBezTo>
                  <a:pt x="2" y="1"/>
                  <a:pt x="1" y="0"/>
                  <a:pt x="2" y="1"/>
                </a:cubicBezTo>
                <a:cubicBezTo>
                  <a:pt x="2" y="2"/>
                  <a:pt x="2" y="0"/>
                  <a:pt x="2" y="1"/>
                </a:cubicBezTo>
                <a:cubicBezTo>
                  <a:pt x="2" y="2"/>
                  <a:pt x="2" y="1"/>
                  <a:pt x="1" y="1"/>
                </a:cubicBezTo>
                <a:cubicBezTo>
                  <a:pt x="2" y="1"/>
                  <a:pt x="1" y="0"/>
                  <a:pt x="2" y="1"/>
                </a:cubicBezTo>
                <a:cubicBezTo>
                  <a:pt x="1" y="1"/>
                  <a:pt x="2" y="1"/>
                  <a:pt x="2" y="1"/>
                </a:cubicBezTo>
                <a:cubicBezTo>
                  <a:pt x="1" y="1"/>
                  <a:pt x="2" y="0"/>
                  <a:pt x="1" y="1"/>
                </a:cubicBezTo>
                <a:cubicBezTo>
                  <a:pt x="2" y="1"/>
                  <a:pt x="2" y="1"/>
                  <a:pt x="1" y="0"/>
                </a:cubicBezTo>
                <a:cubicBezTo>
                  <a:pt x="2" y="1"/>
                  <a:pt x="2" y="2"/>
                  <a:pt x="2" y="1"/>
                </a:cubicBezTo>
                <a:cubicBezTo>
                  <a:pt x="2" y="0"/>
                  <a:pt x="1" y="1"/>
                  <a:pt x="2" y="1"/>
                </a:cubicBezTo>
                <a:cubicBezTo>
                  <a:pt x="2" y="1"/>
                  <a:pt x="2" y="1"/>
                  <a:pt x="1" y="1"/>
                </a:cubicBezTo>
                <a:cubicBezTo>
                  <a:pt x="2" y="1"/>
                  <a:pt x="2" y="0"/>
                  <a:pt x="2" y="1"/>
                </a:cubicBezTo>
                <a:cubicBezTo>
                  <a:pt x="1" y="2"/>
                  <a:pt x="2" y="1"/>
                  <a:pt x="2" y="1"/>
                </a:cubicBezTo>
                <a:cubicBezTo>
                  <a:pt x="2" y="1"/>
                  <a:pt x="2" y="1"/>
                  <a:pt x="0" y="3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90144026-4A60-4D39-B173-6847E47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6314" y="866937"/>
            <a:ext cx="128893" cy="95"/>
          </a:xfrm>
          <a:custGeom xmlns:a="http://schemas.openxmlformats.org/drawingml/2006/main">
            <a:pathLst>
              <a:path w="128893" h="95">
                <a:moveTo>
                  <a:pt x="0" y="0"/>
                </a:moveTo>
                <a:lnTo>
                  <a:pt x="1288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127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9A0F0B76-1CBB-4EEE-9ACB-442A7490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208" y="823058"/>
            <a:ext cx="117009" cy="87757"/>
          </a:xfrm>
          <a:custGeom xmlns:a="http://schemas.openxmlformats.org/drawingml/2006/main">
            <a:pathLst>
              <a:path w="117009" h="87757">
                <a:moveTo>
                  <a:pt x="117009" y="43878"/>
                </a:moveTo>
                <a:lnTo>
                  <a:pt x="0" y="0"/>
                </a:lnTo>
                <a:lnTo>
                  <a:pt x="0" y="87757"/>
                </a:lnTo>
                <a:lnTo>
                  <a:pt x="117009" y="4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36565">
            <a:solidFill>
              <a:srgbClr val="000000"/>
            </a:solidFill>
            <a:prstDash val="solid"/>
          </a:ln>
        </p:spPr>
      </p:sp>
      <p:sp>
        <p:nvSpPr>
          <p:cNvPr id="128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4CE83E42-E7A8-4DF4-9F94-B572BCF9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504" y="501284"/>
            <a:ext cx="274240" cy="731307"/>
          </a:xfrm>
          <a:custGeom xmlns:a="http://schemas.openxmlformats.org/drawingml/2006/main">
            <a:pathLst>
              <a:path w="274240" h="731307">
                <a:moveTo>
                  <a:pt x="45707" y="0"/>
                </a:moveTo>
                <a:lnTo>
                  <a:pt x="228534" y="0"/>
                </a:lnTo>
                <a:cubicBezTo>
                  <a:pt x="253776" y="0"/>
                  <a:pt x="274240" y="20464"/>
                  <a:pt x="274240" y="45707"/>
                </a:cubicBezTo>
                <a:lnTo>
                  <a:pt x="274240" y="685600"/>
                </a:lnTo>
                <a:cubicBezTo>
                  <a:pt x="274240" y="710843"/>
                  <a:pt x="253776" y="731307"/>
                  <a:pt x="228534" y="731307"/>
                </a:cubicBezTo>
                <a:lnTo>
                  <a:pt x="45707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7" y="0"/>
                </a:cubicBezTo>
              </a:path>
            </a:pathLst>
          </a:cu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A4DCD31C-4F72-498C-987D-4E94B7B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7504" y="501284"/>
            <a:ext cx="274240" cy="731307"/>
          </a:xfrm>
          <a:custGeom xmlns:a="http://schemas.openxmlformats.org/drawingml/2006/main">
            <a:pathLst>
              <a:path w="274240" h="731307">
                <a:moveTo>
                  <a:pt x="45708" y="0"/>
                </a:moveTo>
                <a:lnTo>
                  <a:pt x="228534" y="0"/>
                </a:lnTo>
                <a:cubicBezTo>
                  <a:pt x="253776" y="0"/>
                  <a:pt x="274240" y="20464"/>
                  <a:pt x="274240" y="45707"/>
                </a:cubicBezTo>
                <a:lnTo>
                  <a:pt x="274240" y="685600"/>
                </a:lnTo>
                <a:cubicBezTo>
                  <a:pt x="274240" y="710843"/>
                  <a:pt x="253776" y="731307"/>
                  <a:pt x="228534" y="731307"/>
                </a:cubicBezTo>
                <a:lnTo>
                  <a:pt x="45708" y="731307"/>
                </a:lnTo>
                <a:cubicBezTo>
                  <a:pt x="20464" y="731307"/>
                  <a:pt x="0" y="710843"/>
                  <a:pt x="0" y="685600"/>
                </a:cubicBezTo>
                <a:lnTo>
                  <a:pt x="0" y="45707"/>
                </a:lnTo>
                <a:cubicBezTo>
                  <a:pt x="0" y="20464"/>
                  <a:pt x="20464" y="0"/>
                  <a:pt x="4570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30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F9371640-F5CD-42E2-8497-57E6764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8550" y="756460"/>
            <a:ext cx="171385" cy="208793"/>
          </a:xfrm>
          <a:custGeom xmlns:a="http://schemas.openxmlformats.org/drawingml/2006/main">
            <a:pathLst>
              <a:path w="171385" h="208793">
                <a:moveTo>
                  <a:pt x="25281" y="185154"/>
                </a:moveTo>
                <a:cubicBezTo>
                  <a:pt x="22653" y="196324"/>
                  <a:pt x="21995" y="198624"/>
                  <a:pt x="7557" y="198624"/>
                </a:cubicBezTo>
                <a:cubicBezTo>
                  <a:pt x="3614" y="198624"/>
                  <a:pt x="0" y="198624"/>
                  <a:pt x="0" y="204851"/>
                </a:cubicBezTo>
                <a:cubicBezTo>
                  <a:pt x="0" y="207479"/>
                  <a:pt x="1643" y="208793"/>
                  <a:pt x="4271" y="208793"/>
                </a:cubicBezTo>
                <a:cubicBezTo>
                  <a:pt x="13140" y="208793"/>
                  <a:pt x="22653" y="207808"/>
                  <a:pt x="31852" y="207808"/>
                </a:cubicBezTo>
                <a:cubicBezTo>
                  <a:pt x="42693" y="207808"/>
                  <a:pt x="53848" y="208793"/>
                  <a:pt x="64360" y="208793"/>
                </a:cubicBezTo>
                <a:cubicBezTo>
                  <a:pt x="65988" y="208793"/>
                  <a:pt x="70260" y="208793"/>
                  <a:pt x="70260" y="202223"/>
                </a:cubicBezTo>
                <a:cubicBezTo>
                  <a:pt x="70260" y="198624"/>
                  <a:pt x="66975" y="198624"/>
                  <a:pt x="62389" y="198624"/>
                </a:cubicBezTo>
                <a:cubicBezTo>
                  <a:pt x="45963" y="198624"/>
                  <a:pt x="45963" y="196324"/>
                  <a:pt x="45963" y="193368"/>
                </a:cubicBezTo>
                <a:cubicBezTo>
                  <a:pt x="45963" y="189425"/>
                  <a:pt x="59761" y="135905"/>
                  <a:pt x="62061" y="127707"/>
                </a:cubicBezTo>
                <a:cubicBezTo>
                  <a:pt x="66318" y="137220"/>
                  <a:pt x="75515" y="148717"/>
                  <a:pt x="92256" y="148717"/>
                </a:cubicBezTo>
                <a:cubicBezTo>
                  <a:pt x="130350" y="148717"/>
                  <a:pt x="171385" y="100783"/>
                  <a:pt x="171385" y="52520"/>
                </a:cubicBezTo>
                <a:cubicBezTo>
                  <a:pt x="171385" y="21668"/>
                  <a:pt x="152674" y="0"/>
                  <a:pt x="127721" y="0"/>
                </a:cubicBezTo>
                <a:cubicBezTo>
                  <a:pt x="111296" y="0"/>
                  <a:pt x="95542" y="11811"/>
                  <a:pt x="84715" y="24609"/>
                </a:cubicBezTo>
                <a:cubicBezTo>
                  <a:pt x="81429" y="6884"/>
                  <a:pt x="67303" y="0"/>
                  <a:pt x="55163" y="0"/>
                </a:cubicBezTo>
                <a:cubicBezTo>
                  <a:pt x="40065" y="0"/>
                  <a:pt x="33822" y="12798"/>
                  <a:pt x="30867" y="18710"/>
                </a:cubicBezTo>
                <a:cubicBezTo>
                  <a:pt x="24953" y="29866"/>
                  <a:pt x="20696" y="49562"/>
                  <a:pt x="20696" y="50548"/>
                </a:cubicBezTo>
                <a:cubicBezTo>
                  <a:pt x="20696" y="53833"/>
                  <a:pt x="23967" y="53833"/>
                  <a:pt x="24624" y="53833"/>
                </a:cubicBezTo>
                <a:cubicBezTo>
                  <a:pt x="27909" y="53833"/>
                  <a:pt x="28239" y="53505"/>
                  <a:pt x="30209" y="46278"/>
                </a:cubicBezTo>
                <a:cubicBezTo>
                  <a:pt x="35794" y="22981"/>
                  <a:pt x="42365" y="7213"/>
                  <a:pt x="54177" y="7213"/>
                </a:cubicBezTo>
                <a:cubicBezTo>
                  <a:pt x="59761" y="7213"/>
                  <a:pt x="64360" y="9841"/>
                  <a:pt x="64360" y="22324"/>
                </a:cubicBezTo>
                <a:cubicBezTo>
                  <a:pt x="64360" y="29866"/>
                  <a:pt x="63375" y="33480"/>
                  <a:pt x="62061" y="39064"/>
                </a:cubicBezTo>
                <a:lnTo>
                  <a:pt x="25281" y="185154"/>
                </a:lnTo>
                <a:moveTo>
                  <a:pt x="83072" y="42678"/>
                </a:moveTo>
                <a:cubicBezTo>
                  <a:pt x="85372" y="33808"/>
                  <a:pt x="94227" y="24609"/>
                  <a:pt x="100140" y="19696"/>
                </a:cubicBezTo>
                <a:cubicBezTo>
                  <a:pt x="111623" y="9513"/>
                  <a:pt x="121151" y="7213"/>
                  <a:pt x="126736" y="7213"/>
                </a:cubicBezTo>
                <a:cubicBezTo>
                  <a:pt x="139862" y="7213"/>
                  <a:pt x="147747" y="18710"/>
                  <a:pt x="147747" y="38079"/>
                </a:cubicBezTo>
                <a:cubicBezTo>
                  <a:pt x="147747" y="57447"/>
                  <a:pt x="136906" y="95198"/>
                  <a:pt x="131007" y="107682"/>
                </a:cubicBezTo>
                <a:cubicBezTo>
                  <a:pt x="119837" y="130664"/>
                  <a:pt x="104082" y="141490"/>
                  <a:pt x="91928" y="141490"/>
                </a:cubicBezTo>
                <a:cubicBezTo>
                  <a:pt x="70260" y="141490"/>
                  <a:pt x="65988" y="114238"/>
                  <a:pt x="65988" y="112267"/>
                </a:cubicBezTo>
                <a:cubicBezTo>
                  <a:pt x="65988" y="111624"/>
                  <a:pt x="65988" y="110966"/>
                  <a:pt x="66975" y="107025"/>
                </a:cubicBezTo>
                <a:lnTo>
                  <a:pt x="83072" y="426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5CDC3CBF-E237-4E9B-AFD3-3FAF1AC9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2192" y="861342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D0E387AE-C72A-49D1-A23D-19DB1456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624" y="866936"/>
            <a:ext cx="95" cy="95"/>
          </a:xfrm>
          <a:custGeom xmlns:a="http://schemas.openxmlformats.org/drawingml/2006/main">
            <a:pathLst>
              <a:path w="95" h="95">
                <a:moveTo>
                  <a:pt x="0" y="1"/>
                </a:moveTo>
                <a:cubicBezTo>
                  <a:pt x="0" y="0"/>
                  <a:pt x="1" y="0"/>
                  <a:pt x="1" y="0"/>
                </a:cubicBezTo>
                <a:cubicBezTo>
                  <a:pt x="1" y="0"/>
                  <a:pt x="0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0" y="1"/>
                  <a:pt x="0" y="1"/>
                  <a:pt x="0" y="0"/>
                </a:cubicBezTo>
                <a:cubicBezTo>
                  <a:pt x="1" y="0"/>
                  <a:pt x="1" y="1"/>
                  <a:pt x="0" y="1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1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1"/>
                  <a:pt x="0" y="1"/>
                  <a:pt x="1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1"/>
                  <a:pt x="1" y="1"/>
                  <a:pt x="0" y="1"/>
                </a:cubicBezTo>
                <a:cubicBezTo>
                  <a:pt x="1" y="1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0"/>
                  <a:pt x="0" y="1"/>
                </a:cubicBezTo>
                <a:cubicBezTo>
                  <a:pt x="1" y="0"/>
                  <a:pt x="1" y="1"/>
                  <a:pt x="0" y="1"/>
                </a:cubicBezTo>
                <a:cubicBezTo>
                  <a:pt x="1" y="0"/>
                  <a:pt x="1" y="1"/>
                  <a:pt x="1" y="1"/>
                </a:cubicBezTo>
                <a:cubicBezTo>
                  <a:pt x="0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1"/>
                  <a:pt x="1" y="0"/>
                </a:cubicBezTo>
                <a:cubicBezTo>
                  <a:pt x="1" y="1"/>
                  <a:pt x="0" y="0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1"/>
                  <a:pt x="1" y="0"/>
                  <a:pt x="1" y="0"/>
                </a:cubicBezTo>
                <a:cubicBezTo>
                  <a:pt x="0" y="1"/>
                  <a:pt x="0" y="0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1" y="1"/>
                  <a:pt x="0" y="1"/>
                </a:cubicBezTo>
                <a:cubicBezTo>
                  <a:pt x="0" y="0"/>
                  <a:pt x="1" y="1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1" y="0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1"/>
                  <a:pt x="0" y="0"/>
                </a:cubicBezTo>
                <a:cubicBezTo>
                  <a:pt x="1" y="0"/>
                  <a:pt x="1" y="1"/>
                  <a:pt x="1" y="0"/>
                </a:cubicBezTo>
                <a:cubicBezTo>
                  <a:pt x="0" y="0"/>
                  <a:pt x="1" y="1"/>
                  <a:pt x="1" y="0"/>
                </a:cubicBezTo>
                <a:cubicBezTo>
                  <a:pt x="0" y="1"/>
                  <a:pt x="1" y="1"/>
                  <a:pt x="0" y="1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1"/>
                  <a:pt x="0" y="0"/>
                </a:cubicBezTo>
                <a:cubicBezTo>
                  <a:pt x="1" y="0"/>
                  <a:pt x="1" y="0"/>
                  <a:pt x="0" y="1"/>
                </a:cubicBezTo>
                <a:cubicBezTo>
                  <a:pt x="1" y="1"/>
                  <a:pt x="1" y="1"/>
                  <a:pt x="1" y="0"/>
                </a:cubicBezTo>
                <a:cubicBezTo>
                  <a:pt x="0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0"/>
                  <a:pt x="1" y="1"/>
                  <a:pt x="0" y="0"/>
                </a:cubicBezTo>
                <a:cubicBezTo>
                  <a:pt x="1" y="1"/>
                  <a:pt x="1" y="0"/>
                  <a:pt x="1" y="0"/>
                </a:cubicBezTo>
                <a:cubicBezTo>
                  <a:pt x="0" y="0"/>
                  <a:pt x="1" y="0"/>
                  <a:pt x="1" y="0"/>
                </a:cubicBezTo>
                <a:cubicBezTo>
                  <a:pt x="1" y="0"/>
                  <a:pt x="1" y="0"/>
                  <a:pt x="0" y="1"/>
                </a:cubicBezTo>
                <a:cubicBezTo>
                  <a:pt x="1" y="0"/>
                  <a:pt x="1" y="1"/>
                  <a:pt x="0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0"/>
                  <a:pt x="0" y="0"/>
                  <a:pt x="1" y="0"/>
                </a:cubicBezTo>
                <a:cubicBezTo>
                  <a:pt x="0" y="1"/>
                  <a:pt x="1" y="0"/>
                  <a:pt x="1" y="0"/>
                </a:cubicBezTo>
                <a:cubicBezTo>
                  <a:pt x="1" y="1"/>
                  <a:pt x="0" y="0"/>
                  <a:pt x="1" y="0"/>
                </a:cubicBezTo>
                <a:cubicBezTo>
                  <a:pt x="1" y="0"/>
                  <a:pt x="0" y="0"/>
                  <a:pt x="0" y="0"/>
                </a:cubicBezTo>
                <a:cubicBezTo>
                  <a:pt x="1" y="0"/>
                  <a:pt x="1" y="1"/>
                  <a:pt x="0" y="1"/>
                </a:cubicBezTo>
                <a:cubicBezTo>
                  <a:pt x="1" y="0"/>
                  <a:pt x="0" y="0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1" y="1"/>
                  <a:pt x="0" y="0"/>
                  <a:pt x="1" y="0"/>
                </a:cubicBezTo>
                <a:cubicBezTo>
                  <a:pt x="1" y="1"/>
                  <a:pt x="0" y="0"/>
                  <a:pt x="1" y="0"/>
                </a:cubicBezTo>
                <a:cubicBezTo>
                  <a:pt x="1" y="0"/>
                  <a:pt x="1" y="0"/>
                  <a:pt x="1" y="1"/>
                </a:cubicBezTo>
                <a:cubicBezTo>
                  <a:pt x="1" y="0"/>
                  <a:pt x="0" y="0"/>
                  <a:pt x="1" y="0"/>
                </a:cubicBezTo>
                <a:cubicBezTo>
                  <a:pt x="1" y="1"/>
                  <a:pt x="1" y="0"/>
                  <a:pt x="1" y="0"/>
                </a:cubicBezTo>
                <a:cubicBezTo>
                  <a:pt x="1" y="0"/>
                  <a:pt x="0" y="0"/>
                  <a:pt x="1" y="1"/>
                </a:cubicBezTo>
                <a:cubicBezTo>
                  <a:pt x="0" y="1"/>
                  <a:pt x="0" y="1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1" y="1"/>
                  <a:pt x="1" y="1"/>
                </a:cubicBezTo>
                <a:cubicBezTo>
                  <a:pt x="1" y="0"/>
                  <a:pt x="0" y="1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1"/>
                </a:cubicBez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1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1"/>
                  <a:pt x="1" y="0"/>
                </a:cubicBezTo>
                <a:cubicBezTo>
                  <a:pt x="1" y="1"/>
                  <a:pt x="1" y="1"/>
                  <a:pt x="1" y="0"/>
                </a:cubicBezTo>
                <a:cubicBezTo>
                  <a:pt x="1" y="1"/>
                  <a:pt x="1" y="0"/>
                  <a:pt x="1" y="1"/>
                </a:cubicBezTo>
                <a:cubicBezTo>
                  <a:pt x="1" y="0"/>
                  <a:pt x="1" y="1"/>
                  <a:pt x="1" y="1"/>
                </a:cubicBezTo>
                <a:cubicBezTo>
                  <a:pt x="0" y="0"/>
                  <a:pt x="1" y="0"/>
                  <a:pt x="0" y="1"/>
                </a:cubicBezTo>
                <a:cubicBezTo>
                  <a:pt x="0" y="1"/>
                  <a:pt x="1" y="0"/>
                  <a:pt x="1" y="0"/>
                </a:cubicBezTo>
                <a:cubicBezTo>
                  <a:pt x="1" y="0"/>
                  <a:pt x="1" y="1"/>
                  <a:pt x="0" y="1"/>
                </a:cubicBezTo>
              </a:path>
            </a:pathLst>
          </a:custGeom>
          <a:noFill xmlns:a="http://schemas.openxmlformats.org/drawingml/2006/main"/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348C81EE-F42E-4C52-8745-56DDDD60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6629" y="559429"/>
            <a:ext cx="90304" cy="90304"/>
          </a:xfrm>
          <a:custGeom xmlns:a="http://schemas.openxmlformats.org/drawingml/2006/main">
            <a:pathLst>
              <a:path w="90304" h="90304">
                <a:moveTo>
                  <a:pt x="74240" y="16064"/>
                </a:moveTo>
                <a:cubicBezTo>
                  <a:pt x="90304" y="32129"/>
                  <a:pt x="90304" y="58175"/>
                  <a:pt x="74240" y="74240"/>
                </a:cubicBezTo>
                <a:cubicBezTo>
                  <a:pt x="58176" y="90304"/>
                  <a:pt x="32129" y="90304"/>
                  <a:pt x="16064" y="74240"/>
                </a:cubicBezTo>
                <a:cubicBezTo>
                  <a:pt x="0" y="58175"/>
                  <a:pt x="0" y="32129"/>
                  <a:pt x="16064" y="16064"/>
                </a:cubicBezTo>
                <a:cubicBezTo>
                  <a:pt x="32129" y="0"/>
                  <a:pt x="58176" y="0"/>
                  <a:pt x="74240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0F5A39FA-762D-4657-B0DF-437133E3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7210" y="705690"/>
            <a:ext cx="90304" cy="90303"/>
          </a:xfrm>
          <a:custGeom xmlns:a="http://schemas.openxmlformats.org/drawingml/2006/main">
            <a:pathLst>
              <a:path w="90304" h="90303">
                <a:moveTo>
                  <a:pt x="74240" y="16064"/>
                </a:moveTo>
                <a:cubicBezTo>
                  <a:pt x="90304" y="32129"/>
                  <a:pt x="90304" y="58175"/>
                  <a:pt x="74240" y="74240"/>
                </a:cubicBezTo>
                <a:cubicBezTo>
                  <a:pt x="58174" y="90303"/>
                  <a:pt x="32129" y="90303"/>
                  <a:pt x="16064" y="74240"/>
                </a:cubicBezTo>
                <a:cubicBezTo>
                  <a:pt x="0" y="58175"/>
                  <a:pt x="0" y="32129"/>
                  <a:pt x="16064" y="16064"/>
                </a:cubicBezTo>
                <a:cubicBezTo>
                  <a:pt x="32129" y="0"/>
                  <a:pt x="58174" y="0"/>
                  <a:pt x="74240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4046E389-7B19-4828-90F1-710D1EB0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9594" y="821785"/>
            <a:ext cx="90304" cy="90304"/>
          </a:xfrm>
          <a:custGeom xmlns:a="http://schemas.openxmlformats.org/drawingml/2006/main">
            <a:pathLst>
              <a:path w="90304" h="90304">
                <a:moveTo>
                  <a:pt x="74240" y="16064"/>
                </a:moveTo>
                <a:cubicBezTo>
                  <a:pt x="90304" y="32129"/>
                  <a:pt x="90304" y="58175"/>
                  <a:pt x="74240" y="74240"/>
                </a:cubicBezTo>
                <a:cubicBezTo>
                  <a:pt x="58174" y="90304"/>
                  <a:pt x="32128" y="90304"/>
                  <a:pt x="16064" y="74240"/>
                </a:cubicBezTo>
                <a:cubicBezTo>
                  <a:pt x="0" y="58175"/>
                  <a:pt x="0" y="32129"/>
                  <a:pt x="16064" y="16064"/>
                </a:cubicBezTo>
                <a:cubicBezTo>
                  <a:pt x="32128" y="0"/>
                  <a:pt x="58174" y="0"/>
                  <a:pt x="74240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A5C4A683-8060-42BF-B602-DDF0DB24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0008" y="945193"/>
            <a:ext cx="90304" cy="90303"/>
          </a:xfrm>
          <a:custGeom xmlns:a="http://schemas.openxmlformats.org/drawingml/2006/main">
            <a:pathLst>
              <a:path w="90304" h="90303">
                <a:moveTo>
                  <a:pt x="74240" y="16064"/>
                </a:moveTo>
                <a:cubicBezTo>
                  <a:pt x="90304" y="32129"/>
                  <a:pt x="90304" y="58174"/>
                  <a:pt x="74240" y="74239"/>
                </a:cubicBezTo>
                <a:cubicBezTo>
                  <a:pt x="58174" y="90303"/>
                  <a:pt x="32129" y="90303"/>
                  <a:pt x="16064" y="74239"/>
                </a:cubicBezTo>
                <a:cubicBezTo>
                  <a:pt x="0" y="58174"/>
                  <a:pt x="0" y="32129"/>
                  <a:pt x="16064" y="16064"/>
                </a:cubicBezTo>
                <a:cubicBezTo>
                  <a:pt x="32129" y="0"/>
                  <a:pt x="58174" y="0"/>
                  <a:pt x="74240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025F1BF2-E2AB-4DF8-BA37-3F828DC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0230" y="1084141"/>
            <a:ext cx="90304" cy="90304"/>
          </a:xfrm>
          <a:custGeom xmlns:a="http://schemas.openxmlformats.org/drawingml/2006/main">
            <a:pathLst>
              <a:path w="90304" h="90304">
                <a:moveTo>
                  <a:pt x="74240" y="16064"/>
                </a:moveTo>
                <a:cubicBezTo>
                  <a:pt x="90304" y="32129"/>
                  <a:pt x="90304" y="58175"/>
                  <a:pt x="74240" y="74239"/>
                </a:cubicBezTo>
                <a:cubicBezTo>
                  <a:pt x="58174" y="90304"/>
                  <a:pt x="32129" y="90304"/>
                  <a:pt x="16064" y="74239"/>
                </a:cubicBezTo>
                <a:cubicBezTo>
                  <a:pt x="0" y="58175"/>
                  <a:pt x="0" y="32129"/>
                  <a:pt x="16064" y="16064"/>
                </a:cubicBezTo>
                <a:cubicBezTo>
                  <a:pt x="32129" y="0"/>
                  <a:pt x="58174" y="0"/>
                  <a:pt x="74240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E8D68A24-E796-4E71-A38B-F1065A02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7970" y="1064731"/>
            <a:ext cx="56352" cy="67071"/>
          </a:xfrm>
          <a:custGeom xmlns:a="http://schemas.openxmlformats.org/drawingml/2006/main">
            <a:pathLst>
              <a:path w="56352" h="67071">
                <a:moveTo>
                  <a:pt x="56352" y="67071"/>
                </a:moveTo>
                <a:cubicBezTo>
                  <a:pt x="33746" y="66049"/>
                  <a:pt x="9104" y="60082"/>
                  <a:pt x="3257" y="39881"/>
                </a:cubicBezTo>
                <a:cubicBezTo>
                  <a:pt x="0" y="28631"/>
                  <a:pt x="3010" y="14478"/>
                  <a:pt x="897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39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6A8762A7-2776-42E8-A7BD-8141137E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1200" y="1049406"/>
            <a:ext cx="14313" cy="18531"/>
          </a:xfrm>
          <a:custGeom xmlns:a="http://schemas.openxmlformats.org/drawingml/2006/main">
            <a:pathLst>
              <a:path w="14313" h="18531">
                <a:moveTo>
                  <a:pt x="14313" y="0"/>
                </a:moveTo>
                <a:lnTo>
                  <a:pt x="0" y="12105"/>
                </a:lnTo>
                <a:lnTo>
                  <a:pt x="11489" y="18531"/>
                </a:lnTo>
                <a:lnTo>
                  <a:pt x="143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16EA075A-3476-4C24-9B67-20CF56E5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1200" y="1049406"/>
            <a:ext cx="14313" cy="18531"/>
          </a:xfrm>
          <a:custGeom xmlns:a="http://schemas.openxmlformats.org/drawingml/2006/main">
            <a:pathLst>
              <a:path w="14313" h="18531">
                <a:moveTo>
                  <a:pt x="14313" y="0"/>
                </a:moveTo>
                <a:lnTo>
                  <a:pt x="0" y="12105"/>
                </a:lnTo>
                <a:lnTo>
                  <a:pt x="11490" y="18531"/>
                </a:lnTo>
                <a:lnTo>
                  <a:pt x="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41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672362BB-F7C1-4C41-8264-ABF5F7F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4524" y="948678"/>
            <a:ext cx="85383" cy="189757"/>
          </a:xfrm>
          <a:custGeom xmlns:a="http://schemas.openxmlformats.org/drawingml/2006/main">
            <a:pathLst>
              <a:path w="85383" h="189757">
                <a:moveTo>
                  <a:pt x="0" y="189757"/>
                </a:moveTo>
                <a:cubicBezTo>
                  <a:pt x="0" y="189757"/>
                  <a:pt x="69963" y="157435"/>
                  <a:pt x="81358" y="80518"/>
                </a:cubicBezTo>
                <a:cubicBezTo>
                  <a:pt x="85383" y="53353"/>
                  <a:pt x="81433" y="25137"/>
                  <a:pt x="7464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42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79864D3A-EDAF-4357-A7A0-110F2486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2954" y="932120"/>
            <a:ext cx="12413" cy="18740"/>
          </a:xfrm>
          <a:custGeom xmlns:a="http://schemas.openxmlformats.org/drawingml/2006/main">
            <a:pathLst>
              <a:path w="12413" h="18740">
                <a:moveTo>
                  <a:pt x="366" y="0"/>
                </a:moveTo>
                <a:lnTo>
                  <a:pt x="0" y="18740"/>
                </a:lnTo>
                <a:lnTo>
                  <a:pt x="12413" y="14360"/>
                </a:lnTo>
                <a:lnTo>
                  <a:pt x="36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B4BDCF4D-C129-4208-9182-5EFE2972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2954" y="932120"/>
            <a:ext cx="12413" cy="18741"/>
          </a:xfrm>
          <a:custGeom xmlns:a="http://schemas.openxmlformats.org/drawingml/2006/main">
            <a:pathLst>
              <a:path w="12413" h="18741">
                <a:moveTo>
                  <a:pt x="366" y="0"/>
                </a:moveTo>
                <a:lnTo>
                  <a:pt x="0" y="18741"/>
                </a:lnTo>
                <a:lnTo>
                  <a:pt x="12413" y="14360"/>
                </a:lnTo>
                <a:lnTo>
                  <a:pt x="3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44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8190B498-537D-4B3F-A59B-1267758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4773" y="666541"/>
            <a:ext cx="27948" cy="164836"/>
          </a:xfrm>
          <a:custGeom xmlns:a="http://schemas.openxmlformats.org/drawingml/2006/main">
            <a:pathLst>
              <a:path w="27948" h="164836">
                <a:moveTo>
                  <a:pt x="672" y="164836"/>
                </a:moveTo>
                <a:cubicBezTo>
                  <a:pt x="14108" y="136919"/>
                  <a:pt x="27948" y="95905"/>
                  <a:pt x="21108" y="54134"/>
                </a:cubicBezTo>
                <a:cubicBezTo>
                  <a:pt x="17733" y="33519"/>
                  <a:pt x="9759" y="1540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45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03E96DB6-75EB-4E1C-B244-669571AC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542" y="653037"/>
            <a:ext cx="16283" cy="17703"/>
          </a:xfrm>
          <a:custGeom xmlns:a="http://schemas.openxmlformats.org/drawingml/2006/main">
            <a:pathLst>
              <a:path w="16283" h="17703">
                <a:moveTo>
                  <a:pt x="0" y="0"/>
                </a:moveTo>
                <a:lnTo>
                  <a:pt x="6162" y="17703"/>
                </a:lnTo>
                <a:lnTo>
                  <a:pt x="16283" y="928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0BE3FF85-EFC0-4534-A711-46B9F5C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542" y="653037"/>
            <a:ext cx="16283" cy="17703"/>
          </a:xfrm>
          <a:custGeom xmlns:a="http://schemas.openxmlformats.org/drawingml/2006/main">
            <a:pathLst>
              <a:path w="16283" h="17703">
                <a:moveTo>
                  <a:pt x="0" y="0"/>
                </a:moveTo>
                <a:lnTo>
                  <a:pt x="6162" y="17703"/>
                </a:lnTo>
                <a:lnTo>
                  <a:pt x="16283" y="928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47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3902B18B-6F03-4928-9C4B-27131960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3414" y="831673"/>
            <a:ext cx="41996" cy="23198"/>
          </a:xfrm>
          <a:custGeom xmlns:a="http://schemas.openxmlformats.org/drawingml/2006/main">
            <a:pathLst>
              <a:path w="41996" h="23198">
                <a:moveTo>
                  <a:pt x="41996" y="23198"/>
                </a:moveTo>
                <a:cubicBezTo>
                  <a:pt x="27959" y="17646"/>
                  <a:pt x="12533" y="100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48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E66A684A-A2DC-4A50-8381-331A5402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863" y="816977"/>
            <a:ext cx="15083" cy="18303"/>
          </a:xfrm>
          <a:custGeom xmlns:a="http://schemas.openxmlformats.org/drawingml/2006/main">
            <a:pathLst>
              <a:path w="15083" h="18303">
                <a:moveTo>
                  <a:pt x="0" y="0"/>
                </a:moveTo>
                <a:lnTo>
                  <a:pt x="4045" y="18303"/>
                </a:lnTo>
                <a:lnTo>
                  <a:pt x="15083" y="1113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296D891A-F923-4AC8-A91C-A39F078B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864" y="816977"/>
            <a:ext cx="15082" cy="18303"/>
          </a:xfrm>
          <a:custGeom xmlns:a="http://schemas.openxmlformats.org/drawingml/2006/main">
            <a:pathLst>
              <a:path w="15082" h="18303">
                <a:moveTo>
                  <a:pt x="0" y="0"/>
                </a:moveTo>
                <a:lnTo>
                  <a:pt x="4044" y="18303"/>
                </a:lnTo>
                <a:lnTo>
                  <a:pt x="15082" y="111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0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C7C97C87-4124-4261-97B3-180E632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930" y="848277"/>
            <a:ext cx="109957" cy="54589"/>
          </a:xfrm>
          <a:custGeom xmlns:a="http://schemas.openxmlformats.org/drawingml/2006/main">
            <a:pathLst>
              <a:path w="109957" h="54589">
                <a:moveTo>
                  <a:pt x="109957" y="27802"/>
                </a:moveTo>
                <a:cubicBezTo>
                  <a:pt x="109957" y="27802"/>
                  <a:pt x="38286" y="0"/>
                  <a:pt x="10317" y="32372"/>
                </a:cubicBezTo>
                <a:cubicBezTo>
                  <a:pt x="5058" y="38460"/>
                  <a:pt x="1808" y="46136"/>
                  <a:pt x="0" y="545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1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96573533-131D-4387-BFDD-6CAF067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7347" y="902736"/>
            <a:ext cx="13162" cy="17656"/>
          </a:xfrm>
          <a:custGeom xmlns:a="http://schemas.openxmlformats.org/drawingml/2006/main">
            <a:pathLst>
              <a:path w="13162" h="17656">
                <a:moveTo>
                  <a:pt x="6866" y="17656"/>
                </a:moveTo>
                <a:lnTo>
                  <a:pt x="13162" y="0"/>
                </a:lnTo>
                <a:lnTo>
                  <a:pt x="0" y="213"/>
                </a:lnTo>
                <a:lnTo>
                  <a:pt x="6866" y="176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2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223C0BAB-D57B-44BA-B359-740B960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6468" y="693240"/>
            <a:ext cx="57419" cy="182838"/>
          </a:xfrm>
          <a:custGeom xmlns:a="http://schemas.openxmlformats.org/drawingml/2006/main">
            <a:pathLst>
              <a:path w="57419" h="182838">
                <a:moveTo>
                  <a:pt x="57419" y="182838"/>
                </a:moveTo>
                <a:cubicBezTo>
                  <a:pt x="57419" y="182838"/>
                  <a:pt x="21903" y="166056"/>
                  <a:pt x="7141" y="89139"/>
                </a:cubicBezTo>
                <a:cubicBezTo>
                  <a:pt x="1664" y="60600"/>
                  <a:pt x="0" y="28761"/>
                  <a:pt x="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3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F3E33F19-758E-4C33-8508-6C580E4E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9962" y="675706"/>
            <a:ext cx="13157" cy="17762"/>
          </a:xfrm>
          <a:custGeom xmlns:a="http://schemas.openxmlformats.org/drawingml/2006/main">
            <a:pathLst>
              <a:path w="13157" h="17762">
                <a:moveTo>
                  <a:pt x="7167" y="0"/>
                </a:moveTo>
                <a:lnTo>
                  <a:pt x="0" y="17321"/>
                </a:lnTo>
                <a:lnTo>
                  <a:pt x="13157" y="17762"/>
                </a:lnTo>
                <a:lnTo>
                  <a:pt x="716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BA0574EA-1F36-424D-8C87-7DA9AC6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9963" y="675706"/>
            <a:ext cx="13156" cy="17762"/>
          </a:xfrm>
          <a:custGeom xmlns:a="http://schemas.openxmlformats.org/drawingml/2006/main">
            <a:pathLst>
              <a:path w="13156" h="17762">
                <a:moveTo>
                  <a:pt x="7166" y="0"/>
                </a:moveTo>
                <a:lnTo>
                  <a:pt x="0" y="17321"/>
                </a:lnTo>
                <a:lnTo>
                  <a:pt x="13156" y="17762"/>
                </a:lnTo>
                <a:lnTo>
                  <a:pt x="71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5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7C498FAB-BB29-4D52-90A5-909F76C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9542" y="604729"/>
            <a:ext cx="51103" cy="63364"/>
          </a:xfrm>
          <a:custGeom xmlns:a="http://schemas.openxmlformats.org/drawingml/2006/main">
            <a:pathLst>
              <a:path w="51103" h="63364">
                <a:moveTo>
                  <a:pt x="51103" y="0"/>
                </a:moveTo>
                <a:cubicBezTo>
                  <a:pt x="32269" y="2883"/>
                  <a:pt x="12397" y="10764"/>
                  <a:pt x="4482" y="30246"/>
                </a:cubicBezTo>
                <a:cubicBezTo>
                  <a:pt x="545" y="39939"/>
                  <a:pt x="0" y="51436"/>
                  <a:pt x="1475" y="633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6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3CFB7DF1-6A25-46A4-96E1-C983E43A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4684" y="666280"/>
            <a:ext cx="12661" cy="18683"/>
          </a:xfrm>
          <a:custGeom xmlns:a="http://schemas.openxmlformats.org/drawingml/2006/main">
            <a:pathLst>
              <a:path w="12661" h="18683">
                <a:moveTo>
                  <a:pt x="11139" y="18683"/>
                </a:moveTo>
                <a:lnTo>
                  <a:pt x="12661" y="0"/>
                </a:lnTo>
                <a:lnTo>
                  <a:pt x="0" y="3606"/>
                </a:lnTo>
                <a:lnTo>
                  <a:pt x="11139" y="186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6E8BB9E1-12D7-44DD-91ED-06741202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4684" y="666280"/>
            <a:ext cx="12661" cy="18683"/>
          </a:xfrm>
          <a:custGeom xmlns:a="http://schemas.openxmlformats.org/drawingml/2006/main">
            <a:pathLst>
              <a:path w="12661" h="18683">
                <a:moveTo>
                  <a:pt x="11139" y="18683"/>
                </a:moveTo>
                <a:lnTo>
                  <a:pt x="12661" y="0"/>
                </a:lnTo>
                <a:lnTo>
                  <a:pt x="0" y="3606"/>
                </a:lnTo>
                <a:lnTo>
                  <a:pt x="11139" y="18683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8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6E944837-6BBE-4F3B-9533-2E7467F2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4914" y="977848"/>
            <a:ext cx="45248" cy="70440"/>
          </a:xfrm>
          <a:custGeom xmlns:a="http://schemas.openxmlformats.org/drawingml/2006/main">
            <a:pathLst>
              <a:path w="45248" h="70440">
                <a:moveTo>
                  <a:pt x="0" y="1895"/>
                </a:moveTo>
                <a:cubicBezTo>
                  <a:pt x="17908" y="0"/>
                  <a:pt x="36242" y="3113"/>
                  <a:pt x="41604" y="21639"/>
                </a:cubicBezTo>
                <a:cubicBezTo>
                  <a:pt x="45248" y="34226"/>
                  <a:pt x="42357" y="52035"/>
                  <a:pt x="36735" y="704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59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97913987-8C6B-4658-87FF-A8DC80FC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5228" y="1045879"/>
            <a:ext cx="12547" cy="18742"/>
          </a:xfrm>
          <a:custGeom xmlns:a="http://schemas.openxmlformats.org/drawingml/2006/main">
            <a:pathLst>
              <a:path w="12547" h="18742">
                <a:moveTo>
                  <a:pt x="0" y="18742"/>
                </a:moveTo>
                <a:lnTo>
                  <a:pt x="12547" y="4816"/>
                </a:lnTo>
                <a:lnTo>
                  <a:pt x="295" y="0"/>
                </a:lnTo>
                <a:lnTo>
                  <a:pt x="0" y="187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ECA07661-B136-48BA-A9B2-5434B447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5228" y="1045880"/>
            <a:ext cx="12546" cy="18742"/>
          </a:xfrm>
          <a:custGeom xmlns:a="http://schemas.openxmlformats.org/drawingml/2006/main">
            <a:pathLst>
              <a:path w="12546" h="18742">
                <a:moveTo>
                  <a:pt x="0" y="18742"/>
                </a:moveTo>
                <a:lnTo>
                  <a:pt x="12546" y="4815"/>
                </a:lnTo>
                <a:lnTo>
                  <a:pt x="295" y="0"/>
                </a:lnTo>
                <a:lnTo>
                  <a:pt x="0" y="18742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61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A8960ADF-6CED-4DE0-AC8C-B6E85BC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5407" y="1007774"/>
            <a:ext cx="90304" cy="90305"/>
          </a:xfrm>
          <a:custGeom xmlns:a="http://schemas.openxmlformats.org/drawingml/2006/main">
            <a:pathLst>
              <a:path w="90304" h="90305">
                <a:moveTo>
                  <a:pt x="74240" y="74241"/>
                </a:moveTo>
                <a:cubicBezTo>
                  <a:pt x="58176" y="90305"/>
                  <a:pt x="32129" y="90305"/>
                  <a:pt x="16064" y="74241"/>
                </a:cubicBezTo>
                <a:cubicBezTo>
                  <a:pt x="0" y="58176"/>
                  <a:pt x="0" y="32130"/>
                  <a:pt x="16064" y="16065"/>
                </a:cubicBezTo>
                <a:cubicBezTo>
                  <a:pt x="32129" y="0"/>
                  <a:pt x="58176" y="0"/>
                  <a:pt x="74240" y="16065"/>
                </a:cubicBezTo>
                <a:cubicBezTo>
                  <a:pt x="90304" y="32130"/>
                  <a:pt x="90304" y="58176"/>
                  <a:pt x="74240" y="74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C1097460-1DC3-4F52-968D-F456F8A2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9146" y="948355"/>
            <a:ext cx="90304" cy="90305"/>
          </a:xfrm>
          <a:custGeom xmlns:a="http://schemas.openxmlformats.org/drawingml/2006/main">
            <a:pathLst>
              <a:path w="90304" h="90305">
                <a:moveTo>
                  <a:pt x="74240" y="74241"/>
                </a:moveTo>
                <a:cubicBezTo>
                  <a:pt x="58174" y="90305"/>
                  <a:pt x="32129" y="90305"/>
                  <a:pt x="16064" y="74241"/>
                </a:cubicBezTo>
                <a:cubicBezTo>
                  <a:pt x="0" y="58176"/>
                  <a:pt x="0" y="32130"/>
                  <a:pt x="16064" y="16065"/>
                </a:cubicBezTo>
                <a:cubicBezTo>
                  <a:pt x="32129" y="0"/>
                  <a:pt x="58174" y="0"/>
                  <a:pt x="74240" y="16065"/>
                </a:cubicBezTo>
                <a:cubicBezTo>
                  <a:pt x="90304" y="32130"/>
                  <a:pt x="90304" y="58176"/>
                  <a:pt x="74240" y="74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7D9E1927-C47F-4FEA-8C39-48EC4CD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051" y="1050738"/>
            <a:ext cx="90304" cy="90305"/>
          </a:xfrm>
          <a:custGeom xmlns:a="http://schemas.openxmlformats.org/drawingml/2006/main">
            <a:pathLst>
              <a:path w="90304" h="90305">
                <a:moveTo>
                  <a:pt x="74240" y="74241"/>
                </a:moveTo>
                <a:cubicBezTo>
                  <a:pt x="58174" y="90305"/>
                  <a:pt x="32129" y="90305"/>
                  <a:pt x="16064" y="74241"/>
                </a:cubicBezTo>
                <a:cubicBezTo>
                  <a:pt x="0" y="58176"/>
                  <a:pt x="0" y="32130"/>
                  <a:pt x="16064" y="16065"/>
                </a:cubicBezTo>
                <a:cubicBezTo>
                  <a:pt x="32129" y="0"/>
                  <a:pt x="58174" y="0"/>
                  <a:pt x="74240" y="16065"/>
                </a:cubicBezTo>
                <a:cubicBezTo>
                  <a:pt x="90304" y="32130"/>
                  <a:pt x="90304" y="58176"/>
                  <a:pt x="74240" y="74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2D9E8AF5-B910-4064-B13C-9767DDF4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643" y="961153"/>
            <a:ext cx="90304" cy="90305"/>
          </a:xfrm>
          <a:custGeom xmlns:a="http://schemas.openxmlformats.org/drawingml/2006/main">
            <a:pathLst>
              <a:path w="90304" h="90305">
                <a:moveTo>
                  <a:pt x="74240" y="74241"/>
                </a:moveTo>
                <a:cubicBezTo>
                  <a:pt x="58174" y="90305"/>
                  <a:pt x="32128" y="90305"/>
                  <a:pt x="16064" y="74241"/>
                </a:cubicBezTo>
                <a:cubicBezTo>
                  <a:pt x="0" y="58176"/>
                  <a:pt x="0" y="32130"/>
                  <a:pt x="16064" y="16065"/>
                </a:cubicBezTo>
                <a:cubicBezTo>
                  <a:pt x="32128" y="0"/>
                  <a:pt x="58174" y="0"/>
                  <a:pt x="74240" y="16065"/>
                </a:cubicBezTo>
                <a:cubicBezTo>
                  <a:pt x="90304" y="32130"/>
                  <a:pt x="90304" y="58176"/>
                  <a:pt x="74240" y="742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6A1FC9EA-8029-4215-8E24-DA87B1F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0695" y="1001375"/>
            <a:ext cx="90304" cy="90304"/>
          </a:xfrm>
          <a:custGeom xmlns:a="http://schemas.openxmlformats.org/drawingml/2006/main">
            <a:pathLst>
              <a:path w="90304" h="90304">
                <a:moveTo>
                  <a:pt x="74240" y="74240"/>
                </a:moveTo>
                <a:cubicBezTo>
                  <a:pt x="58174" y="90304"/>
                  <a:pt x="32129" y="90304"/>
                  <a:pt x="16064" y="74240"/>
                </a:cubicBezTo>
                <a:cubicBezTo>
                  <a:pt x="0" y="58175"/>
                  <a:pt x="0" y="32130"/>
                  <a:pt x="16064" y="16065"/>
                </a:cubicBezTo>
                <a:cubicBezTo>
                  <a:pt x="32129" y="0"/>
                  <a:pt x="58174" y="0"/>
                  <a:pt x="74240" y="16065"/>
                </a:cubicBezTo>
                <a:cubicBezTo>
                  <a:pt x="90304" y="32130"/>
                  <a:pt x="90304" y="58175"/>
                  <a:pt x="74240" y="742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E4D743AD-1A29-40F6-B774-2B7D1182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3337" y="949115"/>
            <a:ext cx="67071" cy="56353"/>
          </a:xfrm>
          <a:custGeom xmlns:a="http://schemas.openxmlformats.org/drawingml/2006/main">
            <a:pathLst>
              <a:path w="67071" h="56353">
                <a:moveTo>
                  <a:pt x="0" y="56353"/>
                </a:moveTo>
                <a:cubicBezTo>
                  <a:pt x="1022" y="33746"/>
                  <a:pt x="6990" y="9105"/>
                  <a:pt x="27190" y="3257"/>
                </a:cubicBezTo>
                <a:cubicBezTo>
                  <a:pt x="38441" y="0"/>
                  <a:pt x="52593" y="3010"/>
                  <a:pt x="67071" y="89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67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0796BC2E-9D34-4C75-AED8-4A86426A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202" y="952345"/>
            <a:ext cx="18531" cy="14313"/>
          </a:xfrm>
          <a:custGeom xmlns:a="http://schemas.openxmlformats.org/drawingml/2006/main">
            <a:pathLst>
              <a:path w="18531" h="14313">
                <a:moveTo>
                  <a:pt x="18531" y="14313"/>
                </a:moveTo>
                <a:lnTo>
                  <a:pt x="6426" y="0"/>
                </a:lnTo>
                <a:lnTo>
                  <a:pt x="0" y="11489"/>
                </a:lnTo>
                <a:lnTo>
                  <a:pt x="18531" y="143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167DFA45-FF8E-4A19-823E-0B433715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202" y="952345"/>
            <a:ext cx="18531" cy="14312"/>
          </a:xfrm>
          <a:custGeom xmlns:a="http://schemas.openxmlformats.org/drawingml/2006/main">
            <a:pathLst>
              <a:path w="18531" h="14312">
                <a:moveTo>
                  <a:pt x="18531" y="14312"/>
                </a:moveTo>
                <a:lnTo>
                  <a:pt x="6426" y="0"/>
                </a:lnTo>
                <a:lnTo>
                  <a:pt x="0" y="11489"/>
                </a:lnTo>
                <a:lnTo>
                  <a:pt x="18531" y="14312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69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7C1A18B3-3168-4F0E-B339-F217D4A8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6705" y="1055669"/>
            <a:ext cx="189757" cy="85382"/>
          </a:xfrm>
          <a:custGeom xmlns:a="http://schemas.openxmlformats.org/drawingml/2006/main">
            <a:pathLst>
              <a:path w="189757" h="85382">
                <a:moveTo>
                  <a:pt x="0" y="0"/>
                </a:moveTo>
                <a:cubicBezTo>
                  <a:pt x="0" y="0"/>
                  <a:pt x="32322" y="69962"/>
                  <a:pt x="109239" y="81358"/>
                </a:cubicBezTo>
                <a:cubicBezTo>
                  <a:pt x="136404" y="85382"/>
                  <a:pt x="164620" y="81433"/>
                  <a:pt x="189757" y="746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0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D73C417B-0D86-4E28-AC8C-29C42ABF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4279" y="1124100"/>
            <a:ext cx="18741" cy="12413"/>
          </a:xfrm>
          <a:custGeom xmlns:a="http://schemas.openxmlformats.org/drawingml/2006/main">
            <a:pathLst>
              <a:path w="18741" h="12413">
                <a:moveTo>
                  <a:pt x="18741" y="365"/>
                </a:moveTo>
                <a:lnTo>
                  <a:pt x="0" y="0"/>
                </a:lnTo>
                <a:lnTo>
                  <a:pt x="4381" y="12413"/>
                </a:lnTo>
                <a:lnTo>
                  <a:pt x="18741" y="3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1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4B88B0B5-6B33-45B3-AC0E-1C957E9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3762" y="1115918"/>
            <a:ext cx="164836" cy="27950"/>
          </a:xfrm>
          <a:custGeom xmlns:a="http://schemas.openxmlformats.org/drawingml/2006/main">
            <a:pathLst>
              <a:path w="164836" h="27950">
                <a:moveTo>
                  <a:pt x="0" y="673"/>
                </a:moveTo>
                <a:cubicBezTo>
                  <a:pt x="27917" y="14110"/>
                  <a:pt x="68932" y="27950"/>
                  <a:pt x="110703" y="21109"/>
                </a:cubicBezTo>
                <a:cubicBezTo>
                  <a:pt x="131316" y="17733"/>
                  <a:pt x="149427" y="9760"/>
                  <a:pt x="16483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2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5ABBD9EC-AF0B-455F-A293-FCDAE36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4400" y="1104685"/>
            <a:ext cx="17702" cy="16284"/>
          </a:xfrm>
          <a:custGeom xmlns:a="http://schemas.openxmlformats.org/drawingml/2006/main">
            <a:pathLst>
              <a:path w="17702" h="16284">
                <a:moveTo>
                  <a:pt x="17702" y="0"/>
                </a:moveTo>
                <a:lnTo>
                  <a:pt x="0" y="6163"/>
                </a:lnTo>
                <a:lnTo>
                  <a:pt x="8418" y="16284"/>
                </a:lnTo>
                <a:lnTo>
                  <a:pt x="177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8D714EC4-ED7A-4D7F-AAC4-ECA149BC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4400" y="1104686"/>
            <a:ext cx="17702" cy="16284"/>
          </a:xfrm>
          <a:custGeom xmlns:a="http://schemas.openxmlformats.org/drawingml/2006/main">
            <a:pathLst>
              <a:path w="17702" h="16284">
                <a:moveTo>
                  <a:pt x="17702" y="0"/>
                </a:moveTo>
                <a:lnTo>
                  <a:pt x="0" y="6163"/>
                </a:lnTo>
                <a:lnTo>
                  <a:pt x="8418" y="16284"/>
                </a:lnTo>
                <a:lnTo>
                  <a:pt x="17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4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2E5702ED-6CD8-48D7-82AC-900C8DC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268" y="1014560"/>
            <a:ext cx="23199" cy="41996"/>
          </a:xfrm>
          <a:custGeom xmlns:a="http://schemas.openxmlformats.org/drawingml/2006/main">
            <a:pathLst>
              <a:path w="23199" h="41996">
                <a:moveTo>
                  <a:pt x="0" y="41996"/>
                </a:moveTo>
                <a:cubicBezTo>
                  <a:pt x="5553" y="27960"/>
                  <a:pt x="13179" y="12533"/>
                  <a:pt x="2319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5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910C7FAC-C097-4E85-B7E8-C607C266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60" y="1005008"/>
            <a:ext cx="18302" cy="15083"/>
          </a:xfrm>
          <a:custGeom xmlns:a="http://schemas.openxmlformats.org/drawingml/2006/main">
            <a:pathLst>
              <a:path w="18302" h="15083">
                <a:moveTo>
                  <a:pt x="18302" y="0"/>
                </a:moveTo>
                <a:lnTo>
                  <a:pt x="0" y="4046"/>
                </a:lnTo>
                <a:lnTo>
                  <a:pt x="7173" y="15083"/>
                </a:lnTo>
                <a:lnTo>
                  <a:pt x="183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7AE42B0B-2AD3-41B3-8DD4-3E1480BE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60" y="1005008"/>
            <a:ext cx="18304" cy="15083"/>
          </a:xfrm>
          <a:custGeom xmlns:a="http://schemas.openxmlformats.org/drawingml/2006/main">
            <a:pathLst>
              <a:path w="18304" h="15083">
                <a:moveTo>
                  <a:pt x="18304" y="0"/>
                </a:moveTo>
                <a:lnTo>
                  <a:pt x="0" y="4046"/>
                </a:lnTo>
                <a:lnTo>
                  <a:pt x="7173" y="15083"/>
                </a:lnTo>
                <a:lnTo>
                  <a:pt x="18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7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2DF84D40-D356-469E-BF05-F7567885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274" y="995074"/>
            <a:ext cx="54589" cy="109958"/>
          </a:xfrm>
          <a:custGeom xmlns:a="http://schemas.openxmlformats.org/drawingml/2006/main">
            <a:pathLst>
              <a:path w="54589" h="109958">
                <a:moveTo>
                  <a:pt x="26787" y="109958"/>
                </a:moveTo>
                <a:cubicBezTo>
                  <a:pt x="26787" y="109958"/>
                  <a:pt x="54589" y="38287"/>
                  <a:pt x="22216" y="10318"/>
                </a:cubicBezTo>
                <a:cubicBezTo>
                  <a:pt x="16129" y="5059"/>
                  <a:pt x="8453" y="180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8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991493AC-8BAC-4545-B37E-58721BE3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4748" y="988493"/>
            <a:ext cx="17656" cy="13162"/>
          </a:xfrm>
          <a:custGeom xmlns:a="http://schemas.openxmlformats.org/drawingml/2006/main">
            <a:pathLst>
              <a:path w="17656" h="13162">
                <a:moveTo>
                  <a:pt x="0" y="6865"/>
                </a:moveTo>
                <a:lnTo>
                  <a:pt x="17656" y="13162"/>
                </a:lnTo>
                <a:lnTo>
                  <a:pt x="17443" y="0"/>
                </a:lnTo>
                <a:lnTo>
                  <a:pt x="0" y="68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79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280B1813-B1DC-44B0-80E0-49AB6D10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9061" y="1047613"/>
            <a:ext cx="182839" cy="57419"/>
          </a:xfrm>
          <a:custGeom xmlns:a="http://schemas.openxmlformats.org/drawingml/2006/main">
            <a:pathLst>
              <a:path w="182839" h="57419">
                <a:moveTo>
                  <a:pt x="0" y="57419"/>
                </a:moveTo>
                <a:cubicBezTo>
                  <a:pt x="0" y="57419"/>
                  <a:pt x="16783" y="21903"/>
                  <a:pt x="93699" y="7142"/>
                </a:cubicBezTo>
                <a:cubicBezTo>
                  <a:pt x="122238" y="1664"/>
                  <a:pt x="154078" y="0"/>
                  <a:pt x="182839" y="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80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41065027-FCCA-44F8-A240-50D92A0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672" y="1041108"/>
            <a:ext cx="17762" cy="13156"/>
          </a:xfrm>
          <a:custGeom xmlns:a="http://schemas.openxmlformats.org/drawingml/2006/main">
            <a:pathLst>
              <a:path w="17762" h="13156">
                <a:moveTo>
                  <a:pt x="17762" y="7166"/>
                </a:moveTo>
                <a:lnTo>
                  <a:pt x="441" y="0"/>
                </a:lnTo>
                <a:lnTo>
                  <a:pt x="0" y="13156"/>
                </a:lnTo>
                <a:lnTo>
                  <a:pt x="17762" y="7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A6E6E3E7-5F50-4BB5-B9AA-377B7AB2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672" y="1041108"/>
            <a:ext cx="17762" cy="13156"/>
          </a:xfrm>
          <a:custGeom xmlns:a="http://schemas.openxmlformats.org/drawingml/2006/main">
            <a:pathLst>
              <a:path w="17762" h="13156">
                <a:moveTo>
                  <a:pt x="17762" y="7166"/>
                </a:moveTo>
                <a:lnTo>
                  <a:pt x="441" y="0"/>
                </a:lnTo>
                <a:lnTo>
                  <a:pt x="0" y="13156"/>
                </a:lnTo>
                <a:lnTo>
                  <a:pt x="17762" y="7166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82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FB5735CD-81D1-4C4D-AA57-0230C25E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7047" y="960687"/>
            <a:ext cx="63362" cy="51104"/>
          </a:xfrm>
          <a:custGeom xmlns:a="http://schemas.openxmlformats.org/drawingml/2006/main">
            <a:pathLst>
              <a:path w="63362" h="51104">
                <a:moveTo>
                  <a:pt x="63362" y="51104"/>
                </a:moveTo>
                <a:cubicBezTo>
                  <a:pt x="60480" y="32269"/>
                  <a:pt x="52599" y="12397"/>
                  <a:pt x="33117" y="4483"/>
                </a:cubicBezTo>
                <a:cubicBezTo>
                  <a:pt x="23424" y="546"/>
                  <a:pt x="11927" y="0"/>
                  <a:pt x="0" y="14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83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56425CAD-B6E0-4FC9-8685-11143131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0176" y="955830"/>
            <a:ext cx="18683" cy="12660"/>
          </a:xfrm>
          <a:custGeom xmlns:a="http://schemas.openxmlformats.org/drawingml/2006/main">
            <a:pathLst>
              <a:path w="18683" h="12660">
                <a:moveTo>
                  <a:pt x="0" y="11139"/>
                </a:moveTo>
                <a:lnTo>
                  <a:pt x="18683" y="12660"/>
                </a:lnTo>
                <a:lnTo>
                  <a:pt x="15077" y="0"/>
                </a:lnTo>
                <a:lnTo>
                  <a:pt x="0" y="111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396F0640-0B39-42C3-9A70-E5927C18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0176" y="955830"/>
            <a:ext cx="18684" cy="12660"/>
          </a:xfrm>
          <a:custGeom xmlns:a="http://schemas.openxmlformats.org/drawingml/2006/main">
            <a:pathLst>
              <a:path w="18684" h="12660">
                <a:moveTo>
                  <a:pt x="0" y="11139"/>
                </a:moveTo>
                <a:lnTo>
                  <a:pt x="18684" y="12660"/>
                </a:lnTo>
                <a:lnTo>
                  <a:pt x="15077" y="0"/>
                </a:lnTo>
                <a:lnTo>
                  <a:pt x="0" y="11139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85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70FD142C-9EBF-478F-A4F3-79BC270A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6851" y="1046059"/>
            <a:ext cx="70441" cy="45248"/>
          </a:xfrm>
          <a:custGeom xmlns:a="http://schemas.openxmlformats.org/drawingml/2006/main">
            <a:pathLst>
              <a:path w="70441" h="45248">
                <a:moveTo>
                  <a:pt x="68546" y="0"/>
                </a:moveTo>
                <a:cubicBezTo>
                  <a:pt x="70441" y="17909"/>
                  <a:pt x="67327" y="36241"/>
                  <a:pt x="48803" y="41605"/>
                </a:cubicBezTo>
                <a:cubicBezTo>
                  <a:pt x="36215" y="45248"/>
                  <a:pt x="18406" y="42356"/>
                  <a:pt x="0" y="367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86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9CDB87BB-DFCE-414B-9BDF-E5A9A08E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518" y="1076373"/>
            <a:ext cx="18742" cy="12546"/>
          </a:xfrm>
          <a:custGeom xmlns:a="http://schemas.openxmlformats.org/drawingml/2006/main">
            <a:pathLst>
              <a:path w="18742" h="12546">
                <a:moveTo>
                  <a:pt x="0" y="0"/>
                </a:moveTo>
                <a:lnTo>
                  <a:pt x="13926" y="12546"/>
                </a:lnTo>
                <a:lnTo>
                  <a:pt x="18742" y="29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475C1AA4-17EC-497E-92B1-0A45E320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518" y="1076373"/>
            <a:ext cx="18742" cy="12546"/>
          </a:xfrm>
          <a:custGeom xmlns:a="http://schemas.openxmlformats.org/drawingml/2006/main">
            <a:pathLst>
              <a:path w="18742" h="12546">
                <a:moveTo>
                  <a:pt x="0" y="0"/>
                </a:moveTo>
                <a:lnTo>
                  <a:pt x="13927" y="12546"/>
                </a:lnTo>
                <a:lnTo>
                  <a:pt x="18742" y="29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88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7F5020F3-9A32-4DEB-B3A7-FC4452F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9089" y="1633086"/>
            <a:ext cx="90304" cy="90304"/>
          </a:xfrm>
          <a:custGeom xmlns:a="http://schemas.openxmlformats.org/drawingml/2006/main">
            <a:pathLst>
              <a:path w="90304" h="90304">
                <a:moveTo>
                  <a:pt x="16063" y="16065"/>
                </a:moveTo>
                <a:cubicBezTo>
                  <a:pt x="32129" y="0"/>
                  <a:pt x="58174" y="0"/>
                  <a:pt x="74240" y="16065"/>
                </a:cubicBezTo>
                <a:cubicBezTo>
                  <a:pt x="90304" y="32129"/>
                  <a:pt x="90304" y="58176"/>
                  <a:pt x="74240" y="74240"/>
                </a:cubicBezTo>
                <a:cubicBezTo>
                  <a:pt x="58174" y="90304"/>
                  <a:pt x="32129" y="90304"/>
                  <a:pt x="16063" y="74240"/>
                </a:cubicBezTo>
                <a:cubicBezTo>
                  <a:pt x="0" y="58176"/>
                  <a:pt x="0" y="32129"/>
                  <a:pt x="16063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CDE316B0-5D74-49B7-A17D-3A33D79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51" y="1692504"/>
            <a:ext cx="90304" cy="90305"/>
          </a:xfrm>
          <a:custGeom xmlns:a="http://schemas.openxmlformats.org/drawingml/2006/main">
            <a:pathLst>
              <a:path w="90304" h="90305">
                <a:moveTo>
                  <a:pt x="16063" y="16065"/>
                </a:moveTo>
                <a:cubicBezTo>
                  <a:pt x="32128" y="0"/>
                  <a:pt x="58173" y="0"/>
                  <a:pt x="74238" y="16065"/>
                </a:cubicBezTo>
                <a:cubicBezTo>
                  <a:pt x="90304" y="32129"/>
                  <a:pt x="90304" y="58176"/>
                  <a:pt x="74238" y="74240"/>
                </a:cubicBezTo>
                <a:cubicBezTo>
                  <a:pt x="58173" y="90305"/>
                  <a:pt x="32128" y="90305"/>
                  <a:pt x="16063" y="74240"/>
                </a:cubicBezTo>
                <a:cubicBezTo>
                  <a:pt x="0" y="58176"/>
                  <a:pt x="0" y="32129"/>
                  <a:pt x="16063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11231125-FE50-4933-ACC8-820A690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1446" y="1590122"/>
            <a:ext cx="90301" cy="90304"/>
          </a:xfrm>
          <a:custGeom xmlns:a="http://schemas.openxmlformats.org/drawingml/2006/main">
            <a:pathLst>
              <a:path w="90301" h="90304">
                <a:moveTo>
                  <a:pt x="16063" y="16065"/>
                </a:moveTo>
                <a:cubicBezTo>
                  <a:pt x="32128" y="0"/>
                  <a:pt x="58173" y="0"/>
                  <a:pt x="74238" y="16065"/>
                </a:cubicBezTo>
                <a:cubicBezTo>
                  <a:pt x="90301" y="32129"/>
                  <a:pt x="90301" y="58176"/>
                  <a:pt x="74238" y="74240"/>
                </a:cubicBezTo>
                <a:cubicBezTo>
                  <a:pt x="58173" y="90304"/>
                  <a:pt x="32128" y="90304"/>
                  <a:pt x="16063" y="74240"/>
                </a:cubicBezTo>
                <a:cubicBezTo>
                  <a:pt x="0" y="58176"/>
                  <a:pt x="0" y="32129"/>
                  <a:pt x="16063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A076DF8A-D1FE-42EA-AD66-4C56A4F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4853" y="1679706"/>
            <a:ext cx="90304" cy="90305"/>
          </a:xfrm>
          <a:custGeom xmlns:a="http://schemas.openxmlformats.org/drawingml/2006/main">
            <a:pathLst>
              <a:path w="90304" h="90305">
                <a:moveTo>
                  <a:pt x="16064" y="16065"/>
                </a:moveTo>
                <a:cubicBezTo>
                  <a:pt x="32129" y="0"/>
                  <a:pt x="58176" y="0"/>
                  <a:pt x="74240" y="16065"/>
                </a:cubicBezTo>
                <a:cubicBezTo>
                  <a:pt x="90304" y="32129"/>
                  <a:pt x="90304" y="58176"/>
                  <a:pt x="74240" y="74240"/>
                </a:cubicBezTo>
                <a:cubicBezTo>
                  <a:pt x="58176" y="90305"/>
                  <a:pt x="32129" y="90305"/>
                  <a:pt x="16064" y="74240"/>
                </a:cubicBezTo>
                <a:cubicBezTo>
                  <a:pt x="0" y="58176"/>
                  <a:pt x="0" y="32129"/>
                  <a:pt x="16064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9ADA130C-A423-4CA1-BB64-FE65CE44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3801" y="1639485"/>
            <a:ext cx="90304" cy="90304"/>
          </a:xfrm>
          <a:custGeom xmlns:a="http://schemas.openxmlformats.org/drawingml/2006/main">
            <a:pathLst>
              <a:path w="90304" h="90304">
                <a:moveTo>
                  <a:pt x="16064" y="16065"/>
                </a:moveTo>
                <a:cubicBezTo>
                  <a:pt x="32129" y="0"/>
                  <a:pt x="58174" y="0"/>
                  <a:pt x="74241" y="16065"/>
                </a:cubicBezTo>
                <a:cubicBezTo>
                  <a:pt x="90304" y="32129"/>
                  <a:pt x="90304" y="58176"/>
                  <a:pt x="74241" y="74239"/>
                </a:cubicBezTo>
                <a:cubicBezTo>
                  <a:pt x="58174" y="90304"/>
                  <a:pt x="32129" y="90304"/>
                  <a:pt x="16064" y="74239"/>
                </a:cubicBezTo>
                <a:cubicBezTo>
                  <a:pt x="0" y="58176"/>
                  <a:pt x="0" y="32129"/>
                  <a:pt x="16064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6E20A6FA-3B17-4D1B-9F81-076715E0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4392" y="1725697"/>
            <a:ext cx="67070" cy="56353"/>
          </a:xfrm>
          <a:custGeom xmlns:a="http://schemas.openxmlformats.org/drawingml/2006/main">
            <a:pathLst>
              <a:path w="67070" h="56353">
                <a:moveTo>
                  <a:pt x="67070" y="0"/>
                </a:moveTo>
                <a:cubicBezTo>
                  <a:pt x="66048" y="22606"/>
                  <a:pt x="60081" y="47248"/>
                  <a:pt x="39880" y="53096"/>
                </a:cubicBezTo>
                <a:cubicBezTo>
                  <a:pt x="28630" y="56353"/>
                  <a:pt x="14477" y="53342"/>
                  <a:pt x="0" y="473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94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7809C42D-1321-40A4-8374-9A81A2C7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066" y="1764506"/>
            <a:ext cx="18531" cy="14312"/>
          </a:xfrm>
          <a:custGeom xmlns:a="http://schemas.openxmlformats.org/drawingml/2006/main">
            <a:pathLst>
              <a:path w="18531" h="14312">
                <a:moveTo>
                  <a:pt x="0" y="0"/>
                </a:moveTo>
                <a:lnTo>
                  <a:pt x="12105" y="14312"/>
                </a:lnTo>
                <a:lnTo>
                  <a:pt x="18531" y="282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95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B169C922-A62F-4F1A-92F0-E89FE08B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8339" y="1590113"/>
            <a:ext cx="189756" cy="85382"/>
          </a:xfrm>
          <a:custGeom xmlns:a="http://schemas.openxmlformats.org/drawingml/2006/main">
            <a:pathLst>
              <a:path w="189756" h="85382">
                <a:moveTo>
                  <a:pt x="189756" y="85382"/>
                </a:moveTo>
                <a:cubicBezTo>
                  <a:pt x="189756" y="85382"/>
                  <a:pt x="157435" y="15419"/>
                  <a:pt x="80517" y="4024"/>
                </a:cubicBezTo>
                <a:cubicBezTo>
                  <a:pt x="53353" y="0"/>
                  <a:pt x="25136" y="3949"/>
                  <a:pt x="0" y="107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96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5A2855E7-3FB6-4788-8282-50F7BBAB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1780" y="1594651"/>
            <a:ext cx="18741" cy="12413"/>
          </a:xfrm>
          <a:custGeom xmlns:a="http://schemas.openxmlformats.org/drawingml/2006/main">
            <a:pathLst>
              <a:path w="18741" h="12413">
                <a:moveTo>
                  <a:pt x="0" y="12048"/>
                </a:moveTo>
                <a:lnTo>
                  <a:pt x="18741" y="12413"/>
                </a:lnTo>
                <a:lnTo>
                  <a:pt x="14361" y="0"/>
                </a:lnTo>
                <a:lnTo>
                  <a:pt x="0" y="12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EDD0982B-0F5D-4EF9-808F-C5A2347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1780" y="1594651"/>
            <a:ext cx="18741" cy="12413"/>
          </a:xfrm>
          <a:custGeom xmlns:a="http://schemas.openxmlformats.org/drawingml/2006/main">
            <a:pathLst>
              <a:path w="18741" h="12413">
                <a:moveTo>
                  <a:pt x="0" y="12049"/>
                </a:moveTo>
                <a:lnTo>
                  <a:pt x="18741" y="12413"/>
                </a:lnTo>
                <a:lnTo>
                  <a:pt x="14361" y="0"/>
                </a:lnTo>
                <a:lnTo>
                  <a:pt x="0" y="12049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98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8A65DEA5-0259-406B-A0FA-234F954C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202" y="1587297"/>
            <a:ext cx="164834" cy="27950"/>
          </a:xfrm>
          <a:custGeom xmlns:a="http://schemas.openxmlformats.org/drawingml/2006/main">
            <a:pathLst>
              <a:path w="164834" h="27950">
                <a:moveTo>
                  <a:pt x="164834" y="27277"/>
                </a:moveTo>
                <a:cubicBezTo>
                  <a:pt x="136918" y="13840"/>
                  <a:pt x="95903" y="0"/>
                  <a:pt x="54134" y="6840"/>
                </a:cubicBezTo>
                <a:cubicBezTo>
                  <a:pt x="33519" y="10217"/>
                  <a:pt x="15408" y="18189"/>
                  <a:pt x="0" y="279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199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EB6727B1-5385-4AF0-AD61-DD5BD052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2697" y="1610195"/>
            <a:ext cx="17702" cy="16283"/>
          </a:xfrm>
          <a:custGeom xmlns:a="http://schemas.openxmlformats.org/drawingml/2006/main">
            <a:pathLst>
              <a:path w="17702" h="16283">
                <a:moveTo>
                  <a:pt x="0" y="16283"/>
                </a:moveTo>
                <a:lnTo>
                  <a:pt x="17702" y="10120"/>
                </a:lnTo>
                <a:lnTo>
                  <a:pt x="9284" y="0"/>
                </a:lnTo>
                <a:lnTo>
                  <a:pt x="0" y="162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C66CDB2B-9930-49C6-9853-BC171E9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2697" y="1610195"/>
            <a:ext cx="17702" cy="16284"/>
          </a:xfrm>
          <a:custGeom xmlns:a="http://schemas.openxmlformats.org/drawingml/2006/main">
            <a:pathLst>
              <a:path w="17702" h="16284">
                <a:moveTo>
                  <a:pt x="0" y="16284"/>
                </a:moveTo>
                <a:lnTo>
                  <a:pt x="17702" y="10121"/>
                </a:lnTo>
                <a:lnTo>
                  <a:pt x="9284" y="0"/>
                </a:lnTo>
                <a:lnTo>
                  <a:pt x="0" y="16284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1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274FDEF0-0A7F-4C30-9209-44533B41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1334" y="1674609"/>
            <a:ext cx="23197" cy="41996"/>
          </a:xfrm>
          <a:custGeom xmlns:a="http://schemas.openxmlformats.org/drawingml/2006/main">
            <a:pathLst>
              <a:path w="23197" h="41996">
                <a:moveTo>
                  <a:pt x="23197" y="0"/>
                </a:moveTo>
                <a:cubicBezTo>
                  <a:pt x="17645" y="14037"/>
                  <a:pt x="10018" y="29463"/>
                  <a:pt x="0" y="419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2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5E5BC69C-2499-447A-9925-1AB5C32E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637" y="1711073"/>
            <a:ext cx="18302" cy="15083"/>
          </a:xfrm>
          <a:custGeom xmlns:a="http://schemas.openxmlformats.org/drawingml/2006/main">
            <a:pathLst>
              <a:path w="18302" h="15083">
                <a:moveTo>
                  <a:pt x="0" y="15083"/>
                </a:moveTo>
                <a:lnTo>
                  <a:pt x="18302" y="11038"/>
                </a:lnTo>
                <a:lnTo>
                  <a:pt x="11130" y="0"/>
                </a:lnTo>
                <a:lnTo>
                  <a:pt x="0" y="150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E9FB40DF-A081-44BA-8736-C274318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637" y="1711073"/>
            <a:ext cx="18304" cy="15083"/>
          </a:xfrm>
          <a:custGeom xmlns:a="http://schemas.openxmlformats.org/drawingml/2006/main">
            <a:pathLst>
              <a:path w="18304" h="15083">
                <a:moveTo>
                  <a:pt x="0" y="15083"/>
                </a:moveTo>
                <a:lnTo>
                  <a:pt x="18304" y="11038"/>
                </a:lnTo>
                <a:lnTo>
                  <a:pt x="11130" y="0"/>
                </a:lnTo>
                <a:lnTo>
                  <a:pt x="0" y="15083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4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7D9A7E22-31C4-4A4A-AE01-E573032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7937" y="1626132"/>
            <a:ext cx="54589" cy="109958"/>
          </a:xfrm>
          <a:custGeom xmlns:a="http://schemas.openxmlformats.org/drawingml/2006/main">
            <a:pathLst>
              <a:path w="54589" h="109958">
                <a:moveTo>
                  <a:pt x="27802" y="0"/>
                </a:moveTo>
                <a:cubicBezTo>
                  <a:pt x="27802" y="0"/>
                  <a:pt x="0" y="71671"/>
                  <a:pt x="32372" y="99640"/>
                </a:cubicBezTo>
                <a:cubicBezTo>
                  <a:pt x="38459" y="104900"/>
                  <a:pt x="46136" y="108149"/>
                  <a:pt x="54589" y="10995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5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A0FF95C2-60B0-4261-8D9C-60FE7055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2397" y="1729510"/>
            <a:ext cx="17655" cy="13161"/>
          </a:xfrm>
          <a:custGeom xmlns:a="http://schemas.openxmlformats.org/drawingml/2006/main">
            <a:pathLst>
              <a:path w="17655" h="13161">
                <a:moveTo>
                  <a:pt x="17655" y="6297"/>
                </a:moveTo>
                <a:lnTo>
                  <a:pt x="0" y="0"/>
                </a:lnTo>
                <a:lnTo>
                  <a:pt x="212" y="13161"/>
                </a:lnTo>
                <a:lnTo>
                  <a:pt x="17655" y="6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6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CCC6F73A-5189-41BE-B29E-CA7A42D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2901" y="1626132"/>
            <a:ext cx="182838" cy="57419"/>
          </a:xfrm>
          <a:custGeom xmlns:a="http://schemas.openxmlformats.org/drawingml/2006/main">
            <a:pathLst>
              <a:path w="182838" h="57419">
                <a:moveTo>
                  <a:pt x="182838" y="0"/>
                </a:moveTo>
                <a:cubicBezTo>
                  <a:pt x="182838" y="0"/>
                  <a:pt x="166056" y="35516"/>
                  <a:pt x="89139" y="50277"/>
                </a:cubicBezTo>
                <a:cubicBezTo>
                  <a:pt x="60600" y="55755"/>
                  <a:pt x="28761" y="57419"/>
                  <a:pt x="0" y="573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7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EDF38AA4-A6FC-4F1C-9235-102A5E3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5367" y="1676900"/>
            <a:ext cx="17761" cy="13156"/>
          </a:xfrm>
          <a:custGeom xmlns:a="http://schemas.openxmlformats.org/drawingml/2006/main">
            <a:pathLst>
              <a:path w="17761" h="13156">
                <a:moveTo>
                  <a:pt x="0" y="5990"/>
                </a:moveTo>
                <a:lnTo>
                  <a:pt x="17320" y="13156"/>
                </a:lnTo>
                <a:lnTo>
                  <a:pt x="17761" y="0"/>
                </a:lnTo>
                <a:lnTo>
                  <a:pt x="0" y="59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35F80B47-5D9B-4DAF-8D1F-68FC3CD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5367" y="1676900"/>
            <a:ext cx="17762" cy="13156"/>
          </a:xfrm>
          <a:custGeom xmlns:a="http://schemas.openxmlformats.org/drawingml/2006/main">
            <a:pathLst>
              <a:path w="17762" h="13156">
                <a:moveTo>
                  <a:pt x="0" y="5990"/>
                </a:moveTo>
                <a:lnTo>
                  <a:pt x="17320" y="13156"/>
                </a:lnTo>
                <a:lnTo>
                  <a:pt x="17762" y="0"/>
                </a:lnTo>
                <a:lnTo>
                  <a:pt x="0" y="599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09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76FBF614-002C-40A6-9B93-9D80E92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4390" y="1719374"/>
            <a:ext cx="63364" cy="51104"/>
          </a:xfrm>
          <a:custGeom xmlns:a="http://schemas.openxmlformats.org/drawingml/2006/main">
            <a:pathLst>
              <a:path w="63364" h="51104">
                <a:moveTo>
                  <a:pt x="0" y="0"/>
                </a:moveTo>
                <a:cubicBezTo>
                  <a:pt x="2882" y="18836"/>
                  <a:pt x="10764" y="38706"/>
                  <a:pt x="30246" y="46621"/>
                </a:cubicBezTo>
                <a:cubicBezTo>
                  <a:pt x="39939" y="50559"/>
                  <a:pt x="51436" y="51104"/>
                  <a:pt x="63364" y="496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10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CBEB2377-88EC-4E12-9037-057C0E93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5940" y="1762674"/>
            <a:ext cx="18684" cy="12660"/>
          </a:xfrm>
          <a:custGeom xmlns:a="http://schemas.openxmlformats.org/drawingml/2006/main">
            <a:pathLst>
              <a:path w="18684" h="12660">
                <a:moveTo>
                  <a:pt x="18684" y="1521"/>
                </a:moveTo>
                <a:lnTo>
                  <a:pt x="0" y="0"/>
                </a:lnTo>
                <a:lnTo>
                  <a:pt x="3607" y="12660"/>
                </a:lnTo>
                <a:lnTo>
                  <a:pt x="18684" y="15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D4C4FA80-DC4C-421A-85F0-BEE9B54A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5940" y="1762674"/>
            <a:ext cx="18685" cy="12660"/>
          </a:xfrm>
          <a:custGeom xmlns:a="http://schemas.openxmlformats.org/drawingml/2006/main">
            <a:pathLst>
              <a:path w="18685" h="12660">
                <a:moveTo>
                  <a:pt x="18685" y="1521"/>
                </a:moveTo>
                <a:lnTo>
                  <a:pt x="0" y="0"/>
                </a:lnTo>
                <a:lnTo>
                  <a:pt x="3607" y="12660"/>
                </a:lnTo>
                <a:lnTo>
                  <a:pt x="18685" y="1521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12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4C07C832-90B4-49C3-BF2A-B85004B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7508" y="1639858"/>
            <a:ext cx="70441" cy="45248"/>
          </a:xfrm>
          <a:custGeom xmlns:a="http://schemas.openxmlformats.org/drawingml/2006/main">
            <a:pathLst>
              <a:path w="70441" h="45248">
                <a:moveTo>
                  <a:pt x="1895" y="45248"/>
                </a:moveTo>
                <a:cubicBezTo>
                  <a:pt x="0" y="27339"/>
                  <a:pt x="3114" y="9006"/>
                  <a:pt x="21639" y="3643"/>
                </a:cubicBezTo>
                <a:cubicBezTo>
                  <a:pt x="34227" y="0"/>
                  <a:pt x="52035" y="2892"/>
                  <a:pt x="70441" y="85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13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9780C8F8-F1B0-43A3-866D-7FFE2372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540" y="1642245"/>
            <a:ext cx="18743" cy="12545"/>
          </a:xfrm>
          <a:custGeom xmlns:a="http://schemas.openxmlformats.org/drawingml/2006/main">
            <a:pathLst>
              <a:path w="18743" h="12545">
                <a:moveTo>
                  <a:pt x="18743" y="12545"/>
                </a:moveTo>
                <a:lnTo>
                  <a:pt x="4816" y="0"/>
                </a:lnTo>
                <a:lnTo>
                  <a:pt x="0" y="12250"/>
                </a:lnTo>
                <a:lnTo>
                  <a:pt x="18743" y="125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E7482016-F243-4F61-ADD9-35327121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540" y="1642246"/>
            <a:ext cx="18743" cy="12545"/>
          </a:xfrm>
          <a:custGeom xmlns:a="http://schemas.openxmlformats.org/drawingml/2006/main">
            <a:pathLst>
              <a:path w="18743" h="12545">
                <a:moveTo>
                  <a:pt x="18743" y="12545"/>
                </a:moveTo>
                <a:lnTo>
                  <a:pt x="4816" y="0"/>
                </a:lnTo>
                <a:lnTo>
                  <a:pt x="0" y="12250"/>
                </a:lnTo>
                <a:lnTo>
                  <a:pt x="18743" y="12545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15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56B3723E-3985-46DC-B1F1-DC732078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9089" y="3250866"/>
            <a:ext cx="90304" cy="90304"/>
          </a:xfrm>
          <a:custGeom xmlns:a="http://schemas.openxmlformats.org/drawingml/2006/main">
            <a:pathLst>
              <a:path w="90304" h="90304">
                <a:moveTo>
                  <a:pt x="16063" y="16065"/>
                </a:moveTo>
                <a:cubicBezTo>
                  <a:pt x="32129" y="0"/>
                  <a:pt x="58174" y="0"/>
                  <a:pt x="74240" y="16065"/>
                </a:cubicBezTo>
                <a:cubicBezTo>
                  <a:pt x="90304" y="32129"/>
                  <a:pt x="90304" y="58175"/>
                  <a:pt x="74240" y="74240"/>
                </a:cubicBezTo>
                <a:cubicBezTo>
                  <a:pt x="58174" y="90304"/>
                  <a:pt x="32129" y="90304"/>
                  <a:pt x="16063" y="74240"/>
                </a:cubicBezTo>
                <a:cubicBezTo>
                  <a:pt x="0" y="58175"/>
                  <a:pt x="0" y="32129"/>
                  <a:pt x="16063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C29571A4-2CB8-4126-806D-DE41220E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51" y="3310284"/>
            <a:ext cx="90304" cy="90304"/>
          </a:xfrm>
          <a:custGeom xmlns:a="http://schemas.openxmlformats.org/drawingml/2006/main">
            <a:pathLst>
              <a:path w="90304" h="90304">
                <a:moveTo>
                  <a:pt x="16063" y="16065"/>
                </a:moveTo>
                <a:cubicBezTo>
                  <a:pt x="32128" y="0"/>
                  <a:pt x="58173" y="0"/>
                  <a:pt x="74238" y="16065"/>
                </a:cubicBezTo>
                <a:cubicBezTo>
                  <a:pt x="90304" y="32129"/>
                  <a:pt x="90304" y="58176"/>
                  <a:pt x="74238" y="74240"/>
                </a:cubicBezTo>
                <a:cubicBezTo>
                  <a:pt x="58173" y="90304"/>
                  <a:pt x="32128" y="90304"/>
                  <a:pt x="16063" y="74240"/>
                </a:cubicBezTo>
                <a:cubicBezTo>
                  <a:pt x="0" y="58176"/>
                  <a:pt x="0" y="32129"/>
                  <a:pt x="16063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A3343C3B-4C77-4876-B4A3-5E51F89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1446" y="3207901"/>
            <a:ext cx="90301" cy="90304"/>
          </a:xfrm>
          <a:custGeom xmlns:a="http://schemas.openxmlformats.org/drawingml/2006/main">
            <a:pathLst>
              <a:path w="90301" h="90304">
                <a:moveTo>
                  <a:pt x="16063" y="16065"/>
                </a:moveTo>
                <a:cubicBezTo>
                  <a:pt x="32128" y="0"/>
                  <a:pt x="58173" y="0"/>
                  <a:pt x="74238" y="16065"/>
                </a:cubicBezTo>
                <a:cubicBezTo>
                  <a:pt x="90301" y="32129"/>
                  <a:pt x="90301" y="58175"/>
                  <a:pt x="74238" y="74240"/>
                </a:cubicBezTo>
                <a:cubicBezTo>
                  <a:pt x="58173" y="90304"/>
                  <a:pt x="32128" y="90304"/>
                  <a:pt x="16063" y="74240"/>
                </a:cubicBezTo>
                <a:cubicBezTo>
                  <a:pt x="0" y="58175"/>
                  <a:pt x="0" y="32129"/>
                  <a:pt x="16063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72E03EC8-ABB8-438A-875A-72CE250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4853" y="3297487"/>
            <a:ext cx="90304" cy="90304"/>
          </a:xfrm>
          <a:custGeom xmlns:a="http://schemas.openxmlformats.org/drawingml/2006/main">
            <a:pathLst>
              <a:path w="90304" h="90304">
                <a:moveTo>
                  <a:pt x="16064" y="16064"/>
                </a:moveTo>
                <a:cubicBezTo>
                  <a:pt x="32129" y="0"/>
                  <a:pt x="58176" y="0"/>
                  <a:pt x="74240" y="16064"/>
                </a:cubicBezTo>
                <a:cubicBezTo>
                  <a:pt x="90304" y="32129"/>
                  <a:pt x="90304" y="58175"/>
                  <a:pt x="74240" y="74240"/>
                </a:cubicBezTo>
                <a:cubicBezTo>
                  <a:pt x="58176" y="90304"/>
                  <a:pt x="32129" y="90304"/>
                  <a:pt x="16064" y="74240"/>
                </a:cubicBezTo>
                <a:cubicBezTo>
                  <a:pt x="0" y="58175"/>
                  <a:pt x="0" y="32129"/>
                  <a:pt x="16064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278F4E42-FE41-48BA-A385-37A1B362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3801" y="3257265"/>
            <a:ext cx="90304" cy="90304"/>
          </a:xfrm>
          <a:custGeom xmlns:a="http://schemas.openxmlformats.org/drawingml/2006/main">
            <a:pathLst>
              <a:path w="90304" h="90304">
                <a:moveTo>
                  <a:pt x="16064" y="16065"/>
                </a:moveTo>
                <a:cubicBezTo>
                  <a:pt x="32129" y="0"/>
                  <a:pt x="58174" y="0"/>
                  <a:pt x="74241" y="16065"/>
                </a:cubicBezTo>
                <a:cubicBezTo>
                  <a:pt x="90304" y="32129"/>
                  <a:pt x="90304" y="58175"/>
                  <a:pt x="74241" y="74240"/>
                </a:cubicBezTo>
                <a:cubicBezTo>
                  <a:pt x="58174" y="90304"/>
                  <a:pt x="32129" y="90304"/>
                  <a:pt x="16064" y="74240"/>
                </a:cubicBezTo>
                <a:cubicBezTo>
                  <a:pt x="0" y="58175"/>
                  <a:pt x="0" y="32129"/>
                  <a:pt x="16064" y="160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F8F9160F-E5CB-4F76-AC04-C782578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4392" y="3343477"/>
            <a:ext cx="67070" cy="56353"/>
          </a:xfrm>
          <a:custGeom xmlns:a="http://schemas.openxmlformats.org/drawingml/2006/main">
            <a:pathLst>
              <a:path w="67070" h="56353">
                <a:moveTo>
                  <a:pt x="67070" y="0"/>
                </a:moveTo>
                <a:cubicBezTo>
                  <a:pt x="66048" y="22607"/>
                  <a:pt x="60081" y="47248"/>
                  <a:pt x="39880" y="53096"/>
                </a:cubicBezTo>
                <a:cubicBezTo>
                  <a:pt x="28630" y="56353"/>
                  <a:pt x="14477" y="53343"/>
                  <a:pt x="0" y="473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1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EA6362C7-460A-49AD-AE5D-02C5EB79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066" y="3382286"/>
            <a:ext cx="18531" cy="14312"/>
          </a:xfrm>
          <a:custGeom xmlns:a="http://schemas.openxmlformats.org/drawingml/2006/main">
            <a:pathLst>
              <a:path w="18531" h="14312">
                <a:moveTo>
                  <a:pt x="0" y="0"/>
                </a:moveTo>
                <a:lnTo>
                  <a:pt x="12105" y="14312"/>
                </a:lnTo>
                <a:lnTo>
                  <a:pt x="18531" y="282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9E18112F-DDBF-4AB2-B4B4-D8B91A7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066" y="3382287"/>
            <a:ext cx="18531" cy="14312"/>
          </a:xfrm>
          <a:custGeom xmlns:a="http://schemas.openxmlformats.org/drawingml/2006/main">
            <a:pathLst>
              <a:path w="18531" h="14312">
                <a:moveTo>
                  <a:pt x="0" y="0"/>
                </a:moveTo>
                <a:lnTo>
                  <a:pt x="12105" y="14312"/>
                </a:lnTo>
                <a:lnTo>
                  <a:pt x="18531" y="282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3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92296BA0-28D6-413C-8657-862AE248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8339" y="3207894"/>
            <a:ext cx="189756" cy="85381"/>
          </a:xfrm>
          <a:custGeom xmlns:a="http://schemas.openxmlformats.org/drawingml/2006/main">
            <a:pathLst>
              <a:path w="189756" h="85381">
                <a:moveTo>
                  <a:pt x="189756" y="85381"/>
                </a:moveTo>
                <a:cubicBezTo>
                  <a:pt x="189756" y="85381"/>
                  <a:pt x="157435" y="15419"/>
                  <a:pt x="80517" y="4024"/>
                </a:cubicBezTo>
                <a:cubicBezTo>
                  <a:pt x="53353" y="0"/>
                  <a:pt x="25136" y="3949"/>
                  <a:pt x="0" y="107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4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CBA5DF3B-0F80-43F2-B7E6-817BD311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1780" y="3212431"/>
            <a:ext cx="18741" cy="12413"/>
          </a:xfrm>
          <a:custGeom xmlns:a="http://schemas.openxmlformats.org/drawingml/2006/main">
            <a:pathLst>
              <a:path w="18741" h="12413">
                <a:moveTo>
                  <a:pt x="0" y="12048"/>
                </a:moveTo>
                <a:lnTo>
                  <a:pt x="18741" y="12413"/>
                </a:lnTo>
                <a:lnTo>
                  <a:pt x="14361" y="0"/>
                </a:lnTo>
                <a:lnTo>
                  <a:pt x="0" y="12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5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DBFDB3B1-C04A-4826-8FC6-7840B6FC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202" y="3205077"/>
            <a:ext cx="164834" cy="27949"/>
          </a:xfrm>
          <a:custGeom xmlns:a="http://schemas.openxmlformats.org/drawingml/2006/main">
            <a:pathLst>
              <a:path w="164834" h="27949">
                <a:moveTo>
                  <a:pt x="164834" y="27276"/>
                </a:moveTo>
                <a:cubicBezTo>
                  <a:pt x="136918" y="13840"/>
                  <a:pt x="95903" y="0"/>
                  <a:pt x="54134" y="6840"/>
                </a:cubicBezTo>
                <a:cubicBezTo>
                  <a:pt x="33519" y="10216"/>
                  <a:pt x="15408" y="18190"/>
                  <a:pt x="0" y="2794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6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F63B13A2-53AE-4481-9A80-FABD402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2697" y="3227974"/>
            <a:ext cx="17702" cy="16283"/>
          </a:xfrm>
          <a:custGeom xmlns:a="http://schemas.openxmlformats.org/drawingml/2006/main">
            <a:pathLst>
              <a:path w="17702" h="16283">
                <a:moveTo>
                  <a:pt x="0" y="16283"/>
                </a:moveTo>
                <a:lnTo>
                  <a:pt x="17702" y="10120"/>
                </a:lnTo>
                <a:lnTo>
                  <a:pt x="9284" y="0"/>
                </a:lnTo>
                <a:lnTo>
                  <a:pt x="0" y="162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E8D2D46E-62DC-4FA5-A5AD-45F23E59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2697" y="3227974"/>
            <a:ext cx="17702" cy="16284"/>
          </a:xfrm>
          <a:custGeom xmlns:a="http://schemas.openxmlformats.org/drawingml/2006/main">
            <a:pathLst>
              <a:path w="17702" h="16284">
                <a:moveTo>
                  <a:pt x="0" y="16284"/>
                </a:moveTo>
                <a:lnTo>
                  <a:pt x="17702" y="10121"/>
                </a:lnTo>
                <a:lnTo>
                  <a:pt x="9284" y="0"/>
                </a:lnTo>
                <a:lnTo>
                  <a:pt x="0" y="16284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8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8C5E0D27-5566-44E7-96D7-4F3EAAB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1334" y="3292389"/>
            <a:ext cx="23197" cy="41996"/>
          </a:xfrm>
          <a:custGeom xmlns:a="http://schemas.openxmlformats.org/drawingml/2006/main">
            <a:pathLst>
              <a:path w="23197" h="41996">
                <a:moveTo>
                  <a:pt x="23197" y="0"/>
                </a:moveTo>
                <a:cubicBezTo>
                  <a:pt x="17645" y="14036"/>
                  <a:pt x="10018" y="29462"/>
                  <a:pt x="0" y="419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29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CE01D990-83B2-4D72-9D34-70F7EA9F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637" y="3328853"/>
            <a:ext cx="18302" cy="15083"/>
          </a:xfrm>
          <a:custGeom xmlns:a="http://schemas.openxmlformats.org/drawingml/2006/main">
            <a:pathLst>
              <a:path w="18302" h="15083">
                <a:moveTo>
                  <a:pt x="0" y="15083"/>
                </a:moveTo>
                <a:lnTo>
                  <a:pt x="18302" y="11038"/>
                </a:lnTo>
                <a:lnTo>
                  <a:pt x="11130" y="0"/>
                </a:lnTo>
                <a:lnTo>
                  <a:pt x="0" y="150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240A0F76-09FE-4BA1-B975-BBA23018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637" y="3328853"/>
            <a:ext cx="18304" cy="15082"/>
          </a:xfrm>
          <a:custGeom xmlns:a="http://schemas.openxmlformats.org/drawingml/2006/main">
            <a:pathLst>
              <a:path w="18304" h="15082">
                <a:moveTo>
                  <a:pt x="0" y="15082"/>
                </a:moveTo>
                <a:lnTo>
                  <a:pt x="18304" y="11038"/>
                </a:lnTo>
                <a:lnTo>
                  <a:pt x="11130" y="0"/>
                </a:lnTo>
                <a:lnTo>
                  <a:pt x="0" y="15082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31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0D8B02E0-702E-4FD3-BB96-DE79BE7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7937" y="3243912"/>
            <a:ext cx="54589" cy="109957"/>
          </a:xfrm>
          <a:custGeom xmlns:a="http://schemas.openxmlformats.org/drawingml/2006/main">
            <a:pathLst>
              <a:path w="54589" h="109957">
                <a:moveTo>
                  <a:pt x="27802" y="0"/>
                </a:moveTo>
                <a:cubicBezTo>
                  <a:pt x="27802" y="0"/>
                  <a:pt x="0" y="71670"/>
                  <a:pt x="32372" y="99640"/>
                </a:cubicBezTo>
                <a:cubicBezTo>
                  <a:pt x="38459" y="104899"/>
                  <a:pt x="46136" y="108149"/>
                  <a:pt x="54589" y="1099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32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E0AA9A95-543B-43E5-80FA-7D6CE57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2397" y="3347289"/>
            <a:ext cx="17655" cy="13162"/>
          </a:xfrm>
          <a:custGeom xmlns:a="http://schemas.openxmlformats.org/drawingml/2006/main">
            <a:pathLst>
              <a:path w="17655" h="13162">
                <a:moveTo>
                  <a:pt x="17655" y="6297"/>
                </a:moveTo>
                <a:lnTo>
                  <a:pt x="0" y="0"/>
                </a:lnTo>
                <a:lnTo>
                  <a:pt x="212" y="13162"/>
                </a:lnTo>
                <a:lnTo>
                  <a:pt x="17655" y="6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E93A1FDC-9AFA-4D02-B177-5F0370D5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2397" y="3347290"/>
            <a:ext cx="17655" cy="13161"/>
          </a:xfrm>
          <a:custGeom xmlns:a="http://schemas.openxmlformats.org/drawingml/2006/main">
            <a:pathLst>
              <a:path w="17655" h="13161">
                <a:moveTo>
                  <a:pt x="17655" y="6296"/>
                </a:moveTo>
                <a:lnTo>
                  <a:pt x="0" y="0"/>
                </a:lnTo>
                <a:lnTo>
                  <a:pt x="212" y="13161"/>
                </a:lnTo>
                <a:lnTo>
                  <a:pt x="17655" y="6296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34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73E4947F-BE2C-48C4-9739-A05C9411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2901" y="3243912"/>
            <a:ext cx="182838" cy="57419"/>
          </a:xfrm>
          <a:custGeom xmlns:a="http://schemas.openxmlformats.org/drawingml/2006/main">
            <a:pathLst>
              <a:path w="182838" h="57419">
                <a:moveTo>
                  <a:pt x="182838" y="0"/>
                </a:moveTo>
                <a:cubicBezTo>
                  <a:pt x="182838" y="0"/>
                  <a:pt x="166056" y="35515"/>
                  <a:pt x="89139" y="50277"/>
                </a:cubicBezTo>
                <a:cubicBezTo>
                  <a:pt x="60600" y="55755"/>
                  <a:pt x="28761" y="57419"/>
                  <a:pt x="0" y="573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35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011EF04F-286E-4493-9E41-1A4A59D4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5367" y="3294680"/>
            <a:ext cx="17761" cy="13156"/>
          </a:xfrm>
          <a:custGeom xmlns:a="http://schemas.openxmlformats.org/drawingml/2006/main">
            <a:pathLst>
              <a:path w="17761" h="13156">
                <a:moveTo>
                  <a:pt x="0" y="5990"/>
                </a:moveTo>
                <a:lnTo>
                  <a:pt x="17320" y="13156"/>
                </a:lnTo>
                <a:lnTo>
                  <a:pt x="17761" y="0"/>
                </a:lnTo>
                <a:lnTo>
                  <a:pt x="0" y="59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93005150-CB25-4A8A-8BCD-C4E2042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5367" y="3294680"/>
            <a:ext cx="17762" cy="13156"/>
          </a:xfrm>
          <a:custGeom xmlns:a="http://schemas.openxmlformats.org/drawingml/2006/main">
            <a:pathLst>
              <a:path w="17762" h="13156">
                <a:moveTo>
                  <a:pt x="0" y="5990"/>
                </a:moveTo>
                <a:lnTo>
                  <a:pt x="17320" y="13156"/>
                </a:lnTo>
                <a:lnTo>
                  <a:pt x="17762" y="0"/>
                </a:lnTo>
                <a:lnTo>
                  <a:pt x="0" y="5990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37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F7350F64-D380-4C3B-B368-90ED66AD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4390" y="3337154"/>
            <a:ext cx="63364" cy="51103"/>
          </a:xfrm>
          <a:custGeom xmlns:a="http://schemas.openxmlformats.org/drawingml/2006/main">
            <a:pathLst>
              <a:path w="63364" h="51103">
                <a:moveTo>
                  <a:pt x="0" y="0"/>
                </a:moveTo>
                <a:cubicBezTo>
                  <a:pt x="2882" y="18834"/>
                  <a:pt x="10764" y="38706"/>
                  <a:pt x="30246" y="46621"/>
                </a:cubicBezTo>
                <a:cubicBezTo>
                  <a:pt x="39939" y="50558"/>
                  <a:pt x="51436" y="51103"/>
                  <a:pt x="63364" y="496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38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5EED4E22-0896-4AE0-9E7D-DB45FC67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5940" y="3380454"/>
            <a:ext cx="18684" cy="12660"/>
          </a:xfrm>
          <a:custGeom xmlns:a="http://schemas.openxmlformats.org/drawingml/2006/main">
            <a:pathLst>
              <a:path w="18684" h="12660">
                <a:moveTo>
                  <a:pt x="18684" y="1521"/>
                </a:moveTo>
                <a:lnTo>
                  <a:pt x="0" y="0"/>
                </a:lnTo>
                <a:lnTo>
                  <a:pt x="3607" y="12660"/>
                </a:lnTo>
                <a:lnTo>
                  <a:pt x="18684" y="15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DF34535C-3191-4B3F-BCBA-9FACD7F2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5940" y="3380454"/>
            <a:ext cx="18685" cy="12660"/>
          </a:xfrm>
          <a:custGeom xmlns:a="http://schemas.openxmlformats.org/drawingml/2006/main">
            <a:pathLst>
              <a:path w="18685" h="12660">
                <a:moveTo>
                  <a:pt x="18685" y="1521"/>
                </a:moveTo>
                <a:lnTo>
                  <a:pt x="0" y="0"/>
                </a:lnTo>
                <a:lnTo>
                  <a:pt x="3607" y="12660"/>
                </a:lnTo>
                <a:lnTo>
                  <a:pt x="18685" y="1521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40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C759A58A-5E33-405E-990F-7E974241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7508" y="3257637"/>
            <a:ext cx="70441" cy="45248"/>
          </a:xfrm>
          <a:custGeom xmlns:a="http://schemas.openxmlformats.org/drawingml/2006/main">
            <a:pathLst>
              <a:path w="70441" h="45248">
                <a:moveTo>
                  <a:pt x="1895" y="45248"/>
                </a:moveTo>
                <a:cubicBezTo>
                  <a:pt x="0" y="27340"/>
                  <a:pt x="3114" y="9006"/>
                  <a:pt x="21639" y="3643"/>
                </a:cubicBezTo>
                <a:cubicBezTo>
                  <a:pt x="34227" y="0"/>
                  <a:pt x="52035" y="2892"/>
                  <a:pt x="70441" y="85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41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97B6995C-0817-4F56-AD01-D79CD22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540" y="3260025"/>
            <a:ext cx="18743" cy="12546"/>
          </a:xfrm>
          <a:custGeom xmlns:a="http://schemas.openxmlformats.org/drawingml/2006/main">
            <a:pathLst>
              <a:path w="18743" h="12546">
                <a:moveTo>
                  <a:pt x="18743" y="12546"/>
                </a:moveTo>
                <a:lnTo>
                  <a:pt x="4816" y="0"/>
                </a:lnTo>
                <a:lnTo>
                  <a:pt x="0" y="12251"/>
                </a:lnTo>
                <a:lnTo>
                  <a:pt x="18743" y="125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E27ADB80-7141-4B36-93ED-A0003A9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540" y="3260024"/>
            <a:ext cx="18743" cy="12547"/>
          </a:xfrm>
          <a:custGeom xmlns:a="http://schemas.openxmlformats.org/drawingml/2006/main">
            <a:pathLst>
              <a:path w="18743" h="12547">
                <a:moveTo>
                  <a:pt x="18743" y="12547"/>
                </a:moveTo>
                <a:lnTo>
                  <a:pt x="4816" y="0"/>
                </a:lnTo>
                <a:lnTo>
                  <a:pt x="0" y="12252"/>
                </a:lnTo>
                <a:lnTo>
                  <a:pt x="18743" y="12547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43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897C29EE-C6DB-4B21-B141-F6BB96A9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3304" y="2458480"/>
            <a:ext cx="90305" cy="90305"/>
          </a:xfrm>
          <a:custGeom xmlns:a="http://schemas.openxmlformats.org/drawingml/2006/main">
            <a:pathLst>
              <a:path w="90305" h="90305">
                <a:moveTo>
                  <a:pt x="16064" y="16064"/>
                </a:moveTo>
                <a:cubicBezTo>
                  <a:pt x="32129" y="0"/>
                  <a:pt x="58176" y="0"/>
                  <a:pt x="74240" y="16064"/>
                </a:cubicBezTo>
                <a:cubicBezTo>
                  <a:pt x="90305" y="32129"/>
                  <a:pt x="90305" y="58175"/>
                  <a:pt x="74240" y="74239"/>
                </a:cubicBezTo>
                <a:cubicBezTo>
                  <a:pt x="58176" y="90305"/>
                  <a:pt x="32129" y="90305"/>
                  <a:pt x="16064" y="74239"/>
                </a:cubicBezTo>
                <a:cubicBezTo>
                  <a:pt x="0" y="58175"/>
                  <a:pt x="0" y="32129"/>
                  <a:pt x="16064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71E18F74-6C77-4A6E-AC59-615AA92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8596" y="2490078"/>
            <a:ext cx="90305" cy="90304"/>
          </a:xfrm>
          <a:custGeom xmlns:a="http://schemas.openxmlformats.org/drawingml/2006/main">
            <a:pathLst>
              <a:path w="90305" h="90304">
                <a:moveTo>
                  <a:pt x="16064" y="16064"/>
                </a:moveTo>
                <a:cubicBezTo>
                  <a:pt x="32129" y="0"/>
                  <a:pt x="58176" y="0"/>
                  <a:pt x="74240" y="16064"/>
                </a:cubicBezTo>
                <a:cubicBezTo>
                  <a:pt x="90305" y="32129"/>
                  <a:pt x="90305" y="58175"/>
                  <a:pt x="74240" y="74240"/>
                </a:cubicBezTo>
                <a:cubicBezTo>
                  <a:pt x="58176" y="90304"/>
                  <a:pt x="32129" y="90304"/>
                  <a:pt x="16064" y="74240"/>
                </a:cubicBezTo>
                <a:cubicBezTo>
                  <a:pt x="0" y="58175"/>
                  <a:pt x="0" y="32129"/>
                  <a:pt x="16064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05FF038C-3905-415F-A048-398C4D3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3888" y="2437059"/>
            <a:ext cx="90305" cy="90303"/>
          </a:xfrm>
          <a:custGeom xmlns:a="http://schemas.openxmlformats.org/drawingml/2006/main">
            <a:pathLst>
              <a:path w="90305" h="90303">
                <a:moveTo>
                  <a:pt x="16064" y="16064"/>
                </a:moveTo>
                <a:cubicBezTo>
                  <a:pt x="32129" y="0"/>
                  <a:pt x="58176" y="0"/>
                  <a:pt x="74240" y="16064"/>
                </a:cubicBezTo>
                <a:cubicBezTo>
                  <a:pt x="90305" y="32129"/>
                  <a:pt x="90305" y="58174"/>
                  <a:pt x="74240" y="74239"/>
                </a:cubicBezTo>
                <a:cubicBezTo>
                  <a:pt x="58176" y="90303"/>
                  <a:pt x="32129" y="90303"/>
                  <a:pt x="16064" y="74239"/>
                </a:cubicBezTo>
                <a:cubicBezTo>
                  <a:pt x="0" y="58174"/>
                  <a:pt x="0" y="32129"/>
                  <a:pt x="16064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45095830-6B75-4422-A3FA-DB88FE43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6493" y="2464879"/>
            <a:ext cx="90305" cy="90305"/>
          </a:xfrm>
          <a:custGeom xmlns:a="http://schemas.openxmlformats.org/drawingml/2006/main">
            <a:pathLst>
              <a:path w="90305" h="90305">
                <a:moveTo>
                  <a:pt x="16064" y="16064"/>
                </a:moveTo>
                <a:cubicBezTo>
                  <a:pt x="32128" y="0"/>
                  <a:pt x="58174" y="0"/>
                  <a:pt x="74240" y="16064"/>
                </a:cubicBezTo>
                <a:cubicBezTo>
                  <a:pt x="90305" y="32129"/>
                  <a:pt x="90305" y="58175"/>
                  <a:pt x="74240" y="74240"/>
                </a:cubicBezTo>
                <a:cubicBezTo>
                  <a:pt x="58174" y="90305"/>
                  <a:pt x="32128" y="90305"/>
                  <a:pt x="16064" y="74240"/>
                </a:cubicBezTo>
                <a:cubicBezTo>
                  <a:pt x="0" y="58175"/>
                  <a:pt x="0" y="32129"/>
                  <a:pt x="16064" y="160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AF7D513E-1717-4D83-B8AD-9D603E84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0089" y="2445997"/>
            <a:ext cx="51013" cy="24265"/>
          </a:xfrm>
          <a:custGeom xmlns:a="http://schemas.openxmlformats.org/drawingml/2006/main">
            <a:pathLst>
              <a:path w="51013" h="24265">
                <a:moveTo>
                  <a:pt x="51013" y="24265"/>
                </a:moveTo>
                <a:cubicBezTo>
                  <a:pt x="44957" y="13588"/>
                  <a:pt x="35423" y="4175"/>
                  <a:pt x="20420" y="1248"/>
                </a:cubicBezTo>
                <a:cubicBezTo>
                  <a:pt x="14022" y="0"/>
                  <a:pt x="7108" y="24"/>
                  <a:pt x="0" y="9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48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1DE08F06-E55F-44F4-AEE9-E2C2FFE4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3407" y="2440685"/>
            <a:ext cx="18727" cy="12516"/>
          </a:xfrm>
          <a:custGeom xmlns:a="http://schemas.openxmlformats.org/drawingml/2006/main">
            <a:pathLst>
              <a:path w="18727" h="12516">
                <a:moveTo>
                  <a:pt x="0" y="11695"/>
                </a:moveTo>
                <a:lnTo>
                  <a:pt x="18727" y="12516"/>
                </a:lnTo>
                <a:lnTo>
                  <a:pt x="14649" y="0"/>
                </a:lnTo>
                <a:lnTo>
                  <a:pt x="0" y="116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A45A8A51-2B07-460F-99EC-15EC31CC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3407" y="2440685"/>
            <a:ext cx="18727" cy="12516"/>
          </a:xfrm>
          <a:custGeom xmlns:a="http://schemas.openxmlformats.org/drawingml/2006/main">
            <a:pathLst>
              <a:path w="18727" h="12516">
                <a:moveTo>
                  <a:pt x="0" y="11694"/>
                </a:moveTo>
                <a:lnTo>
                  <a:pt x="18727" y="12516"/>
                </a:lnTo>
                <a:lnTo>
                  <a:pt x="14649" y="0"/>
                </a:lnTo>
                <a:lnTo>
                  <a:pt x="0" y="11694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0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D1B1A2D8-4F1A-47DF-B8E8-2015CB18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734" y="2437980"/>
            <a:ext cx="162072" cy="27659"/>
          </a:xfrm>
          <a:custGeom xmlns:a="http://schemas.openxmlformats.org/drawingml/2006/main">
            <a:pathLst>
              <a:path w="162072" h="27659">
                <a:moveTo>
                  <a:pt x="162072" y="14314"/>
                </a:moveTo>
                <a:cubicBezTo>
                  <a:pt x="147679" y="6091"/>
                  <a:pt x="126575" y="0"/>
                  <a:pt x="96150" y="2409"/>
                </a:cubicBezTo>
                <a:cubicBezTo>
                  <a:pt x="65172" y="4861"/>
                  <a:pt x="30418" y="15660"/>
                  <a:pt x="0" y="276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1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CA0B8C27-79BF-4EF4-BA55-BA5D1D4D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2658" y="2459607"/>
            <a:ext cx="18720" cy="13065"/>
          </a:xfrm>
          <a:custGeom xmlns:a="http://schemas.openxmlformats.org/drawingml/2006/main">
            <a:pathLst>
              <a:path w="18720" h="13065">
                <a:moveTo>
                  <a:pt x="0" y="13065"/>
                </a:moveTo>
                <a:lnTo>
                  <a:pt x="18720" y="12060"/>
                </a:lnTo>
                <a:lnTo>
                  <a:pt x="13442" y="0"/>
                </a:lnTo>
                <a:lnTo>
                  <a:pt x="0" y="130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2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50711EFA-2009-4E16-BCC1-B0AC6505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0854" y="2481037"/>
            <a:ext cx="27066" cy="2730"/>
          </a:xfrm>
          <a:custGeom xmlns:a="http://schemas.openxmlformats.org/drawingml/2006/main">
            <a:pathLst>
              <a:path w="27066" h="2730">
                <a:moveTo>
                  <a:pt x="27066" y="0"/>
                </a:moveTo>
                <a:cubicBezTo>
                  <a:pt x="18445" y="369"/>
                  <a:pt x="9176" y="1185"/>
                  <a:pt x="0" y="27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3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4AC9CFE0-4EF9-4F68-9A7F-6FCE6FF1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4444" y="2477623"/>
            <a:ext cx="18744" cy="12409"/>
          </a:xfrm>
          <a:custGeom xmlns:a="http://schemas.openxmlformats.org/drawingml/2006/main">
            <a:pathLst>
              <a:path w="18744" h="12409">
                <a:moveTo>
                  <a:pt x="0" y="12409"/>
                </a:moveTo>
                <a:lnTo>
                  <a:pt x="18744" y="12298"/>
                </a:lnTo>
                <a:lnTo>
                  <a:pt x="14049" y="0"/>
                </a:lnTo>
                <a:lnTo>
                  <a:pt x="0" y="124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31FE5198-A7E2-47A5-8BAA-BEC307A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4444" y="2477623"/>
            <a:ext cx="18744" cy="12409"/>
          </a:xfrm>
          <a:custGeom xmlns:a="http://schemas.openxmlformats.org/drawingml/2006/main">
            <a:pathLst>
              <a:path w="18744" h="12409">
                <a:moveTo>
                  <a:pt x="0" y="12409"/>
                </a:moveTo>
                <a:lnTo>
                  <a:pt x="18744" y="12298"/>
                </a:lnTo>
                <a:lnTo>
                  <a:pt x="14049" y="0"/>
                </a:lnTo>
                <a:lnTo>
                  <a:pt x="0" y="12409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5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14F49BA2-D634-48D5-B407-6BAB0C0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9819" y="2539257"/>
            <a:ext cx="162877" cy="26072"/>
          </a:xfrm>
          <a:custGeom xmlns:a="http://schemas.openxmlformats.org/drawingml/2006/main">
            <a:pathLst>
              <a:path w="162877" h="26072">
                <a:moveTo>
                  <a:pt x="162877" y="0"/>
                </a:moveTo>
                <a:cubicBezTo>
                  <a:pt x="147092" y="10434"/>
                  <a:pt x="123766" y="20368"/>
                  <a:pt x="90356" y="23397"/>
                </a:cubicBezTo>
                <a:cubicBezTo>
                  <a:pt x="60856" y="26072"/>
                  <a:pt x="28690" y="22892"/>
                  <a:pt x="0" y="1786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6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132A1F01-FC23-4369-B013-4B330C1B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2662" y="2550693"/>
            <a:ext cx="18551" cy="12861"/>
          </a:xfrm>
          <a:custGeom xmlns:a="http://schemas.openxmlformats.org/drawingml/2006/main">
            <a:pathLst>
              <a:path w="18551" h="12861">
                <a:moveTo>
                  <a:pt x="0" y="2686"/>
                </a:moveTo>
                <a:lnTo>
                  <a:pt x="15742" y="12861"/>
                </a:lnTo>
                <a:lnTo>
                  <a:pt x="18551" y="0"/>
                </a:lnTo>
                <a:lnTo>
                  <a:pt x="0" y="26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73CC978F-9E42-4629-ADDC-078B2E52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2662" y="2550693"/>
            <a:ext cx="18551" cy="12861"/>
          </a:xfrm>
          <a:custGeom xmlns:a="http://schemas.openxmlformats.org/drawingml/2006/main">
            <a:pathLst>
              <a:path w="18551" h="12861">
                <a:moveTo>
                  <a:pt x="0" y="2686"/>
                </a:moveTo>
                <a:lnTo>
                  <a:pt x="15742" y="12861"/>
                </a:lnTo>
                <a:lnTo>
                  <a:pt x="18551" y="0"/>
                </a:lnTo>
                <a:lnTo>
                  <a:pt x="0" y="2686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8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F93E6A11-11CA-4E73-B820-ABB5ECC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3448" y="2541951"/>
            <a:ext cx="35544" cy="17529"/>
          </a:xfrm>
          <a:custGeom xmlns:a="http://schemas.openxmlformats.org/drawingml/2006/main">
            <a:pathLst>
              <a:path w="35544" h="17529">
                <a:moveTo>
                  <a:pt x="0" y="0"/>
                </a:moveTo>
                <a:cubicBezTo>
                  <a:pt x="6014" y="7232"/>
                  <a:pt x="14417" y="13393"/>
                  <a:pt x="26144" y="16133"/>
                </a:cubicBezTo>
                <a:cubicBezTo>
                  <a:pt x="29181" y="16842"/>
                  <a:pt x="32325" y="17295"/>
                  <a:pt x="35544" y="175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sp>
        <p:nvSpPr>
          <p:cNvPr id="259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8147025E-898D-4B69-AAB3-FBE8E4E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7912" y="2552987"/>
            <a:ext cx="18385" cy="12990"/>
          </a:xfrm>
          <a:custGeom xmlns:a="http://schemas.openxmlformats.org/drawingml/2006/main">
            <a:pathLst>
              <a:path w="18385" h="12990">
                <a:moveTo>
                  <a:pt x="18385" y="3654"/>
                </a:moveTo>
                <a:lnTo>
                  <a:pt x="0" y="0"/>
                </a:lnTo>
                <a:lnTo>
                  <a:pt x="2131" y="12990"/>
                </a:lnTo>
                <a:lnTo>
                  <a:pt x="18385" y="36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9EF4D9C3-4380-498F-99DA-CA1A83B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7912" y="2552987"/>
            <a:ext cx="18385" cy="12990"/>
          </a:xfrm>
          <a:custGeom xmlns:a="http://schemas.openxmlformats.org/drawingml/2006/main">
            <a:pathLst>
              <a:path w="18385" h="12990">
                <a:moveTo>
                  <a:pt x="18385" y="3654"/>
                </a:moveTo>
                <a:lnTo>
                  <a:pt x="0" y="0"/>
                </a:lnTo>
                <a:lnTo>
                  <a:pt x="2131" y="12990"/>
                </a:lnTo>
                <a:lnTo>
                  <a:pt x="18385" y="3654"/>
                </a:lnTo>
              </a:path>
            </a:pathLst>
          </a:custGeom>
          <a:noFill xmlns:a="http://schemas.openxmlformats.org/drawingml/2006/main"/>
          <a:ln xmlns:a="http://schemas.openxmlformats.org/drawingml/2006/main" w="18283">
            <a:solidFill>
              <a:srgbClr val="000000"/>
            </a:solidFill>
            <a:prstDash val="solid"/>
          </a:ln>
        </p:spPr>
      </p:sp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5257E47-8E20-4EAC-8D25-7BEB47AFC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0b6093bb64f17"/>
          <a:srcRect xmlns:a="http://schemas.openxmlformats.org/drawingml/2006/main" l="80" t="0" r="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5142" y="1441628"/>
            <a:ext cx="1650454" cy="1301572"/>
          </a:xfrm>
          <a:prstGeom xmlns:a="http://schemas.openxmlformats.org/drawingml/2006/main" prst="rect">
            <a:avLst/>
          </a:prstGeom>
        </p:spPr>
      </p:pic>
      <p:sp>
        <p:nvSpPr>
          <p:cNvPr id="262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7BC4B2DC-3EC2-4A1E-931C-3E348F56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5142" y="1441628"/>
            <a:ext cx="1650454" cy="130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FE29AAA-C64F-403A-AD3C-0924AEB49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f260301044fc8"/>
          <a:srcRect xmlns:a="http://schemas.openxmlformats.org/drawingml/2006/main" l="250" t="0" r="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575" y="1419415"/>
            <a:ext cx="1554061" cy="1323785"/>
          </a:xfrm>
          <a:prstGeom xmlns:a="http://schemas.openxmlformats.org/drawingml/2006/main" prst="rect">
            <a:avLst/>
          </a:prstGeom>
        </p:spPr>
      </p:pic>
      <p:sp>
        <p:nvSpPr>
          <p:cNvPr id="264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5C2F37E6-F8FD-4BB5-94F7-048A8D3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0575" y="1419415"/>
            <a:ext cx="1554061" cy="132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5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009F54AA-5F5E-4FEE-89FC-D61F5A79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103" y="4127053"/>
            <a:ext cx="2691349" cy="303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3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9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SKID framework.</a:t>
            </a:r>
          </a:p>
        </p:txBody>
      </p:sp>
      <p:sp>
        <p:nvSpPr>
          <p:cNvPr id="266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2E9EDE80-0023-4956-8D4A-96E6D16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278" y="528258"/>
            <a:ext cx="153012" cy="197411"/>
          </a:xfrm>
          <a:custGeom xmlns:a="http://schemas.openxmlformats.org/drawingml/2006/main">
            <a:pathLst>
              <a:path w="153012" h="197411">
                <a:moveTo>
                  <a:pt x="153012" y="0"/>
                </a:moveTo>
                <a:lnTo>
                  <a:pt x="48802" y="122969"/>
                </a:lnTo>
                <a:cubicBezTo>
                  <a:pt x="56630" y="125293"/>
                  <a:pt x="62440" y="128781"/>
                  <a:pt x="66232" y="133433"/>
                </a:cubicBezTo>
                <a:cubicBezTo>
                  <a:pt x="71124" y="139552"/>
                  <a:pt x="74671" y="148779"/>
                  <a:pt x="76873" y="161113"/>
                </a:cubicBezTo>
                <a:cubicBezTo>
                  <a:pt x="79074" y="173448"/>
                  <a:pt x="81582" y="181236"/>
                  <a:pt x="84395" y="184477"/>
                </a:cubicBezTo>
                <a:cubicBezTo>
                  <a:pt x="87208" y="187718"/>
                  <a:pt x="90082" y="189339"/>
                  <a:pt x="93018" y="189339"/>
                </a:cubicBezTo>
                <a:cubicBezTo>
                  <a:pt x="94975" y="189339"/>
                  <a:pt x="96810" y="188452"/>
                  <a:pt x="98522" y="186678"/>
                </a:cubicBezTo>
                <a:cubicBezTo>
                  <a:pt x="100235" y="184905"/>
                  <a:pt x="101091" y="182917"/>
                  <a:pt x="101091" y="180716"/>
                </a:cubicBezTo>
                <a:cubicBezTo>
                  <a:pt x="101091" y="178392"/>
                  <a:pt x="100357" y="174549"/>
                  <a:pt x="98889" y="169186"/>
                </a:cubicBezTo>
                <a:cubicBezTo>
                  <a:pt x="97910" y="165570"/>
                  <a:pt x="97421" y="162094"/>
                  <a:pt x="97421" y="158757"/>
                </a:cubicBezTo>
                <a:cubicBezTo>
                  <a:pt x="97421" y="151839"/>
                  <a:pt x="99592" y="146033"/>
                  <a:pt x="103934" y="141339"/>
                </a:cubicBezTo>
                <a:cubicBezTo>
                  <a:pt x="108277" y="136645"/>
                  <a:pt x="113505" y="134298"/>
                  <a:pt x="119621" y="134298"/>
                </a:cubicBezTo>
                <a:cubicBezTo>
                  <a:pt x="125125" y="134298"/>
                  <a:pt x="129742" y="136372"/>
                  <a:pt x="133473" y="140519"/>
                </a:cubicBezTo>
                <a:cubicBezTo>
                  <a:pt x="137203" y="144662"/>
                  <a:pt x="139068" y="150077"/>
                  <a:pt x="139068" y="156762"/>
                </a:cubicBezTo>
                <a:cubicBezTo>
                  <a:pt x="139068" y="167032"/>
                  <a:pt x="134421" y="176374"/>
                  <a:pt x="125125" y="184786"/>
                </a:cubicBezTo>
                <a:cubicBezTo>
                  <a:pt x="115829" y="193203"/>
                  <a:pt x="104393" y="197411"/>
                  <a:pt x="90817" y="197411"/>
                </a:cubicBezTo>
                <a:cubicBezTo>
                  <a:pt x="75161" y="197411"/>
                  <a:pt x="59810" y="190151"/>
                  <a:pt x="44766" y="175630"/>
                </a:cubicBezTo>
                <a:cubicBezTo>
                  <a:pt x="38651" y="169847"/>
                  <a:pt x="33697" y="165836"/>
                  <a:pt x="29905" y="163596"/>
                </a:cubicBezTo>
                <a:cubicBezTo>
                  <a:pt x="27704" y="162411"/>
                  <a:pt x="24890" y="161819"/>
                  <a:pt x="21466" y="161819"/>
                </a:cubicBezTo>
                <a:cubicBezTo>
                  <a:pt x="18530" y="161819"/>
                  <a:pt x="15289" y="162919"/>
                  <a:pt x="11742" y="165121"/>
                </a:cubicBezTo>
                <a:lnTo>
                  <a:pt x="0" y="165121"/>
                </a:lnTo>
                <a:lnTo>
                  <a:pt x="106411" y="38895"/>
                </a:lnTo>
                <a:lnTo>
                  <a:pt x="68250" y="38895"/>
                </a:lnTo>
                <a:cubicBezTo>
                  <a:pt x="57364" y="38895"/>
                  <a:pt x="49506" y="40241"/>
                  <a:pt x="44674" y="42931"/>
                </a:cubicBezTo>
                <a:cubicBezTo>
                  <a:pt x="39843" y="45622"/>
                  <a:pt x="35287" y="50882"/>
                  <a:pt x="31006" y="58710"/>
                </a:cubicBezTo>
                <a:lnTo>
                  <a:pt x="23117" y="58710"/>
                </a:lnTo>
                <a:lnTo>
                  <a:pt x="38345" y="0"/>
                </a:lnTo>
                <a:lnTo>
                  <a:pt x="1530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EF41979E-F092-4899-8587-F9B9FB68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240" y="680903"/>
            <a:ext cx="87491" cy="109622"/>
          </a:xfrm>
          <a:custGeom xmlns:a="http://schemas.openxmlformats.org/drawingml/2006/main">
            <a:pathLst>
              <a:path w="87491" h="109622">
                <a:moveTo>
                  <a:pt x="87491" y="0"/>
                </a:moveTo>
                <a:lnTo>
                  <a:pt x="82446" y="35547"/>
                </a:lnTo>
                <a:lnTo>
                  <a:pt x="78203" y="35547"/>
                </a:lnTo>
                <a:cubicBezTo>
                  <a:pt x="77591" y="26445"/>
                  <a:pt x="74782" y="19277"/>
                  <a:pt x="69775" y="14043"/>
                </a:cubicBezTo>
                <a:cubicBezTo>
                  <a:pt x="64768" y="8809"/>
                  <a:pt x="59398" y="6192"/>
                  <a:pt x="53664" y="6192"/>
                </a:cubicBezTo>
                <a:cubicBezTo>
                  <a:pt x="50148" y="6192"/>
                  <a:pt x="47243" y="7224"/>
                  <a:pt x="44950" y="9288"/>
                </a:cubicBezTo>
                <a:cubicBezTo>
                  <a:pt x="42656" y="11352"/>
                  <a:pt x="41510" y="13836"/>
                  <a:pt x="41510" y="16741"/>
                </a:cubicBezTo>
                <a:cubicBezTo>
                  <a:pt x="41510" y="19187"/>
                  <a:pt x="42006" y="21481"/>
                  <a:pt x="43000" y="23621"/>
                </a:cubicBezTo>
                <a:cubicBezTo>
                  <a:pt x="43994" y="25762"/>
                  <a:pt x="46211" y="28667"/>
                  <a:pt x="49651" y="32336"/>
                </a:cubicBezTo>
                <a:cubicBezTo>
                  <a:pt x="61729" y="45332"/>
                  <a:pt x="69068" y="54266"/>
                  <a:pt x="71667" y="59140"/>
                </a:cubicBezTo>
                <a:cubicBezTo>
                  <a:pt x="74266" y="64013"/>
                  <a:pt x="75566" y="69229"/>
                  <a:pt x="75566" y="74788"/>
                </a:cubicBezTo>
                <a:cubicBezTo>
                  <a:pt x="75566" y="80803"/>
                  <a:pt x="74037" y="86495"/>
                  <a:pt x="70979" y="91863"/>
                </a:cubicBezTo>
                <a:cubicBezTo>
                  <a:pt x="67921" y="97231"/>
                  <a:pt x="63354" y="101533"/>
                  <a:pt x="57276" y="104770"/>
                </a:cubicBezTo>
                <a:cubicBezTo>
                  <a:pt x="51199" y="108005"/>
                  <a:pt x="44873" y="109622"/>
                  <a:pt x="38299" y="109622"/>
                </a:cubicBezTo>
                <a:cubicBezTo>
                  <a:pt x="33865" y="109622"/>
                  <a:pt x="28399" y="108780"/>
                  <a:pt x="21902" y="107096"/>
                </a:cubicBezTo>
                <a:cubicBezTo>
                  <a:pt x="17620" y="105923"/>
                  <a:pt x="14410" y="105336"/>
                  <a:pt x="12269" y="105336"/>
                </a:cubicBezTo>
                <a:cubicBezTo>
                  <a:pt x="10358" y="105336"/>
                  <a:pt x="8867" y="105611"/>
                  <a:pt x="7797" y="106160"/>
                </a:cubicBezTo>
                <a:cubicBezTo>
                  <a:pt x="6727" y="106710"/>
                  <a:pt x="5542" y="107864"/>
                  <a:pt x="4243" y="109622"/>
                </a:cubicBezTo>
                <a:lnTo>
                  <a:pt x="0" y="109622"/>
                </a:lnTo>
                <a:lnTo>
                  <a:pt x="5619" y="71323"/>
                </a:lnTo>
                <a:lnTo>
                  <a:pt x="9288" y="71323"/>
                </a:lnTo>
                <a:cubicBezTo>
                  <a:pt x="11963" y="80671"/>
                  <a:pt x="14467" y="87333"/>
                  <a:pt x="16798" y="91311"/>
                </a:cubicBezTo>
                <a:cubicBezTo>
                  <a:pt x="19130" y="95288"/>
                  <a:pt x="22245" y="98456"/>
                  <a:pt x="26144" y="100814"/>
                </a:cubicBezTo>
                <a:cubicBezTo>
                  <a:pt x="30043" y="103170"/>
                  <a:pt x="33789" y="104347"/>
                  <a:pt x="37381" y="104347"/>
                </a:cubicBezTo>
                <a:cubicBezTo>
                  <a:pt x="41586" y="104347"/>
                  <a:pt x="45064" y="103029"/>
                  <a:pt x="47816" y="100391"/>
                </a:cubicBezTo>
                <a:cubicBezTo>
                  <a:pt x="50568" y="97754"/>
                  <a:pt x="51944" y="94601"/>
                  <a:pt x="51944" y="90931"/>
                </a:cubicBezTo>
                <a:cubicBezTo>
                  <a:pt x="51944" y="87338"/>
                  <a:pt x="51046" y="83860"/>
                  <a:pt x="49249" y="80497"/>
                </a:cubicBezTo>
                <a:cubicBezTo>
                  <a:pt x="47453" y="77133"/>
                  <a:pt x="43306" y="71896"/>
                  <a:pt x="36808" y="64787"/>
                </a:cubicBezTo>
                <a:cubicBezTo>
                  <a:pt x="27864" y="55078"/>
                  <a:pt x="21978" y="47569"/>
                  <a:pt x="19149" y="42258"/>
                </a:cubicBezTo>
                <a:cubicBezTo>
                  <a:pt x="17162" y="38410"/>
                  <a:pt x="16168" y="34023"/>
                  <a:pt x="16168" y="29097"/>
                </a:cubicBezTo>
                <a:cubicBezTo>
                  <a:pt x="16168" y="20783"/>
                  <a:pt x="19169" y="13856"/>
                  <a:pt x="25169" y="8313"/>
                </a:cubicBezTo>
                <a:cubicBezTo>
                  <a:pt x="31170" y="2771"/>
                  <a:pt x="39598" y="0"/>
                  <a:pt x="50453" y="0"/>
                </a:cubicBezTo>
                <a:cubicBezTo>
                  <a:pt x="55193" y="0"/>
                  <a:pt x="61003" y="890"/>
                  <a:pt x="67883" y="2670"/>
                </a:cubicBezTo>
                <a:cubicBezTo>
                  <a:pt x="71323" y="3561"/>
                  <a:pt x="74075" y="4006"/>
                  <a:pt x="76139" y="4006"/>
                </a:cubicBezTo>
                <a:cubicBezTo>
                  <a:pt x="79120" y="4006"/>
                  <a:pt x="81528" y="2671"/>
                  <a:pt x="83363" y="0"/>
                </a:cubicBezTo>
                <a:lnTo>
                  <a:pt x="8749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3B9CC78E-1C82-49BA-8A9E-20E72B0C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470" y="528258"/>
            <a:ext cx="153012" cy="197411"/>
          </a:xfrm>
          <a:custGeom xmlns:a="http://schemas.openxmlformats.org/drawingml/2006/main">
            <a:pathLst>
              <a:path w="153012" h="197411">
                <a:moveTo>
                  <a:pt x="153012" y="0"/>
                </a:moveTo>
                <a:lnTo>
                  <a:pt x="48802" y="122969"/>
                </a:lnTo>
                <a:cubicBezTo>
                  <a:pt x="56630" y="125293"/>
                  <a:pt x="62440" y="128781"/>
                  <a:pt x="66232" y="133433"/>
                </a:cubicBezTo>
                <a:cubicBezTo>
                  <a:pt x="71124" y="139552"/>
                  <a:pt x="74671" y="148779"/>
                  <a:pt x="76873" y="161113"/>
                </a:cubicBezTo>
                <a:cubicBezTo>
                  <a:pt x="79074" y="173448"/>
                  <a:pt x="81582" y="181236"/>
                  <a:pt x="84395" y="184477"/>
                </a:cubicBezTo>
                <a:cubicBezTo>
                  <a:pt x="87208" y="187718"/>
                  <a:pt x="90082" y="189339"/>
                  <a:pt x="93018" y="189339"/>
                </a:cubicBezTo>
                <a:cubicBezTo>
                  <a:pt x="94975" y="189339"/>
                  <a:pt x="96810" y="188452"/>
                  <a:pt x="98522" y="186678"/>
                </a:cubicBezTo>
                <a:cubicBezTo>
                  <a:pt x="100235" y="184905"/>
                  <a:pt x="101091" y="182917"/>
                  <a:pt x="101091" y="180716"/>
                </a:cubicBezTo>
                <a:cubicBezTo>
                  <a:pt x="101091" y="178392"/>
                  <a:pt x="100357" y="174549"/>
                  <a:pt x="98889" y="169186"/>
                </a:cubicBezTo>
                <a:cubicBezTo>
                  <a:pt x="97910" y="165570"/>
                  <a:pt x="97421" y="162094"/>
                  <a:pt x="97421" y="158757"/>
                </a:cubicBezTo>
                <a:cubicBezTo>
                  <a:pt x="97421" y="151839"/>
                  <a:pt x="99592" y="146033"/>
                  <a:pt x="103934" y="141339"/>
                </a:cubicBezTo>
                <a:cubicBezTo>
                  <a:pt x="108277" y="136645"/>
                  <a:pt x="113505" y="134298"/>
                  <a:pt x="119621" y="134298"/>
                </a:cubicBezTo>
                <a:cubicBezTo>
                  <a:pt x="125125" y="134298"/>
                  <a:pt x="129742" y="136372"/>
                  <a:pt x="133473" y="140519"/>
                </a:cubicBezTo>
                <a:cubicBezTo>
                  <a:pt x="137203" y="144662"/>
                  <a:pt x="139068" y="150077"/>
                  <a:pt x="139068" y="156762"/>
                </a:cubicBezTo>
                <a:cubicBezTo>
                  <a:pt x="139068" y="167032"/>
                  <a:pt x="134421" y="176374"/>
                  <a:pt x="125125" y="184786"/>
                </a:cubicBezTo>
                <a:cubicBezTo>
                  <a:pt x="115829" y="193203"/>
                  <a:pt x="104393" y="197411"/>
                  <a:pt x="90817" y="197411"/>
                </a:cubicBezTo>
                <a:cubicBezTo>
                  <a:pt x="75161" y="197411"/>
                  <a:pt x="59810" y="190151"/>
                  <a:pt x="44766" y="175630"/>
                </a:cubicBezTo>
                <a:cubicBezTo>
                  <a:pt x="38651" y="169847"/>
                  <a:pt x="33697" y="165836"/>
                  <a:pt x="29905" y="163596"/>
                </a:cubicBezTo>
                <a:cubicBezTo>
                  <a:pt x="27704" y="162411"/>
                  <a:pt x="24890" y="161819"/>
                  <a:pt x="21466" y="161819"/>
                </a:cubicBezTo>
                <a:cubicBezTo>
                  <a:pt x="18530" y="161819"/>
                  <a:pt x="15289" y="162919"/>
                  <a:pt x="11742" y="165121"/>
                </a:cubicBezTo>
                <a:lnTo>
                  <a:pt x="0" y="165121"/>
                </a:lnTo>
                <a:lnTo>
                  <a:pt x="106411" y="38895"/>
                </a:lnTo>
                <a:lnTo>
                  <a:pt x="68250" y="38895"/>
                </a:lnTo>
                <a:cubicBezTo>
                  <a:pt x="57364" y="38895"/>
                  <a:pt x="49506" y="40241"/>
                  <a:pt x="44674" y="42931"/>
                </a:cubicBezTo>
                <a:cubicBezTo>
                  <a:pt x="39843" y="45622"/>
                  <a:pt x="35287" y="50882"/>
                  <a:pt x="31006" y="58710"/>
                </a:cubicBezTo>
                <a:lnTo>
                  <a:pt x="23117" y="58710"/>
                </a:lnTo>
                <a:lnTo>
                  <a:pt x="38345" y="0"/>
                </a:lnTo>
                <a:lnTo>
                  <a:pt x="1530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1ABEECF3-669E-4489-A07A-FBFECFC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247" y="628385"/>
            <a:ext cx="123382" cy="162140"/>
          </a:xfrm>
          <a:custGeom xmlns:a="http://schemas.openxmlformats.org/drawingml/2006/main">
            <a:pathLst>
              <a:path w="123382" h="162140">
                <a:moveTo>
                  <a:pt x="123382" y="0"/>
                </a:moveTo>
                <a:lnTo>
                  <a:pt x="86115" y="128144"/>
                </a:lnTo>
                <a:cubicBezTo>
                  <a:pt x="83745" y="136161"/>
                  <a:pt x="82561" y="141010"/>
                  <a:pt x="82561" y="142689"/>
                </a:cubicBezTo>
                <a:cubicBezTo>
                  <a:pt x="82561" y="143533"/>
                  <a:pt x="82866" y="144261"/>
                  <a:pt x="83478" y="144875"/>
                </a:cubicBezTo>
                <a:cubicBezTo>
                  <a:pt x="84090" y="145489"/>
                  <a:pt x="84739" y="145796"/>
                  <a:pt x="85427" y="145796"/>
                </a:cubicBezTo>
                <a:cubicBezTo>
                  <a:pt x="86727" y="145796"/>
                  <a:pt x="88217" y="145144"/>
                  <a:pt x="89899" y="143839"/>
                </a:cubicBezTo>
                <a:cubicBezTo>
                  <a:pt x="92727" y="141692"/>
                  <a:pt x="96167" y="137625"/>
                  <a:pt x="100219" y="131638"/>
                </a:cubicBezTo>
                <a:lnTo>
                  <a:pt x="104347" y="133824"/>
                </a:lnTo>
                <a:cubicBezTo>
                  <a:pt x="93569" y="152701"/>
                  <a:pt x="81719" y="162140"/>
                  <a:pt x="68800" y="162140"/>
                </a:cubicBezTo>
                <a:cubicBezTo>
                  <a:pt x="64214" y="162140"/>
                  <a:pt x="60678" y="160936"/>
                  <a:pt x="58194" y="158528"/>
                </a:cubicBezTo>
                <a:cubicBezTo>
                  <a:pt x="55709" y="156120"/>
                  <a:pt x="54467" y="153043"/>
                  <a:pt x="54467" y="149297"/>
                </a:cubicBezTo>
                <a:cubicBezTo>
                  <a:pt x="54467" y="145704"/>
                  <a:pt x="55461" y="140582"/>
                  <a:pt x="57448" y="133931"/>
                </a:cubicBezTo>
                <a:lnTo>
                  <a:pt x="60888" y="122235"/>
                </a:lnTo>
                <a:cubicBezTo>
                  <a:pt x="51333" y="139130"/>
                  <a:pt x="43039" y="150367"/>
                  <a:pt x="36005" y="155948"/>
                </a:cubicBezTo>
                <a:cubicBezTo>
                  <a:pt x="30655" y="160076"/>
                  <a:pt x="25456" y="162140"/>
                  <a:pt x="20411" y="162140"/>
                </a:cubicBezTo>
                <a:cubicBezTo>
                  <a:pt x="14678" y="162140"/>
                  <a:pt x="9842" y="159806"/>
                  <a:pt x="5905" y="155138"/>
                </a:cubicBezTo>
                <a:cubicBezTo>
                  <a:pt x="1968" y="150470"/>
                  <a:pt x="0" y="143659"/>
                  <a:pt x="0" y="134705"/>
                </a:cubicBezTo>
                <a:cubicBezTo>
                  <a:pt x="0" y="123303"/>
                  <a:pt x="2523" y="112054"/>
                  <a:pt x="7568" y="100958"/>
                </a:cubicBezTo>
                <a:cubicBezTo>
                  <a:pt x="12613" y="89861"/>
                  <a:pt x="18442" y="80601"/>
                  <a:pt x="25055" y="73179"/>
                </a:cubicBezTo>
                <a:cubicBezTo>
                  <a:pt x="31667" y="65757"/>
                  <a:pt x="37974" y="60458"/>
                  <a:pt x="43975" y="57283"/>
                </a:cubicBezTo>
                <a:cubicBezTo>
                  <a:pt x="49976" y="54106"/>
                  <a:pt x="55881" y="52518"/>
                  <a:pt x="61691" y="52518"/>
                </a:cubicBezTo>
                <a:cubicBezTo>
                  <a:pt x="64672" y="52518"/>
                  <a:pt x="67329" y="53135"/>
                  <a:pt x="69660" y="54370"/>
                </a:cubicBezTo>
                <a:cubicBezTo>
                  <a:pt x="71992" y="55605"/>
                  <a:pt x="74648" y="57921"/>
                  <a:pt x="77630" y="61318"/>
                </a:cubicBezTo>
                <a:lnTo>
                  <a:pt x="86115" y="32773"/>
                </a:lnTo>
                <a:cubicBezTo>
                  <a:pt x="88179" y="25786"/>
                  <a:pt x="89211" y="20773"/>
                  <a:pt x="89211" y="17734"/>
                </a:cubicBezTo>
                <a:cubicBezTo>
                  <a:pt x="89211" y="15911"/>
                  <a:pt x="88523" y="14354"/>
                  <a:pt x="87147" y="13061"/>
                </a:cubicBezTo>
                <a:cubicBezTo>
                  <a:pt x="85771" y="11769"/>
                  <a:pt x="83937" y="11123"/>
                  <a:pt x="81643" y="11123"/>
                </a:cubicBezTo>
                <a:cubicBezTo>
                  <a:pt x="80573" y="11123"/>
                  <a:pt x="79235" y="11237"/>
                  <a:pt x="77630" y="11467"/>
                </a:cubicBezTo>
                <a:lnTo>
                  <a:pt x="78777" y="6880"/>
                </a:lnTo>
                <a:lnTo>
                  <a:pt x="116502" y="0"/>
                </a:lnTo>
                <a:lnTo>
                  <a:pt x="123382" y="0"/>
                </a:lnTo>
                <a:moveTo>
                  <a:pt x="72928" y="72585"/>
                </a:moveTo>
                <a:cubicBezTo>
                  <a:pt x="72928" y="67921"/>
                  <a:pt x="72011" y="64520"/>
                  <a:pt x="70177" y="62379"/>
                </a:cubicBezTo>
                <a:cubicBezTo>
                  <a:pt x="68342" y="60238"/>
                  <a:pt x="66201" y="59168"/>
                  <a:pt x="63755" y="59168"/>
                </a:cubicBezTo>
                <a:cubicBezTo>
                  <a:pt x="61308" y="59168"/>
                  <a:pt x="58671" y="60430"/>
                  <a:pt x="55843" y="62952"/>
                </a:cubicBezTo>
                <a:cubicBezTo>
                  <a:pt x="50416" y="67845"/>
                  <a:pt x="44739" y="77687"/>
                  <a:pt x="38815" y="92479"/>
                </a:cubicBezTo>
                <a:cubicBezTo>
                  <a:pt x="32890" y="107271"/>
                  <a:pt x="29928" y="119713"/>
                  <a:pt x="29928" y="129803"/>
                </a:cubicBezTo>
                <a:cubicBezTo>
                  <a:pt x="29928" y="133473"/>
                  <a:pt x="30578" y="136186"/>
                  <a:pt x="31878" y="137945"/>
                </a:cubicBezTo>
                <a:cubicBezTo>
                  <a:pt x="33177" y="139703"/>
                  <a:pt x="34629" y="140582"/>
                  <a:pt x="36235" y="140582"/>
                </a:cubicBezTo>
                <a:cubicBezTo>
                  <a:pt x="38910" y="140582"/>
                  <a:pt x="41586" y="139359"/>
                  <a:pt x="44261" y="136913"/>
                </a:cubicBezTo>
                <a:cubicBezTo>
                  <a:pt x="50759" y="131103"/>
                  <a:pt x="57162" y="121108"/>
                  <a:pt x="63468" y="106927"/>
                </a:cubicBezTo>
                <a:cubicBezTo>
                  <a:pt x="69775" y="92747"/>
                  <a:pt x="72928" y="81299"/>
                  <a:pt x="72928" y="72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BC6FBF47-6670-471C-A975-272AD66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4161" y="2433328"/>
            <a:ext cx="316849" cy="251718"/>
          </a:xfrm>
          <a:custGeom xmlns:a="http://schemas.openxmlformats.org/drawingml/2006/main">
            <a:pathLst>
              <a:path w="316849" h="251718">
                <a:moveTo>
                  <a:pt x="146041" y="0"/>
                </a:moveTo>
                <a:lnTo>
                  <a:pt x="223831" y="165861"/>
                </a:lnTo>
                <a:lnTo>
                  <a:pt x="258873" y="45506"/>
                </a:lnTo>
                <a:cubicBezTo>
                  <a:pt x="260708" y="38870"/>
                  <a:pt x="261625" y="32971"/>
                  <a:pt x="261625" y="27807"/>
                </a:cubicBezTo>
                <a:cubicBezTo>
                  <a:pt x="261625" y="21661"/>
                  <a:pt x="259699" y="16745"/>
                  <a:pt x="255846" y="13061"/>
                </a:cubicBezTo>
                <a:cubicBezTo>
                  <a:pt x="251993" y="9372"/>
                  <a:pt x="245358" y="7220"/>
                  <a:pt x="235940" y="6605"/>
                </a:cubicBezTo>
                <a:lnTo>
                  <a:pt x="237958" y="0"/>
                </a:lnTo>
                <a:lnTo>
                  <a:pt x="316849" y="0"/>
                </a:lnTo>
                <a:lnTo>
                  <a:pt x="315014" y="6605"/>
                </a:lnTo>
                <a:cubicBezTo>
                  <a:pt x="304985" y="7216"/>
                  <a:pt x="296698" y="10033"/>
                  <a:pt x="290155" y="15056"/>
                </a:cubicBezTo>
                <a:cubicBezTo>
                  <a:pt x="283611" y="20078"/>
                  <a:pt x="278077" y="30184"/>
                  <a:pt x="273551" y="45374"/>
                </a:cubicBezTo>
                <a:lnTo>
                  <a:pt x="212823" y="251718"/>
                </a:lnTo>
                <a:lnTo>
                  <a:pt x="205851" y="251718"/>
                </a:lnTo>
                <a:lnTo>
                  <a:pt x="106045" y="39446"/>
                </a:lnTo>
                <a:lnTo>
                  <a:pt x="57792" y="204750"/>
                </a:lnTo>
                <a:cubicBezTo>
                  <a:pt x="56202" y="210526"/>
                  <a:pt x="55408" y="215687"/>
                  <a:pt x="55408" y="220236"/>
                </a:cubicBezTo>
                <a:cubicBezTo>
                  <a:pt x="55408" y="226875"/>
                  <a:pt x="57578" y="232192"/>
                  <a:pt x="61921" y="236186"/>
                </a:cubicBezTo>
                <a:cubicBezTo>
                  <a:pt x="66263" y="240181"/>
                  <a:pt x="73204" y="242178"/>
                  <a:pt x="82744" y="242178"/>
                </a:cubicBezTo>
                <a:lnTo>
                  <a:pt x="81093" y="248782"/>
                </a:lnTo>
                <a:lnTo>
                  <a:pt x="0" y="248782"/>
                </a:lnTo>
                <a:lnTo>
                  <a:pt x="1652" y="242178"/>
                </a:lnTo>
                <a:cubicBezTo>
                  <a:pt x="8623" y="242178"/>
                  <a:pt x="13577" y="241566"/>
                  <a:pt x="16512" y="240343"/>
                </a:cubicBezTo>
                <a:cubicBezTo>
                  <a:pt x="21649" y="238382"/>
                  <a:pt x="26664" y="234617"/>
                  <a:pt x="31557" y="229048"/>
                </a:cubicBezTo>
                <a:cubicBezTo>
                  <a:pt x="36449" y="223479"/>
                  <a:pt x="40424" y="215432"/>
                  <a:pt x="43482" y="204905"/>
                </a:cubicBezTo>
                <a:lnTo>
                  <a:pt x="96137" y="24034"/>
                </a:lnTo>
                <a:cubicBezTo>
                  <a:pt x="89655" y="16741"/>
                  <a:pt x="84212" y="12044"/>
                  <a:pt x="79809" y="9942"/>
                </a:cubicBezTo>
                <a:cubicBezTo>
                  <a:pt x="75405" y="7840"/>
                  <a:pt x="68800" y="6727"/>
                  <a:pt x="59994" y="6605"/>
                </a:cubicBezTo>
                <a:lnTo>
                  <a:pt x="62012" y="0"/>
                </a:lnTo>
                <a:lnTo>
                  <a:pt x="14604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DA3D661D-72E6-42B0-90E3-ECECCC7D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7230" y="2412827"/>
            <a:ext cx="148904" cy="192111"/>
          </a:xfrm>
          <a:custGeom xmlns:a="http://schemas.openxmlformats.org/drawingml/2006/main">
            <a:pathLst>
              <a:path w="148904" h="192111">
                <a:moveTo>
                  <a:pt x="148904" y="0"/>
                </a:moveTo>
                <a:lnTo>
                  <a:pt x="47492" y="119668"/>
                </a:lnTo>
                <a:cubicBezTo>
                  <a:pt x="55111" y="121929"/>
                  <a:pt x="60764" y="125323"/>
                  <a:pt x="64454" y="129850"/>
                </a:cubicBezTo>
                <a:cubicBezTo>
                  <a:pt x="69216" y="135805"/>
                  <a:pt x="72666" y="144784"/>
                  <a:pt x="74809" y="156788"/>
                </a:cubicBezTo>
                <a:cubicBezTo>
                  <a:pt x="76952" y="168791"/>
                  <a:pt x="79392" y="176369"/>
                  <a:pt x="82130" y="179524"/>
                </a:cubicBezTo>
                <a:cubicBezTo>
                  <a:pt x="84867" y="182678"/>
                  <a:pt x="87664" y="184255"/>
                  <a:pt x="90521" y="184255"/>
                </a:cubicBezTo>
                <a:cubicBezTo>
                  <a:pt x="92426" y="184255"/>
                  <a:pt x="94211" y="183392"/>
                  <a:pt x="95877" y="181666"/>
                </a:cubicBezTo>
                <a:cubicBezTo>
                  <a:pt x="97544" y="179940"/>
                  <a:pt x="98377" y="178006"/>
                  <a:pt x="98377" y="175864"/>
                </a:cubicBezTo>
                <a:cubicBezTo>
                  <a:pt x="98377" y="173602"/>
                  <a:pt x="97663" y="169862"/>
                  <a:pt x="96235" y="164643"/>
                </a:cubicBezTo>
                <a:cubicBezTo>
                  <a:pt x="95283" y="161125"/>
                  <a:pt x="94806" y="157742"/>
                  <a:pt x="94806" y="154494"/>
                </a:cubicBezTo>
                <a:cubicBezTo>
                  <a:pt x="94806" y="147762"/>
                  <a:pt x="96919" y="142112"/>
                  <a:pt x="101144" y="137544"/>
                </a:cubicBezTo>
                <a:cubicBezTo>
                  <a:pt x="105370" y="132976"/>
                  <a:pt x="110458" y="130693"/>
                  <a:pt x="116409" y="130693"/>
                </a:cubicBezTo>
                <a:cubicBezTo>
                  <a:pt x="121766" y="130693"/>
                  <a:pt x="126259" y="132711"/>
                  <a:pt x="129890" y="136746"/>
                </a:cubicBezTo>
                <a:cubicBezTo>
                  <a:pt x="133520" y="140778"/>
                  <a:pt x="135335" y="146047"/>
                  <a:pt x="135335" y="152553"/>
                </a:cubicBezTo>
                <a:cubicBezTo>
                  <a:pt x="135335" y="162547"/>
                  <a:pt x="130812" y="171638"/>
                  <a:pt x="121766" y="179825"/>
                </a:cubicBezTo>
                <a:cubicBezTo>
                  <a:pt x="112720" y="188016"/>
                  <a:pt x="101590" y="192111"/>
                  <a:pt x="88378" y="192111"/>
                </a:cubicBezTo>
                <a:cubicBezTo>
                  <a:pt x="73143" y="192111"/>
                  <a:pt x="58205" y="185045"/>
                  <a:pt x="43565" y="170915"/>
                </a:cubicBezTo>
                <a:cubicBezTo>
                  <a:pt x="37613" y="165287"/>
                  <a:pt x="32792" y="161383"/>
                  <a:pt x="29103" y="159203"/>
                </a:cubicBezTo>
                <a:cubicBezTo>
                  <a:pt x="26960" y="158050"/>
                  <a:pt x="24223" y="157474"/>
                  <a:pt x="20889" y="157474"/>
                </a:cubicBezTo>
                <a:cubicBezTo>
                  <a:pt x="18033" y="157474"/>
                  <a:pt x="14879" y="158545"/>
                  <a:pt x="11427" y="160688"/>
                </a:cubicBezTo>
                <a:lnTo>
                  <a:pt x="0" y="160688"/>
                </a:lnTo>
                <a:lnTo>
                  <a:pt x="103554" y="37851"/>
                </a:lnTo>
                <a:lnTo>
                  <a:pt x="66418" y="37851"/>
                </a:lnTo>
                <a:cubicBezTo>
                  <a:pt x="55824" y="37851"/>
                  <a:pt x="48177" y="39160"/>
                  <a:pt x="43475" y="41779"/>
                </a:cubicBezTo>
                <a:cubicBezTo>
                  <a:pt x="38773" y="44398"/>
                  <a:pt x="34340" y="49516"/>
                  <a:pt x="30174" y="57133"/>
                </a:cubicBezTo>
                <a:lnTo>
                  <a:pt x="22496" y="57133"/>
                </a:lnTo>
                <a:lnTo>
                  <a:pt x="37315" y="0"/>
                </a:lnTo>
                <a:lnTo>
                  <a:pt x="14890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E91EDEE1-B8CB-4914-9C0C-53CFBD04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3168" y="2561374"/>
            <a:ext cx="85142" cy="106679"/>
          </a:xfrm>
          <a:custGeom xmlns:a="http://schemas.openxmlformats.org/drawingml/2006/main">
            <a:pathLst>
              <a:path w="85142" h="106679">
                <a:moveTo>
                  <a:pt x="85142" y="0"/>
                </a:moveTo>
                <a:lnTo>
                  <a:pt x="80232" y="34592"/>
                </a:lnTo>
                <a:lnTo>
                  <a:pt x="76103" y="34592"/>
                </a:lnTo>
                <a:cubicBezTo>
                  <a:pt x="75508" y="25735"/>
                  <a:pt x="72775" y="18760"/>
                  <a:pt x="67902" y="13666"/>
                </a:cubicBezTo>
                <a:cubicBezTo>
                  <a:pt x="63029" y="8572"/>
                  <a:pt x="57803" y="6026"/>
                  <a:pt x="52224" y="6026"/>
                </a:cubicBezTo>
                <a:cubicBezTo>
                  <a:pt x="48802" y="6026"/>
                  <a:pt x="45974" y="7030"/>
                  <a:pt x="43743" y="9039"/>
                </a:cubicBezTo>
                <a:cubicBezTo>
                  <a:pt x="41511" y="11047"/>
                  <a:pt x="40395" y="13465"/>
                  <a:pt x="40395" y="16292"/>
                </a:cubicBezTo>
                <a:cubicBezTo>
                  <a:pt x="40395" y="18672"/>
                  <a:pt x="40879" y="20904"/>
                  <a:pt x="41846" y="22987"/>
                </a:cubicBezTo>
                <a:cubicBezTo>
                  <a:pt x="42813" y="25070"/>
                  <a:pt x="44971" y="27897"/>
                  <a:pt x="48318" y="31468"/>
                </a:cubicBezTo>
                <a:cubicBezTo>
                  <a:pt x="60072" y="44115"/>
                  <a:pt x="67213" y="52809"/>
                  <a:pt x="69743" y="57552"/>
                </a:cubicBezTo>
                <a:cubicBezTo>
                  <a:pt x="72272" y="62294"/>
                  <a:pt x="73537" y="67370"/>
                  <a:pt x="73537" y="72780"/>
                </a:cubicBezTo>
                <a:cubicBezTo>
                  <a:pt x="73537" y="78634"/>
                  <a:pt x="72049" y="84172"/>
                  <a:pt x="69074" y="89396"/>
                </a:cubicBezTo>
                <a:cubicBezTo>
                  <a:pt x="66097" y="94620"/>
                  <a:pt x="61653" y="98807"/>
                  <a:pt x="55738" y="101957"/>
                </a:cubicBezTo>
                <a:cubicBezTo>
                  <a:pt x="49825" y="105105"/>
                  <a:pt x="43668" y="106679"/>
                  <a:pt x="37271" y="106679"/>
                </a:cubicBezTo>
                <a:cubicBezTo>
                  <a:pt x="32956" y="106679"/>
                  <a:pt x="27637" y="105859"/>
                  <a:pt x="21314" y="104220"/>
                </a:cubicBezTo>
                <a:cubicBezTo>
                  <a:pt x="17148" y="103079"/>
                  <a:pt x="14024" y="102508"/>
                  <a:pt x="11940" y="102508"/>
                </a:cubicBezTo>
                <a:cubicBezTo>
                  <a:pt x="10080" y="102508"/>
                  <a:pt x="8630" y="102775"/>
                  <a:pt x="7588" y="103310"/>
                </a:cubicBezTo>
                <a:cubicBezTo>
                  <a:pt x="6546" y="103845"/>
                  <a:pt x="5394" y="104968"/>
                  <a:pt x="4129" y="106679"/>
                </a:cubicBezTo>
                <a:lnTo>
                  <a:pt x="0" y="106679"/>
                </a:lnTo>
                <a:lnTo>
                  <a:pt x="5468" y="69408"/>
                </a:lnTo>
                <a:lnTo>
                  <a:pt x="9039" y="69408"/>
                </a:lnTo>
                <a:cubicBezTo>
                  <a:pt x="11642" y="78505"/>
                  <a:pt x="14078" y="84989"/>
                  <a:pt x="16348" y="88859"/>
                </a:cubicBezTo>
                <a:cubicBezTo>
                  <a:pt x="18616" y="92730"/>
                  <a:pt x="21649" y="95813"/>
                  <a:pt x="25443" y="98107"/>
                </a:cubicBezTo>
                <a:cubicBezTo>
                  <a:pt x="29237" y="100399"/>
                  <a:pt x="32882" y="101546"/>
                  <a:pt x="36378" y="101546"/>
                </a:cubicBezTo>
                <a:cubicBezTo>
                  <a:pt x="40470" y="101546"/>
                  <a:pt x="43854" y="100262"/>
                  <a:pt x="46532" y="97696"/>
                </a:cubicBezTo>
                <a:cubicBezTo>
                  <a:pt x="49211" y="95129"/>
                  <a:pt x="50549" y="92061"/>
                  <a:pt x="50549" y="88490"/>
                </a:cubicBezTo>
                <a:cubicBezTo>
                  <a:pt x="50549" y="84993"/>
                  <a:pt x="49676" y="81608"/>
                  <a:pt x="47927" y="78335"/>
                </a:cubicBezTo>
                <a:cubicBezTo>
                  <a:pt x="46179" y="75062"/>
                  <a:pt x="42143" y="69966"/>
                  <a:pt x="35820" y="63048"/>
                </a:cubicBezTo>
                <a:cubicBezTo>
                  <a:pt x="27116" y="53600"/>
                  <a:pt x="21388" y="46292"/>
                  <a:pt x="18635" y="41124"/>
                </a:cubicBezTo>
                <a:cubicBezTo>
                  <a:pt x="16701" y="37379"/>
                  <a:pt x="15734" y="33109"/>
                  <a:pt x="15734" y="28316"/>
                </a:cubicBezTo>
                <a:cubicBezTo>
                  <a:pt x="15734" y="20226"/>
                  <a:pt x="18654" y="13483"/>
                  <a:pt x="24494" y="8090"/>
                </a:cubicBezTo>
                <a:cubicBezTo>
                  <a:pt x="30333" y="2697"/>
                  <a:pt x="38535" y="0"/>
                  <a:pt x="49099" y="0"/>
                </a:cubicBezTo>
                <a:cubicBezTo>
                  <a:pt x="53712" y="0"/>
                  <a:pt x="59365" y="866"/>
                  <a:pt x="66060" y="2598"/>
                </a:cubicBezTo>
                <a:cubicBezTo>
                  <a:pt x="69409" y="3465"/>
                  <a:pt x="72086" y="3899"/>
                  <a:pt x="74094" y="3899"/>
                </a:cubicBezTo>
                <a:cubicBezTo>
                  <a:pt x="76996" y="3899"/>
                  <a:pt x="79339" y="2599"/>
                  <a:pt x="81125" y="0"/>
                </a:cubicBezTo>
                <a:lnTo>
                  <a:pt x="8514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E227258-1832-46D6-84CE-8FBE77D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3330" y="774243"/>
            <a:ext cx="148904" cy="192111"/>
          </a:xfrm>
          <a:custGeom xmlns:a="http://schemas.openxmlformats.org/drawingml/2006/main">
            <a:pathLst>
              <a:path w="148904" h="192111">
                <a:moveTo>
                  <a:pt x="148904" y="0"/>
                </a:moveTo>
                <a:lnTo>
                  <a:pt x="47492" y="119668"/>
                </a:lnTo>
                <a:cubicBezTo>
                  <a:pt x="55111" y="121929"/>
                  <a:pt x="60764" y="125323"/>
                  <a:pt x="64454" y="129850"/>
                </a:cubicBezTo>
                <a:cubicBezTo>
                  <a:pt x="69216" y="135805"/>
                  <a:pt x="72666" y="144784"/>
                  <a:pt x="74809" y="156788"/>
                </a:cubicBezTo>
                <a:cubicBezTo>
                  <a:pt x="76952" y="168791"/>
                  <a:pt x="79392" y="176369"/>
                  <a:pt x="82130" y="179524"/>
                </a:cubicBezTo>
                <a:cubicBezTo>
                  <a:pt x="84867" y="182678"/>
                  <a:pt x="87664" y="184255"/>
                  <a:pt x="90521" y="184255"/>
                </a:cubicBezTo>
                <a:cubicBezTo>
                  <a:pt x="92426" y="184255"/>
                  <a:pt x="94211" y="183392"/>
                  <a:pt x="95877" y="181666"/>
                </a:cubicBezTo>
                <a:cubicBezTo>
                  <a:pt x="97544" y="179940"/>
                  <a:pt x="98377" y="178006"/>
                  <a:pt x="98377" y="175864"/>
                </a:cubicBezTo>
                <a:cubicBezTo>
                  <a:pt x="98377" y="173602"/>
                  <a:pt x="97663" y="169862"/>
                  <a:pt x="96235" y="164643"/>
                </a:cubicBezTo>
                <a:cubicBezTo>
                  <a:pt x="95283" y="161125"/>
                  <a:pt x="94806" y="157742"/>
                  <a:pt x="94806" y="154494"/>
                </a:cubicBezTo>
                <a:cubicBezTo>
                  <a:pt x="94806" y="147762"/>
                  <a:pt x="96919" y="142112"/>
                  <a:pt x="101144" y="137544"/>
                </a:cubicBezTo>
                <a:cubicBezTo>
                  <a:pt x="105370" y="132976"/>
                  <a:pt x="110458" y="130693"/>
                  <a:pt x="116409" y="130693"/>
                </a:cubicBezTo>
                <a:cubicBezTo>
                  <a:pt x="121766" y="130693"/>
                  <a:pt x="126259" y="132711"/>
                  <a:pt x="129890" y="136746"/>
                </a:cubicBezTo>
                <a:cubicBezTo>
                  <a:pt x="133520" y="140778"/>
                  <a:pt x="135335" y="146047"/>
                  <a:pt x="135335" y="152553"/>
                </a:cubicBezTo>
                <a:cubicBezTo>
                  <a:pt x="135335" y="162547"/>
                  <a:pt x="130812" y="171638"/>
                  <a:pt x="121766" y="179825"/>
                </a:cubicBezTo>
                <a:cubicBezTo>
                  <a:pt x="112720" y="188016"/>
                  <a:pt x="101590" y="192111"/>
                  <a:pt x="88378" y="192111"/>
                </a:cubicBezTo>
                <a:cubicBezTo>
                  <a:pt x="73143" y="192111"/>
                  <a:pt x="58205" y="185045"/>
                  <a:pt x="43565" y="170915"/>
                </a:cubicBezTo>
                <a:cubicBezTo>
                  <a:pt x="37613" y="165287"/>
                  <a:pt x="32792" y="161383"/>
                  <a:pt x="29103" y="159203"/>
                </a:cubicBezTo>
                <a:cubicBezTo>
                  <a:pt x="26960" y="158050"/>
                  <a:pt x="24223" y="157474"/>
                  <a:pt x="20889" y="157474"/>
                </a:cubicBezTo>
                <a:cubicBezTo>
                  <a:pt x="18033" y="157474"/>
                  <a:pt x="14879" y="158545"/>
                  <a:pt x="11427" y="160688"/>
                </a:cubicBezTo>
                <a:lnTo>
                  <a:pt x="0" y="160688"/>
                </a:lnTo>
                <a:lnTo>
                  <a:pt x="103554" y="37851"/>
                </a:lnTo>
                <a:lnTo>
                  <a:pt x="66418" y="37851"/>
                </a:lnTo>
                <a:cubicBezTo>
                  <a:pt x="55824" y="37851"/>
                  <a:pt x="48177" y="39160"/>
                  <a:pt x="43475" y="41779"/>
                </a:cubicBezTo>
                <a:cubicBezTo>
                  <a:pt x="38773" y="44398"/>
                  <a:pt x="34340" y="49516"/>
                  <a:pt x="30174" y="57133"/>
                </a:cubicBezTo>
                <a:lnTo>
                  <a:pt x="22496" y="57133"/>
                </a:lnTo>
                <a:lnTo>
                  <a:pt x="37315" y="0"/>
                </a:lnTo>
                <a:lnTo>
                  <a:pt x="14890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48F23304-FF89-4EFC-A94D-7971BFB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3951" y="871682"/>
            <a:ext cx="120069" cy="157786"/>
          </a:xfrm>
          <a:custGeom xmlns:a="http://schemas.openxmlformats.org/drawingml/2006/main">
            <a:pathLst>
              <a:path w="120069" h="157786">
                <a:moveTo>
                  <a:pt x="120069" y="0"/>
                </a:moveTo>
                <a:lnTo>
                  <a:pt x="83803" y="124704"/>
                </a:lnTo>
                <a:cubicBezTo>
                  <a:pt x="81496" y="132506"/>
                  <a:pt x="80344" y="137224"/>
                  <a:pt x="80344" y="138858"/>
                </a:cubicBezTo>
                <a:cubicBezTo>
                  <a:pt x="80344" y="139679"/>
                  <a:pt x="80642" y="140388"/>
                  <a:pt x="81236" y="140985"/>
                </a:cubicBezTo>
                <a:cubicBezTo>
                  <a:pt x="81831" y="141583"/>
                  <a:pt x="82464" y="141881"/>
                  <a:pt x="83133" y="141881"/>
                </a:cubicBezTo>
                <a:cubicBezTo>
                  <a:pt x="84398" y="141881"/>
                  <a:pt x="85848" y="141247"/>
                  <a:pt x="87485" y="139978"/>
                </a:cubicBezTo>
                <a:cubicBezTo>
                  <a:pt x="90238" y="137888"/>
                  <a:pt x="93585" y="133930"/>
                  <a:pt x="97528" y="128104"/>
                </a:cubicBezTo>
                <a:lnTo>
                  <a:pt x="101545" y="130231"/>
                </a:lnTo>
                <a:cubicBezTo>
                  <a:pt x="91056" y="148601"/>
                  <a:pt x="79525" y="157786"/>
                  <a:pt x="66953" y="157786"/>
                </a:cubicBezTo>
                <a:cubicBezTo>
                  <a:pt x="62489" y="157786"/>
                  <a:pt x="59049" y="156615"/>
                  <a:pt x="56631" y="154271"/>
                </a:cubicBezTo>
                <a:cubicBezTo>
                  <a:pt x="54213" y="151928"/>
                  <a:pt x="53005" y="148934"/>
                  <a:pt x="53005" y="145288"/>
                </a:cubicBezTo>
                <a:cubicBezTo>
                  <a:pt x="53005" y="141792"/>
                  <a:pt x="53971" y="136808"/>
                  <a:pt x="55906" y="130335"/>
                </a:cubicBezTo>
                <a:lnTo>
                  <a:pt x="59253" y="118953"/>
                </a:lnTo>
                <a:cubicBezTo>
                  <a:pt x="49954" y="135394"/>
                  <a:pt x="41882" y="146330"/>
                  <a:pt x="35039" y="151761"/>
                </a:cubicBezTo>
                <a:cubicBezTo>
                  <a:pt x="29831" y="155778"/>
                  <a:pt x="24773" y="157786"/>
                  <a:pt x="19863" y="157786"/>
                </a:cubicBezTo>
                <a:cubicBezTo>
                  <a:pt x="14283" y="157786"/>
                  <a:pt x="9577" y="155515"/>
                  <a:pt x="5746" y="150972"/>
                </a:cubicBezTo>
                <a:cubicBezTo>
                  <a:pt x="1915" y="146430"/>
                  <a:pt x="0" y="139802"/>
                  <a:pt x="0" y="131089"/>
                </a:cubicBezTo>
                <a:cubicBezTo>
                  <a:pt x="0" y="119993"/>
                  <a:pt x="2455" y="109045"/>
                  <a:pt x="7365" y="98247"/>
                </a:cubicBezTo>
                <a:cubicBezTo>
                  <a:pt x="12275" y="87448"/>
                  <a:pt x="17947" y="78438"/>
                  <a:pt x="24382" y="71215"/>
                </a:cubicBezTo>
                <a:cubicBezTo>
                  <a:pt x="30817" y="63991"/>
                  <a:pt x="36955" y="58835"/>
                  <a:pt x="42794" y="55745"/>
                </a:cubicBezTo>
                <a:cubicBezTo>
                  <a:pt x="48634" y="52653"/>
                  <a:pt x="54380" y="51108"/>
                  <a:pt x="60035" y="51108"/>
                </a:cubicBezTo>
                <a:cubicBezTo>
                  <a:pt x="62936" y="51108"/>
                  <a:pt x="65520" y="51708"/>
                  <a:pt x="67790" y="52910"/>
                </a:cubicBezTo>
                <a:cubicBezTo>
                  <a:pt x="70059" y="54112"/>
                  <a:pt x="72644" y="56366"/>
                  <a:pt x="75545" y="59672"/>
                </a:cubicBezTo>
                <a:lnTo>
                  <a:pt x="83803" y="31893"/>
                </a:lnTo>
                <a:cubicBezTo>
                  <a:pt x="85811" y="25094"/>
                  <a:pt x="86816" y="20215"/>
                  <a:pt x="86816" y="17258"/>
                </a:cubicBezTo>
                <a:cubicBezTo>
                  <a:pt x="86816" y="15484"/>
                  <a:pt x="86146" y="13968"/>
                  <a:pt x="84808" y="12711"/>
                </a:cubicBezTo>
                <a:cubicBezTo>
                  <a:pt x="83468" y="11453"/>
                  <a:pt x="81682" y="10824"/>
                  <a:pt x="79451" y="10824"/>
                </a:cubicBezTo>
                <a:cubicBezTo>
                  <a:pt x="78409" y="10824"/>
                  <a:pt x="77108" y="10936"/>
                  <a:pt x="75545" y="11159"/>
                </a:cubicBezTo>
                <a:lnTo>
                  <a:pt x="76662" y="6696"/>
                </a:lnTo>
                <a:lnTo>
                  <a:pt x="113373" y="0"/>
                </a:lnTo>
                <a:lnTo>
                  <a:pt x="120069" y="0"/>
                </a:lnTo>
                <a:moveTo>
                  <a:pt x="70970" y="70636"/>
                </a:moveTo>
                <a:cubicBezTo>
                  <a:pt x="70970" y="66098"/>
                  <a:pt x="70077" y="62787"/>
                  <a:pt x="68292" y="60704"/>
                </a:cubicBezTo>
                <a:cubicBezTo>
                  <a:pt x="66506" y="58621"/>
                  <a:pt x="64424" y="57580"/>
                  <a:pt x="62043" y="57580"/>
                </a:cubicBezTo>
                <a:cubicBezTo>
                  <a:pt x="59663" y="57580"/>
                  <a:pt x="57097" y="58807"/>
                  <a:pt x="54343" y="61262"/>
                </a:cubicBezTo>
                <a:cubicBezTo>
                  <a:pt x="49062" y="66023"/>
                  <a:pt x="43538" y="75601"/>
                  <a:pt x="37772" y="89996"/>
                </a:cubicBezTo>
                <a:cubicBezTo>
                  <a:pt x="32007" y="104391"/>
                  <a:pt x="29125" y="116498"/>
                  <a:pt x="29125" y="126318"/>
                </a:cubicBezTo>
                <a:cubicBezTo>
                  <a:pt x="29125" y="129889"/>
                  <a:pt x="29756" y="132530"/>
                  <a:pt x="31021" y="134241"/>
                </a:cubicBezTo>
                <a:cubicBezTo>
                  <a:pt x="32286" y="135952"/>
                  <a:pt x="33699" y="136808"/>
                  <a:pt x="35262" y="136808"/>
                </a:cubicBezTo>
                <a:cubicBezTo>
                  <a:pt x="37865" y="136808"/>
                  <a:pt x="40470" y="135617"/>
                  <a:pt x="43073" y="133237"/>
                </a:cubicBezTo>
                <a:cubicBezTo>
                  <a:pt x="49396" y="127583"/>
                  <a:pt x="55627" y="117856"/>
                  <a:pt x="61764" y="104056"/>
                </a:cubicBezTo>
                <a:cubicBezTo>
                  <a:pt x="67902" y="90257"/>
                  <a:pt x="70970" y="79116"/>
                  <a:pt x="70970" y="706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1AD36F21-1607-4AE4-B4CC-127281E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1182" y="3514870"/>
            <a:ext cx="308342" cy="244959"/>
          </a:xfrm>
          <a:custGeom xmlns:a="http://schemas.openxmlformats.org/drawingml/2006/main">
            <a:pathLst>
              <a:path w="308342" h="244959">
                <a:moveTo>
                  <a:pt x="142119" y="0"/>
                </a:moveTo>
                <a:lnTo>
                  <a:pt x="217822" y="161408"/>
                </a:lnTo>
                <a:lnTo>
                  <a:pt x="251923" y="44284"/>
                </a:lnTo>
                <a:cubicBezTo>
                  <a:pt x="253708" y="37827"/>
                  <a:pt x="254601" y="32086"/>
                  <a:pt x="254601" y="27061"/>
                </a:cubicBezTo>
                <a:cubicBezTo>
                  <a:pt x="254601" y="21079"/>
                  <a:pt x="252726" y="16296"/>
                  <a:pt x="248977" y="12710"/>
                </a:cubicBezTo>
                <a:cubicBezTo>
                  <a:pt x="245227" y="9121"/>
                  <a:pt x="238770" y="7026"/>
                  <a:pt x="229605" y="6428"/>
                </a:cubicBezTo>
                <a:lnTo>
                  <a:pt x="231568" y="0"/>
                </a:lnTo>
                <a:lnTo>
                  <a:pt x="308342" y="0"/>
                </a:lnTo>
                <a:lnTo>
                  <a:pt x="306557" y="6428"/>
                </a:lnTo>
                <a:cubicBezTo>
                  <a:pt x="296796" y="7023"/>
                  <a:pt x="288732" y="9764"/>
                  <a:pt x="282364" y="14652"/>
                </a:cubicBezTo>
                <a:cubicBezTo>
                  <a:pt x="275996" y="19540"/>
                  <a:pt x="270610" y="29374"/>
                  <a:pt x="266206" y="44156"/>
                </a:cubicBezTo>
                <a:lnTo>
                  <a:pt x="207108" y="244959"/>
                </a:lnTo>
                <a:lnTo>
                  <a:pt x="200324" y="244959"/>
                </a:lnTo>
                <a:lnTo>
                  <a:pt x="103197" y="38387"/>
                </a:lnTo>
                <a:lnTo>
                  <a:pt x="56241" y="199253"/>
                </a:lnTo>
                <a:cubicBezTo>
                  <a:pt x="54693" y="204873"/>
                  <a:pt x="53920" y="209896"/>
                  <a:pt x="53920" y="214323"/>
                </a:cubicBezTo>
                <a:cubicBezTo>
                  <a:pt x="53920" y="220784"/>
                  <a:pt x="56033" y="225958"/>
                  <a:pt x="60258" y="229845"/>
                </a:cubicBezTo>
                <a:cubicBezTo>
                  <a:pt x="64483" y="233732"/>
                  <a:pt x="71239" y="235675"/>
                  <a:pt x="80523" y="235675"/>
                </a:cubicBezTo>
                <a:lnTo>
                  <a:pt x="78916" y="242103"/>
                </a:lnTo>
                <a:lnTo>
                  <a:pt x="0" y="242103"/>
                </a:lnTo>
                <a:lnTo>
                  <a:pt x="1607" y="235675"/>
                </a:lnTo>
                <a:cubicBezTo>
                  <a:pt x="8391" y="235675"/>
                  <a:pt x="13212" y="235080"/>
                  <a:pt x="16069" y="233890"/>
                </a:cubicBezTo>
                <a:cubicBezTo>
                  <a:pt x="21068" y="231982"/>
                  <a:pt x="25948" y="228318"/>
                  <a:pt x="30710" y="222898"/>
                </a:cubicBezTo>
                <a:cubicBezTo>
                  <a:pt x="35471" y="217479"/>
                  <a:pt x="39339" y="209647"/>
                  <a:pt x="42315" y="199404"/>
                </a:cubicBezTo>
                <a:lnTo>
                  <a:pt x="93556" y="23389"/>
                </a:lnTo>
                <a:cubicBezTo>
                  <a:pt x="87248" y="16292"/>
                  <a:pt x="81951" y="11721"/>
                  <a:pt x="77666" y="9675"/>
                </a:cubicBezTo>
                <a:cubicBezTo>
                  <a:pt x="73382" y="7629"/>
                  <a:pt x="66954" y="6547"/>
                  <a:pt x="58384" y="6428"/>
                </a:cubicBezTo>
                <a:lnTo>
                  <a:pt x="60347" y="0"/>
                </a:lnTo>
                <a:lnTo>
                  <a:pt x="14211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9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2026-10-09T20:46:35.2350000Z</dcterms:created>
  <dcterms:modified xsi:type="dcterms:W3CDTF">2026-10-09T20:46:35.2350000Z</dcterms:modified>
</coreProperties>
</file>