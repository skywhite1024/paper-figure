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b2dc1ee844b54" /><Relationship Type="http://schemas.openxmlformats.org/officeDocument/2006/relationships/extended-properties" Target="/docProps/app.xml" Id="R6a5704834cef4672" /><Relationship Type="http://schemas.openxmlformats.org/officeDocument/2006/relationships/officeDocument" Target="/ppt/presentation.xml" Id="Raf672114a53b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2d9d4d389454f"/>
  </p:sldMasterIdLst>
  <p:notesMasterIdLst>
    <p:notesMasterId xmlns:r="http://schemas.openxmlformats.org/officeDocument/2006/relationships" r:id="R74a32a5f5c5c4cfc"/>
  </p:notesMasterIdLst>
  <p:sldIdLst>
    <p:sldId xmlns:r="http://schemas.openxmlformats.org/officeDocument/2006/relationships" id="256" r:id="R075acc132c8d4839"/>
  </p:sldIdLst>
  <p:sldSz cx="11372850" cy="5572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c22206b324582" /><Relationship Type="http://schemas.openxmlformats.org/officeDocument/2006/relationships/slideMaster" Target="/ppt/slideMasters/slideMaster1.xml" Id="R3052d9d4d389454f" /><Relationship Type="http://schemas.openxmlformats.org/officeDocument/2006/relationships/notesMaster" Target="/ppt/notesMasters/notesMaster1.xml" Id="R74a32a5f5c5c4cfc" /><Relationship Type="http://schemas.openxmlformats.org/officeDocument/2006/relationships/presProps" Target="/ppt/presProps.xml" Id="Rf37bd353039342a6" /><Relationship Type="http://schemas.openxmlformats.org/officeDocument/2006/relationships/tableStyles" Target="/ppt/tableStyles.xml" Id="R46bb7b26e87c455c" /><Relationship Type="http://schemas.openxmlformats.org/officeDocument/2006/relationships/slide" Target="/ppt/slides/slide1.xml" Id="R075acc132c8d48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87da3575343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026efdbba4687" /><Relationship Type="http://schemas.openxmlformats.org/officeDocument/2006/relationships/notesMaster" Target="/ppt/notesMasters/notesMaster1.xml" Id="R6b5e38ee796145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"Divide, Discover, Deploy: Factorized Skill Learning with Symmetry and Style Priors",</a:t>
            </a:r>
          </a:p>
          <a:p xmlns:a="http://schemas.openxmlformats.org/drawingml/2006/main">
            <a:r>
              <a:t>  "paper_url": "https://arxiv.org/abs/2508.19953v2",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and editable native text extracted; source fonts substituted. Algorithm and graph paths are editable objects; freeform arrows are not semantically attached. Source clipping and typography require independent visual review. Source mathematical fonts are preserved as native glyph outlines (not live equations); two control-line spaces widened slightly for LibreOffice font substitution.",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"20d7dceb084e20ac7537d9ff1bac804e258f0e6e44d106006f91e0cf92b8bfd9",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75,</a:t>
            </a:r>
          </a:p>
          <a:p xmlns:a="http://schemas.openxmlformats.org/drawingml/2006/main">
            <a:r>
              <a:t>    506,</a:t>
            </a:r>
          </a:p>
          <a:p xmlns:a="http://schemas.openxmlformats.org/drawingml/2006/main">
            <a:r>
              <a:t>    270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df9ef1e4343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5e8460e5643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6cd0f156c49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2bbd8f4e74f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77bf1484746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d24dde3c94c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3C25A4-7744-4C60-95A7-F8BF60451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7285" y="2105025"/>
            <a:ext cx="9098280" cy="804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988DC8-D410-44C4-9CA7-BF32506F7B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05928" y="3064669"/>
            <a:ext cx="796099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9C6466-15AE-4EF1-A151-B96B740086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7285" y="2321719"/>
            <a:ext cx="9098280" cy="928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55175F-18FC-4C00-8832-9F099C97B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9723" y="433388"/>
            <a:ext cx="10093404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BB09A4-C8ED-475B-83F4-2CB9E3999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9723" y="1547813"/>
            <a:ext cx="10093404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7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1pPr>
            <a:lvl2pPr marL="4333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2pPr>
            <a:lvl3pPr marL="6810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3pPr>
            <a:lvl4pPr marL="9286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4pPr>
            <a:lvl5pPr marL="11763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5pPr>
            <a:lvl6pPr marL="14239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6pPr>
            <a:lvl7pPr marL="16716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7pPr>
            <a:lvl8pPr marL="19192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8pPr>
            <a:lvl9pPr marL="21669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6ED902-4FFF-40FC-8FD9-2968331E50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9723" y="433388"/>
            <a:ext cx="10093404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6F02D1-252F-42A3-B22F-1893503A03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9723" y="1547813"/>
            <a:ext cx="4691301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7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1pPr>
            <a:lvl2pPr marL="4333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2pPr>
            <a:lvl3pPr marL="6810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3pPr>
            <a:lvl4pPr marL="9286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4pPr>
            <a:lvl5pPr marL="11763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5pPr>
            <a:lvl6pPr marL="14239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6pPr>
            <a:lvl7pPr marL="16716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7pPr>
            <a:lvl8pPr marL="19192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8pPr>
            <a:lvl9pPr marL="21669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083E9E-7616-4BF1-AEDB-03F02F6433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1827" y="1547813"/>
            <a:ext cx="4691301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7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1pPr>
            <a:lvl2pPr marL="4333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2pPr>
            <a:lvl3pPr marL="6810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3pPr>
            <a:lvl4pPr marL="9286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4pPr>
            <a:lvl5pPr marL="11763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5pPr>
            <a:lvl6pPr marL="14239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6pPr>
            <a:lvl7pPr marL="16716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7pPr>
            <a:lvl8pPr marL="19192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8pPr>
            <a:lvl9pPr marL="21669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D05AED-A145-433D-95A7-C14CA19A31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9723" y="433388"/>
            <a:ext cx="10093404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453366-8DDB-4E01-A2A4-F287C28D50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9723" y="1547813"/>
            <a:ext cx="4691301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7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1pPr>
            <a:lvl2pPr marL="4333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2pPr>
            <a:lvl3pPr marL="6810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3pPr>
            <a:lvl4pPr marL="9286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4pPr>
            <a:lvl5pPr marL="11763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5pPr>
            <a:lvl6pPr marL="14239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6pPr>
            <a:lvl7pPr marL="16716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7pPr>
            <a:lvl8pPr marL="191928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8pPr>
            <a:lvl9pPr marL="2166938" indent="-185737">
              <a:lnSpc>
                <a:spcPct val="110000"/>
              </a:lnSpc>
              <a:spcBef>
                <a:spcPts val="0"/>
              </a:spcBef>
              <a:spcAft>
                <a:spcPts val="9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8ddb988616452f" /><Relationship Type="http://schemas.openxmlformats.org/officeDocument/2006/relationships/slideLayout" Target="/ppt/slideLayouts/slideLayout1.xml" Id="R091e0f7d0bc94b1c" /><Relationship Type="http://schemas.openxmlformats.org/officeDocument/2006/relationships/slideLayout" Target="/ppt/slideLayouts/slideLayout2.xml" Id="R20abb6975b474ea1" /><Relationship Type="http://schemas.openxmlformats.org/officeDocument/2006/relationships/slideLayout" Target="/ppt/slideLayouts/slideLayout3.xml" Id="Rf1c36bc898014321" /><Relationship Type="http://schemas.openxmlformats.org/officeDocument/2006/relationships/slideLayout" Target="/ppt/slideLayouts/slideLayout4.xml" Id="Rcdde90aedd49449d" /><Relationship Type="http://schemas.openxmlformats.org/officeDocument/2006/relationships/slideLayout" Target="/ppt/slideLayouts/slideLayout5.xml" Id="R5bb30a64601f4420" /><Relationship Type="http://schemas.openxmlformats.org/officeDocument/2006/relationships/slideLayout" Target="/ppt/slideLayouts/slideLayout6.xml" Id="R93d3fdc6cdb143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e0f7d0bc94b1c"/>
    <p:sldLayoutId xmlns:r="http://schemas.openxmlformats.org/officeDocument/2006/relationships" id="2147483650" r:id="R20abb6975b474ea1"/>
    <p:sldLayoutId xmlns:r="http://schemas.openxmlformats.org/officeDocument/2006/relationships" id="2147483651" r:id="Rf1c36bc898014321"/>
    <p:sldLayoutId xmlns:r="http://schemas.openxmlformats.org/officeDocument/2006/relationships" id="2147483652" r:id="Rcdde90aedd49449d"/>
    <p:sldLayoutId xmlns:r="http://schemas.openxmlformats.org/officeDocument/2006/relationships" id="2147483653" r:id="R5bb30a64601f4420"/>
    <p:sldLayoutId xmlns:r="http://schemas.openxmlformats.org/officeDocument/2006/relationships" id="2147483654" r:id="R93d3fdc6cdb143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beda223ce4c7b" /><Relationship Type="http://schemas.openxmlformats.org/officeDocument/2006/relationships/notesSlide" Target="/ppt/notesSlides/notesSlide1.xml" Id="R8d1ad710543341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1" name="pdf-path-0">
            <a:extLst xmlns:a="http://schemas.openxmlformats.org/drawingml/2006/main">
              <a:ext uri="{FF2B5EF4-FFF2-40B4-BE49-F238E27FC236}">
                <a16:creationId xmlns:a16="http://schemas.microsoft.com/office/drawing/2014/main" id="{5230E4D4-9CF4-4843-ACFF-1F0C12BD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08" y="1639465"/>
            <a:ext cx="373813" cy="2036828"/>
          </a:xfrm>
          <a:custGeom xmlns:a="http://schemas.openxmlformats.org/drawingml/2006/main">
            <a:pathLst>
              <a:path w="373813" h="2036828">
                <a:moveTo>
                  <a:pt x="0" y="0"/>
                </a:moveTo>
                <a:lnTo>
                  <a:pt x="0" y="1906280"/>
                </a:lnTo>
                <a:cubicBezTo>
                  <a:pt x="0" y="1993318"/>
                  <a:pt x="43526" y="2036828"/>
                  <a:pt x="130566" y="2036828"/>
                </a:cubicBezTo>
                <a:lnTo>
                  <a:pt x="373813" y="2036828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58175DA0-CA9F-47AD-884F-060CCC11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74" y="3630613"/>
            <a:ext cx="91393" cy="91387"/>
          </a:xfrm>
          <a:custGeom xmlns:a="http://schemas.openxmlformats.org/drawingml/2006/main">
            <a:pathLst>
              <a:path w="91393" h="91387">
                <a:moveTo>
                  <a:pt x="91393" y="45681"/>
                </a:moveTo>
                <a:lnTo>
                  <a:pt x="0" y="91387"/>
                </a:lnTo>
                <a:lnTo>
                  <a:pt x="22846" y="45681"/>
                </a:lnTo>
                <a:lnTo>
                  <a:pt x="0" y="0"/>
                </a:lnTo>
                <a:lnTo>
                  <a:pt x="91393" y="456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2">
            <a:extLst xmlns:a="http://schemas.openxmlformats.org/drawingml/2006/main">
              <a:ext uri="{FF2B5EF4-FFF2-40B4-BE49-F238E27FC236}">
                <a16:creationId xmlns:a16="http://schemas.microsoft.com/office/drawing/2014/main" id="{5718F8AD-F7B0-42E6-96CF-B33FD740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74" y="3630613"/>
            <a:ext cx="91393" cy="91387"/>
          </a:xfrm>
          <a:custGeom xmlns:a="http://schemas.openxmlformats.org/drawingml/2006/main">
            <a:pathLst>
              <a:path w="91393" h="91387">
                <a:moveTo>
                  <a:pt x="91393" y="45681"/>
                </a:moveTo>
                <a:lnTo>
                  <a:pt x="0" y="0"/>
                </a:lnTo>
                <a:lnTo>
                  <a:pt x="22846" y="45681"/>
                </a:lnTo>
                <a:lnTo>
                  <a:pt x="0" y="91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4" name="pdf-path-3">
            <a:extLst xmlns:a="http://schemas.openxmlformats.org/drawingml/2006/main">
              <a:ext uri="{FF2B5EF4-FFF2-40B4-BE49-F238E27FC236}">
                <a16:creationId xmlns:a16="http://schemas.microsoft.com/office/drawing/2014/main" id="{6376C55B-89F4-4C8B-B017-648BB12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14" y="72671"/>
            <a:ext cx="3913737" cy="1566794"/>
          </a:xfrm>
          <a:custGeom xmlns:a="http://schemas.openxmlformats.org/drawingml/2006/main">
            <a:pathLst>
              <a:path w="3913737" h="1566794">
                <a:moveTo>
                  <a:pt x="172347" y="0"/>
                </a:moveTo>
                <a:lnTo>
                  <a:pt x="3741395" y="0"/>
                </a:lnTo>
                <a:cubicBezTo>
                  <a:pt x="3752705" y="0"/>
                  <a:pt x="3763906" y="1094"/>
                  <a:pt x="3775016" y="3302"/>
                </a:cubicBezTo>
                <a:cubicBezTo>
                  <a:pt x="3786108" y="5510"/>
                  <a:pt x="3796890" y="8775"/>
                  <a:pt x="3807343" y="13098"/>
                </a:cubicBezTo>
                <a:cubicBezTo>
                  <a:pt x="3817797" y="17441"/>
                  <a:pt x="3827739" y="22749"/>
                  <a:pt x="3837134" y="29043"/>
                </a:cubicBezTo>
                <a:cubicBezTo>
                  <a:pt x="3846548" y="35318"/>
                  <a:pt x="3855250" y="42470"/>
                  <a:pt x="3863258" y="50479"/>
                </a:cubicBezTo>
                <a:cubicBezTo>
                  <a:pt x="3871249" y="58469"/>
                  <a:pt x="3878400" y="67171"/>
                  <a:pt x="3884694" y="76585"/>
                </a:cubicBezTo>
                <a:cubicBezTo>
                  <a:pt x="3890970" y="85998"/>
                  <a:pt x="3896278" y="95923"/>
                  <a:pt x="3900620" y="106376"/>
                </a:cubicBezTo>
                <a:cubicBezTo>
                  <a:pt x="3904944" y="116829"/>
                  <a:pt x="3908210" y="127611"/>
                  <a:pt x="3910417" y="138721"/>
                </a:cubicBezTo>
                <a:cubicBezTo>
                  <a:pt x="3912624" y="149813"/>
                  <a:pt x="3913737" y="161014"/>
                  <a:pt x="3913737" y="172343"/>
                </a:cubicBezTo>
                <a:lnTo>
                  <a:pt x="3913737" y="1394451"/>
                </a:lnTo>
                <a:cubicBezTo>
                  <a:pt x="3913737" y="1405762"/>
                  <a:pt x="3912624" y="1416963"/>
                  <a:pt x="3910417" y="1428055"/>
                </a:cubicBezTo>
                <a:cubicBezTo>
                  <a:pt x="3908210" y="1439165"/>
                  <a:pt x="3904944" y="1449947"/>
                  <a:pt x="3900620" y="1460400"/>
                </a:cubicBezTo>
                <a:cubicBezTo>
                  <a:pt x="3896278" y="1470853"/>
                  <a:pt x="3890970" y="1480777"/>
                  <a:pt x="3884694" y="1490191"/>
                </a:cubicBezTo>
                <a:cubicBezTo>
                  <a:pt x="3878400" y="1499605"/>
                  <a:pt x="3871249" y="1508307"/>
                  <a:pt x="3863258" y="1516315"/>
                </a:cubicBezTo>
                <a:cubicBezTo>
                  <a:pt x="3855250" y="1524324"/>
                  <a:pt x="3846548" y="1531457"/>
                  <a:pt x="3837134" y="1537751"/>
                </a:cubicBezTo>
                <a:cubicBezTo>
                  <a:pt x="3827739" y="1544026"/>
                  <a:pt x="3817797" y="1549335"/>
                  <a:pt x="3807343" y="1553677"/>
                </a:cubicBezTo>
                <a:cubicBezTo>
                  <a:pt x="3796890" y="1558001"/>
                  <a:pt x="3786108" y="1561266"/>
                  <a:pt x="3775016" y="1563474"/>
                </a:cubicBezTo>
                <a:cubicBezTo>
                  <a:pt x="3763906" y="1565681"/>
                  <a:pt x="3752705" y="1566794"/>
                  <a:pt x="3741395" y="1566794"/>
                </a:cubicBezTo>
                <a:lnTo>
                  <a:pt x="172347" y="1566794"/>
                </a:lnTo>
                <a:cubicBezTo>
                  <a:pt x="161030" y="1566794"/>
                  <a:pt x="149822" y="1565681"/>
                  <a:pt x="138726" y="1563474"/>
                </a:cubicBezTo>
                <a:cubicBezTo>
                  <a:pt x="127624" y="1561266"/>
                  <a:pt x="116847" y="1558001"/>
                  <a:pt x="106394" y="1553677"/>
                </a:cubicBezTo>
                <a:cubicBezTo>
                  <a:pt x="95939" y="1549335"/>
                  <a:pt x="86006" y="1544026"/>
                  <a:pt x="76599" y="1537751"/>
                </a:cubicBezTo>
                <a:cubicBezTo>
                  <a:pt x="67186" y="1531457"/>
                  <a:pt x="58484" y="1524324"/>
                  <a:pt x="50481" y="1516315"/>
                </a:cubicBezTo>
                <a:cubicBezTo>
                  <a:pt x="42479" y="1508307"/>
                  <a:pt x="35332" y="1499605"/>
                  <a:pt x="29045" y="1490191"/>
                </a:cubicBezTo>
                <a:cubicBezTo>
                  <a:pt x="22760" y="1480777"/>
                  <a:pt x="17451" y="1470853"/>
                  <a:pt x="13119" y="1460400"/>
                </a:cubicBezTo>
                <a:cubicBezTo>
                  <a:pt x="8793" y="1449928"/>
                  <a:pt x="5522" y="1439165"/>
                  <a:pt x="3313" y="1428055"/>
                </a:cubicBezTo>
                <a:cubicBezTo>
                  <a:pt x="1104" y="1416963"/>
                  <a:pt x="0" y="1405762"/>
                  <a:pt x="0" y="1394451"/>
                </a:cubicBezTo>
                <a:lnTo>
                  <a:pt x="0" y="172343"/>
                </a:lnTo>
                <a:cubicBezTo>
                  <a:pt x="0" y="161014"/>
                  <a:pt x="1104" y="149813"/>
                  <a:pt x="3313" y="138721"/>
                </a:cubicBezTo>
                <a:cubicBezTo>
                  <a:pt x="5522" y="127611"/>
                  <a:pt x="8793" y="116829"/>
                  <a:pt x="13119" y="106376"/>
                </a:cubicBezTo>
                <a:cubicBezTo>
                  <a:pt x="17451" y="95923"/>
                  <a:pt x="22760" y="85998"/>
                  <a:pt x="29045" y="76585"/>
                </a:cubicBezTo>
                <a:cubicBezTo>
                  <a:pt x="35332" y="67171"/>
                  <a:pt x="42479" y="58469"/>
                  <a:pt x="50481" y="50479"/>
                </a:cubicBezTo>
                <a:cubicBezTo>
                  <a:pt x="58484" y="42470"/>
                  <a:pt x="67186" y="35318"/>
                  <a:pt x="76599" y="29043"/>
                </a:cubicBezTo>
                <a:cubicBezTo>
                  <a:pt x="86006" y="22749"/>
                  <a:pt x="95939" y="17441"/>
                  <a:pt x="106394" y="13098"/>
                </a:cubicBezTo>
                <a:cubicBezTo>
                  <a:pt x="116847" y="8775"/>
                  <a:pt x="127624" y="5510"/>
                  <a:pt x="138726" y="3302"/>
                </a:cubicBezTo>
                <a:cubicBezTo>
                  <a:pt x="149822" y="1094"/>
                  <a:pt x="161030" y="0"/>
                  <a:pt x="172347" y="0"/>
                </a:cubicBezTo>
              </a:path>
            </a:pathLst>
          </a:custGeom>
          <a:solidFill xmlns:a="http://schemas.openxmlformats.org/drawingml/2006/main">
            <a:srgbClr val="D7E8FF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6D58A23C-7223-4E99-9466-B2B56C39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45" y="967042"/>
            <a:ext cx="1867094" cy="548388"/>
          </a:xfrm>
          <a:custGeom xmlns:a="http://schemas.openxmlformats.org/drawingml/2006/main">
            <a:pathLst>
              <a:path w="1867094" h="548388">
                <a:moveTo>
                  <a:pt x="82258" y="0"/>
                </a:moveTo>
                <a:lnTo>
                  <a:pt x="1784836" y="0"/>
                </a:lnTo>
                <a:cubicBezTo>
                  <a:pt x="1790236" y="18"/>
                  <a:pt x="1795599" y="529"/>
                  <a:pt x="1800890" y="1587"/>
                </a:cubicBezTo>
                <a:cubicBezTo>
                  <a:pt x="1806198" y="2645"/>
                  <a:pt x="1811325" y="4196"/>
                  <a:pt x="1816324" y="6257"/>
                </a:cubicBezTo>
                <a:cubicBezTo>
                  <a:pt x="1821322" y="8337"/>
                  <a:pt x="1826047" y="10855"/>
                  <a:pt x="1830535" y="13865"/>
                </a:cubicBezTo>
                <a:cubicBezTo>
                  <a:pt x="1835041" y="16857"/>
                  <a:pt x="1839200" y="20268"/>
                  <a:pt x="1843013" y="24099"/>
                </a:cubicBezTo>
                <a:cubicBezTo>
                  <a:pt x="1846826" y="27912"/>
                  <a:pt x="1850237" y="32071"/>
                  <a:pt x="1853247" y="36559"/>
                </a:cubicBezTo>
                <a:cubicBezTo>
                  <a:pt x="1856239" y="41047"/>
                  <a:pt x="1858775" y="45790"/>
                  <a:pt x="1860837" y="50771"/>
                </a:cubicBezTo>
                <a:cubicBezTo>
                  <a:pt x="1862917" y="55769"/>
                  <a:pt x="1864467" y="60914"/>
                  <a:pt x="1865525" y="66204"/>
                </a:cubicBezTo>
                <a:cubicBezTo>
                  <a:pt x="1866565" y="71513"/>
                  <a:pt x="1867094" y="76858"/>
                  <a:pt x="1867094" y="82258"/>
                </a:cubicBezTo>
                <a:lnTo>
                  <a:pt x="1867094" y="466131"/>
                </a:lnTo>
                <a:cubicBezTo>
                  <a:pt x="1867094" y="471530"/>
                  <a:pt x="1866565" y="476875"/>
                  <a:pt x="1865525" y="482166"/>
                </a:cubicBezTo>
                <a:cubicBezTo>
                  <a:pt x="1864467" y="487456"/>
                  <a:pt x="1862917" y="492601"/>
                  <a:pt x="1860837" y="497600"/>
                </a:cubicBezTo>
                <a:cubicBezTo>
                  <a:pt x="1858775" y="502580"/>
                  <a:pt x="1856239" y="507324"/>
                  <a:pt x="1853247" y="511829"/>
                </a:cubicBezTo>
                <a:cubicBezTo>
                  <a:pt x="1850237" y="516317"/>
                  <a:pt x="1846826" y="520459"/>
                  <a:pt x="1843013" y="524289"/>
                </a:cubicBezTo>
                <a:cubicBezTo>
                  <a:pt x="1839200" y="528102"/>
                  <a:pt x="1835041" y="531513"/>
                  <a:pt x="1830535" y="534524"/>
                </a:cubicBezTo>
                <a:cubicBezTo>
                  <a:pt x="1826047" y="537516"/>
                  <a:pt x="1821322" y="540052"/>
                  <a:pt x="1816324" y="542113"/>
                </a:cubicBezTo>
                <a:cubicBezTo>
                  <a:pt x="1811325" y="544175"/>
                  <a:pt x="1806198" y="545743"/>
                  <a:pt x="1800890" y="546802"/>
                </a:cubicBezTo>
                <a:cubicBezTo>
                  <a:pt x="1795599" y="547860"/>
                  <a:pt x="1790236" y="548370"/>
                  <a:pt x="1784836" y="548388"/>
                </a:cubicBezTo>
                <a:lnTo>
                  <a:pt x="82258" y="548388"/>
                </a:lnTo>
                <a:cubicBezTo>
                  <a:pt x="76857" y="548370"/>
                  <a:pt x="71504" y="547860"/>
                  <a:pt x="66210" y="546802"/>
                </a:cubicBezTo>
                <a:cubicBezTo>
                  <a:pt x="60914" y="545743"/>
                  <a:pt x="55769" y="544175"/>
                  <a:pt x="50782" y="542113"/>
                </a:cubicBezTo>
                <a:cubicBezTo>
                  <a:pt x="45785" y="540052"/>
                  <a:pt x="41047" y="537516"/>
                  <a:pt x="36557" y="534524"/>
                </a:cubicBezTo>
                <a:cubicBezTo>
                  <a:pt x="32068" y="531513"/>
                  <a:pt x="27912" y="528102"/>
                  <a:pt x="24094" y="524289"/>
                </a:cubicBezTo>
                <a:cubicBezTo>
                  <a:pt x="20274" y="520459"/>
                  <a:pt x="16860" y="516317"/>
                  <a:pt x="13859" y="511829"/>
                </a:cubicBezTo>
                <a:cubicBezTo>
                  <a:pt x="10860" y="507324"/>
                  <a:pt x="8330" y="502580"/>
                  <a:pt x="6263" y="497600"/>
                </a:cubicBezTo>
                <a:cubicBezTo>
                  <a:pt x="4196" y="492601"/>
                  <a:pt x="2636" y="487456"/>
                  <a:pt x="1582" y="482166"/>
                </a:cubicBezTo>
                <a:cubicBezTo>
                  <a:pt x="527" y="476875"/>
                  <a:pt x="0" y="471530"/>
                  <a:pt x="0" y="466131"/>
                </a:cubicBezTo>
                <a:lnTo>
                  <a:pt x="0" y="82258"/>
                </a:lnTo>
                <a:cubicBezTo>
                  <a:pt x="0" y="76858"/>
                  <a:pt x="527" y="71513"/>
                  <a:pt x="1582" y="66204"/>
                </a:cubicBezTo>
                <a:cubicBezTo>
                  <a:pt x="2636" y="60914"/>
                  <a:pt x="4196" y="55769"/>
                  <a:pt x="6263" y="50771"/>
                </a:cubicBezTo>
                <a:cubicBezTo>
                  <a:pt x="8330" y="45790"/>
                  <a:pt x="10860" y="41047"/>
                  <a:pt x="13859" y="36559"/>
                </a:cubicBezTo>
                <a:cubicBezTo>
                  <a:pt x="16860" y="32071"/>
                  <a:pt x="20274" y="27912"/>
                  <a:pt x="24094" y="24099"/>
                </a:cubicBezTo>
                <a:cubicBezTo>
                  <a:pt x="27912" y="20268"/>
                  <a:pt x="32068" y="16857"/>
                  <a:pt x="36557" y="13865"/>
                </a:cubicBezTo>
                <a:cubicBezTo>
                  <a:pt x="41047" y="10855"/>
                  <a:pt x="45785" y="8337"/>
                  <a:pt x="50782" y="6257"/>
                </a:cubicBezTo>
                <a:cubicBezTo>
                  <a:pt x="55769" y="4196"/>
                  <a:pt x="60914" y="2645"/>
                  <a:pt x="66210" y="1587"/>
                </a:cubicBezTo>
                <a:cubicBezTo>
                  <a:pt x="71504" y="529"/>
                  <a:pt x="76857" y="18"/>
                  <a:pt x="8225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6" name="pdf-path-7">
            <a:extLst xmlns:a="http://schemas.openxmlformats.org/drawingml/2006/main">
              <a:ext uri="{FF2B5EF4-FFF2-40B4-BE49-F238E27FC236}">
                <a16:creationId xmlns:a16="http://schemas.microsoft.com/office/drawing/2014/main" id="{51DDADAA-5BE0-4798-86CC-1BEAA7B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54" y="1195299"/>
            <a:ext cx="169647" cy="135346"/>
          </a:xfrm>
          <a:custGeom xmlns:a="http://schemas.openxmlformats.org/drawingml/2006/main">
            <a:pathLst>
              <a:path w="169647" h="135346">
                <a:moveTo>
                  <a:pt x="34606" y="135346"/>
                </a:moveTo>
                <a:cubicBezTo>
                  <a:pt x="27664" y="135346"/>
                  <a:pt x="24194" y="131989"/>
                  <a:pt x="24194" y="125240"/>
                </a:cubicBezTo>
                <a:lnTo>
                  <a:pt x="24194" y="121883"/>
                </a:lnTo>
                <a:lnTo>
                  <a:pt x="28169" y="113308"/>
                </a:lnTo>
                <a:cubicBezTo>
                  <a:pt x="43484" y="81036"/>
                  <a:pt x="54607" y="53179"/>
                  <a:pt x="61549" y="29700"/>
                </a:cubicBezTo>
                <a:lnTo>
                  <a:pt x="64001" y="22348"/>
                </a:lnTo>
                <a:lnTo>
                  <a:pt x="54202" y="22348"/>
                </a:lnTo>
                <a:cubicBezTo>
                  <a:pt x="46442" y="22348"/>
                  <a:pt x="40932" y="22658"/>
                  <a:pt x="37661" y="23278"/>
                </a:cubicBezTo>
                <a:cubicBezTo>
                  <a:pt x="34398" y="23880"/>
                  <a:pt x="30415" y="25815"/>
                  <a:pt x="25717" y="29098"/>
                </a:cubicBezTo>
                <a:cubicBezTo>
                  <a:pt x="23474" y="30521"/>
                  <a:pt x="21229" y="32364"/>
                  <a:pt x="18984" y="34608"/>
                </a:cubicBezTo>
                <a:cubicBezTo>
                  <a:pt x="16740" y="36852"/>
                  <a:pt x="14801" y="38986"/>
                  <a:pt x="13170" y="41029"/>
                </a:cubicBezTo>
                <a:cubicBezTo>
                  <a:pt x="11530" y="43072"/>
                  <a:pt x="10618" y="44294"/>
                  <a:pt x="10411" y="44714"/>
                </a:cubicBezTo>
                <a:cubicBezTo>
                  <a:pt x="10004" y="44915"/>
                  <a:pt x="8472" y="45006"/>
                  <a:pt x="5814" y="45006"/>
                </a:cubicBezTo>
                <a:cubicBezTo>
                  <a:pt x="1937" y="45006"/>
                  <a:pt x="0" y="44003"/>
                  <a:pt x="0" y="41941"/>
                </a:cubicBezTo>
                <a:cubicBezTo>
                  <a:pt x="0" y="40719"/>
                  <a:pt x="1937" y="37162"/>
                  <a:pt x="5814" y="31233"/>
                </a:cubicBezTo>
                <a:cubicBezTo>
                  <a:pt x="9698" y="25322"/>
                  <a:pt x="15306" y="18992"/>
                  <a:pt x="22662" y="12242"/>
                </a:cubicBezTo>
                <a:cubicBezTo>
                  <a:pt x="30008" y="5510"/>
                  <a:pt x="37256" y="1642"/>
                  <a:pt x="44404" y="602"/>
                </a:cubicBezTo>
                <a:cubicBezTo>
                  <a:pt x="45829" y="201"/>
                  <a:pt x="68797" y="0"/>
                  <a:pt x="113299" y="0"/>
                </a:cubicBezTo>
                <a:cubicBezTo>
                  <a:pt x="145967" y="0"/>
                  <a:pt x="162705" y="110"/>
                  <a:pt x="163519" y="310"/>
                </a:cubicBezTo>
                <a:cubicBezTo>
                  <a:pt x="167602" y="1734"/>
                  <a:pt x="169647" y="4597"/>
                  <a:pt x="169647" y="8885"/>
                </a:cubicBezTo>
                <a:cubicBezTo>
                  <a:pt x="169647" y="15215"/>
                  <a:pt x="166376" y="19502"/>
                  <a:pt x="159848" y="21746"/>
                </a:cubicBezTo>
                <a:cubicBezTo>
                  <a:pt x="158622" y="22148"/>
                  <a:pt x="151575" y="22348"/>
                  <a:pt x="138719" y="22348"/>
                </a:cubicBezTo>
                <a:lnTo>
                  <a:pt x="119122" y="22348"/>
                </a:lnTo>
                <a:lnTo>
                  <a:pt x="118203" y="27566"/>
                </a:lnTo>
                <a:cubicBezTo>
                  <a:pt x="115751" y="42252"/>
                  <a:pt x="114525" y="54401"/>
                  <a:pt x="114525" y="63997"/>
                </a:cubicBezTo>
                <a:cubicBezTo>
                  <a:pt x="114525" y="74615"/>
                  <a:pt x="115445" y="84101"/>
                  <a:pt x="117283" y="92475"/>
                </a:cubicBezTo>
                <a:cubicBezTo>
                  <a:pt x="119122" y="100848"/>
                  <a:pt x="121060" y="107379"/>
                  <a:pt x="123098" y="112086"/>
                </a:cubicBezTo>
                <a:cubicBezTo>
                  <a:pt x="125143" y="116774"/>
                  <a:pt x="126162" y="119639"/>
                  <a:pt x="126162" y="120661"/>
                </a:cubicBezTo>
                <a:cubicBezTo>
                  <a:pt x="126162" y="124127"/>
                  <a:pt x="124730" y="127392"/>
                  <a:pt x="121871" y="130457"/>
                </a:cubicBezTo>
                <a:cubicBezTo>
                  <a:pt x="119015" y="133522"/>
                  <a:pt x="115344" y="135036"/>
                  <a:pt x="110849" y="135036"/>
                </a:cubicBezTo>
                <a:cubicBezTo>
                  <a:pt x="108603" y="135036"/>
                  <a:pt x="106764" y="134744"/>
                  <a:pt x="105339" y="134124"/>
                </a:cubicBezTo>
                <a:cubicBezTo>
                  <a:pt x="103907" y="133522"/>
                  <a:pt x="102275" y="131059"/>
                  <a:pt x="100436" y="126771"/>
                </a:cubicBezTo>
                <a:cubicBezTo>
                  <a:pt x="98598" y="122485"/>
                  <a:pt x="96966" y="116355"/>
                  <a:pt x="95541" y="108401"/>
                </a:cubicBezTo>
                <a:cubicBezTo>
                  <a:pt x="95335" y="106558"/>
                  <a:pt x="95235" y="102071"/>
                  <a:pt x="95235" y="94919"/>
                </a:cubicBezTo>
                <a:cubicBezTo>
                  <a:pt x="95235" y="84922"/>
                  <a:pt x="96154" y="74214"/>
                  <a:pt x="97993" y="62775"/>
                </a:cubicBezTo>
                <a:cubicBezTo>
                  <a:pt x="99825" y="51337"/>
                  <a:pt x="101662" y="41941"/>
                  <a:pt x="103501" y="34608"/>
                </a:cubicBezTo>
                <a:cubicBezTo>
                  <a:pt x="105339" y="27256"/>
                  <a:pt x="106359" y="23169"/>
                  <a:pt x="106565" y="22348"/>
                </a:cubicBezTo>
                <a:lnTo>
                  <a:pt x="76557" y="22348"/>
                </a:lnTo>
                <a:lnTo>
                  <a:pt x="76251" y="23570"/>
                </a:lnTo>
                <a:cubicBezTo>
                  <a:pt x="76251" y="24190"/>
                  <a:pt x="74304" y="32254"/>
                  <a:pt x="70428" y="47779"/>
                </a:cubicBezTo>
                <a:cubicBezTo>
                  <a:pt x="66551" y="63286"/>
                  <a:pt x="62162" y="79723"/>
                  <a:pt x="57260" y="97072"/>
                </a:cubicBezTo>
                <a:cubicBezTo>
                  <a:pt x="52363" y="114422"/>
                  <a:pt x="49200" y="124328"/>
                  <a:pt x="47766" y="126771"/>
                </a:cubicBezTo>
                <a:cubicBezTo>
                  <a:pt x="45522" y="132482"/>
                  <a:pt x="41133" y="135346"/>
                  <a:pt x="34606" y="1353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" name="pdf-path-9">
            <a:extLst xmlns:a="http://schemas.openxmlformats.org/drawingml/2006/main">
              <a:ext uri="{FF2B5EF4-FFF2-40B4-BE49-F238E27FC236}">
                <a16:creationId xmlns:a16="http://schemas.microsoft.com/office/drawing/2014/main" id="{8088F93F-5C5A-4289-A054-545DF87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63" y="1097626"/>
            <a:ext cx="73188" cy="306211"/>
          </a:xfrm>
          <a:custGeom xmlns:a="http://schemas.openxmlformats.org/drawingml/2006/main">
            <a:pathLst>
              <a:path w="73188" h="306211">
                <a:moveTo>
                  <a:pt x="0" y="153096"/>
                </a:moveTo>
                <a:cubicBezTo>
                  <a:pt x="0" y="139013"/>
                  <a:pt x="1019" y="125640"/>
                  <a:pt x="3065" y="112980"/>
                </a:cubicBezTo>
                <a:cubicBezTo>
                  <a:pt x="5102" y="100337"/>
                  <a:pt x="7454" y="89410"/>
                  <a:pt x="10105" y="80215"/>
                </a:cubicBezTo>
                <a:cubicBezTo>
                  <a:pt x="12764" y="71039"/>
                  <a:pt x="16533" y="62045"/>
                  <a:pt x="21436" y="53270"/>
                </a:cubicBezTo>
                <a:cubicBezTo>
                  <a:pt x="26339" y="44495"/>
                  <a:pt x="30216" y="37654"/>
                  <a:pt x="33073" y="32765"/>
                </a:cubicBezTo>
                <a:cubicBezTo>
                  <a:pt x="35932" y="27857"/>
                  <a:pt x="40220" y="22548"/>
                  <a:pt x="45936" y="16838"/>
                </a:cubicBezTo>
                <a:cubicBezTo>
                  <a:pt x="51652" y="11110"/>
                  <a:pt x="55016" y="7644"/>
                  <a:pt x="56041" y="6421"/>
                </a:cubicBezTo>
                <a:cubicBezTo>
                  <a:pt x="57061" y="5199"/>
                  <a:pt x="59611" y="3046"/>
                  <a:pt x="63694" y="0"/>
                </a:cubicBezTo>
                <a:lnTo>
                  <a:pt x="67678" y="0"/>
                </a:lnTo>
                <a:lnTo>
                  <a:pt x="68897" y="0"/>
                </a:lnTo>
                <a:cubicBezTo>
                  <a:pt x="71761" y="0"/>
                  <a:pt x="73188" y="912"/>
                  <a:pt x="73188" y="2736"/>
                </a:cubicBezTo>
                <a:cubicBezTo>
                  <a:pt x="73188" y="3356"/>
                  <a:pt x="71455" y="5491"/>
                  <a:pt x="67985" y="9176"/>
                </a:cubicBezTo>
                <a:cubicBezTo>
                  <a:pt x="64515" y="12843"/>
                  <a:pt x="60324" y="18261"/>
                  <a:pt x="55428" y="25413"/>
                </a:cubicBezTo>
                <a:cubicBezTo>
                  <a:pt x="50526" y="32545"/>
                  <a:pt x="45524" y="41339"/>
                  <a:pt x="40421" y="51737"/>
                </a:cubicBezTo>
                <a:cubicBezTo>
                  <a:pt x="35318" y="62154"/>
                  <a:pt x="31028" y="76238"/>
                  <a:pt x="27558" y="94006"/>
                </a:cubicBezTo>
                <a:cubicBezTo>
                  <a:pt x="24088" y="111758"/>
                  <a:pt x="22355" y="131460"/>
                  <a:pt x="22355" y="153096"/>
                </a:cubicBezTo>
                <a:cubicBezTo>
                  <a:pt x="22355" y="174732"/>
                  <a:pt x="24088" y="194344"/>
                  <a:pt x="27558" y="211894"/>
                </a:cubicBezTo>
                <a:cubicBezTo>
                  <a:pt x="31028" y="229444"/>
                  <a:pt x="35218" y="243637"/>
                  <a:pt x="40115" y="254455"/>
                </a:cubicBezTo>
                <a:cubicBezTo>
                  <a:pt x="45016" y="265273"/>
                  <a:pt x="50019" y="274066"/>
                  <a:pt x="55122" y="280798"/>
                </a:cubicBezTo>
                <a:cubicBezTo>
                  <a:pt x="60224" y="287530"/>
                  <a:pt x="64515" y="292930"/>
                  <a:pt x="67985" y="297016"/>
                </a:cubicBezTo>
                <a:cubicBezTo>
                  <a:pt x="71455" y="301103"/>
                  <a:pt x="73188" y="303256"/>
                  <a:pt x="73188" y="303456"/>
                </a:cubicBezTo>
                <a:cubicBezTo>
                  <a:pt x="73188" y="305299"/>
                  <a:pt x="71655" y="306211"/>
                  <a:pt x="68598" y="306211"/>
                </a:cubicBezTo>
                <a:lnTo>
                  <a:pt x="67678" y="306211"/>
                </a:lnTo>
                <a:lnTo>
                  <a:pt x="63694" y="306211"/>
                </a:lnTo>
                <a:lnTo>
                  <a:pt x="55122" y="298859"/>
                </a:lnTo>
                <a:cubicBezTo>
                  <a:pt x="35932" y="281510"/>
                  <a:pt x="21950" y="259874"/>
                  <a:pt x="13170" y="233932"/>
                </a:cubicBezTo>
                <a:cubicBezTo>
                  <a:pt x="4391" y="208008"/>
                  <a:pt x="0" y="181063"/>
                  <a:pt x="0" y="1530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8" name="pdf-path-11">
            <a:extLst xmlns:a="http://schemas.openxmlformats.org/drawingml/2006/main">
              <a:ext uri="{FF2B5EF4-FFF2-40B4-BE49-F238E27FC236}">
                <a16:creationId xmlns:a16="http://schemas.microsoft.com/office/drawing/2014/main" id="{D5D11288-8295-4ADD-8BC2-03BB43CA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00" y="1192234"/>
            <a:ext cx="144849" cy="138101"/>
          </a:xfrm>
          <a:custGeom xmlns:a="http://schemas.openxmlformats.org/drawingml/2006/main">
            <a:pathLst>
              <a:path w="144849" h="138101">
                <a:moveTo>
                  <a:pt x="0" y="86965"/>
                </a:moveTo>
                <a:cubicBezTo>
                  <a:pt x="0" y="66351"/>
                  <a:pt x="7761" y="46757"/>
                  <a:pt x="23275" y="28167"/>
                </a:cubicBezTo>
                <a:cubicBezTo>
                  <a:pt x="38789" y="9596"/>
                  <a:pt x="56247" y="201"/>
                  <a:pt x="75638" y="0"/>
                </a:cubicBezTo>
                <a:cubicBezTo>
                  <a:pt x="86049" y="0"/>
                  <a:pt x="95235" y="4999"/>
                  <a:pt x="103202" y="15014"/>
                </a:cubicBezTo>
                <a:cubicBezTo>
                  <a:pt x="106465" y="8885"/>
                  <a:pt x="111163" y="5820"/>
                  <a:pt x="117283" y="5820"/>
                </a:cubicBezTo>
                <a:cubicBezTo>
                  <a:pt x="119942" y="5820"/>
                  <a:pt x="122286" y="6641"/>
                  <a:pt x="124331" y="8264"/>
                </a:cubicBezTo>
                <a:cubicBezTo>
                  <a:pt x="126370" y="9906"/>
                  <a:pt x="127388" y="11950"/>
                  <a:pt x="127388" y="14394"/>
                </a:cubicBezTo>
                <a:cubicBezTo>
                  <a:pt x="127388" y="17058"/>
                  <a:pt x="123612" y="33385"/>
                  <a:pt x="116058" y="63395"/>
                </a:cubicBezTo>
                <a:cubicBezTo>
                  <a:pt x="108505" y="93405"/>
                  <a:pt x="104628" y="110335"/>
                  <a:pt x="104428" y="114221"/>
                </a:cubicBezTo>
                <a:cubicBezTo>
                  <a:pt x="104428" y="119328"/>
                  <a:pt x="105141" y="122703"/>
                  <a:pt x="106565" y="124328"/>
                </a:cubicBezTo>
                <a:cubicBezTo>
                  <a:pt x="107998" y="125969"/>
                  <a:pt x="110143" y="126881"/>
                  <a:pt x="113002" y="127082"/>
                </a:cubicBezTo>
                <a:cubicBezTo>
                  <a:pt x="114839" y="126881"/>
                  <a:pt x="116879" y="125969"/>
                  <a:pt x="119122" y="124328"/>
                </a:cubicBezTo>
                <a:cubicBezTo>
                  <a:pt x="123413" y="120240"/>
                  <a:pt x="127596" y="110444"/>
                  <a:pt x="131679" y="94938"/>
                </a:cubicBezTo>
                <a:cubicBezTo>
                  <a:pt x="132905" y="90851"/>
                  <a:pt x="133923" y="88699"/>
                  <a:pt x="134742" y="88498"/>
                </a:cubicBezTo>
                <a:cubicBezTo>
                  <a:pt x="135149" y="88297"/>
                  <a:pt x="136169" y="88188"/>
                  <a:pt x="137800" y="88188"/>
                </a:cubicBezTo>
                <a:lnTo>
                  <a:pt x="139026" y="88188"/>
                </a:lnTo>
                <a:cubicBezTo>
                  <a:pt x="142909" y="88188"/>
                  <a:pt x="144849" y="89118"/>
                  <a:pt x="144849" y="90942"/>
                </a:cubicBezTo>
                <a:cubicBezTo>
                  <a:pt x="144849" y="92183"/>
                  <a:pt x="144334" y="94938"/>
                  <a:pt x="143316" y="99225"/>
                </a:cubicBezTo>
                <a:cubicBezTo>
                  <a:pt x="142297" y="103512"/>
                  <a:pt x="140251" y="109021"/>
                  <a:pt x="137187" y="115753"/>
                </a:cubicBezTo>
                <a:cubicBezTo>
                  <a:pt x="134131" y="122485"/>
                  <a:pt x="130860" y="127593"/>
                  <a:pt x="127388" y="131059"/>
                </a:cubicBezTo>
                <a:cubicBezTo>
                  <a:pt x="124737" y="133723"/>
                  <a:pt x="121474" y="135857"/>
                  <a:pt x="117590" y="137499"/>
                </a:cubicBezTo>
                <a:cubicBezTo>
                  <a:pt x="115959" y="137900"/>
                  <a:pt x="113507" y="138101"/>
                  <a:pt x="110243" y="138101"/>
                </a:cubicBezTo>
                <a:cubicBezTo>
                  <a:pt x="103302" y="138101"/>
                  <a:pt x="97488" y="136587"/>
                  <a:pt x="92790" y="133522"/>
                </a:cubicBezTo>
                <a:cubicBezTo>
                  <a:pt x="88094" y="130457"/>
                  <a:pt x="85030" y="127282"/>
                  <a:pt x="83598" y="124017"/>
                </a:cubicBezTo>
                <a:lnTo>
                  <a:pt x="81766" y="119420"/>
                </a:lnTo>
                <a:cubicBezTo>
                  <a:pt x="81560" y="119219"/>
                  <a:pt x="81153" y="119328"/>
                  <a:pt x="80542" y="119730"/>
                </a:cubicBezTo>
                <a:cubicBezTo>
                  <a:pt x="80128" y="120150"/>
                  <a:pt x="79721" y="120551"/>
                  <a:pt x="79316" y="120952"/>
                </a:cubicBezTo>
                <a:cubicBezTo>
                  <a:pt x="67272" y="132391"/>
                  <a:pt x="55021" y="138101"/>
                  <a:pt x="42565" y="138101"/>
                </a:cubicBezTo>
                <a:cubicBezTo>
                  <a:pt x="31342" y="138101"/>
                  <a:pt x="21436" y="134033"/>
                  <a:pt x="12863" y="125860"/>
                </a:cubicBezTo>
                <a:cubicBezTo>
                  <a:pt x="4291" y="117687"/>
                  <a:pt x="0" y="104734"/>
                  <a:pt x="0" y="86965"/>
                </a:cubicBezTo>
                <a:moveTo>
                  <a:pt x="97380" y="34607"/>
                </a:moveTo>
                <a:cubicBezTo>
                  <a:pt x="97380" y="33385"/>
                  <a:pt x="96875" y="31141"/>
                  <a:pt x="95848" y="27876"/>
                </a:cubicBezTo>
                <a:cubicBezTo>
                  <a:pt x="94830" y="24610"/>
                  <a:pt x="92484" y="21034"/>
                  <a:pt x="88808" y="17149"/>
                </a:cubicBezTo>
                <a:cubicBezTo>
                  <a:pt x="85130" y="13281"/>
                  <a:pt x="80434" y="11220"/>
                  <a:pt x="74719" y="11037"/>
                </a:cubicBezTo>
                <a:cubicBezTo>
                  <a:pt x="67578" y="11037"/>
                  <a:pt x="60737" y="14193"/>
                  <a:pt x="54203" y="20524"/>
                </a:cubicBezTo>
                <a:cubicBezTo>
                  <a:pt x="47675" y="26854"/>
                  <a:pt x="42565" y="35118"/>
                  <a:pt x="38895" y="45316"/>
                </a:cubicBezTo>
                <a:cubicBezTo>
                  <a:pt x="32973" y="61443"/>
                  <a:pt x="28790" y="78191"/>
                  <a:pt x="26340" y="95540"/>
                </a:cubicBezTo>
                <a:cubicBezTo>
                  <a:pt x="26340" y="96160"/>
                  <a:pt x="26340" y="97273"/>
                  <a:pt x="26340" y="98915"/>
                </a:cubicBezTo>
                <a:cubicBezTo>
                  <a:pt x="26340" y="100538"/>
                  <a:pt x="26239" y="101761"/>
                  <a:pt x="26033" y="102581"/>
                </a:cubicBezTo>
                <a:cubicBezTo>
                  <a:pt x="26033" y="111776"/>
                  <a:pt x="27870" y="118106"/>
                  <a:pt x="31541" y="121573"/>
                </a:cubicBezTo>
                <a:cubicBezTo>
                  <a:pt x="35219" y="125039"/>
                  <a:pt x="39608" y="126881"/>
                  <a:pt x="44710" y="127082"/>
                </a:cubicBezTo>
                <a:cubicBezTo>
                  <a:pt x="52471" y="127082"/>
                  <a:pt x="60124" y="123725"/>
                  <a:pt x="67679" y="116975"/>
                </a:cubicBezTo>
                <a:cubicBezTo>
                  <a:pt x="75231" y="110243"/>
                  <a:pt x="79721" y="105044"/>
                  <a:pt x="81153" y="101359"/>
                </a:cubicBezTo>
                <a:cubicBezTo>
                  <a:pt x="81560" y="100538"/>
                  <a:pt x="84318" y="89629"/>
                  <a:pt x="89421" y="68595"/>
                </a:cubicBezTo>
                <a:cubicBezTo>
                  <a:pt x="94523" y="47560"/>
                  <a:pt x="97181" y="36249"/>
                  <a:pt x="97380" y="346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" name="pdf-path-13">
            <a:extLst xmlns:a="http://schemas.openxmlformats.org/drawingml/2006/main">
              <a:ext uri="{FF2B5EF4-FFF2-40B4-BE49-F238E27FC236}">
                <a16:creationId xmlns:a16="http://schemas.microsoft.com/office/drawing/2014/main" id="{B3D32509-4FD1-4021-B080-E8175A80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98" y="1097626"/>
            <a:ext cx="12250" cy="305901"/>
          </a:xfrm>
          <a:custGeom xmlns:a="http://schemas.openxmlformats.org/drawingml/2006/main">
            <a:pathLst>
              <a:path w="12250" h="305901">
                <a:moveTo>
                  <a:pt x="6122" y="305901"/>
                </a:moveTo>
                <a:lnTo>
                  <a:pt x="5509" y="305901"/>
                </a:lnTo>
                <a:cubicBezTo>
                  <a:pt x="3057" y="305901"/>
                  <a:pt x="1226" y="304478"/>
                  <a:pt x="0" y="301613"/>
                </a:cubicBezTo>
                <a:lnTo>
                  <a:pt x="0" y="152786"/>
                </a:lnTo>
                <a:lnTo>
                  <a:pt x="306" y="3977"/>
                </a:lnTo>
                <a:cubicBezTo>
                  <a:pt x="2346" y="1313"/>
                  <a:pt x="4283" y="0"/>
                  <a:pt x="6122" y="0"/>
                </a:cubicBezTo>
                <a:cubicBezTo>
                  <a:pt x="8780" y="0"/>
                  <a:pt x="10818" y="1532"/>
                  <a:pt x="12250" y="4579"/>
                </a:cubicBezTo>
                <a:lnTo>
                  <a:pt x="12250" y="301613"/>
                </a:lnTo>
                <a:cubicBezTo>
                  <a:pt x="10612" y="304478"/>
                  <a:pt x="8780" y="305901"/>
                  <a:pt x="6735" y="305901"/>
                </a:cubicBezTo>
                <a:lnTo>
                  <a:pt x="6122" y="3059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0" name="pdf-path-15">
            <a:extLst xmlns:a="http://schemas.openxmlformats.org/drawingml/2006/main">
              <a:ext uri="{FF2B5EF4-FFF2-40B4-BE49-F238E27FC236}">
                <a16:creationId xmlns:a16="http://schemas.microsoft.com/office/drawing/2014/main" id="{5AC31994-D9F1-4133-AFE6-63E113ED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84" y="1191724"/>
            <a:ext cx="112075" cy="138611"/>
          </a:xfrm>
          <a:custGeom xmlns:a="http://schemas.openxmlformats.org/drawingml/2006/main">
            <a:pathLst>
              <a:path w="112075" h="138611">
                <a:moveTo>
                  <a:pt x="23888" y="47049"/>
                </a:moveTo>
                <a:cubicBezTo>
                  <a:pt x="23888" y="40536"/>
                  <a:pt x="25520" y="33896"/>
                  <a:pt x="28784" y="27146"/>
                </a:cubicBezTo>
                <a:cubicBezTo>
                  <a:pt x="32048" y="20414"/>
                  <a:pt x="37769" y="14193"/>
                  <a:pt x="45929" y="8483"/>
                </a:cubicBezTo>
                <a:cubicBezTo>
                  <a:pt x="54097" y="2755"/>
                  <a:pt x="64001" y="0"/>
                  <a:pt x="75638" y="201"/>
                </a:cubicBezTo>
                <a:cubicBezTo>
                  <a:pt x="88295" y="201"/>
                  <a:pt x="97481" y="2955"/>
                  <a:pt x="103196" y="8483"/>
                </a:cubicBezTo>
                <a:cubicBezTo>
                  <a:pt x="108910" y="13993"/>
                  <a:pt x="111874" y="20104"/>
                  <a:pt x="112075" y="26854"/>
                </a:cubicBezTo>
                <a:cubicBezTo>
                  <a:pt x="112075" y="33385"/>
                  <a:pt x="110344" y="38183"/>
                  <a:pt x="106872" y="41248"/>
                </a:cubicBezTo>
                <a:cubicBezTo>
                  <a:pt x="103402" y="44294"/>
                  <a:pt x="99518" y="45936"/>
                  <a:pt x="95235" y="46137"/>
                </a:cubicBezTo>
                <a:cubicBezTo>
                  <a:pt x="92577" y="46137"/>
                  <a:pt x="90132" y="45334"/>
                  <a:pt x="87881" y="43692"/>
                </a:cubicBezTo>
                <a:cubicBezTo>
                  <a:pt x="85637" y="42051"/>
                  <a:pt x="84411" y="39405"/>
                  <a:pt x="84210" y="35720"/>
                </a:cubicBezTo>
                <a:cubicBezTo>
                  <a:pt x="84210" y="32455"/>
                  <a:pt x="85130" y="29608"/>
                  <a:pt x="86969" y="27146"/>
                </a:cubicBezTo>
                <a:cubicBezTo>
                  <a:pt x="88801" y="24701"/>
                  <a:pt x="90539" y="22877"/>
                  <a:pt x="92172" y="21637"/>
                </a:cubicBezTo>
                <a:cubicBezTo>
                  <a:pt x="93803" y="20414"/>
                  <a:pt x="95129" y="19812"/>
                  <a:pt x="96154" y="19812"/>
                </a:cubicBezTo>
                <a:cubicBezTo>
                  <a:pt x="96355" y="19812"/>
                  <a:pt x="96461" y="19702"/>
                  <a:pt x="96461" y="19502"/>
                </a:cubicBezTo>
                <a:cubicBezTo>
                  <a:pt x="96461" y="18882"/>
                  <a:pt x="95742" y="17970"/>
                  <a:pt x="94315" y="16748"/>
                </a:cubicBezTo>
                <a:cubicBezTo>
                  <a:pt x="92883" y="15525"/>
                  <a:pt x="90333" y="14394"/>
                  <a:pt x="86662" y="13372"/>
                </a:cubicBezTo>
                <a:cubicBezTo>
                  <a:pt x="82986" y="12351"/>
                  <a:pt x="79002" y="11731"/>
                  <a:pt x="74719" y="11548"/>
                </a:cubicBezTo>
                <a:cubicBezTo>
                  <a:pt x="64920" y="11548"/>
                  <a:pt x="57773" y="14193"/>
                  <a:pt x="53283" y="19502"/>
                </a:cubicBezTo>
                <a:cubicBezTo>
                  <a:pt x="48793" y="24811"/>
                  <a:pt x="46442" y="30211"/>
                  <a:pt x="46236" y="35720"/>
                </a:cubicBezTo>
                <a:cubicBezTo>
                  <a:pt x="46236" y="40828"/>
                  <a:pt x="48180" y="44404"/>
                  <a:pt x="52057" y="46447"/>
                </a:cubicBezTo>
                <a:cubicBezTo>
                  <a:pt x="55934" y="48490"/>
                  <a:pt x="61551" y="50223"/>
                  <a:pt x="68897" y="51646"/>
                </a:cubicBezTo>
                <a:cubicBezTo>
                  <a:pt x="76251" y="53088"/>
                  <a:pt x="81552" y="54602"/>
                  <a:pt x="84823" y="56244"/>
                </a:cubicBezTo>
                <a:cubicBezTo>
                  <a:pt x="98292" y="62173"/>
                  <a:pt x="105033" y="71969"/>
                  <a:pt x="105033" y="85651"/>
                </a:cubicBezTo>
                <a:cubicBezTo>
                  <a:pt x="105033" y="91362"/>
                  <a:pt x="103907" y="97072"/>
                  <a:pt x="101664" y="102800"/>
                </a:cubicBezTo>
                <a:cubicBezTo>
                  <a:pt x="99418" y="108510"/>
                  <a:pt x="96048" y="114220"/>
                  <a:pt x="91559" y="119930"/>
                </a:cubicBezTo>
                <a:cubicBezTo>
                  <a:pt x="87069" y="125659"/>
                  <a:pt x="80640" y="130147"/>
                  <a:pt x="72269" y="133412"/>
                </a:cubicBezTo>
                <a:cubicBezTo>
                  <a:pt x="63895" y="136678"/>
                  <a:pt x="54303" y="138411"/>
                  <a:pt x="43484" y="138611"/>
                </a:cubicBezTo>
                <a:cubicBezTo>
                  <a:pt x="27764" y="138611"/>
                  <a:pt x="16640" y="135656"/>
                  <a:pt x="10105" y="129727"/>
                </a:cubicBezTo>
                <a:cubicBezTo>
                  <a:pt x="3570" y="123816"/>
                  <a:pt x="208" y="116884"/>
                  <a:pt x="0" y="108911"/>
                </a:cubicBezTo>
                <a:cubicBezTo>
                  <a:pt x="0" y="100958"/>
                  <a:pt x="2146" y="95229"/>
                  <a:pt x="6429" y="91763"/>
                </a:cubicBezTo>
                <a:cubicBezTo>
                  <a:pt x="10718" y="88297"/>
                  <a:pt x="15208" y="86563"/>
                  <a:pt x="19903" y="86563"/>
                </a:cubicBezTo>
                <a:cubicBezTo>
                  <a:pt x="22968" y="86563"/>
                  <a:pt x="25825" y="87476"/>
                  <a:pt x="28478" y="89318"/>
                </a:cubicBezTo>
                <a:cubicBezTo>
                  <a:pt x="31136" y="91161"/>
                  <a:pt x="32560" y="94317"/>
                  <a:pt x="32766" y="98805"/>
                </a:cubicBezTo>
                <a:cubicBezTo>
                  <a:pt x="32766" y="104114"/>
                  <a:pt x="30928" y="108601"/>
                  <a:pt x="27252" y="112286"/>
                </a:cubicBezTo>
                <a:cubicBezTo>
                  <a:pt x="23581" y="115953"/>
                  <a:pt x="20418" y="117796"/>
                  <a:pt x="17760" y="117796"/>
                </a:cubicBezTo>
                <a:cubicBezTo>
                  <a:pt x="17353" y="117997"/>
                  <a:pt x="17047" y="118106"/>
                  <a:pt x="16840" y="118106"/>
                </a:cubicBezTo>
                <a:cubicBezTo>
                  <a:pt x="16640" y="118106"/>
                  <a:pt x="16534" y="118307"/>
                  <a:pt x="16534" y="118708"/>
                </a:cubicBezTo>
                <a:cubicBezTo>
                  <a:pt x="16740" y="119329"/>
                  <a:pt x="17559" y="120149"/>
                  <a:pt x="18984" y="121171"/>
                </a:cubicBezTo>
                <a:cubicBezTo>
                  <a:pt x="20418" y="122174"/>
                  <a:pt x="23581" y="123506"/>
                  <a:pt x="28478" y="125148"/>
                </a:cubicBezTo>
                <a:cubicBezTo>
                  <a:pt x="33380" y="126771"/>
                  <a:pt x="38988" y="127483"/>
                  <a:pt x="45323" y="127282"/>
                </a:cubicBezTo>
                <a:cubicBezTo>
                  <a:pt x="52670" y="127282"/>
                  <a:pt x="58998" y="126170"/>
                  <a:pt x="64307" y="123926"/>
                </a:cubicBezTo>
                <a:cubicBezTo>
                  <a:pt x="69616" y="121681"/>
                  <a:pt x="73492" y="118818"/>
                  <a:pt x="75945" y="115351"/>
                </a:cubicBezTo>
                <a:cubicBezTo>
                  <a:pt x="78389" y="111885"/>
                  <a:pt x="80127" y="108711"/>
                  <a:pt x="81148" y="105846"/>
                </a:cubicBezTo>
                <a:cubicBezTo>
                  <a:pt x="82165" y="103001"/>
                  <a:pt x="82680" y="100447"/>
                  <a:pt x="82680" y="98203"/>
                </a:cubicBezTo>
                <a:cubicBezTo>
                  <a:pt x="82680" y="92474"/>
                  <a:pt x="80535" y="88206"/>
                  <a:pt x="76251" y="85341"/>
                </a:cubicBezTo>
                <a:cubicBezTo>
                  <a:pt x="71962" y="82477"/>
                  <a:pt x="67058" y="80744"/>
                  <a:pt x="61551" y="80124"/>
                </a:cubicBezTo>
                <a:cubicBezTo>
                  <a:pt x="56041" y="79522"/>
                  <a:pt x="50012" y="77989"/>
                  <a:pt x="43484" y="75545"/>
                </a:cubicBezTo>
                <a:cubicBezTo>
                  <a:pt x="36950" y="73082"/>
                  <a:pt x="32154" y="69506"/>
                  <a:pt x="29091" y="64818"/>
                </a:cubicBezTo>
                <a:cubicBezTo>
                  <a:pt x="25619" y="59709"/>
                  <a:pt x="23888" y="53799"/>
                  <a:pt x="23888" y="470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1" name="pdf-path-17">
            <a:extLst xmlns:a="http://schemas.openxmlformats.org/drawingml/2006/main">
              <a:ext uri="{FF2B5EF4-FFF2-40B4-BE49-F238E27FC236}">
                <a16:creationId xmlns:a16="http://schemas.microsoft.com/office/drawing/2014/main" id="{EBBD64D7-67F0-45CF-A8BD-CEB04A61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52" y="1290219"/>
            <a:ext cx="40427" cy="96670"/>
          </a:xfrm>
          <a:custGeom xmlns:a="http://schemas.openxmlformats.org/drawingml/2006/main">
            <a:pathLst>
              <a:path w="40427" h="96670">
                <a:moveTo>
                  <a:pt x="0" y="26343"/>
                </a:moveTo>
                <a:cubicBezTo>
                  <a:pt x="0" y="26343"/>
                  <a:pt x="0" y="23789"/>
                  <a:pt x="0" y="18699"/>
                </a:cubicBezTo>
                <a:cubicBezTo>
                  <a:pt x="0" y="13573"/>
                  <a:pt x="1640" y="9194"/>
                  <a:pt x="4904" y="5527"/>
                </a:cubicBezTo>
                <a:cubicBezTo>
                  <a:pt x="8168" y="1843"/>
                  <a:pt x="12557" y="0"/>
                  <a:pt x="18072" y="0"/>
                </a:cubicBezTo>
                <a:cubicBezTo>
                  <a:pt x="23788" y="0"/>
                  <a:pt x="28890" y="2554"/>
                  <a:pt x="33380" y="7662"/>
                </a:cubicBezTo>
                <a:cubicBezTo>
                  <a:pt x="37877" y="12770"/>
                  <a:pt x="40221" y="21746"/>
                  <a:pt x="40427" y="34607"/>
                </a:cubicBezTo>
                <a:cubicBezTo>
                  <a:pt x="40427" y="41758"/>
                  <a:pt x="39508" y="48691"/>
                  <a:pt x="37670" y="55441"/>
                </a:cubicBezTo>
                <a:cubicBezTo>
                  <a:pt x="35832" y="62173"/>
                  <a:pt x="33686" y="67992"/>
                  <a:pt x="31234" y="72881"/>
                </a:cubicBezTo>
                <a:cubicBezTo>
                  <a:pt x="28790" y="77789"/>
                  <a:pt x="26132" y="81967"/>
                  <a:pt x="23275" y="85451"/>
                </a:cubicBezTo>
                <a:cubicBezTo>
                  <a:pt x="20418" y="88917"/>
                  <a:pt x="17966" y="91671"/>
                  <a:pt x="15928" y="93715"/>
                </a:cubicBezTo>
                <a:cubicBezTo>
                  <a:pt x="13883" y="95758"/>
                  <a:pt x="12557" y="96670"/>
                  <a:pt x="11944" y="96470"/>
                </a:cubicBezTo>
                <a:cubicBezTo>
                  <a:pt x="11132" y="96470"/>
                  <a:pt x="9806" y="95539"/>
                  <a:pt x="7967" y="93715"/>
                </a:cubicBezTo>
                <a:cubicBezTo>
                  <a:pt x="6130" y="91872"/>
                  <a:pt x="5210" y="90541"/>
                  <a:pt x="5210" y="89738"/>
                </a:cubicBezTo>
                <a:cubicBezTo>
                  <a:pt x="5210" y="88917"/>
                  <a:pt x="6336" y="87275"/>
                  <a:pt x="8580" y="84830"/>
                </a:cubicBezTo>
                <a:cubicBezTo>
                  <a:pt x="10826" y="82386"/>
                  <a:pt x="13376" y="79321"/>
                  <a:pt x="16235" y="75636"/>
                </a:cubicBezTo>
                <a:cubicBezTo>
                  <a:pt x="19092" y="71969"/>
                  <a:pt x="21743" y="66861"/>
                  <a:pt x="24194" y="60330"/>
                </a:cubicBezTo>
                <a:cubicBezTo>
                  <a:pt x="26646" y="53799"/>
                  <a:pt x="28277" y="46356"/>
                  <a:pt x="29096" y="37982"/>
                </a:cubicBezTo>
                <a:lnTo>
                  <a:pt x="29096" y="34297"/>
                </a:lnTo>
                <a:lnTo>
                  <a:pt x="28790" y="34607"/>
                </a:lnTo>
                <a:cubicBezTo>
                  <a:pt x="28377" y="34826"/>
                  <a:pt x="27872" y="35009"/>
                  <a:pt x="27259" y="35227"/>
                </a:cubicBezTo>
                <a:cubicBezTo>
                  <a:pt x="26646" y="35428"/>
                  <a:pt x="26033" y="35738"/>
                  <a:pt x="25420" y="36140"/>
                </a:cubicBezTo>
                <a:cubicBezTo>
                  <a:pt x="24807" y="36541"/>
                  <a:pt x="23888" y="36760"/>
                  <a:pt x="22662" y="36760"/>
                </a:cubicBezTo>
                <a:cubicBezTo>
                  <a:pt x="21436" y="36760"/>
                  <a:pt x="20217" y="36851"/>
                  <a:pt x="18991" y="37070"/>
                </a:cubicBezTo>
                <a:cubicBezTo>
                  <a:pt x="13477" y="37070"/>
                  <a:pt x="8987" y="35319"/>
                  <a:pt x="5517" y="31852"/>
                </a:cubicBezTo>
                <a:lnTo>
                  <a:pt x="0" y="263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2" name="pdf-path-19">
            <a:extLst xmlns:a="http://schemas.openxmlformats.org/drawingml/2006/main">
              <a:ext uri="{FF2B5EF4-FFF2-40B4-BE49-F238E27FC236}">
                <a16:creationId xmlns:a16="http://schemas.microsoft.com/office/drawing/2014/main" id="{13DAC2C1-7555-487F-A8BA-F955254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" y="1191924"/>
            <a:ext cx="132591" cy="138721"/>
          </a:xfrm>
          <a:custGeom xmlns:a="http://schemas.openxmlformats.org/drawingml/2006/main">
            <a:pathLst>
              <a:path w="132591" h="138721">
                <a:moveTo>
                  <a:pt x="95534" y="31853"/>
                </a:moveTo>
                <a:cubicBezTo>
                  <a:pt x="93496" y="31853"/>
                  <a:pt x="88087" y="30722"/>
                  <a:pt x="79309" y="28477"/>
                </a:cubicBezTo>
                <a:cubicBezTo>
                  <a:pt x="70528" y="26234"/>
                  <a:pt x="64101" y="25121"/>
                  <a:pt x="60018" y="25121"/>
                </a:cubicBezTo>
                <a:cubicBezTo>
                  <a:pt x="55934" y="25121"/>
                  <a:pt x="52464" y="25522"/>
                  <a:pt x="49607" y="26343"/>
                </a:cubicBezTo>
                <a:cubicBezTo>
                  <a:pt x="46748" y="27164"/>
                  <a:pt x="44396" y="28186"/>
                  <a:pt x="42557" y="29408"/>
                </a:cubicBezTo>
                <a:cubicBezTo>
                  <a:pt x="40726" y="30630"/>
                  <a:pt x="39502" y="31743"/>
                  <a:pt x="38889" y="32783"/>
                </a:cubicBezTo>
                <a:cubicBezTo>
                  <a:pt x="38276" y="33786"/>
                  <a:pt x="37562" y="34917"/>
                  <a:pt x="36743" y="36140"/>
                </a:cubicBezTo>
                <a:lnTo>
                  <a:pt x="36130" y="37362"/>
                </a:lnTo>
                <a:cubicBezTo>
                  <a:pt x="35517" y="37983"/>
                  <a:pt x="33985" y="38293"/>
                  <a:pt x="31533" y="38293"/>
                </a:cubicBezTo>
                <a:cubicBezTo>
                  <a:pt x="27251" y="38293"/>
                  <a:pt x="25106" y="37472"/>
                  <a:pt x="25106" y="35829"/>
                </a:cubicBezTo>
                <a:cubicBezTo>
                  <a:pt x="25106" y="34808"/>
                  <a:pt x="25413" y="33385"/>
                  <a:pt x="26026" y="31543"/>
                </a:cubicBezTo>
                <a:cubicBezTo>
                  <a:pt x="28676" y="23588"/>
                  <a:pt x="33066" y="16747"/>
                  <a:pt x="39195" y="11037"/>
                </a:cubicBezTo>
                <a:cubicBezTo>
                  <a:pt x="45316" y="5309"/>
                  <a:pt x="52056" y="1843"/>
                  <a:pt x="59405" y="620"/>
                </a:cubicBezTo>
                <a:cubicBezTo>
                  <a:pt x="61857" y="201"/>
                  <a:pt x="63588" y="0"/>
                  <a:pt x="64606" y="0"/>
                </a:cubicBezTo>
                <a:cubicBezTo>
                  <a:pt x="69716" y="0"/>
                  <a:pt x="74306" y="1733"/>
                  <a:pt x="78389" y="5217"/>
                </a:cubicBezTo>
                <a:cubicBezTo>
                  <a:pt x="82471" y="8684"/>
                  <a:pt x="86348" y="12059"/>
                  <a:pt x="90026" y="15324"/>
                </a:cubicBezTo>
                <a:cubicBezTo>
                  <a:pt x="93704" y="18590"/>
                  <a:pt x="97580" y="20323"/>
                  <a:pt x="101663" y="20524"/>
                </a:cubicBezTo>
                <a:cubicBezTo>
                  <a:pt x="106153" y="20524"/>
                  <a:pt x="110643" y="17149"/>
                  <a:pt x="115140" y="10417"/>
                </a:cubicBezTo>
                <a:cubicBezTo>
                  <a:pt x="119627" y="3685"/>
                  <a:pt x="121974" y="310"/>
                  <a:pt x="122180" y="310"/>
                </a:cubicBezTo>
                <a:cubicBezTo>
                  <a:pt x="122379" y="110"/>
                  <a:pt x="123911" y="0"/>
                  <a:pt x="126770" y="0"/>
                </a:cubicBezTo>
                <a:lnTo>
                  <a:pt x="130752" y="0"/>
                </a:lnTo>
                <a:cubicBezTo>
                  <a:pt x="131978" y="1240"/>
                  <a:pt x="132591" y="2043"/>
                  <a:pt x="132591" y="2444"/>
                </a:cubicBezTo>
                <a:cubicBezTo>
                  <a:pt x="132591" y="3266"/>
                  <a:pt x="132078" y="4707"/>
                  <a:pt x="131058" y="6750"/>
                </a:cubicBezTo>
                <a:cubicBezTo>
                  <a:pt x="130040" y="8794"/>
                  <a:pt x="128607" y="10928"/>
                  <a:pt x="126770" y="13172"/>
                </a:cubicBezTo>
                <a:cubicBezTo>
                  <a:pt x="124938" y="15415"/>
                  <a:pt x="123199" y="17659"/>
                  <a:pt x="121567" y="19903"/>
                </a:cubicBezTo>
                <a:cubicBezTo>
                  <a:pt x="119934" y="22166"/>
                  <a:pt x="118501" y="24099"/>
                  <a:pt x="117276" y="25723"/>
                </a:cubicBezTo>
                <a:lnTo>
                  <a:pt x="115140" y="28477"/>
                </a:lnTo>
                <a:cubicBezTo>
                  <a:pt x="106359" y="38895"/>
                  <a:pt x="92478" y="52686"/>
                  <a:pt x="73487" y="69817"/>
                </a:cubicBezTo>
                <a:cubicBezTo>
                  <a:pt x="54501" y="86965"/>
                  <a:pt x="42766" y="98002"/>
                  <a:pt x="38276" y="102891"/>
                </a:cubicBezTo>
                <a:lnTo>
                  <a:pt x="34598" y="106576"/>
                </a:lnTo>
                <a:lnTo>
                  <a:pt x="39195" y="106868"/>
                </a:lnTo>
                <a:cubicBezTo>
                  <a:pt x="43685" y="106868"/>
                  <a:pt x="50219" y="108000"/>
                  <a:pt x="58792" y="110243"/>
                </a:cubicBezTo>
                <a:cubicBezTo>
                  <a:pt x="67364" y="112487"/>
                  <a:pt x="73792" y="113619"/>
                  <a:pt x="78082" y="113619"/>
                </a:cubicBezTo>
                <a:cubicBezTo>
                  <a:pt x="85843" y="113619"/>
                  <a:pt x="92983" y="111685"/>
                  <a:pt x="99518" y="107799"/>
                </a:cubicBezTo>
                <a:cubicBezTo>
                  <a:pt x="106053" y="103913"/>
                  <a:pt x="110336" y="98805"/>
                  <a:pt x="112381" y="92493"/>
                </a:cubicBezTo>
                <a:cubicBezTo>
                  <a:pt x="113193" y="90650"/>
                  <a:pt x="113914" y="89519"/>
                  <a:pt x="114527" y="89118"/>
                </a:cubicBezTo>
                <a:cubicBezTo>
                  <a:pt x="115140" y="88717"/>
                  <a:pt x="116663" y="88498"/>
                  <a:pt x="119115" y="88498"/>
                </a:cubicBezTo>
                <a:cubicBezTo>
                  <a:pt x="122992" y="88498"/>
                  <a:pt x="124938" y="89519"/>
                  <a:pt x="124938" y="91562"/>
                </a:cubicBezTo>
                <a:cubicBezTo>
                  <a:pt x="124938" y="92584"/>
                  <a:pt x="124830" y="93496"/>
                  <a:pt x="124631" y="94317"/>
                </a:cubicBezTo>
                <a:cubicBezTo>
                  <a:pt x="121160" y="106978"/>
                  <a:pt x="114419" y="117486"/>
                  <a:pt x="104422" y="125860"/>
                </a:cubicBezTo>
                <a:cubicBezTo>
                  <a:pt x="94415" y="134233"/>
                  <a:pt x="84411" y="138520"/>
                  <a:pt x="74404" y="138721"/>
                </a:cubicBezTo>
                <a:cubicBezTo>
                  <a:pt x="69103" y="138721"/>
                  <a:pt x="64407" y="136987"/>
                  <a:pt x="60324" y="133522"/>
                </a:cubicBezTo>
                <a:cubicBezTo>
                  <a:pt x="56240" y="130056"/>
                  <a:pt x="52257" y="126571"/>
                  <a:pt x="48381" y="123105"/>
                </a:cubicBezTo>
                <a:cubicBezTo>
                  <a:pt x="44504" y="119638"/>
                  <a:pt x="40620" y="117905"/>
                  <a:pt x="36743" y="117905"/>
                </a:cubicBezTo>
                <a:cubicBezTo>
                  <a:pt x="27764" y="117905"/>
                  <a:pt x="19697" y="124035"/>
                  <a:pt x="12549" y="136276"/>
                </a:cubicBezTo>
                <a:cubicBezTo>
                  <a:pt x="11323" y="137900"/>
                  <a:pt x="9592" y="138721"/>
                  <a:pt x="7348" y="138721"/>
                </a:cubicBezTo>
                <a:lnTo>
                  <a:pt x="5816" y="138721"/>
                </a:lnTo>
                <a:lnTo>
                  <a:pt x="1831" y="138721"/>
                </a:lnTo>
                <a:cubicBezTo>
                  <a:pt x="605" y="137498"/>
                  <a:pt x="0" y="136586"/>
                  <a:pt x="0" y="135966"/>
                </a:cubicBezTo>
                <a:cubicBezTo>
                  <a:pt x="0" y="132901"/>
                  <a:pt x="5914" y="124127"/>
                  <a:pt x="17760" y="109623"/>
                </a:cubicBezTo>
                <a:cubicBezTo>
                  <a:pt x="25719" y="100447"/>
                  <a:pt x="39195" y="87184"/>
                  <a:pt x="58179" y="69817"/>
                </a:cubicBezTo>
                <a:cubicBezTo>
                  <a:pt x="77163" y="52468"/>
                  <a:pt x="88901" y="41448"/>
                  <a:pt x="93397" y="36760"/>
                </a:cubicBezTo>
                <a:cubicBezTo>
                  <a:pt x="95840" y="33494"/>
                  <a:pt x="96561" y="31853"/>
                  <a:pt x="95534" y="318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3" name="pdf-path-21">
            <a:extLst xmlns:a="http://schemas.openxmlformats.org/drawingml/2006/main">
              <a:ext uri="{FF2B5EF4-FFF2-40B4-BE49-F238E27FC236}">
                <a16:creationId xmlns:a16="http://schemas.microsoft.com/office/drawing/2014/main" id="{0A5184E6-4C65-4BB5-B3DE-D96400C0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896" y="1290219"/>
            <a:ext cx="40419" cy="96670"/>
          </a:xfrm>
          <a:custGeom xmlns:a="http://schemas.openxmlformats.org/drawingml/2006/main">
            <a:pathLst>
              <a:path w="40419" h="96670">
                <a:moveTo>
                  <a:pt x="0" y="26343"/>
                </a:moveTo>
                <a:cubicBezTo>
                  <a:pt x="0" y="26343"/>
                  <a:pt x="0" y="23789"/>
                  <a:pt x="0" y="18699"/>
                </a:cubicBezTo>
                <a:cubicBezTo>
                  <a:pt x="0" y="13573"/>
                  <a:pt x="1631" y="9194"/>
                  <a:pt x="4894" y="5527"/>
                </a:cubicBezTo>
                <a:cubicBezTo>
                  <a:pt x="8165" y="1843"/>
                  <a:pt x="12549" y="0"/>
                  <a:pt x="18064" y="0"/>
                </a:cubicBezTo>
                <a:cubicBezTo>
                  <a:pt x="23780" y="0"/>
                  <a:pt x="28882" y="2554"/>
                  <a:pt x="33372" y="7662"/>
                </a:cubicBezTo>
                <a:cubicBezTo>
                  <a:pt x="37869" y="12770"/>
                  <a:pt x="40213" y="21746"/>
                  <a:pt x="40419" y="34607"/>
                </a:cubicBezTo>
                <a:cubicBezTo>
                  <a:pt x="40419" y="41758"/>
                  <a:pt x="39500" y="48691"/>
                  <a:pt x="37661" y="55441"/>
                </a:cubicBezTo>
                <a:cubicBezTo>
                  <a:pt x="35824" y="62173"/>
                  <a:pt x="33679" y="67992"/>
                  <a:pt x="31234" y="72881"/>
                </a:cubicBezTo>
                <a:cubicBezTo>
                  <a:pt x="28782" y="77789"/>
                  <a:pt x="26124" y="81967"/>
                  <a:pt x="23267" y="85451"/>
                </a:cubicBezTo>
                <a:cubicBezTo>
                  <a:pt x="20408" y="88917"/>
                  <a:pt x="17964" y="91671"/>
                  <a:pt x="15919" y="93715"/>
                </a:cubicBezTo>
                <a:cubicBezTo>
                  <a:pt x="13881" y="95758"/>
                  <a:pt x="12549" y="96670"/>
                  <a:pt x="11944" y="96470"/>
                </a:cubicBezTo>
                <a:cubicBezTo>
                  <a:pt x="11122" y="96470"/>
                  <a:pt x="9798" y="95539"/>
                  <a:pt x="7960" y="93715"/>
                </a:cubicBezTo>
                <a:cubicBezTo>
                  <a:pt x="6120" y="91872"/>
                  <a:pt x="5201" y="90541"/>
                  <a:pt x="5201" y="89738"/>
                </a:cubicBezTo>
                <a:cubicBezTo>
                  <a:pt x="5201" y="88917"/>
                  <a:pt x="6328" y="87275"/>
                  <a:pt x="8572" y="84830"/>
                </a:cubicBezTo>
                <a:cubicBezTo>
                  <a:pt x="10816" y="82386"/>
                  <a:pt x="13368" y="79321"/>
                  <a:pt x="16225" y="75636"/>
                </a:cubicBezTo>
                <a:cubicBezTo>
                  <a:pt x="19084" y="71969"/>
                  <a:pt x="21742" y="66861"/>
                  <a:pt x="24186" y="60330"/>
                </a:cubicBezTo>
                <a:cubicBezTo>
                  <a:pt x="26636" y="53799"/>
                  <a:pt x="28269" y="46356"/>
                  <a:pt x="29088" y="37982"/>
                </a:cubicBezTo>
                <a:lnTo>
                  <a:pt x="29088" y="34297"/>
                </a:lnTo>
                <a:lnTo>
                  <a:pt x="28782" y="34607"/>
                </a:lnTo>
                <a:cubicBezTo>
                  <a:pt x="28375" y="34826"/>
                  <a:pt x="27863" y="35009"/>
                  <a:pt x="27249" y="35227"/>
                </a:cubicBezTo>
                <a:cubicBezTo>
                  <a:pt x="26636" y="35428"/>
                  <a:pt x="26024" y="35738"/>
                  <a:pt x="25411" y="36140"/>
                </a:cubicBezTo>
                <a:cubicBezTo>
                  <a:pt x="24800" y="36541"/>
                  <a:pt x="23880" y="36760"/>
                  <a:pt x="22654" y="36760"/>
                </a:cubicBezTo>
                <a:cubicBezTo>
                  <a:pt x="21436" y="36760"/>
                  <a:pt x="20210" y="36851"/>
                  <a:pt x="18983" y="37070"/>
                </a:cubicBezTo>
                <a:cubicBezTo>
                  <a:pt x="13469" y="37070"/>
                  <a:pt x="8979" y="35319"/>
                  <a:pt x="5507" y="31852"/>
                </a:cubicBezTo>
                <a:lnTo>
                  <a:pt x="0" y="263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4" name="pdf-path-23">
            <a:extLst xmlns:a="http://schemas.openxmlformats.org/drawingml/2006/main">
              <a:ext uri="{FF2B5EF4-FFF2-40B4-BE49-F238E27FC236}">
                <a16:creationId xmlns:a16="http://schemas.microsoft.com/office/drawing/2014/main" id="{8563FD25-6152-4BA9-9C31-92C9D389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584" y="1114756"/>
            <a:ext cx="156052" cy="216200"/>
          </a:xfrm>
          <a:custGeom xmlns:a="http://schemas.openxmlformats.org/drawingml/2006/main">
            <a:pathLst>
              <a:path w="156052" h="216200">
                <a:moveTo>
                  <a:pt x="36431" y="6440"/>
                </a:moveTo>
                <a:cubicBezTo>
                  <a:pt x="36431" y="3995"/>
                  <a:pt x="38164" y="1843"/>
                  <a:pt x="41649" y="0"/>
                </a:cubicBezTo>
                <a:lnTo>
                  <a:pt x="47450" y="0"/>
                </a:lnTo>
                <a:cubicBezTo>
                  <a:pt x="65821" y="620"/>
                  <a:pt x="77460" y="5728"/>
                  <a:pt x="82368" y="15324"/>
                </a:cubicBezTo>
                <a:cubicBezTo>
                  <a:pt x="83589" y="18371"/>
                  <a:pt x="89409" y="34498"/>
                  <a:pt x="99826" y="63705"/>
                </a:cubicBezTo>
                <a:cubicBezTo>
                  <a:pt x="110225" y="92894"/>
                  <a:pt x="120550" y="121372"/>
                  <a:pt x="130748" y="149138"/>
                </a:cubicBezTo>
                <a:cubicBezTo>
                  <a:pt x="140964" y="176904"/>
                  <a:pt x="146054" y="191188"/>
                  <a:pt x="146054" y="192009"/>
                </a:cubicBezTo>
                <a:cubicBezTo>
                  <a:pt x="147477" y="196096"/>
                  <a:pt x="148809" y="199453"/>
                  <a:pt x="150031" y="202116"/>
                </a:cubicBezTo>
                <a:cubicBezTo>
                  <a:pt x="151272" y="204761"/>
                  <a:pt x="152184" y="206695"/>
                  <a:pt x="152804" y="207935"/>
                </a:cubicBezTo>
                <a:cubicBezTo>
                  <a:pt x="153406" y="209157"/>
                  <a:pt x="153917" y="210070"/>
                  <a:pt x="154318" y="210690"/>
                </a:cubicBezTo>
                <a:cubicBezTo>
                  <a:pt x="154738" y="211292"/>
                  <a:pt x="155139" y="211712"/>
                  <a:pt x="155559" y="211912"/>
                </a:cubicBezTo>
                <a:cubicBezTo>
                  <a:pt x="155960" y="212113"/>
                  <a:pt x="156052" y="212533"/>
                  <a:pt x="155851" y="213135"/>
                </a:cubicBezTo>
                <a:cubicBezTo>
                  <a:pt x="155650" y="213755"/>
                  <a:pt x="155048" y="214667"/>
                  <a:pt x="154027" y="215890"/>
                </a:cubicBezTo>
                <a:lnTo>
                  <a:pt x="133193" y="215890"/>
                </a:lnTo>
                <a:cubicBezTo>
                  <a:pt x="128103" y="213025"/>
                  <a:pt x="124819" y="210070"/>
                  <a:pt x="123396" y="207005"/>
                </a:cubicBezTo>
                <a:cubicBezTo>
                  <a:pt x="121973" y="203958"/>
                  <a:pt x="116774" y="190276"/>
                  <a:pt x="107780" y="165976"/>
                </a:cubicBezTo>
                <a:lnTo>
                  <a:pt x="94007" y="127702"/>
                </a:lnTo>
                <a:lnTo>
                  <a:pt x="89720" y="132299"/>
                </a:lnTo>
                <a:cubicBezTo>
                  <a:pt x="87056" y="135565"/>
                  <a:pt x="82258" y="141184"/>
                  <a:pt x="75326" y="149138"/>
                </a:cubicBezTo>
                <a:cubicBezTo>
                  <a:pt x="68375" y="157092"/>
                  <a:pt x="62556" y="163824"/>
                  <a:pt x="57867" y="169351"/>
                </a:cubicBezTo>
                <a:cubicBezTo>
                  <a:pt x="52759" y="175262"/>
                  <a:pt x="46428" y="182614"/>
                  <a:pt x="38876" y="191389"/>
                </a:cubicBezTo>
                <a:cubicBezTo>
                  <a:pt x="28477" y="203648"/>
                  <a:pt x="22037" y="210782"/>
                  <a:pt x="19593" y="212824"/>
                </a:cubicBezTo>
                <a:cubicBezTo>
                  <a:pt x="17148" y="214868"/>
                  <a:pt x="14284" y="215999"/>
                  <a:pt x="11018" y="216200"/>
                </a:cubicBezTo>
                <a:cubicBezTo>
                  <a:pt x="3666" y="216200"/>
                  <a:pt x="0" y="212934"/>
                  <a:pt x="0" y="206403"/>
                </a:cubicBezTo>
                <a:cubicBezTo>
                  <a:pt x="0" y="202918"/>
                  <a:pt x="1423" y="199671"/>
                  <a:pt x="4269" y="196607"/>
                </a:cubicBezTo>
                <a:cubicBezTo>
                  <a:pt x="7133" y="193542"/>
                  <a:pt x="21217" y="179768"/>
                  <a:pt x="46538" y="155268"/>
                </a:cubicBezTo>
                <a:cubicBezTo>
                  <a:pt x="52668" y="149339"/>
                  <a:pt x="59491" y="142698"/>
                  <a:pt x="67062" y="135364"/>
                </a:cubicBezTo>
                <a:cubicBezTo>
                  <a:pt x="74614" y="128012"/>
                  <a:pt x="80215" y="122485"/>
                  <a:pt x="83900" y="118818"/>
                </a:cubicBezTo>
                <a:lnTo>
                  <a:pt x="89099" y="113929"/>
                </a:lnTo>
                <a:cubicBezTo>
                  <a:pt x="89099" y="113728"/>
                  <a:pt x="83991" y="99425"/>
                  <a:pt x="73793" y="71057"/>
                </a:cubicBezTo>
                <a:cubicBezTo>
                  <a:pt x="63577" y="42671"/>
                  <a:pt x="58067" y="27365"/>
                  <a:pt x="57247" y="25121"/>
                </a:cubicBezTo>
                <a:cubicBezTo>
                  <a:pt x="53179" y="15926"/>
                  <a:pt x="47961" y="11329"/>
                  <a:pt x="41649" y="11329"/>
                </a:cubicBezTo>
                <a:cubicBezTo>
                  <a:pt x="38164" y="11329"/>
                  <a:pt x="36431" y="9706"/>
                  <a:pt x="36431" y="64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5" name="pdf-path-25">
            <a:extLst xmlns:a="http://schemas.openxmlformats.org/drawingml/2006/main">
              <a:ext uri="{FF2B5EF4-FFF2-40B4-BE49-F238E27FC236}">
                <a16:creationId xmlns:a16="http://schemas.microsoft.com/office/drawing/2014/main" id="{E16410DD-89F7-4170-951D-0C1B46F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555" y="1097626"/>
            <a:ext cx="73173" cy="306211"/>
          </a:xfrm>
          <a:custGeom xmlns:a="http://schemas.openxmlformats.org/drawingml/2006/main">
            <a:pathLst>
              <a:path w="73173" h="306211">
                <a:moveTo>
                  <a:pt x="1532" y="292"/>
                </a:moveTo>
                <a:lnTo>
                  <a:pt x="2755" y="0"/>
                </a:lnTo>
                <a:cubicBezTo>
                  <a:pt x="3776" y="0"/>
                  <a:pt x="4798" y="0"/>
                  <a:pt x="5819" y="0"/>
                </a:cubicBezTo>
                <a:lnTo>
                  <a:pt x="9486" y="0"/>
                </a:lnTo>
                <a:lnTo>
                  <a:pt x="18061" y="7333"/>
                </a:lnTo>
                <a:cubicBezTo>
                  <a:pt x="37252" y="24683"/>
                  <a:pt x="51245" y="46338"/>
                  <a:pt x="60020" y="72261"/>
                </a:cubicBezTo>
                <a:cubicBezTo>
                  <a:pt x="68795" y="98184"/>
                  <a:pt x="73173" y="125129"/>
                  <a:pt x="73173" y="153096"/>
                </a:cubicBezTo>
                <a:cubicBezTo>
                  <a:pt x="73173" y="166979"/>
                  <a:pt x="72170" y="180351"/>
                  <a:pt x="70126" y="193213"/>
                </a:cubicBezTo>
                <a:cubicBezTo>
                  <a:pt x="68083" y="206074"/>
                  <a:pt x="65730" y="217002"/>
                  <a:pt x="63066" y="225977"/>
                </a:cubicBezTo>
                <a:cubicBezTo>
                  <a:pt x="60421" y="234971"/>
                  <a:pt x="56645" y="243947"/>
                  <a:pt x="51737" y="252922"/>
                </a:cubicBezTo>
                <a:cubicBezTo>
                  <a:pt x="46848" y="261916"/>
                  <a:pt x="42981" y="268757"/>
                  <a:pt x="40116" y="273446"/>
                </a:cubicBezTo>
                <a:cubicBezTo>
                  <a:pt x="37252" y="278135"/>
                  <a:pt x="33075" y="283352"/>
                  <a:pt x="27565" y="289062"/>
                </a:cubicBezTo>
                <a:cubicBezTo>
                  <a:pt x="22037" y="294772"/>
                  <a:pt x="18772" y="298147"/>
                  <a:pt x="17750" y="299169"/>
                </a:cubicBezTo>
                <a:cubicBezTo>
                  <a:pt x="16729" y="300191"/>
                  <a:pt x="14394" y="302124"/>
                  <a:pt x="10709" y="304989"/>
                </a:cubicBezTo>
                <a:cubicBezTo>
                  <a:pt x="10107" y="305591"/>
                  <a:pt x="9687" y="306011"/>
                  <a:pt x="9486" y="306211"/>
                </a:cubicBezTo>
                <a:lnTo>
                  <a:pt x="5819" y="306211"/>
                </a:lnTo>
                <a:cubicBezTo>
                  <a:pt x="4178" y="306211"/>
                  <a:pt x="3065" y="306211"/>
                  <a:pt x="2444" y="306211"/>
                </a:cubicBezTo>
                <a:cubicBezTo>
                  <a:pt x="1824" y="306211"/>
                  <a:pt x="1332" y="305901"/>
                  <a:pt x="912" y="305299"/>
                </a:cubicBezTo>
                <a:cubicBezTo>
                  <a:pt x="511" y="304678"/>
                  <a:pt x="201" y="303766"/>
                  <a:pt x="0" y="302544"/>
                </a:cubicBezTo>
                <a:cubicBezTo>
                  <a:pt x="201" y="302325"/>
                  <a:pt x="1332" y="301012"/>
                  <a:pt x="3356" y="298549"/>
                </a:cubicBezTo>
                <a:cubicBezTo>
                  <a:pt x="35008" y="265693"/>
                  <a:pt x="50825" y="217202"/>
                  <a:pt x="50825" y="153096"/>
                </a:cubicBezTo>
                <a:cubicBezTo>
                  <a:pt x="50825" y="88989"/>
                  <a:pt x="35008" y="40518"/>
                  <a:pt x="3356" y="7644"/>
                </a:cubicBezTo>
                <a:cubicBezTo>
                  <a:pt x="1332" y="5199"/>
                  <a:pt x="201" y="3867"/>
                  <a:pt x="0" y="3667"/>
                </a:cubicBezTo>
                <a:cubicBezTo>
                  <a:pt x="0" y="2025"/>
                  <a:pt x="511" y="912"/>
                  <a:pt x="1532" y="2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6" name="pdf-path-27">
            <a:extLst xmlns:a="http://schemas.openxmlformats.org/drawingml/2006/main">
              <a:ext uri="{FF2B5EF4-FFF2-40B4-BE49-F238E27FC236}">
                <a16:creationId xmlns:a16="http://schemas.microsoft.com/office/drawing/2014/main" id="{FE7A221C-D7C3-4D19-9A89-9FE7520F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4" y="1241236"/>
            <a:ext cx="1429707" cy="4054093"/>
          </a:xfrm>
          <a:custGeom xmlns:a="http://schemas.openxmlformats.org/drawingml/2006/main">
            <a:pathLst>
              <a:path w="1429707" h="4054093">
                <a:moveTo>
                  <a:pt x="1429707" y="4054093"/>
                </a:moveTo>
                <a:lnTo>
                  <a:pt x="130567" y="4054093"/>
                </a:lnTo>
                <a:cubicBezTo>
                  <a:pt x="43527" y="4054093"/>
                  <a:pt x="0" y="4010572"/>
                  <a:pt x="0" y="3923526"/>
                </a:cubicBezTo>
                <a:lnTo>
                  <a:pt x="0" y="130566"/>
                </a:lnTo>
                <a:cubicBezTo>
                  <a:pt x="0" y="43528"/>
                  <a:pt x="36736" y="0"/>
                  <a:pt x="110201" y="0"/>
                </a:cubicBezTo>
                <a:lnTo>
                  <a:pt x="220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7" name="pdf-path-28">
            <a:extLst xmlns:a="http://schemas.openxmlformats.org/drawingml/2006/main">
              <a:ext uri="{FF2B5EF4-FFF2-40B4-BE49-F238E27FC236}">
                <a16:creationId xmlns:a16="http://schemas.microsoft.com/office/drawing/2014/main" id="{1E2FA745-C711-4230-B74B-75412A1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21" y="1195537"/>
            <a:ext cx="91400" cy="91398"/>
          </a:xfrm>
          <a:custGeom xmlns:a="http://schemas.openxmlformats.org/drawingml/2006/main">
            <a:pathLst>
              <a:path w="91400" h="91398">
                <a:moveTo>
                  <a:pt x="91400" y="45699"/>
                </a:moveTo>
                <a:lnTo>
                  <a:pt x="0" y="91398"/>
                </a:lnTo>
                <a:lnTo>
                  <a:pt x="22853" y="45699"/>
                </a:lnTo>
                <a:lnTo>
                  <a:pt x="0" y="0"/>
                </a:lnTo>
                <a:lnTo>
                  <a:pt x="91400" y="456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29">
            <a:extLst xmlns:a="http://schemas.openxmlformats.org/drawingml/2006/main">
              <a:ext uri="{FF2B5EF4-FFF2-40B4-BE49-F238E27FC236}">
                <a16:creationId xmlns:a16="http://schemas.microsoft.com/office/drawing/2014/main" id="{20EE19B4-5C4C-49F9-9710-7A4E9702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21" y="1195537"/>
            <a:ext cx="91400" cy="91398"/>
          </a:xfrm>
          <a:custGeom xmlns:a="http://schemas.openxmlformats.org/drawingml/2006/main">
            <a:pathLst>
              <a:path w="91400" h="91398">
                <a:moveTo>
                  <a:pt x="91400" y="45699"/>
                </a:moveTo>
                <a:lnTo>
                  <a:pt x="0" y="0"/>
                </a:lnTo>
                <a:lnTo>
                  <a:pt x="22853" y="45699"/>
                </a:lnTo>
                <a:lnTo>
                  <a:pt x="0" y="913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9" name="pdf-path-30">
            <a:extLst xmlns:a="http://schemas.openxmlformats.org/drawingml/2006/main">
              <a:ext uri="{FF2B5EF4-FFF2-40B4-BE49-F238E27FC236}">
                <a16:creationId xmlns:a16="http://schemas.microsoft.com/office/drawing/2014/main" id="{72338100-8FB4-466B-90E4-B3EDC79F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433" y="2396756"/>
            <a:ext cx="1294314" cy="2898572"/>
          </a:xfrm>
          <a:custGeom xmlns:a="http://schemas.openxmlformats.org/drawingml/2006/main">
            <a:pathLst>
              <a:path w="1294314" h="2898572">
                <a:moveTo>
                  <a:pt x="1026651" y="0"/>
                </a:moveTo>
                <a:lnTo>
                  <a:pt x="1163748" y="0"/>
                </a:lnTo>
                <a:cubicBezTo>
                  <a:pt x="1250786" y="0"/>
                  <a:pt x="1294314" y="43510"/>
                  <a:pt x="1294314" y="130566"/>
                </a:cubicBezTo>
                <a:lnTo>
                  <a:pt x="1294314" y="2768006"/>
                </a:lnTo>
                <a:cubicBezTo>
                  <a:pt x="1294314" y="2855051"/>
                  <a:pt x="1250786" y="2898572"/>
                  <a:pt x="1163748" y="2898572"/>
                </a:cubicBezTo>
                <a:lnTo>
                  <a:pt x="0" y="2898572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20" name="pdf-path-31">
            <a:extLst xmlns:a="http://schemas.openxmlformats.org/drawingml/2006/main">
              <a:ext uri="{FF2B5EF4-FFF2-40B4-BE49-F238E27FC236}">
                <a16:creationId xmlns:a16="http://schemas.microsoft.com/office/drawing/2014/main" id="{A2A2C234-DE6F-4913-B8FE-0BFC2294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94" y="5249627"/>
            <a:ext cx="91380" cy="91402"/>
          </a:xfrm>
          <a:custGeom xmlns:a="http://schemas.openxmlformats.org/drawingml/2006/main">
            <a:pathLst>
              <a:path w="91380" h="91402">
                <a:moveTo>
                  <a:pt x="0" y="45701"/>
                </a:moveTo>
                <a:lnTo>
                  <a:pt x="91380" y="0"/>
                </a:lnTo>
                <a:lnTo>
                  <a:pt x="68539" y="45701"/>
                </a:lnTo>
                <a:lnTo>
                  <a:pt x="91380" y="91402"/>
                </a:lnTo>
                <a:lnTo>
                  <a:pt x="0" y="457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32">
            <a:extLst xmlns:a="http://schemas.openxmlformats.org/drawingml/2006/main">
              <a:ext uri="{FF2B5EF4-FFF2-40B4-BE49-F238E27FC236}">
                <a16:creationId xmlns:a16="http://schemas.microsoft.com/office/drawing/2014/main" id="{8D628428-8522-42CB-BDD1-633364CF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94" y="5249627"/>
            <a:ext cx="91380" cy="91402"/>
          </a:xfrm>
          <a:custGeom xmlns:a="http://schemas.openxmlformats.org/drawingml/2006/main">
            <a:pathLst>
              <a:path w="91380" h="91402">
                <a:moveTo>
                  <a:pt x="0" y="45701"/>
                </a:moveTo>
                <a:lnTo>
                  <a:pt x="91380" y="91402"/>
                </a:lnTo>
                <a:lnTo>
                  <a:pt x="68539" y="45701"/>
                </a:lnTo>
                <a:lnTo>
                  <a:pt x="913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22" name="pdf-path-33">
            <a:extLst xmlns:a="http://schemas.openxmlformats.org/drawingml/2006/main">
              <a:ext uri="{FF2B5EF4-FFF2-40B4-BE49-F238E27FC236}">
                <a16:creationId xmlns:a16="http://schemas.microsoft.com/office/drawing/2014/main" id="{54DFE9D8-D533-4569-846E-14DD7E92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" y="5034194"/>
            <a:ext cx="1240382" cy="443928"/>
          </a:xfrm>
          <a:custGeom xmlns:a="http://schemas.openxmlformats.org/drawingml/2006/main">
            <a:pathLst>
              <a:path w="1240382" h="443928">
                <a:moveTo>
                  <a:pt x="66587" y="0"/>
                </a:moveTo>
                <a:lnTo>
                  <a:pt x="1173794" y="0"/>
                </a:lnTo>
                <a:cubicBezTo>
                  <a:pt x="1182624" y="0"/>
                  <a:pt x="1191125" y="1689"/>
                  <a:pt x="1199280" y="5068"/>
                </a:cubicBezTo>
                <a:cubicBezTo>
                  <a:pt x="1207435" y="8445"/>
                  <a:pt x="1214641" y="13263"/>
                  <a:pt x="1220880" y="19505"/>
                </a:cubicBezTo>
                <a:cubicBezTo>
                  <a:pt x="1227119" y="25748"/>
                  <a:pt x="1231935" y="32945"/>
                  <a:pt x="1235311" y="41105"/>
                </a:cubicBezTo>
                <a:cubicBezTo>
                  <a:pt x="1238685" y="49264"/>
                  <a:pt x="1240382" y="57758"/>
                  <a:pt x="1240382" y="66595"/>
                </a:cubicBezTo>
                <a:lnTo>
                  <a:pt x="1240382" y="377334"/>
                </a:lnTo>
                <a:cubicBezTo>
                  <a:pt x="1240382" y="386164"/>
                  <a:pt x="1238685" y="394658"/>
                  <a:pt x="1235311" y="402818"/>
                </a:cubicBezTo>
                <a:cubicBezTo>
                  <a:pt x="1231935" y="410978"/>
                  <a:pt x="1227119" y="418174"/>
                  <a:pt x="1220880" y="424424"/>
                </a:cubicBezTo>
                <a:cubicBezTo>
                  <a:pt x="1214641" y="430666"/>
                  <a:pt x="1207435" y="435477"/>
                  <a:pt x="1199280" y="438855"/>
                </a:cubicBezTo>
                <a:cubicBezTo>
                  <a:pt x="1191125" y="442233"/>
                  <a:pt x="1182624" y="443921"/>
                  <a:pt x="1173794" y="443928"/>
                </a:cubicBezTo>
                <a:lnTo>
                  <a:pt x="66587" y="443928"/>
                </a:lnTo>
                <a:cubicBezTo>
                  <a:pt x="57758" y="443921"/>
                  <a:pt x="49264" y="442233"/>
                  <a:pt x="41104" y="438855"/>
                </a:cubicBezTo>
                <a:cubicBezTo>
                  <a:pt x="32951" y="435477"/>
                  <a:pt x="25747" y="430666"/>
                  <a:pt x="19504" y="424424"/>
                </a:cubicBezTo>
                <a:cubicBezTo>
                  <a:pt x="13261" y="418174"/>
                  <a:pt x="8450" y="410978"/>
                  <a:pt x="5066" y="402818"/>
                </a:cubicBezTo>
                <a:cubicBezTo>
                  <a:pt x="1687" y="394658"/>
                  <a:pt x="0" y="386164"/>
                  <a:pt x="0" y="377334"/>
                </a:cubicBezTo>
                <a:lnTo>
                  <a:pt x="0" y="66595"/>
                </a:lnTo>
                <a:cubicBezTo>
                  <a:pt x="0" y="57758"/>
                  <a:pt x="1687" y="49264"/>
                  <a:pt x="5066" y="41105"/>
                </a:cubicBezTo>
                <a:cubicBezTo>
                  <a:pt x="8450" y="32945"/>
                  <a:pt x="13261" y="25748"/>
                  <a:pt x="19504" y="19505"/>
                </a:cubicBezTo>
                <a:cubicBezTo>
                  <a:pt x="25747" y="13263"/>
                  <a:pt x="32951" y="8445"/>
                  <a:pt x="41104" y="5068"/>
                </a:cubicBezTo>
                <a:cubicBezTo>
                  <a:pt x="49264" y="1689"/>
                  <a:pt x="57758" y="0"/>
                  <a:pt x="66587" y="0"/>
                </a:cubicBezTo>
              </a:path>
            </a:pathLst>
          </a:custGeom>
          <a:solidFill xmlns:a="http://schemas.openxmlformats.org/drawingml/2006/main">
            <a:srgbClr val="FFD7D7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23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8C8F1EFB-FF57-4F40-B30C-252FF1BC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922" y="5152367"/>
            <a:ext cx="890121" cy="261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24" name="pdf-path-36">
            <a:extLst xmlns:a="http://schemas.openxmlformats.org/drawingml/2006/main">
              <a:ext uri="{FF2B5EF4-FFF2-40B4-BE49-F238E27FC236}">
                <a16:creationId xmlns:a16="http://schemas.microsoft.com/office/drawing/2014/main" id="{58289BE2-2357-4EFA-B8B9-142E7118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44" y="196707"/>
            <a:ext cx="900905" cy="561432"/>
          </a:xfrm>
          <a:custGeom xmlns:a="http://schemas.openxmlformats.org/drawingml/2006/main">
            <a:pathLst>
              <a:path w="900905" h="561432">
                <a:moveTo>
                  <a:pt x="84212" y="0"/>
                </a:moveTo>
                <a:lnTo>
                  <a:pt x="816694" y="0"/>
                </a:lnTo>
                <a:cubicBezTo>
                  <a:pt x="822218" y="0"/>
                  <a:pt x="827699" y="529"/>
                  <a:pt x="833121" y="1623"/>
                </a:cubicBezTo>
                <a:cubicBezTo>
                  <a:pt x="838544" y="2700"/>
                  <a:pt x="843811" y="4287"/>
                  <a:pt x="848919" y="6403"/>
                </a:cubicBezTo>
                <a:cubicBezTo>
                  <a:pt x="854029" y="8519"/>
                  <a:pt x="858882" y="11110"/>
                  <a:pt x="863479" y="14193"/>
                </a:cubicBezTo>
                <a:cubicBezTo>
                  <a:pt x="868074" y="17258"/>
                  <a:pt x="872328" y="20742"/>
                  <a:pt x="876242" y="24665"/>
                </a:cubicBezTo>
                <a:cubicBezTo>
                  <a:pt x="880153" y="28568"/>
                  <a:pt x="883647" y="32819"/>
                  <a:pt x="886717" y="37417"/>
                </a:cubicBezTo>
                <a:cubicBezTo>
                  <a:pt x="889789" y="42014"/>
                  <a:pt x="892383" y="46866"/>
                  <a:pt x="894500" y="51974"/>
                </a:cubicBezTo>
                <a:cubicBezTo>
                  <a:pt x="896616" y="57083"/>
                  <a:pt x="898212" y="62355"/>
                  <a:pt x="899288" y="67773"/>
                </a:cubicBezTo>
                <a:cubicBezTo>
                  <a:pt x="900370" y="73209"/>
                  <a:pt x="900905" y="78682"/>
                  <a:pt x="900905" y="84210"/>
                </a:cubicBezTo>
                <a:lnTo>
                  <a:pt x="900905" y="477222"/>
                </a:lnTo>
                <a:cubicBezTo>
                  <a:pt x="900905" y="482749"/>
                  <a:pt x="900370" y="488222"/>
                  <a:pt x="899288" y="493641"/>
                </a:cubicBezTo>
                <a:cubicBezTo>
                  <a:pt x="898212" y="499059"/>
                  <a:pt x="896616" y="504331"/>
                  <a:pt x="894500" y="509440"/>
                </a:cubicBezTo>
                <a:cubicBezTo>
                  <a:pt x="892383" y="514548"/>
                  <a:pt x="889789" y="519400"/>
                  <a:pt x="886717" y="523997"/>
                </a:cubicBezTo>
                <a:cubicBezTo>
                  <a:pt x="883647" y="528595"/>
                  <a:pt x="880153" y="532864"/>
                  <a:pt x="876242" y="536768"/>
                </a:cubicBezTo>
                <a:cubicBezTo>
                  <a:pt x="872328" y="540672"/>
                  <a:pt x="868074" y="544156"/>
                  <a:pt x="863479" y="547239"/>
                </a:cubicBezTo>
                <a:cubicBezTo>
                  <a:pt x="858882" y="550304"/>
                  <a:pt x="854029" y="552895"/>
                  <a:pt x="848919" y="555011"/>
                </a:cubicBezTo>
                <a:cubicBezTo>
                  <a:pt x="843811" y="557127"/>
                  <a:pt x="838544" y="558732"/>
                  <a:pt x="833121" y="559809"/>
                </a:cubicBezTo>
                <a:cubicBezTo>
                  <a:pt x="827699" y="560885"/>
                  <a:pt x="822218" y="561432"/>
                  <a:pt x="816694" y="561432"/>
                </a:cubicBezTo>
                <a:lnTo>
                  <a:pt x="84212" y="561432"/>
                </a:lnTo>
                <a:cubicBezTo>
                  <a:pt x="78681" y="561432"/>
                  <a:pt x="73208" y="560885"/>
                  <a:pt x="67786" y="559809"/>
                </a:cubicBezTo>
                <a:cubicBezTo>
                  <a:pt x="62363" y="558732"/>
                  <a:pt x="57096" y="557127"/>
                  <a:pt x="51988" y="555011"/>
                </a:cubicBezTo>
                <a:cubicBezTo>
                  <a:pt x="46878" y="552895"/>
                  <a:pt x="42025" y="550304"/>
                  <a:pt x="37428" y="547221"/>
                </a:cubicBezTo>
                <a:cubicBezTo>
                  <a:pt x="32832" y="544156"/>
                  <a:pt x="28576" y="540672"/>
                  <a:pt x="24665" y="536768"/>
                </a:cubicBezTo>
                <a:cubicBezTo>
                  <a:pt x="20752" y="532864"/>
                  <a:pt x="17260" y="528595"/>
                  <a:pt x="14190" y="523997"/>
                </a:cubicBezTo>
                <a:cubicBezTo>
                  <a:pt x="11118" y="519400"/>
                  <a:pt x="8523" y="514548"/>
                  <a:pt x="6407" y="509440"/>
                </a:cubicBezTo>
                <a:cubicBezTo>
                  <a:pt x="4291" y="504331"/>
                  <a:pt x="2695" y="499059"/>
                  <a:pt x="1619" y="493641"/>
                </a:cubicBezTo>
                <a:cubicBezTo>
                  <a:pt x="535" y="488222"/>
                  <a:pt x="0" y="482749"/>
                  <a:pt x="0" y="477222"/>
                </a:cubicBezTo>
                <a:lnTo>
                  <a:pt x="0" y="84210"/>
                </a:lnTo>
                <a:cubicBezTo>
                  <a:pt x="0" y="78682"/>
                  <a:pt x="535" y="73209"/>
                  <a:pt x="1619" y="67773"/>
                </a:cubicBezTo>
                <a:cubicBezTo>
                  <a:pt x="2695" y="62355"/>
                  <a:pt x="4291" y="57083"/>
                  <a:pt x="6407" y="51974"/>
                </a:cubicBezTo>
                <a:cubicBezTo>
                  <a:pt x="8523" y="46866"/>
                  <a:pt x="11118" y="42014"/>
                  <a:pt x="14190" y="37417"/>
                </a:cubicBezTo>
                <a:cubicBezTo>
                  <a:pt x="17260" y="32819"/>
                  <a:pt x="20752" y="28568"/>
                  <a:pt x="24665" y="24665"/>
                </a:cubicBezTo>
                <a:cubicBezTo>
                  <a:pt x="28576" y="20742"/>
                  <a:pt x="32832" y="17258"/>
                  <a:pt x="37428" y="14193"/>
                </a:cubicBezTo>
                <a:cubicBezTo>
                  <a:pt x="42025" y="11110"/>
                  <a:pt x="46878" y="8519"/>
                  <a:pt x="51988" y="6403"/>
                </a:cubicBezTo>
                <a:cubicBezTo>
                  <a:pt x="57096" y="4287"/>
                  <a:pt x="62363" y="2700"/>
                  <a:pt x="67786" y="1623"/>
                </a:cubicBezTo>
                <a:cubicBezTo>
                  <a:pt x="73208" y="529"/>
                  <a:pt x="78681" y="0"/>
                  <a:pt x="84212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25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AC84E62B-D5EF-4019-BF09-04DF17CE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54" y="373619"/>
            <a:ext cx="485971" cy="261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Env</a:t>
            </a:r>
          </a:p>
        </p:txBody>
      </p:sp>
      <p:sp>
        <p:nvSpPr>
          <p:cNvPr id="26" name="pdf-path-39">
            <a:extLst xmlns:a="http://schemas.openxmlformats.org/drawingml/2006/main">
              <a:ext uri="{FF2B5EF4-FFF2-40B4-BE49-F238E27FC236}">
                <a16:creationId xmlns:a16="http://schemas.microsoft.com/office/drawing/2014/main" id="{3386FB47-0866-4522-BA04-82D4BBA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" y="3787177"/>
            <a:ext cx="77342" cy="95647"/>
          </a:xfrm>
          <a:custGeom xmlns:a="http://schemas.openxmlformats.org/drawingml/2006/main">
            <a:pathLst>
              <a:path w="77342" h="95647">
                <a:moveTo>
                  <a:pt x="16483" y="32465"/>
                </a:moveTo>
                <a:cubicBezTo>
                  <a:pt x="16483" y="27956"/>
                  <a:pt x="17610" y="23380"/>
                  <a:pt x="19869" y="18734"/>
                </a:cubicBezTo>
                <a:cubicBezTo>
                  <a:pt x="22120" y="14080"/>
                  <a:pt x="26060" y="9783"/>
                  <a:pt x="31698" y="5843"/>
                </a:cubicBezTo>
                <a:cubicBezTo>
                  <a:pt x="37335" y="1895"/>
                  <a:pt x="44161" y="0"/>
                  <a:pt x="52194" y="135"/>
                </a:cubicBezTo>
                <a:cubicBezTo>
                  <a:pt x="60930" y="135"/>
                  <a:pt x="67264" y="2038"/>
                  <a:pt x="71212" y="5843"/>
                </a:cubicBezTo>
                <a:cubicBezTo>
                  <a:pt x="75155" y="9649"/>
                  <a:pt x="77200" y="13874"/>
                  <a:pt x="77342" y="18520"/>
                </a:cubicBezTo>
                <a:cubicBezTo>
                  <a:pt x="77342" y="23032"/>
                  <a:pt x="76145" y="26337"/>
                  <a:pt x="73750" y="28454"/>
                </a:cubicBezTo>
                <a:cubicBezTo>
                  <a:pt x="71356" y="30564"/>
                  <a:pt x="68676" y="31690"/>
                  <a:pt x="65719" y="31832"/>
                </a:cubicBezTo>
                <a:cubicBezTo>
                  <a:pt x="63888" y="31832"/>
                  <a:pt x="62198" y="31269"/>
                  <a:pt x="60644" y="30143"/>
                </a:cubicBezTo>
                <a:cubicBezTo>
                  <a:pt x="59099" y="29017"/>
                  <a:pt x="58251" y="27186"/>
                  <a:pt x="58108" y="24648"/>
                </a:cubicBezTo>
                <a:cubicBezTo>
                  <a:pt x="58108" y="22397"/>
                  <a:pt x="58741" y="20423"/>
                  <a:pt x="60011" y="18734"/>
                </a:cubicBezTo>
                <a:cubicBezTo>
                  <a:pt x="61279" y="17037"/>
                  <a:pt x="62476" y="15777"/>
                  <a:pt x="63603" y="14928"/>
                </a:cubicBezTo>
                <a:cubicBezTo>
                  <a:pt x="64736" y="14080"/>
                  <a:pt x="65648" y="13661"/>
                  <a:pt x="66352" y="13661"/>
                </a:cubicBezTo>
                <a:cubicBezTo>
                  <a:pt x="66495" y="13661"/>
                  <a:pt x="66567" y="13589"/>
                  <a:pt x="66567" y="13447"/>
                </a:cubicBezTo>
                <a:cubicBezTo>
                  <a:pt x="66567" y="13026"/>
                  <a:pt x="66067" y="12393"/>
                  <a:pt x="65084" y="11544"/>
                </a:cubicBezTo>
                <a:cubicBezTo>
                  <a:pt x="64101" y="10703"/>
                  <a:pt x="62340" y="9926"/>
                  <a:pt x="59803" y="9220"/>
                </a:cubicBezTo>
                <a:cubicBezTo>
                  <a:pt x="57267" y="8515"/>
                  <a:pt x="54516" y="8094"/>
                  <a:pt x="51559" y="7952"/>
                </a:cubicBezTo>
                <a:cubicBezTo>
                  <a:pt x="44796" y="7952"/>
                  <a:pt x="39872" y="9783"/>
                  <a:pt x="36771" y="13447"/>
                </a:cubicBezTo>
                <a:cubicBezTo>
                  <a:pt x="33671" y="17110"/>
                  <a:pt x="32048" y="20843"/>
                  <a:pt x="31911" y="24648"/>
                </a:cubicBezTo>
                <a:cubicBezTo>
                  <a:pt x="31911" y="28169"/>
                  <a:pt x="33245" y="30636"/>
                  <a:pt x="35925" y="32046"/>
                </a:cubicBezTo>
                <a:cubicBezTo>
                  <a:pt x="38603" y="33451"/>
                  <a:pt x="42472" y="34647"/>
                  <a:pt x="47547" y="35638"/>
                </a:cubicBezTo>
                <a:cubicBezTo>
                  <a:pt x="52621" y="36621"/>
                  <a:pt x="56284" y="37676"/>
                  <a:pt x="58535" y="38808"/>
                </a:cubicBezTo>
                <a:cubicBezTo>
                  <a:pt x="67828" y="42891"/>
                  <a:pt x="72482" y="49654"/>
                  <a:pt x="72482" y="59089"/>
                </a:cubicBezTo>
                <a:cubicBezTo>
                  <a:pt x="72482" y="63037"/>
                  <a:pt x="71705" y="66977"/>
                  <a:pt x="70158" y="70927"/>
                </a:cubicBezTo>
                <a:cubicBezTo>
                  <a:pt x="68605" y="74868"/>
                  <a:pt x="66281" y="78816"/>
                  <a:pt x="63181" y="82756"/>
                </a:cubicBezTo>
                <a:cubicBezTo>
                  <a:pt x="60082" y="86704"/>
                  <a:pt x="55649" y="89804"/>
                  <a:pt x="49870" y="92056"/>
                </a:cubicBezTo>
                <a:cubicBezTo>
                  <a:pt x="44097" y="94308"/>
                  <a:pt x="37470" y="95504"/>
                  <a:pt x="30008" y="95647"/>
                </a:cubicBezTo>
                <a:cubicBezTo>
                  <a:pt x="19163" y="95647"/>
                  <a:pt x="11480" y="93602"/>
                  <a:pt x="6976" y="89519"/>
                </a:cubicBezTo>
                <a:cubicBezTo>
                  <a:pt x="2467" y="85436"/>
                  <a:pt x="142" y="80647"/>
                  <a:pt x="0" y="75152"/>
                </a:cubicBezTo>
                <a:cubicBezTo>
                  <a:pt x="0" y="69658"/>
                  <a:pt x="1483" y="65710"/>
                  <a:pt x="4440" y="63316"/>
                </a:cubicBezTo>
                <a:cubicBezTo>
                  <a:pt x="7398" y="60921"/>
                  <a:pt x="10497" y="59724"/>
                  <a:pt x="13739" y="59724"/>
                </a:cubicBezTo>
                <a:cubicBezTo>
                  <a:pt x="15850" y="59724"/>
                  <a:pt x="17824" y="60359"/>
                  <a:pt x="19655" y="61627"/>
                </a:cubicBezTo>
                <a:cubicBezTo>
                  <a:pt x="21487" y="62895"/>
                  <a:pt x="22470" y="65075"/>
                  <a:pt x="22612" y="68176"/>
                </a:cubicBezTo>
                <a:cubicBezTo>
                  <a:pt x="22612" y="71840"/>
                  <a:pt x="21343" y="74939"/>
                  <a:pt x="18807" y="77475"/>
                </a:cubicBezTo>
                <a:cubicBezTo>
                  <a:pt x="16269" y="80012"/>
                  <a:pt x="14089" y="81280"/>
                  <a:pt x="12258" y="81280"/>
                </a:cubicBezTo>
                <a:cubicBezTo>
                  <a:pt x="11980" y="81417"/>
                  <a:pt x="11765" y="81488"/>
                  <a:pt x="11623" y="81488"/>
                </a:cubicBezTo>
                <a:cubicBezTo>
                  <a:pt x="11480" y="81488"/>
                  <a:pt x="11409" y="81631"/>
                  <a:pt x="11409" y="81915"/>
                </a:cubicBezTo>
                <a:cubicBezTo>
                  <a:pt x="11552" y="82335"/>
                  <a:pt x="12115" y="82898"/>
                  <a:pt x="13106" y="83604"/>
                </a:cubicBezTo>
                <a:cubicBezTo>
                  <a:pt x="14089" y="84309"/>
                  <a:pt x="16269" y="85221"/>
                  <a:pt x="19655" y="86349"/>
                </a:cubicBezTo>
                <a:cubicBezTo>
                  <a:pt x="23032" y="87474"/>
                  <a:pt x="26909" y="87972"/>
                  <a:pt x="31278" y="87830"/>
                </a:cubicBezTo>
                <a:cubicBezTo>
                  <a:pt x="36344" y="87830"/>
                  <a:pt x="40713" y="87052"/>
                  <a:pt x="44375" y="85507"/>
                </a:cubicBezTo>
                <a:cubicBezTo>
                  <a:pt x="48038" y="83953"/>
                  <a:pt x="50718" y="81979"/>
                  <a:pt x="52407" y="79585"/>
                </a:cubicBezTo>
                <a:cubicBezTo>
                  <a:pt x="54096" y="77190"/>
                  <a:pt x="55293" y="75010"/>
                  <a:pt x="55999" y="73036"/>
                </a:cubicBezTo>
                <a:cubicBezTo>
                  <a:pt x="56704" y="71063"/>
                  <a:pt x="57054" y="69302"/>
                  <a:pt x="57054" y="67755"/>
                </a:cubicBezTo>
                <a:cubicBezTo>
                  <a:pt x="57054" y="63807"/>
                  <a:pt x="55578" y="60850"/>
                  <a:pt x="52621" y="58876"/>
                </a:cubicBezTo>
                <a:cubicBezTo>
                  <a:pt x="49656" y="56909"/>
                  <a:pt x="46277" y="55712"/>
                  <a:pt x="42472" y="55284"/>
                </a:cubicBezTo>
                <a:cubicBezTo>
                  <a:pt x="38674" y="54864"/>
                  <a:pt x="34513" y="53810"/>
                  <a:pt x="30008" y="52121"/>
                </a:cubicBezTo>
                <a:cubicBezTo>
                  <a:pt x="25498" y="50424"/>
                  <a:pt x="22191" y="47959"/>
                  <a:pt x="20075" y="44723"/>
                </a:cubicBezTo>
                <a:cubicBezTo>
                  <a:pt x="17681" y="41204"/>
                  <a:pt x="16483" y="37112"/>
                  <a:pt x="16483" y="32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27" name="pdf-path-41">
            <a:extLst xmlns:a="http://schemas.openxmlformats.org/drawingml/2006/main">
              <a:ext uri="{FF2B5EF4-FFF2-40B4-BE49-F238E27FC236}">
                <a16:creationId xmlns:a16="http://schemas.microsoft.com/office/drawing/2014/main" id="{C565F5C1-0102-4F10-AE6B-A93B2D96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33" y="3855140"/>
            <a:ext cx="27892" cy="66708"/>
          </a:xfrm>
          <a:custGeom xmlns:a="http://schemas.openxmlformats.org/drawingml/2006/main">
            <a:pathLst>
              <a:path w="27892" h="66708">
                <a:moveTo>
                  <a:pt x="0" y="18177"/>
                </a:moveTo>
                <a:cubicBezTo>
                  <a:pt x="0" y="18177"/>
                  <a:pt x="0" y="16411"/>
                  <a:pt x="0" y="12890"/>
                </a:cubicBezTo>
                <a:cubicBezTo>
                  <a:pt x="0" y="9370"/>
                  <a:pt x="1126" y="6341"/>
                  <a:pt x="3384" y="3803"/>
                </a:cubicBezTo>
                <a:cubicBezTo>
                  <a:pt x="5637" y="1268"/>
                  <a:pt x="8666" y="0"/>
                  <a:pt x="12471" y="0"/>
                </a:cubicBezTo>
                <a:cubicBezTo>
                  <a:pt x="16412" y="0"/>
                  <a:pt x="19933" y="1766"/>
                  <a:pt x="23032" y="5287"/>
                </a:cubicBezTo>
                <a:cubicBezTo>
                  <a:pt x="26132" y="8808"/>
                  <a:pt x="27750" y="15006"/>
                  <a:pt x="27892" y="23879"/>
                </a:cubicBezTo>
                <a:cubicBezTo>
                  <a:pt x="27892" y="28810"/>
                  <a:pt x="27257" y="33598"/>
                  <a:pt x="25989" y="38245"/>
                </a:cubicBezTo>
                <a:cubicBezTo>
                  <a:pt x="24721" y="42899"/>
                  <a:pt x="23246" y="46910"/>
                  <a:pt x="21556" y="50296"/>
                </a:cubicBezTo>
                <a:cubicBezTo>
                  <a:pt x="19861" y="53673"/>
                  <a:pt x="18037" y="56559"/>
                  <a:pt x="16063" y="58955"/>
                </a:cubicBezTo>
                <a:cubicBezTo>
                  <a:pt x="14089" y="61348"/>
                  <a:pt x="12400" y="63251"/>
                  <a:pt x="10988" y="64663"/>
                </a:cubicBezTo>
                <a:cubicBezTo>
                  <a:pt x="9578" y="66073"/>
                  <a:pt x="8666" y="66708"/>
                  <a:pt x="8246" y="66565"/>
                </a:cubicBezTo>
                <a:cubicBezTo>
                  <a:pt x="7682" y="66565"/>
                  <a:pt x="6763" y="65931"/>
                  <a:pt x="5495" y="64663"/>
                </a:cubicBezTo>
                <a:cubicBezTo>
                  <a:pt x="4225" y="63395"/>
                  <a:pt x="3592" y="62483"/>
                  <a:pt x="3592" y="61912"/>
                </a:cubicBezTo>
                <a:cubicBezTo>
                  <a:pt x="3592" y="61348"/>
                  <a:pt x="4369" y="60222"/>
                  <a:pt x="5915" y="58533"/>
                </a:cubicBezTo>
                <a:cubicBezTo>
                  <a:pt x="7469" y="56846"/>
                  <a:pt x="9229" y="54729"/>
                  <a:pt x="11203" y="52192"/>
                </a:cubicBezTo>
                <a:cubicBezTo>
                  <a:pt x="13177" y="49661"/>
                  <a:pt x="15009" y="46135"/>
                  <a:pt x="16696" y="41631"/>
                </a:cubicBezTo>
                <a:cubicBezTo>
                  <a:pt x="18386" y="37119"/>
                  <a:pt x="19511" y="31982"/>
                  <a:pt x="20075" y="26203"/>
                </a:cubicBezTo>
                <a:lnTo>
                  <a:pt x="20075" y="23672"/>
                </a:lnTo>
                <a:lnTo>
                  <a:pt x="19861" y="23879"/>
                </a:lnTo>
                <a:cubicBezTo>
                  <a:pt x="19582" y="24021"/>
                  <a:pt x="19234" y="24165"/>
                  <a:pt x="18807" y="24300"/>
                </a:cubicBezTo>
                <a:cubicBezTo>
                  <a:pt x="18386" y="24442"/>
                  <a:pt x="17966" y="24656"/>
                  <a:pt x="17537" y="24933"/>
                </a:cubicBezTo>
                <a:cubicBezTo>
                  <a:pt x="17118" y="25219"/>
                  <a:pt x="16483" y="25362"/>
                  <a:pt x="15635" y="25362"/>
                </a:cubicBezTo>
                <a:cubicBezTo>
                  <a:pt x="14794" y="25362"/>
                  <a:pt x="13947" y="25433"/>
                  <a:pt x="13106" y="25568"/>
                </a:cubicBezTo>
                <a:cubicBezTo>
                  <a:pt x="9301" y="25568"/>
                  <a:pt x="6199" y="24371"/>
                  <a:pt x="3806" y="21976"/>
                </a:cubicBezTo>
                <a:lnTo>
                  <a:pt x="0" y="181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28" name="pdf-path-43">
            <a:extLst xmlns:a="http://schemas.openxmlformats.org/drawingml/2006/main">
              <a:ext uri="{FF2B5EF4-FFF2-40B4-BE49-F238E27FC236}">
                <a16:creationId xmlns:a16="http://schemas.microsoft.com/office/drawing/2014/main" id="{FC711F7E-F6DD-4724-8717-1559F9BA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13" y="3787312"/>
            <a:ext cx="91502" cy="95726"/>
          </a:xfrm>
          <a:custGeom xmlns:a="http://schemas.openxmlformats.org/drawingml/2006/main">
            <a:pathLst>
              <a:path w="91502" h="95726">
                <a:moveTo>
                  <a:pt x="65933" y="21978"/>
                </a:moveTo>
                <a:cubicBezTo>
                  <a:pt x="64522" y="21978"/>
                  <a:pt x="60788" y="21201"/>
                  <a:pt x="54730" y="19654"/>
                </a:cubicBezTo>
                <a:cubicBezTo>
                  <a:pt x="48672" y="18101"/>
                  <a:pt x="44232" y="17331"/>
                  <a:pt x="41418" y="17331"/>
                </a:cubicBezTo>
                <a:cubicBezTo>
                  <a:pt x="38603" y="17331"/>
                  <a:pt x="36209" y="17608"/>
                  <a:pt x="34235" y="18172"/>
                </a:cubicBezTo>
                <a:cubicBezTo>
                  <a:pt x="32261" y="18734"/>
                  <a:pt x="30643" y="19440"/>
                  <a:pt x="29375" y="20288"/>
                </a:cubicBezTo>
                <a:cubicBezTo>
                  <a:pt x="28107" y="21129"/>
                  <a:pt x="27259" y="21907"/>
                  <a:pt x="26837" y="22611"/>
                </a:cubicBezTo>
                <a:cubicBezTo>
                  <a:pt x="26418" y="23317"/>
                  <a:pt x="25925" y="24094"/>
                  <a:pt x="25363" y="24935"/>
                </a:cubicBezTo>
                <a:lnTo>
                  <a:pt x="24935" y="25783"/>
                </a:lnTo>
                <a:cubicBezTo>
                  <a:pt x="24515" y="26203"/>
                  <a:pt x="23460" y="26416"/>
                  <a:pt x="21764" y="26416"/>
                </a:cubicBezTo>
                <a:cubicBezTo>
                  <a:pt x="18807" y="26416"/>
                  <a:pt x="17331" y="25854"/>
                  <a:pt x="17331" y="24729"/>
                </a:cubicBezTo>
                <a:cubicBezTo>
                  <a:pt x="17331" y="24023"/>
                  <a:pt x="17539" y="23032"/>
                  <a:pt x="17966" y="21764"/>
                </a:cubicBezTo>
                <a:cubicBezTo>
                  <a:pt x="19797" y="16269"/>
                  <a:pt x="22826" y="11551"/>
                  <a:pt x="27051" y="7611"/>
                </a:cubicBezTo>
                <a:cubicBezTo>
                  <a:pt x="31278" y="3663"/>
                  <a:pt x="35924" y="1268"/>
                  <a:pt x="40998" y="427"/>
                </a:cubicBezTo>
                <a:cubicBezTo>
                  <a:pt x="42687" y="143"/>
                  <a:pt x="43884" y="0"/>
                  <a:pt x="44590" y="0"/>
                </a:cubicBezTo>
                <a:cubicBezTo>
                  <a:pt x="48109" y="0"/>
                  <a:pt x="51282" y="1197"/>
                  <a:pt x="54097" y="3592"/>
                </a:cubicBezTo>
                <a:cubicBezTo>
                  <a:pt x="56918" y="5986"/>
                  <a:pt x="59590" y="8315"/>
                  <a:pt x="62127" y="10568"/>
                </a:cubicBezTo>
                <a:cubicBezTo>
                  <a:pt x="64665" y="12819"/>
                  <a:pt x="67335" y="14016"/>
                  <a:pt x="70158" y="14161"/>
                </a:cubicBezTo>
                <a:cubicBezTo>
                  <a:pt x="73259" y="14161"/>
                  <a:pt x="76358" y="11836"/>
                  <a:pt x="79451" y="7183"/>
                </a:cubicBezTo>
                <a:cubicBezTo>
                  <a:pt x="82550" y="2536"/>
                  <a:pt x="84176" y="213"/>
                  <a:pt x="84311" y="213"/>
                </a:cubicBezTo>
                <a:cubicBezTo>
                  <a:pt x="84453" y="71"/>
                  <a:pt x="85507" y="0"/>
                  <a:pt x="87481" y="0"/>
                </a:cubicBezTo>
                <a:lnTo>
                  <a:pt x="90232" y="0"/>
                </a:lnTo>
                <a:cubicBezTo>
                  <a:pt x="91073" y="848"/>
                  <a:pt x="91502" y="1410"/>
                  <a:pt x="91502" y="1690"/>
                </a:cubicBezTo>
                <a:cubicBezTo>
                  <a:pt x="91502" y="2259"/>
                  <a:pt x="91145" y="3242"/>
                  <a:pt x="90441" y="4654"/>
                </a:cubicBezTo>
                <a:cubicBezTo>
                  <a:pt x="89734" y="6057"/>
                  <a:pt x="88751" y="7540"/>
                  <a:pt x="87481" y="9085"/>
                </a:cubicBezTo>
                <a:cubicBezTo>
                  <a:pt x="86213" y="10639"/>
                  <a:pt x="85016" y="12186"/>
                  <a:pt x="83891" y="13739"/>
                </a:cubicBezTo>
                <a:cubicBezTo>
                  <a:pt x="82765" y="15286"/>
                  <a:pt x="81780" y="16625"/>
                  <a:pt x="80934" y="17751"/>
                </a:cubicBezTo>
                <a:lnTo>
                  <a:pt x="79451" y="19654"/>
                </a:lnTo>
                <a:cubicBezTo>
                  <a:pt x="73394" y="26837"/>
                  <a:pt x="63816" y="36344"/>
                  <a:pt x="50718" y="48180"/>
                </a:cubicBezTo>
                <a:cubicBezTo>
                  <a:pt x="37614" y="60009"/>
                  <a:pt x="29517" y="67620"/>
                  <a:pt x="26418" y="70998"/>
                </a:cubicBezTo>
                <a:lnTo>
                  <a:pt x="23880" y="73534"/>
                </a:lnTo>
                <a:lnTo>
                  <a:pt x="27051" y="73750"/>
                </a:lnTo>
                <a:cubicBezTo>
                  <a:pt x="30152" y="73750"/>
                  <a:pt x="34654" y="74518"/>
                  <a:pt x="40578" y="76072"/>
                </a:cubicBezTo>
                <a:cubicBezTo>
                  <a:pt x="46492" y="77619"/>
                  <a:pt x="50924" y="78395"/>
                  <a:pt x="53889" y="78395"/>
                </a:cubicBezTo>
                <a:cubicBezTo>
                  <a:pt x="59241" y="78395"/>
                  <a:pt x="64172" y="77056"/>
                  <a:pt x="68676" y="74383"/>
                </a:cubicBezTo>
                <a:cubicBezTo>
                  <a:pt x="73188" y="71705"/>
                  <a:pt x="76145" y="68184"/>
                  <a:pt x="77555" y="63815"/>
                </a:cubicBezTo>
                <a:cubicBezTo>
                  <a:pt x="78119" y="62547"/>
                  <a:pt x="78610" y="61770"/>
                  <a:pt x="79031" y="61492"/>
                </a:cubicBezTo>
                <a:cubicBezTo>
                  <a:pt x="79451" y="61208"/>
                  <a:pt x="80512" y="61071"/>
                  <a:pt x="82202" y="61071"/>
                </a:cubicBezTo>
                <a:cubicBezTo>
                  <a:pt x="84874" y="61071"/>
                  <a:pt x="86213" y="61770"/>
                  <a:pt x="86213" y="63181"/>
                </a:cubicBezTo>
                <a:cubicBezTo>
                  <a:pt x="86213" y="63886"/>
                  <a:pt x="86142" y="64520"/>
                  <a:pt x="86007" y="65084"/>
                </a:cubicBezTo>
                <a:cubicBezTo>
                  <a:pt x="83612" y="73821"/>
                  <a:pt x="78960" y="81074"/>
                  <a:pt x="72061" y="86846"/>
                </a:cubicBezTo>
                <a:cubicBezTo>
                  <a:pt x="65155" y="92626"/>
                  <a:pt x="58251" y="95583"/>
                  <a:pt x="51353" y="95726"/>
                </a:cubicBezTo>
                <a:cubicBezTo>
                  <a:pt x="47689" y="95726"/>
                  <a:pt x="44447" y="94529"/>
                  <a:pt x="41632" y="92128"/>
                </a:cubicBezTo>
                <a:cubicBezTo>
                  <a:pt x="38811" y="89732"/>
                  <a:pt x="36067" y="87339"/>
                  <a:pt x="33387" y="84944"/>
                </a:cubicBezTo>
                <a:cubicBezTo>
                  <a:pt x="30714" y="82550"/>
                  <a:pt x="28036" y="81353"/>
                  <a:pt x="25363" y="81353"/>
                </a:cubicBezTo>
                <a:cubicBezTo>
                  <a:pt x="19163" y="81353"/>
                  <a:pt x="13596" y="85578"/>
                  <a:pt x="8665" y="94031"/>
                </a:cubicBezTo>
                <a:cubicBezTo>
                  <a:pt x="7817" y="95156"/>
                  <a:pt x="6621" y="95726"/>
                  <a:pt x="5075" y="95726"/>
                </a:cubicBezTo>
                <a:lnTo>
                  <a:pt x="4019" y="95726"/>
                </a:lnTo>
                <a:lnTo>
                  <a:pt x="1270" y="95726"/>
                </a:lnTo>
                <a:cubicBezTo>
                  <a:pt x="429" y="94879"/>
                  <a:pt x="0" y="94244"/>
                  <a:pt x="0" y="93825"/>
                </a:cubicBezTo>
                <a:cubicBezTo>
                  <a:pt x="0" y="91707"/>
                  <a:pt x="4092" y="85650"/>
                  <a:pt x="12257" y="75653"/>
                </a:cubicBezTo>
                <a:cubicBezTo>
                  <a:pt x="17753" y="69309"/>
                  <a:pt x="27051" y="60151"/>
                  <a:pt x="40150" y="48180"/>
                </a:cubicBezTo>
                <a:cubicBezTo>
                  <a:pt x="53255" y="36207"/>
                  <a:pt x="61350" y="28598"/>
                  <a:pt x="64449" y="25354"/>
                </a:cubicBezTo>
                <a:cubicBezTo>
                  <a:pt x="66139" y="23103"/>
                  <a:pt x="66639" y="21978"/>
                  <a:pt x="65933" y="219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29" name="pdf-path-46">
            <a:extLst xmlns:a="http://schemas.openxmlformats.org/drawingml/2006/main">
              <a:ext uri="{FF2B5EF4-FFF2-40B4-BE49-F238E27FC236}">
                <a16:creationId xmlns:a16="http://schemas.microsoft.com/office/drawing/2014/main" id="{0DE620C0-0888-40AF-A0A8-141FC90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48" y="3486893"/>
            <a:ext cx="77320" cy="95631"/>
          </a:xfrm>
          <a:custGeom xmlns:a="http://schemas.openxmlformats.org/drawingml/2006/main">
            <a:pathLst>
              <a:path w="77320" h="95631">
                <a:moveTo>
                  <a:pt x="16475" y="32455"/>
                </a:moveTo>
                <a:cubicBezTo>
                  <a:pt x="16475" y="27949"/>
                  <a:pt x="17603" y="23370"/>
                  <a:pt x="19861" y="18717"/>
                </a:cubicBezTo>
                <a:cubicBezTo>
                  <a:pt x="22113" y="14066"/>
                  <a:pt x="26053" y="9779"/>
                  <a:pt x="31690" y="5838"/>
                </a:cubicBezTo>
                <a:cubicBezTo>
                  <a:pt x="37320" y="1898"/>
                  <a:pt x="44154" y="0"/>
                  <a:pt x="52186" y="128"/>
                </a:cubicBezTo>
                <a:cubicBezTo>
                  <a:pt x="60916" y="128"/>
                  <a:pt x="67251" y="2025"/>
                  <a:pt x="71199" y="5838"/>
                </a:cubicBezTo>
                <a:cubicBezTo>
                  <a:pt x="75140" y="9633"/>
                  <a:pt x="77185" y="13865"/>
                  <a:pt x="77320" y="18517"/>
                </a:cubicBezTo>
                <a:cubicBezTo>
                  <a:pt x="77320" y="23023"/>
                  <a:pt x="76123" y="26325"/>
                  <a:pt x="73728" y="28442"/>
                </a:cubicBezTo>
                <a:cubicBezTo>
                  <a:pt x="71334" y="30558"/>
                  <a:pt x="68662" y="31689"/>
                  <a:pt x="65704" y="31816"/>
                </a:cubicBezTo>
                <a:cubicBezTo>
                  <a:pt x="63873" y="31816"/>
                  <a:pt x="62184" y="31251"/>
                  <a:pt x="60631" y="30119"/>
                </a:cubicBezTo>
                <a:cubicBezTo>
                  <a:pt x="59084" y="29007"/>
                  <a:pt x="58236" y="27164"/>
                  <a:pt x="58101" y="24629"/>
                </a:cubicBezTo>
                <a:cubicBezTo>
                  <a:pt x="58101" y="22384"/>
                  <a:pt x="58736" y="20414"/>
                  <a:pt x="59996" y="18717"/>
                </a:cubicBezTo>
                <a:cubicBezTo>
                  <a:pt x="61264" y="17021"/>
                  <a:pt x="62463" y="15762"/>
                  <a:pt x="63588" y="14923"/>
                </a:cubicBezTo>
                <a:cubicBezTo>
                  <a:pt x="64721" y="14066"/>
                  <a:pt x="65633" y="13646"/>
                  <a:pt x="66339" y="13646"/>
                </a:cubicBezTo>
                <a:cubicBezTo>
                  <a:pt x="66482" y="13646"/>
                  <a:pt x="66546" y="13573"/>
                  <a:pt x="66546" y="13446"/>
                </a:cubicBezTo>
                <a:cubicBezTo>
                  <a:pt x="66546" y="13026"/>
                  <a:pt x="66053" y="12387"/>
                  <a:pt x="65070" y="11530"/>
                </a:cubicBezTo>
                <a:cubicBezTo>
                  <a:pt x="64086" y="10691"/>
                  <a:pt x="62326" y="9925"/>
                  <a:pt x="59790" y="9213"/>
                </a:cubicBezTo>
                <a:cubicBezTo>
                  <a:pt x="57252" y="8502"/>
                  <a:pt x="54509" y="8082"/>
                  <a:pt x="51552" y="7936"/>
                </a:cubicBezTo>
                <a:cubicBezTo>
                  <a:pt x="44789" y="7936"/>
                  <a:pt x="39858" y="9779"/>
                  <a:pt x="36758" y="13446"/>
                </a:cubicBezTo>
                <a:cubicBezTo>
                  <a:pt x="33664" y="17094"/>
                  <a:pt x="32040" y="20834"/>
                  <a:pt x="31898" y="24629"/>
                </a:cubicBezTo>
                <a:cubicBezTo>
                  <a:pt x="31898" y="28168"/>
                  <a:pt x="33237" y="30612"/>
                  <a:pt x="35917" y="32035"/>
                </a:cubicBezTo>
                <a:cubicBezTo>
                  <a:pt x="38590" y="33440"/>
                  <a:pt x="42466" y="34644"/>
                  <a:pt x="47532" y="35629"/>
                </a:cubicBezTo>
                <a:cubicBezTo>
                  <a:pt x="52606" y="36614"/>
                  <a:pt x="56269" y="37672"/>
                  <a:pt x="58520" y="38785"/>
                </a:cubicBezTo>
                <a:cubicBezTo>
                  <a:pt x="67814" y="42872"/>
                  <a:pt x="72467" y="49640"/>
                  <a:pt x="72467" y="59072"/>
                </a:cubicBezTo>
                <a:cubicBezTo>
                  <a:pt x="72467" y="63012"/>
                  <a:pt x="71690" y="66971"/>
                  <a:pt x="70138" y="70912"/>
                </a:cubicBezTo>
                <a:cubicBezTo>
                  <a:pt x="68591" y="74852"/>
                  <a:pt x="66267" y="78792"/>
                  <a:pt x="63167" y="82733"/>
                </a:cubicBezTo>
                <a:cubicBezTo>
                  <a:pt x="60067" y="86673"/>
                  <a:pt x="55634" y="89775"/>
                  <a:pt x="49855" y="92037"/>
                </a:cubicBezTo>
                <a:cubicBezTo>
                  <a:pt x="44083" y="94281"/>
                  <a:pt x="37462" y="95485"/>
                  <a:pt x="30003" y="95631"/>
                </a:cubicBezTo>
                <a:cubicBezTo>
                  <a:pt x="19155" y="95631"/>
                  <a:pt x="11480" y="93587"/>
                  <a:pt x="6971" y="89501"/>
                </a:cubicBezTo>
                <a:cubicBezTo>
                  <a:pt x="2467" y="85415"/>
                  <a:pt x="142" y="80617"/>
                  <a:pt x="0" y="75125"/>
                </a:cubicBezTo>
                <a:cubicBezTo>
                  <a:pt x="0" y="69634"/>
                  <a:pt x="1476" y="65694"/>
                  <a:pt x="4440" y="63304"/>
                </a:cubicBezTo>
                <a:cubicBezTo>
                  <a:pt x="7398" y="60914"/>
                  <a:pt x="10490" y="59710"/>
                  <a:pt x="13734" y="59710"/>
                </a:cubicBezTo>
                <a:cubicBezTo>
                  <a:pt x="15842" y="59710"/>
                  <a:pt x="17816" y="60349"/>
                  <a:pt x="19648" y="61607"/>
                </a:cubicBezTo>
                <a:cubicBezTo>
                  <a:pt x="21480" y="62866"/>
                  <a:pt x="22463" y="65055"/>
                  <a:pt x="22605" y="68157"/>
                </a:cubicBezTo>
                <a:cubicBezTo>
                  <a:pt x="22605" y="71824"/>
                  <a:pt x="21337" y="74925"/>
                  <a:pt x="18800" y="77461"/>
                </a:cubicBezTo>
                <a:cubicBezTo>
                  <a:pt x="16269" y="79997"/>
                  <a:pt x="14082" y="81255"/>
                  <a:pt x="12250" y="81255"/>
                </a:cubicBezTo>
                <a:cubicBezTo>
                  <a:pt x="11973" y="81401"/>
                  <a:pt x="11760" y="81474"/>
                  <a:pt x="11616" y="81474"/>
                </a:cubicBezTo>
                <a:cubicBezTo>
                  <a:pt x="11480" y="81474"/>
                  <a:pt x="11409" y="81602"/>
                  <a:pt x="11409" y="81894"/>
                </a:cubicBezTo>
                <a:cubicBezTo>
                  <a:pt x="11552" y="82314"/>
                  <a:pt x="12115" y="82879"/>
                  <a:pt x="13099" y="83590"/>
                </a:cubicBezTo>
                <a:cubicBezTo>
                  <a:pt x="14082" y="84284"/>
                  <a:pt x="16269" y="85196"/>
                  <a:pt x="19648" y="86327"/>
                </a:cubicBezTo>
                <a:cubicBezTo>
                  <a:pt x="23025" y="87458"/>
                  <a:pt x="26901" y="87950"/>
                  <a:pt x="31271" y="87805"/>
                </a:cubicBezTo>
                <a:cubicBezTo>
                  <a:pt x="36337" y="87805"/>
                  <a:pt x="40706" y="87038"/>
                  <a:pt x="44369" y="85488"/>
                </a:cubicBezTo>
                <a:cubicBezTo>
                  <a:pt x="48023" y="83937"/>
                  <a:pt x="50703" y="81948"/>
                  <a:pt x="52393" y="79559"/>
                </a:cubicBezTo>
                <a:cubicBezTo>
                  <a:pt x="54082" y="77169"/>
                  <a:pt x="55279" y="74980"/>
                  <a:pt x="55985" y="73009"/>
                </a:cubicBezTo>
                <a:cubicBezTo>
                  <a:pt x="56689" y="71039"/>
                  <a:pt x="57039" y="69288"/>
                  <a:pt x="57039" y="67737"/>
                </a:cubicBezTo>
                <a:cubicBezTo>
                  <a:pt x="57039" y="63797"/>
                  <a:pt x="55563" y="60841"/>
                  <a:pt x="52606" y="58853"/>
                </a:cubicBezTo>
                <a:cubicBezTo>
                  <a:pt x="49649" y="56882"/>
                  <a:pt x="46265" y="55696"/>
                  <a:pt x="42466" y="55277"/>
                </a:cubicBezTo>
                <a:cubicBezTo>
                  <a:pt x="38661" y="54857"/>
                  <a:pt x="34505" y="53799"/>
                  <a:pt x="30003" y="52103"/>
                </a:cubicBezTo>
                <a:cubicBezTo>
                  <a:pt x="25491" y="50406"/>
                  <a:pt x="22184" y="47943"/>
                  <a:pt x="20068" y="44714"/>
                </a:cubicBezTo>
                <a:cubicBezTo>
                  <a:pt x="17674" y="41193"/>
                  <a:pt x="16475" y="37107"/>
                  <a:pt x="16475" y="324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0" name="pdf-path-48">
            <a:extLst xmlns:a="http://schemas.openxmlformats.org/drawingml/2006/main">
              <a:ext uri="{FF2B5EF4-FFF2-40B4-BE49-F238E27FC236}">
                <a16:creationId xmlns:a16="http://schemas.microsoft.com/office/drawing/2014/main" id="{9498A695-1588-4FCA-9853-EE4CD4E0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11" y="3554849"/>
            <a:ext cx="27885" cy="66678"/>
          </a:xfrm>
          <a:custGeom xmlns:a="http://schemas.openxmlformats.org/drawingml/2006/main">
            <a:pathLst>
              <a:path w="27885" h="66678">
                <a:moveTo>
                  <a:pt x="0" y="18152"/>
                </a:moveTo>
                <a:cubicBezTo>
                  <a:pt x="0" y="18152"/>
                  <a:pt x="0" y="16401"/>
                  <a:pt x="0" y="12880"/>
                </a:cubicBezTo>
                <a:cubicBezTo>
                  <a:pt x="0" y="9359"/>
                  <a:pt x="1126" y="6331"/>
                  <a:pt x="3379" y="3795"/>
                </a:cubicBezTo>
                <a:cubicBezTo>
                  <a:pt x="5637" y="1259"/>
                  <a:pt x="8665" y="0"/>
                  <a:pt x="12464" y="0"/>
                </a:cubicBezTo>
                <a:cubicBezTo>
                  <a:pt x="16412" y="0"/>
                  <a:pt x="19932" y="1751"/>
                  <a:pt x="23032" y="5272"/>
                </a:cubicBezTo>
                <a:cubicBezTo>
                  <a:pt x="26126" y="8793"/>
                  <a:pt x="27750" y="14996"/>
                  <a:pt x="27885" y="23862"/>
                </a:cubicBezTo>
                <a:cubicBezTo>
                  <a:pt x="27885" y="28787"/>
                  <a:pt x="27252" y="33585"/>
                  <a:pt x="25989" y="38238"/>
                </a:cubicBezTo>
                <a:cubicBezTo>
                  <a:pt x="24721" y="42872"/>
                  <a:pt x="23240" y="46885"/>
                  <a:pt x="21551" y="50278"/>
                </a:cubicBezTo>
                <a:cubicBezTo>
                  <a:pt x="19861" y="53653"/>
                  <a:pt x="18030" y="56536"/>
                  <a:pt x="16056" y="58925"/>
                </a:cubicBezTo>
                <a:cubicBezTo>
                  <a:pt x="14089" y="61334"/>
                  <a:pt x="12393" y="63231"/>
                  <a:pt x="10990" y="64635"/>
                </a:cubicBezTo>
                <a:cubicBezTo>
                  <a:pt x="9578" y="66040"/>
                  <a:pt x="8665" y="66678"/>
                  <a:pt x="8239" y="66533"/>
                </a:cubicBezTo>
                <a:cubicBezTo>
                  <a:pt x="7675" y="66533"/>
                  <a:pt x="6763" y="65894"/>
                  <a:pt x="5495" y="64635"/>
                </a:cubicBezTo>
                <a:cubicBezTo>
                  <a:pt x="4227" y="63377"/>
                  <a:pt x="3592" y="62446"/>
                  <a:pt x="3592" y="61880"/>
                </a:cubicBezTo>
                <a:cubicBezTo>
                  <a:pt x="3592" y="61334"/>
                  <a:pt x="4369" y="60203"/>
                  <a:pt x="5915" y="58506"/>
                </a:cubicBezTo>
                <a:cubicBezTo>
                  <a:pt x="7469" y="56827"/>
                  <a:pt x="9229" y="54711"/>
                  <a:pt x="11196" y="52175"/>
                </a:cubicBezTo>
                <a:cubicBezTo>
                  <a:pt x="13170" y="49640"/>
                  <a:pt x="15001" y="46118"/>
                  <a:pt x="16691" y="41612"/>
                </a:cubicBezTo>
                <a:cubicBezTo>
                  <a:pt x="18378" y="37107"/>
                  <a:pt x="19506" y="31962"/>
                  <a:pt x="20067" y="26179"/>
                </a:cubicBezTo>
                <a:lnTo>
                  <a:pt x="20067" y="23643"/>
                </a:lnTo>
                <a:lnTo>
                  <a:pt x="19861" y="23862"/>
                </a:lnTo>
                <a:cubicBezTo>
                  <a:pt x="19577" y="24008"/>
                  <a:pt x="19227" y="24136"/>
                  <a:pt x="18807" y="24282"/>
                </a:cubicBezTo>
                <a:cubicBezTo>
                  <a:pt x="18378" y="24428"/>
                  <a:pt x="17959" y="24647"/>
                  <a:pt x="17539" y="24920"/>
                </a:cubicBezTo>
                <a:cubicBezTo>
                  <a:pt x="17110" y="25212"/>
                  <a:pt x="16477" y="25340"/>
                  <a:pt x="15636" y="25340"/>
                </a:cubicBezTo>
                <a:cubicBezTo>
                  <a:pt x="14788" y="25340"/>
                  <a:pt x="13947" y="25413"/>
                  <a:pt x="13098" y="25559"/>
                </a:cubicBezTo>
                <a:cubicBezTo>
                  <a:pt x="9300" y="25559"/>
                  <a:pt x="6201" y="24355"/>
                  <a:pt x="3806" y="21965"/>
                </a:cubicBezTo>
                <a:lnTo>
                  <a:pt x="0" y="181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1" name="pdf-path-50">
            <a:extLst xmlns:a="http://schemas.openxmlformats.org/drawingml/2006/main">
              <a:ext uri="{FF2B5EF4-FFF2-40B4-BE49-F238E27FC236}">
                <a16:creationId xmlns:a16="http://schemas.microsoft.com/office/drawing/2014/main" id="{C76DFF0A-AB83-4461-A523-956F5A6D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57" y="3487240"/>
            <a:ext cx="99925" cy="95283"/>
          </a:xfrm>
          <a:custGeom xmlns:a="http://schemas.openxmlformats.org/drawingml/2006/main">
            <a:pathLst>
              <a:path w="99925" h="95283">
                <a:moveTo>
                  <a:pt x="0" y="60002"/>
                </a:moveTo>
                <a:cubicBezTo>
                  <a:pt x="0" y="45772"/>
                  <a:pt x="5353" y="32254"/>
                  <a:pt x="16056" y="19429"/>
                </a:cubicBezTo>
                <a:cubicBezTo>
                  <a:pt x="26759" y="6622"/>
                  <a:pt x="38803" y="127"/>
                  <a:pt x="52179" y="0"/>
                </a:cubicBezTo>
                <a:cubicBezTo>
                  <a:pt x="59361" y="0"/>
                  <a:pt x="65704" y="3448"/>
                  <a:pt x="71192" y="10344"/>
                </a:cubicBezTo>
                <a:cubicBezTo>
                  <a:pt x="73451" y="6130"/>
                  <a:pt x="76685" y="4013"/>
                  <a:pt x="80912" y="4013"/>
                </a:cubicBezTo>
                <a:cubicBezTo>
                  <a:pt x="82743" y="4013"/>
                  <a:pt x="84362" y="4561"/>
                  <a:pt x="85772" y="5710"/>
                </a:cubicBezTo>
                <a:cubicBezTo>
                  <a:pt x="87182" y="6823"/>
                  <a:pt x="87881" y="8228"/>
                  <a:pt x="87881" y="9924"/>
                </a:cubicBezTo>
                <a:cubicBezTo>
                  <a:pt x="87881" y="11748"/>
                  <a:pt x="85279" y="23023"/>
                  <a:pt x="80064" y="43728"/>
                </a:cubicBezTo>
                <a:cubicBezTo>
                  <a:pt x="74855" y="64435"/>
                  <a:pt x="72183" y="76128"/>
                  <a:pt x="72041" y="78792"/>
                </a:cubicBezTo>
                <a:cubicBezTo>
                  <a:pt x="72041" y="82313"/>
                  <a:pt x="72531" y="84630"/>
                  <a:pt x="73514" y="85761"/>
                </a:cubicBezTo>
                <a:cubicBezTo>
                  <a:pt x="74505" y="86892"/>
                  <a:pt x="75981" y="87530"/>
                  <a:pt x="77955" y="87677"/>
                </a:cubicBezTo>
                <a:cubicBezTo>
                  <a:pt x="79223" y="87530"/>
                  <a:pt x="80634" y="86892"/>
                  <a:pt x="82180" y="85761"/>
                </a:cubicBezTo>
                <a:cubicBezTo>
                  <a:pt x="85137" y="82951"/>
                  <a:pt x="88023" y="76201"/>
                  <a:pt x="90838" y="65474"/>
                </a:cubicBezTo>
                <a:cubicBezTo>
                  <a:pt x="91686" y="62665"/>
                  <a:pt x="92392" y="61188"/>
                  <a:pt x="92954" y="61059"/>
                </a:cubicBezTo>
                <a:cubicBezTo>
                  <a:pt x="93233" y="60914"/>
                  <a:pt x="93939" y="60840"/>
                  <a:pt x="95065" y="60840"/>
                </a:cubicBezTo>
                <a:lnTo>
                  <a:pt x="95913" y="60840"/>
                </a:lnTo>
                <a:cubicBezTo>
                  <a:pt x="98584" y="60840"/>
                  <a:pt x="99925" y="61479"/>
                  <a:pt x="99925" y="62738"/>
                </a:cubicBezTo>
                <a:cubicBezTo>
                  <a:pt x="99925" y="63595"/>
                  <a:pt x="99575" y="65474"/>
                  <a:pt x="98871" y="68448"/>
                </a:cubicBezTo>
                <a:cubicBezTo>
                  <a:pt x="98165" y="71403"/>
                  <a:pt x="96760" y="75198"/>
                  <a:pt x="94644" y="79850"/>
                </a:cubicBezTo>
                <a:cubicBezTo>
                  <a:pt x="92535" y="84502"/>
                  <a:pt x="90276" y="88023"/>
                  <a:pt x="87881" y="90413"/>
                </a:cubicBezTo>
                <a:cubicBezTo>
                  <a:pt x="86049" y="92256"/>
                  <a:pt x="83798" y="93733"/>
                  <a:pt x="81125" y="94846"/>
                </a:cubicBezTo>
                <a:cubicBezTo>
                  <a:pt x="80000" y="95138"/>
                  <a:pt x="78303" y="95283"/>
                  <a:pt x="76052" y="95283"/>
                </a:cubicBezTo>
                <a:cubicBezTo>
                  <a:pt x="71263" y="95283"/>
                  <a:pt x="67251" y="94207"/>
                  <a:pt x="64008" y="92109"/>
                </a:cubicBezTo>
                <a:cubicBezTo>
                  <a:pt x="60773" y="89993"/>
                  <a:pt x="58657" y="87804"/>
                  <a:pt x="57674" y="85560"/>
                </a:cubicBezTo>
                <a:lnTo>
                  <a:pt x="56404" y="82386"/>
                </a:lnTo>
                <a:cubicBezTo>
                  <a:pt x="56262" y="82240"/>
                  <a:pt x="55985" y="82313"/>
                  <a:pt x="55563" y="82605"/>
                </a:cubicBezTo>
                <a:cubicBezTo>
                  <a:pt x="55279" y="82879"/>
                  <a:pt x="54994" y="83170"/>
                  <a:pt x="54717" y="83444"/>
                </a:cubicBezTo>
                <a:cubicBezTo>
                  <a:pt x="46407" y="91325"/>
                  <a:pt x="37955" y="95283"/>
                  <a:pt x="29360" y="95283"/>
                </a:cubicBezTo>
                <a:cubicBezTo>
                  <a:pt x="21614" y="95283"/>
                  <a:pt x="14788" y="92456"/>
                  <a:pt x="8873" y="86819"/>
                </a:cubicBezTo>
                <a:cubicBezTo>
                  <a:pt x="2957" y="81182"/>
                  <a:pt x="0" y="72242"/>
                  <a:pt x="0" y="60002"/>
                </a:cubicBezTo>
                <a:moveTo>
                  <a:pt x="67180" y="23862"/>
                </a:moveTo>
                <a:cubicBezTo>
                  <a:pt x="67180" y="23023"/>
                  <a:pt x="66830" y="21472"/>
                  <a:pt x="66124" y="19228"/>
                </a:cubicBezTo>
                <a:cubicBezTo>
                  <a:pt x="65420" y="16966"/>
                  <a:pt x="63801" y="14503"/>
                  <a:pt x="61264" y="11821"/>
                </a:cubicBezTo>
                <a:cubicBezTo>
                  <a:pt x="58728" y="9158"/>
                  <a:pt x="55492" y="7735"/>
                  <a:pt x="51544" y="7589"/>
                </a:cubicBezTo>
                <a:cubicBezTo>
                  <a:pt x="46621" y="7589"/>
                  <a:pt x="41895" y="9778"/>
                  <a:pt x="37391" y="14138"/>
                </a:cubicBezTo>
                <a:cubicBezTo>
                  <a:pt x="32889" y="18516"/>
                  <a:pt x="29360" y="24227"/>
                  <a:pt x="26830" y="31269"/>
                </a:cubicBezTo>
                <a:cubicBezTo>
                  <a:pt x="22748" y="42379"/>
                  <a:pt x="19854" y="53945"/>
                  <a:pt x="18165" y="65912"/>
                </a:cubicBezTo>
                <a:cubicBezTo>
                  <a:pt x="18165" y="66332"/>
                  <a:pt x="18165" y="67117"/>
                  <a:pt x="18165" y="68229"/>
                </a:cubicBezTo>
                <a:cubicBezTo>
                  <a:pt x="18165" y="69360"/>
                  <a:pt x="18094" y="70199"/>
                  <a:pt x="17958" y="70765"/>
                </a:cubicBezTo>
                <a:cubicBezTo>
                  <a:pt x="17958" y="77114"/>
                  <a:pt x="19219" y="81474"/>
                  <a:pt x="21757" y="83863"/>
                </a:cubicBezTo>
                <a:cubicBezTo>
                  <a:pt x="24295" y="86272"/>
                  <a:pt x="27323" y="87530"/>
                  <a:pt x="30844" y="87677"/>
                </a:cubicBezTo>
                <a:cubicBezTo>
                  <a:pt x="36194" y="87677"/>
                  <a:pt x="41476" y="85341"/>
                  <a:pt x="46684" y="80689"/>
                </a:cubicBezTo>
                <a:cubicBezTo>
                  <a:pt x="51902" y="76055"/>
                  <a:pt x="54994" y="72461"/>
                  <a:pt x="55985" y="69926"/>
                </a:cubicBezTo>
                <a:cubicBezTo>
                  <a:pt x="56262" y="69360"/>
                  <a:pt x="58165" y="61826"/>
                  <a:pt x="61685" y="47323"/>
                </a:cubicBezTo>
                <a:cubicBezTo>
                  <a:pt x="65206" y="32801"/>
                  <a:pt x="67036" y="24993"/>
                  <a:pt x="67180" y="238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2" name="pdf-path-53">
            <a:extLst xmlns:a="http://schemas.openxmlformats.org/drawingml/2006/main">
              <a:ext uri="{FF2B5EF4-FFF2-40B4-BE49-F238E27FC236}">
                <a16:creationId xmlns:a16="http://schemas.microsoft.com/office/drawing/2014/main" id="{A6428D3D-7586-493D-89D5-3AA1104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20" y="1698226"/>
            <a:ext cx="107671" cy="149119"/>
          </a:xfrm>
          <a:custGeom xmlns:a="http://schemas.openxmlformats.org/drawingml/2006/main">
            <a:pathLst>
              <a:path w="107671" h="149119">
                <a:moveTo>
                  <a:pt x="25139" y="4433"/>
                </a:moveTo>
                <a:cubicBezTo>
                  <a:pt x="25139" y="2736"/>
                  <a:pt x="26343" y="1259"/>
                  <a:pt x="28733" y="0"/>
                </a:cubicBezTo>
                <a:lnTo>
                  <a:pt x="32746" y="0"/>
                </a:lnTo>
                <a:cubicBezTo>
                  <a:pt x="45407" y="420"/>
                  <a:pt x="53452" y="3940"/>
                  <a:pt x="56827" y="10563"/>
                </a:cubicBezTo>
                <a:cubicBezTo>
                  <a:pt x="57667" y="12661"/>
                  <a:pt x="61680" y="23789"/>
                  <a:pt x="68868" y="43929"/>
                </a:cubicBezTo>
                <a:cubicBezTo>
                  <a:pt x="76037" y="64070"/>
                  <a:pt x="83152" y="83718"/>
                  <a:pt x="90212" y="102855"/>
                </a:cubicBezTo>
                <a:cubicBezTo>
                  <a:pt x="97235" y="122010"/>
                  <a:pt x="100757" y="131879"/>
                  <a:pt x="100757" y="132445"/>
                </a:cubicBezTo>
                <a:cubicBezTo>
                  <a:pt x="101742" y="135255"/>
                  <a:pt x="102654" y="137590"/>
                  <a:pt x="103512" y="139414"/>
                </a:cubicBezTo>
                <a:cubicBezTo>
                  <a:pt x="104350" y="141238"/>
                  <a:pt x="104989" y="142570"/>
                  <a:pt x="105409" y="143427"/>
                </a:cubicBezTo>
                <a:cubicBezTo>
                  <a:pt x="105829" y="144267"/>
                  <a:pt x="106175" y="144905"/>
                  <a:pt x="106467" y="145325"/>
                </a:cubicBezTo>
                <a:cubicBezTo>
                  <a:pt x="106741" y="145744"/>
                  <a:pt x="107032" y="146018"/>
                  <a:pt x="107306" y="146164"/>
                </a:cubicBezTo>
                <a:cubicBezTo>
                  <a:pt x="107598" y="146310"/>
                  <a:pt x="107671" y="146584"/>
                  <a:pt x="107525" y="147022"/>
                </a:cubicBezTo>
                <a:cubicBezTo>
                  <a:pt x="107379" y="147441"/>
                  <a:pt x="106960" y="148079"/>
                  <a:pt x="106248" y="148919"/>
                </a:cubicBezTo>
                <a:lnTo>
                  <a:pt x="91891" y="148919"/>
                </a:lnTo>
                <a:cubicBezTo>
                  <a:pt x="88369" y="146948"/>
                  <a:pt x="86107" y="144905"/>
                  <a:pt x="85122" y="142789"/>
                </a:cubicBezTo>
                <a:cubicBezTo>
                  <a:pt x="84156" y="140673"/>
                  <a:pt x="80561" y="131241"/>
                  <a:pt x="74359" y="114494"/>
                </a:cubicBezTo>
                <a:lnTo>
                  <a:pt x="64854" y="88078"/>
                </a:lnTo>
                <a:lnTo>
                  <a:pt x="61899" y="91252"/>
                </a:lnTo>
                <a:cubicBezTo>
                  <a:pt x="60074" y="93496"/>
                  <a:pt x="56755" y="97382"/>
                  <a:pt x="51957" y="102855"/>
                </a:cubicBezTo>
                <a:cubicBezTo>
                  <a:pt x="47177" y="108364"/>
                  <a:pt x="43163" y="112998"/>
                  <a:pt x="39934" y="116811"/>
                </a:cubicBezTo>
                <a:cubicBezTo>
                  <a:pt x="36413" y="120897"/>
                  <a:pt x="32035" y="125950"/>
                  <a:pt x="26836" y="132026"/>
                </a:cubicBezTo>
                <a:cubicBezTo>
                  <a:pt x="19647" y="140472"/>
                  <a:pt x="15215" y="145398"/>
                  <a:pt x="13518" y="146803"/>
                </a:cubicBezTo>
                <a:cubicBezTo>
                  <a:pt x="11821" y="148207"/>
                  <a:pt x="9869" y="148991"/>
                  <a:pt x="7607" y="149119"/>
                </a:cubicBezTo>
                <a:cubicBezTo>
                  <a:pt x="2535" y="149119"/>
                  <a:pt x="0" y="146875"/>
                  <a:pt x="0" y="142369"/>
                </a:cubicBezTo>
                <a:cubicBezTo>
                  <a:pt x="0" y="139962"/>
                  <a:pt x="985" y="137717"/>
                  <a:pt x="2955" y="135601"/>
                </a:cubicBezTo>
                <a:cubicBezTo>
                  <a:pt x="4926" y="133485"/>
                  <a:pt x="14649" y="123999"/>
                  <a:pt x="32108" y="107087"/>
                </a:cubicBezTo>
                <a:cubicBezTo>
                  <a:pt x="36340" y="103001"/>
                  <a:pt x="41047" y="98440"/>
                  <a:pt x="46265" y="93368"/>
                </a:cubicBezTo>
                <a:cubicBezTo>
                  <a:pt x="51482" y="88297"/>
                  <a:pt x="55350" y="84484"/>
                  <a:pt x="57886" y="81948"/>
                </a:cubicBezTo>
                <a:lnTo>
                  <a:pt x="61479" y="78573"/>
                </a:lnTo>
                <a:cubicBezTo>
                  <a:pt x="61479" y="78427"/>
                  <a:pt x="57958" y="68576"/>
                  <a:pt x="50916" y="49001"/>
                </a:cubicBezTo>
                <a:cubicBezTo>
                  <a:pt x="43875" y="29426"/>
                  <a:pt x="40080" y="18863"/>
                  <a:pt x="39496" y="17313"/>
                </a:cubicBezTo>
                <a:cubicBezTo>
                  <a:pt x="36687" y="10982"/>
                  <a:pt x="33093" y="7808"/>
                  <a:pt x="28733" y="7808"/>
                </a:cubicBezTo>
                <a:cubicBezTo>
                  <a:pt x="26343" y="7808"/>
                  <a:pt x="25139" y="6677"/>
                  <a:pt x="25139" y="44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3" name="pdf-path-55">
            <a:extLst xmlns:a="http://schemas.openxmlformats.org/drawingml/2006/main">
              <a:ext uri="{FF2B5EF4-FFF2-40B4-BE49-F238E27FC236}">
                <a16:creationId xmlns:a16="http://schemas.microsoft.com/office/drawing/2014/main" id="{613267C1-A951-4836-85BD-850E6BA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1" y="3480453"/>
            <a:ext cx="731172" cy="391696"/>
          </a:xfrm>
          <a:custGeom xmlns:a="http://schemas.openxmlformats.org/drawingml/2006/main">
            <a:pathLst>
              <a:path w="731172" h="391696">
                <a:moveTo>
                  <a:pt x="58756" y="0"/>
                </a:moveTo>
                <a:lnTo>
                  <a:pt x="672416" y="0"/>
                </a:lnTo>
                <a:cubicBezTo>
                  <a:pt x="680212" y="0"/>
                  <a:pt x="687710" y="1478"/>
                  <a:pt x="694907" y="4470"/>
                </a:cubicBezTo>
                <a:cubicBezTo>
                  <a:pt x="702104" y="7443"/>
                  <a:pt x="708454" y="11694"/>
                  <a:pt x="713962" y="17203"/>
                </a:cubicBezTo>
                <a:cubicBezTo>
                  <a:pt x="719479" y="22713"/>
                  <a:pt x="723718" y="29061"/>
                  <a:pt x="726704" y="36267"/>
                </a:cubicBezTo>
                <a:cubicBezTo>
                  <a:pt x="729684" y="43455"/>
                  <a:pt x="731172" y="50953"/>
                  <a:pt x="731172" y="58743"/>
                </a:cubicBezTo>
                <a:lnTo>
                  <a:pt x="731172" y="332948"/>
                </a:lnTo>
                <a:cubicBezTo>
                  <a:pt x="731172" y="340729"/>
                  <a:pt x="729684" y="348227"/>
                  <a:pt x="726704" y="355424"/>
                </a:cubicBezTo>
                <a:cubicBezTo>
                  <a:pt x="723718" y="362621"/>
                  <a:pt x="719479" y="368978"/>
                  <a:pt x="713962" y="374486"/>
                </a:cubicBezTo>
                <a:cubicBezTo>
                  <a:pt x="708454" y="379995"/>
                  <a:pt x="702104" y="384243"/>
                  <a:pt x="694907" y="387221"/>
                </a:cubicBezTo>
                <a:cubicBezTo>
                  <a:pt x="687702" y="390199"/>
                  <a:pt x="680212" y="391696"/>
                  <a:pt x="672416" y="391696"/>
                </a:cubicBezTo>
                <a:lnTo>
                  <a:pt x="58756" y="391696"/>
                </a:lnTo>
                <a:cubicBezTo>
                  <a:pt x="50968" y="391696"/>
                  <a:pt x="43470" y="390199"/>
                  <a:pt x="36273" y="387221"/>
                </a:cubicBezTo>
                <a:cubicBezTo>
                  <a:pt x="29076" y="384243"/>
                  <a:pt x="22718" y="379995"/>
                  <a:pt x="17211" y="374486"/>
                </a:cubicBezTo>
                <a:cubicBezTo>
                  <a:pt x="11701" y="368978"/>
                  <a:pt x="7454" y="362621"/>
                  <a:pt x="4475" y="355424"/>
                </a:cubicBezTo>
                <a:cubicBezTo>
                  <a:pt x="1489" y="348227"/>
                  <a:pt x="0" y="340729"/>
                  <a:pt x="0" y="332948"/>
                </a:cubicBezTo>
                <a:lnTo>
                  <a:pt x="0" y="58743"/>
                </a:lnTo>
                <a:cubicBezTo>
                  <a:pt x="0" y="50953"/>
                  <a:pt x="1489" y="43455"/>
                  <a:pt x="4475" y="36267"/>
                </a:cubicBezTo>
                <a:cubicBezTo>
                  <a:pt x="7454" y="29061"/>
                  <a:pt x="11701" y="22713"/>
                  <a:pt x="17211" y="17203"/>
                </a:cubicBezTo>
                <a:cubicBezTo>
                  <a:pt x="22718" y="11694"/>
                  <a:pt x="29076" y="7443"/>
                  <a:pt x="36273" y="4470"/>
                </a:cubicBezTo>
                <a:cubicBezTo>
                  <a:pt x="43470" y="1478"/>
                  <a:pt x="50968" y="0"/>
                  <a:pt x="58756" y="0"/>
                </a:cubicBez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34" name="pdf-path-58">
            <a:extLst xmlns:a="http://schemas.openxmlformats.org/drawingml/2006/main">
              <a:ext uri="{FF2B5EF4-FFF2-40B4-BE49-F238E27FC236}">
                <a16:creationId xmlns:a16="http://schemas.microsoft.com/office/drawing/2014/main" id="{7B24DF49-AF8D-4384-B764-2FE6ABAB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29" y="3643310"/>
            <a:ext cx="108012" cy="119987"/>
          </a:xfrm>
          <a:custGeom xmlns:a="http://schemas.openxmlformats.org/drawingml/2006/main">
            <a:pathLst>
              <a:path w="108012" h="119987">
                <a:moveTo>
                  <a:pt x="0" y="41284"/>
                </a:moveTo>
                <a:cubicBezTo>
                  <a:pt x="171" y="40755"/>
                  <a:pt x="350" y="40062"/>
                  <a:pt x="527" y="39168"/>
                </a:cubicBezTo>
                <a:cubicBezTo>
                  <a:pt x="706" y="38292"/>
                  <a:pt x="1140" y="36359"/>
                  <a:pt x="1846" y="33367"/>
                </a:cubicBezTo>
                <a:cubicBezTo>
                  <a:pt x="2552" y="30375"/>
                  <a:pt x="3428" y="27638"/>
                  <a:pt x="4490" y="25176"/>
                </a:cubicBezTo>
                <a:cubicBezTo>
                  <a:pt x="5544" y="22713"/>
                  <a:pt x="6863" y="19812"/>
                  <a:pt x="8452" y="16455"/>
                </a:cubicBezTo>
                <a:cubicBezTo>
                  <a:pt x="10034" y="13117"/>
                  <a:pt x="11794" y="10471"/>
                  <a:pt x="13733" y="8538"/>
                </a:cubicBezTo>
                <a:cubicBezTo>
                  <a:pt x="15664" y="6604"/>
                  <a:pt x="17958" y="4670"/>
                  <a:pt x="20595" y="2736"/>
                </a:cubicBezTo>
                <a:cubicBezTo>
                  <a:pt x="23240" y="784"/>
                  <a:pt x="26139" y="0"/>
                  <a:pt x="29311" y="346"/>
                </a:cubicBezTo>
                <a:cubicBezTo>
                  <a:pt x="34419" y="346"/>
                  <a:pt x="38909" y="1405"/>
                  <a:pt x="42778" y="3521"/>
                </a:cubicBezTo>
                <a:cubicBezTo>
                  <a:pt x="46655" y="5637"/>
                  <a:pt x="49386" y="7571"/>
                  <a:pt x="50968" y="9322"/>
                </a:cubicBezTo>
                <a:cubicBezTo>
                  <a:pt x="52550" y="11091"/>
                  <a:pt x="53518" y="12843"/>
                  <a:pt x="53875" y="14613"/>
                </a:cubicBezTo>
                <a:cubicBezTo>
                  <a:pt x="54224" y="15671"/>
                  <a:pt x="54487" y="16200"/>
                  <a:pt x="54666" y="16200"/>
                </a:cubicBezTo>
                <a:cubicBezTo>
                  <a:pt x="54844" y="16200"/>
                  <a:pt x="55543" y="15580"/>
                  <a:pt x="56775" y="14339"/>
                </a:cubicBezTo>
                <a:cubicBezTo>
                  <a:pt x="65226" y="5199"/>
                  <a:pt x="74998" y="620"/>
                  <a:pt x="86093" y="620"/>
                </a:cubicBezTo>
                <a:lnTo>
                  <a:pt x="86883" y="620"/>
                </a:lnTo>
                <a:cubicBezTo>
                  <a:pt x="95335" y="620"/>
                  <a:pt x="101671" y="4232"/>
                  <a:pt x="105896" y="11439"/>
                </a:cubicBezTo>
                <a:cubicBezTo>
                  <a:pt x="107308" y="14795"/>
                  <a:pt x="108012" y="18043"/>
                  <a:pt x="108012" y="21217"/>
                </a:cubicBezTo>
                <a:cubicBezTo>
                  <a:pt x="108012" y="26489"/>
                  <a:pt x="106865" y="30721"/>
                  <a:pt x="104577" y="33896"/>
                </a:cubicBezTo>
                <a:cubicBezTo>
                  <a:pt x="102291" y="37070"/>
                  <a:pt x="100003" y="39095"/>
                  <a:pt x="97708" y="39971"/>
                </a:cubicBezTo>
                <a:cubicBezTo>
                  <a:pt x="95421" y="40846"/>
                  <a:pt x="93219" y="41193"/>
                  <a:pt x="91110" y="41029"/>
                </a:cubicBezTo>
                <a:cubicBezTo>
                  <a:pt x="87589" y="41029"/>
                  <a:pt x="84774" y="40062"/>
                  <a:pt x="82658" y="38128"/>
                </a:cubicBezTo>
                <a:cubicBezTo>
                  <a:pt x="80549" y="36176"/>
                  <a:pt x="79487" y="33622"/>
                  <a:pt x="79487" y="30466"/>
                </a:cubicBezTo>
                <a:cubicBezTo>
                  <a:pt x="79487" y="22001"/>
                  <a:pt x="84418" y="16382"/>
                  <a:pt x="94281" y="13555"/>
                </a:cubicBezTo>
                <a:cubicBezTo>
                  <a:pt x="90404" y="11274"/>
                  <a:pt x="87233" y="10125"/>
                  <a:pt x="84774" y="10125"/>
                </a:cubicBezTo>
                <a:cubicBezTo>
                  <a:pt x="74912" y="10125"/>
                  <a:pt x="65847" y="16638"/>
                  <a:pt x="57566" y="29663"/>
                </a:cubicBezTo>
                <a:cubicBezTo>
                  <a:pt x="55806" y="32491"/>
                  <a:pt x="54487" y="35392"/>
                  <a:pt x="53611" y="38384"/>
                </a:cubicBezTo>
                <a:cubicBezTo>
                  <a:pt x="52728" y="41376"/>
                  <a:pt x="49735" y="53088"/>
                  <a:pt x="44632" y="73509"/>
                </a:cubicBezTo>
                <a:cubicBezTo>
                  <a:pt x="38646" y="98152"/>
                  <a:pt x="35211" y="111271"/>
                  <a:pt x="34328" y="112854"/>
                </a:cubicBezTo>
                <a:cubicBezTo>
                  <a:pt x="32040" y="117606"/>
                  <a:pt x="28257" y="119987"/>
                  <a:pt x="22975" y="119987"/>
                </a:cubicBezTo>
                <a:cubicBezTo>
                  <a:pt x="20688" y="119987"/>
                  <a:pt x="18834" y="119460"/>
                  <a:pt x="17431" y="118405"/>
                </a:cubicBezTo>
                <a:cubicBezTo>
                  <a:pt x="16021" y="117343"/>
                  <a:pt x="15051" y="116287"/>
                  <a:pt x="14523" y="115233"/>
                </a:cubicBezTo>
                <a:cubicBezTo>
                  <a:pt x="13996" y="114178"/>
                  <a:pt x="13817" y="113295"/>
                  <a:pt x="13996" y="112589"/>
                </a:cubicBezTo>
                <a:cubicBezTo>
                  <a:pt x="13996" y="110302"/>
                  <a:pt x="17517" y="95158"/>
                  <a:pt x="24557" y="67168"/>
                </a:cubicBezTo>
                <a:cubicBezTo>
                  <a:pt x="31599" y="39168"/>
                  <a:pt x="35118" y="23589"/>
                  <a:pt x="35118" y="20432"/>
                </a:cubicBezTo>
                <a:cubicBezTo>
                  <a:pt x="35118" y="13555"/>
                  <a:pt x="32830" y="10125"/>
                  <a:pt x="28257" y="10125"/>
                </a:cubicBezTo>
                <a:cubicBezTo>
                  <a:pt x="24557" y="10125"/>
                  <a:pt x="21386" y="12588"/>
                  <a:pt x="18750" y="17513"/>
                </a:cubicBezTo>
                <a:cubicBezTo>
                  <a:pt x="16105" y="22457"/>
                  <a:pt x="13996" y="27821"/>
                  <a:pt x="12407" y="33622"/>
                </a:cubicBezTo>
                <a:cubicBezTo>
                  <a:pt x="10826" y="39441"/>
                  <a:pt x="9857" y="42616"/>
                  <a:pt x="9507" y="43145"/>
                </a:cubicBezTo>
                <a:cubicBezTo>
                  <a:pt x="9151" y="43492"/>
                  <a:pt x="7746" y="43656"/>
                  <a:pt x="5282" y="43656"/>
                </a:cubicBezTo>
                <a:lnTo>
                  <a:pt x="1581" y="43656"/>
                </a:lnTo>
                <a:cubicBezTo>
                  <a:pt x="527" y="42616"/>
                  <a:pt x="0" y="41813"/>
                  <a:pt x="0" y="412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35" name="pdf-path-60">
            <a:extLst xmlns:a="http://schemas.openxmlformats.org/drawingml/2006/main">
              <a:ext uri="{FF2B5EF4-FFF2-40B4-BE49-F238E27FC236}">
                <a16:creationId xmlns:a16="http://schemas.microsoft.com/office/drawing/2014/main" id="{F6CEA7AE-0593-4236-9AFE-33114631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59" y="3716355"/>
            <a:ext cx="60872" cy="85701"/>
          </a:xfrm>
          <a:custGeom xmlns:a="http://schemas.openxmlformats.org/drawingml/2006/main">
            <a:pathLst>
              <a:path w="60872" h="85701">
                <a:moveTo>
                  <a:pt x="48921" y="24650"/>
                </a:moveTo>
                <a:cubicBezTo>
                  <a:pt x="48921" y="19670"/>
                  <a:pt x="47239" y="15371"/>
                  <a:pt x="43882" y="11767"/>
                </a:cubicBezTo>
                <a:cubicBezTo>
                  <a:pt x="40520" y="8153"/>
                  <a:pt x="35666" y="6350"/>
                  <a:pt x="29317" y="6350"/>
                </a:cubicBezTo>
                <a:cubicBezTo>
                  <a:pt x="24834" y="6350"/>
                  <a:pt x="20980" y="7162"/>
                  <a:pt x="17736" y="8781"/>
                </a:cubicBezTo>
                <a:cubicBezTo>
                  <a:pt x="14002" y="11146"/>
                  <a:pt x="12135" y="14381"/>
                  <a:pt x="12135" y="18485"/>
                </a:cubicBezTo>
                <a:cubicBezTo>
                  <a:pt x="12015" y="19113"/>
                  <a:pt x="12015" y="19918"/>
                  <a:pt x="12135" y="20916"/>
                </a:cubicBezTo>
                <a:cubicBezTo>
                  <a:pt x="12263" y="21913"/>
                  <a:pt x="13261" y="23402"/>
                  <a:pt x="15129" y="25398"/>
                </a:cubicBezTo>
                <a:cubicBezTo>
                  <a:pt x="16996" y="27386"/>
                  <a:pt x="19668" y="28941"/>
                  <a:pt x="23152" y="30067"/>
                </a:cubicBezTo>
                <a:cubicBezTo>
                  <a:pt x="25398" y="30687"/>
                  <a:pt x="28135" y="31249"/>
                  <a:pt x="31369" y="31741"/>
                </a:cubicBezTo>
                <a:cubicBezTo>
                  <a:pt x="34604" y="32239"/>
                  <a:pt x="37347" y="32803"/>
                  <a:pt x="39586" y="33423"/>
                </a:cubicBezTo>
                <a:cubicBezTo>
                  <a:pt x="41823" y="34049"/>
                  <a:pt x="43818" y="34855"/>
                  <a:pt x="45557" y="35853"/>
                </a:cubicBezTo>
                <a:cubicBezTo>
                  <a:pt x="47675" y="36851"/>
                  <a:pt x="49727" y="38090"/>
                  <a:pt x="51721" y="39588"/>
                </a:cubicBezTo>
                <a:cubicBezTo>
                  <a:pt x="53710" y="41076"/>
                  <a:pt x="55705" y="43626"/>
                  <a:pt x="57694" y="47241"/>
                </a:cubicBezTo>
                <a:cubicBezTo>
                  <a:pt x="59688" y="50853"/>
                  <a:pt x="60744" y="54709"/>
                  <a:pt x="60872" y="58814"/>
                </a:cubicBezTo>
                <a:cubicBezTo>
                  <a:pt x="60872" y="66531"/>
                  <a:pt x="58506" y="72881"/>
                  <a:pt x="53773" y="77862"/>
                </a:cubicBezTo>
                <a:cubicBezTo>
                  <a:pt x="49043" y="82842"/>
                  <a:pt x="41388" y="85394"/>
                  <a:pt x="30813" y="85515"/>
                </a:cubicBezTo>
                <a:lnTo>
                  <a:pt x="29317" y="85515"/>
                </a:lnTo>
                <a:cubicBezTo>
                  <a:pt x="22846" y="85515"/>
                  <a:pt x="16868" y="83278"/>
                  <a:pt x="11395" y="78796"/>
                </a:cubicBezTo>
                <a:lnTo>
                  <a:pt x="9897" y="80100"/>
                </a:lnTo>
                <a:lnTo>
                  <a:pt x="8217" y="81780"/>
                </a:lnTo>
                <a:cubicBezTo>
                  <a:pt x="7467" y="82530"/>
                  <a:pt x="6726" y="83214"/>
                  <a:pt x="5978" y="83833"/>
                </a:cubicBezTo>
                <a:lnTo>
                  <a:pt x="3926" y="85701"/>
                </a:lnTo>
                <a:lnTo>
                  <a:pt x="2430" y="85701"/>
                </a:lnTo>
                <a:lnTo>
                  <a:pt x="1682" y="85701"/>
                </a:lnTo>
                <a:cubicBezTo>
                  <a:pt x="1310" y="85701"/>
                  <a:pt x="748" y="85330"/>
                  <a:pt x="0" y="84583"/>
                </a:cubicBezTo>
                <a:lnTo>
                  <a:pt x="0" y="69831"/>
                </a:lnTo>
                <a:lnTo>
                  <a:pt x="0" y="59006"/>
                </a:lnTo>
                <a:cubicBezTo>
                  <a:pt x="0" y="56390"/>
                  <a:pt x="128" y="54837"/>
                  <a:pt x="378" y="54337"/>
                </a:cubicBezTo>
                <a:cubicBezTo>
                  <a:pt x="626" y="53839"/>
                  <a:pt x="1246" y="53525"/>
                  <a:pt x="2244" y="53405"/>
                </a:cubicBezTo>
                <a:lnTo>
                  <a:pt x="3926" y="53405"/>
                </a:lnTo>
                <a:cubicBezTo>
                  <a:pt x="5415" y="53405"/>
                  <a:pt x="6413" y="53653"/>
                  <a:pt x="6912" y="54146"/>
                </a:cubicBezTo>
                <a:cubicBezTo>
                  <a:pt x="7411" y="54644"/>
                  <a:pt x="7717" y="55394"/>
                  <a:pt x="7844" y="56390"/>
                </a:cubicBezTo>
                <a:cubicBezTo>
                  <a:pt x="7967" y="57387"/>
                  <a:pt x="8401" y="59062"/>
                  <a:pt x="9149" y="61428"/>
                </a:cubicBezTo>
                <a:cubicBezTo>
                  <a:pt x="9897" y="63795"/>
                  <a:pt x="11081" y="66411"/>
                  <a:pt x="12699" y="69275"/>
                </a:cubicBezTo>
                <a:cubicBezTo>
                  <a:pt x="17052" y="75623"/>
                  <a:pt x="23096" y="78796"/>
                  <a:pt x="30813" y="78796"/>
                </a:cubicBezTo>
                <a:cubicBezTo>
                  <a:pt x="42886" y="78796"/>
                  <a:pt x="48921" y="73943"/>
                  <a:pt x="48921" y="64228"/>
                </a:cubicBezTo>
                <a:cubicBezTo>
                  <a:pt x="48921" y="60624"/>
                  <a:pt x="47803" y="57694"/>
                  <a:pt x="45557" y="55457"/>
                </a:cubicBezTo>
                <a:cubicBezTo>
                  <a:pt x="43070" y="52471"/>
                  <a:pt x="37904" y="50227"/>
                  <a:pt x="30065" y="48737"/>
                </a:cubicBezTo>
                <a:cubicBezTo>
                  <a:pt x="22218" y="47241"/>
                  <a:pt x="17052" y="45808"/>
                  <a:pt x="14565" y="44440"/>
                </a:cubicBezTo>
                <a:cubicBezTo>
                  <a:pt x="10083" y="42324"/>
                  <a:pt x="6535" y="39458"/>
                  <a:pt x="3926" y="35853"/>
                </a:cubicBezTo>
                <a:cubicBezTo>
                  <a:pt x="1310" y="32239"/>
                  <a:pt x="0" y="28384"/>
                  <a:pt x="0" y="24272"/>
                </a:cubicBezTo>
                <a:cubicBezTo>
                  <a:pt x="0" y="19420"/>
                  <a:pt x="1062" y="15315"/>
                  <a:pt x="3178" y="11951"/>
                </a:cubicBezTo>
                <a:cubicBezTo>
                  <a:pt x="5294" y="8594"/>
                  <a:pt x="7967" y="6100"/>
                  <a:pt x="11201" y="4482"/>
                </a:cubicBezTo>
                <a:cubicBezTo>
                  <a:pt x="14445" y="2866"/>
                  <a:pt x="17552" y="1746"/>
                  <a:pt x="20538" y="1126"/>
                </a:cubicBezTo>
                <a:cubicBezTo>
                  <a:pt x="23530" y="500"/>
                  <a:pt x="26267" y="194"/>
                  <a:pt x="28753" y="194"/>
                </a:cubicBezTo>
                <a:lnTo>
                  <a:pt x="30813" y="194"/>
                </a:lnTo>
                <a:cubicBezTo>
                  <a:pt x="35788" y="194"/>
                  <a:pt x="40150" y="1126"/>
                  <a:pt x="43882" y="2994"/>
                </a:cubicBezTo>
                <a:lnTo>
                  <a:pt x="46684" y="4482"/>
                </a:lnTo>
                <a:lnTo>
                  <a:pt x="48359" y="3178"/>
                </a:lnTo>
                <a:cubicBezTo>
                  <a:pt x="49605" y="2060"/>
                  <a:pt x="50973" y="998"/>
                  <a:pt x="52469" y="0"/>
                </a:cubicBezTo>
                <a:lnTo>
                  <a:pt x="53960" y="0"/>
                </a:lnTo>
                <a:lnTo>
                  <a:pt x="54708" y="0"/>
                </a:lnTo>
                <a:cubicBezTo>
                  <a:pt x="55085" y="0"/>
                  <a:pt x="55642" y="378"/>
                  <a:pt x="56390" y="1126"/>
                </a:cubicBezTo>
                <a:lnTo>
                  <a:pt x="56390" y="25768"/>
                </a:lnTo>
                <a:lnTo>
                  <a:pt x="55271" y="26888"/>
                </a:lnTo>
                <a:lnTo>
                  <a:pt x="50039" y="26888"/>
                </a:lnTo>
                <a:cubicBezTo>
                  <a:pt x="49291" y="26139"/>
                  <a:pt x="48921" y="25398"/>
                  <a:pt x="48921" y="246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6" name="pdf-path-62">
            <a:extLst xmlns:a="http://schemas.openxmlformats.org/drawingml/2006/main">
              <a:ext uri="{FF2B5EF4-FFF2-40B4-BE49-F238E27FC236}">
                <a16:creationId xmlns:a16="http://schemas.microsoft.com/office/drawing/2014/main" id="{8FAB27C6-8D1F-4832-9A95-56BC68CD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22" y="3685178"/>
            <a:ext cx="58820" cy="116692"/>
          </a:xfrm>
          <a:custGeom xmlns:a="http://schemas.openxmlformats.org/drawingml/2006/main">
            <a:pathLst>
              <a:path w="58820" h="116692">
                <a:moveTo>
                  <a:pt x="1682" y="36037"/>
                </a:moveTo>
                <a:cubicBezTo>
                  <a:pt x="8280" y="35540"/>
                  <a:pt x="13383" y="32055"/>
                  <a:pt x="16995" y="25577"/>
                </a:cubicBezTo>
                <a:cubicBezTo>
                  <a:pt x="20602" y="19106"/>
                  <a:pt x="22596" y="11511"/>
                  <a:pt x="22968" y="2809"/>
                </a:cubicBezTo>
                <a:lnTo>
                  <a:pt x="22968" y="0"/>
                </a:lnTo>
                <a:lnTo>
                  <a:pt x="30435" y="0"/>
                </a:lnTo>
                <a:lnTo>
                  <a:pt x="30435" y="34355"/>
                </a:lnTo>
                <a:lnTo>
                  <a:pt x="55642" y="34355"/>
                </a:lnTo>
                <a:lnTo>
                  <a:pt x="55642" y="42944"/>
                </a:lnTo>
                <a:lnTo>
                  <a:pt x="30435" y="42944"/>
                </a:lnTo>
                <a:lnTo>
                  <a:pt x="30435" y="69831"/>
                </a:lnTo>
                <a:cubicBezTo>
                  <a:pt x="30565" y="85387"/>
                  <a:pt x="30621" y="94168"/>
                  <a:pt x="30621" y="96154"/>
                </a:cubicBezTo>
                <a:cubicBezTo>
                  <a:pt x="30621" y="98150"/>
                  <a:pt x="31056" y="100139"/>
                  <a:pt x="31933" y="102134"/>
                </a:cubicBezTo>
                <a:cubicBezTo>
                  <a:pt x="33672" y="106987"/>
                  <a:pt x="36722" y="109410"/>
                  <a:pt x="41082" y="109410"/>
                </a:cubicBezTo>
                <a:cubicBezTo>
                  <a:pt x="46555" y="109410"/>
                  <a:pt x="49919" y="104991"/>
                  <a:pt x="51160" y="96154"/>
                </a:cubicBezTo>
                <a:cubicBezTo>
                  <a:pt x="51287" y="95158"/>
                  <a:pt x="51351" y="92299"/>
                  <a:pt x="51351" y="87567"/>
                </a:cubicBezTo>
                <a:lnTo>
                  <a:pt x="51351" y="81033"/>
                </a:lnTo>
                <a:lnTo>
                  <a:pt x="58820" y="81033"/>
                </a:lnTo>
                <a:lnTo>
                  <a:pt x="58820" y="87567"/>
                </a:lnTo>
                <a:lnTo>
                  <a:pt x="58820" y="89806"/>
                </a:lnTo>
                <a:cubicBezTo>
                  <a:pt x="58820" y="99390"/>
                  <a:pt x="56203" y="106673"/>
                  <a:pt x="50973" y="111656"/>
                </a:cubicBezTo>
                <a:cubicBezTo>
                  <a:pt x="47616" y="115010"/>
                  <a:pt x="43256" y="116692"/>
                  <a:pt x="37904" y="116692"/>
                </a:cubicBezTo>
                <a:cubicBezTo>
                  <a:pt x="33672" y="116692"/>
                  <a:pt x="30001" y="115944"/>
                  <a:pt x="26887" y="114456"/>
                </a:cubicBezTo>
                <a:cubicBezTo>
                  <a:pt x="23780" y="112958"/>
                  <a:pt x="21414" y="111028"/>
                  <a:pt x="19796" y="108669"/>
                </a:cubicBezTo>
                <a:cubicBezTo>
                  <a:pt x="18179" y="106303"/>
                  <a:pt x="16995" y="104123"/>
                  <a:pt x="16247" y="102134"/>
                </a:cubicBezTo>
                <a:cubicBezTo>
                  <a:pt x="15499" y="100139"/>
                  <a:pt x="15065" y="98150"/>
                  <a:pt x="14936" y="96154"/>
                </a:cubicBezTo>
                <a:cubicBezTo>
                  <a:pt x="14816" y="95286"/>
                  <a:pt x="14751" y="86071"/>
                  <a:pt x="14751" y="68519"/>
                </a:cubicBezTo>
                <a:lnTo>
                  <a:pt x="14751" y="42944"/>
                </a:lnTo>
                <a:lnTo>
                  <a:pt x="0" y="42944"/>
                </a:lnTo>
                <a:lnTo>
                  <a:pt x="0" y="36037"/>
                </a:lnTo>
                <a:lnTo>
                  <a:pt x="1682" y="360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7" name="pdf-path-64">
            <a:extLst xmlns:a="http://schemas.openxmlformats.org/drawingml/2006/main">
              <a:ext uri="{FF2B5EF4-FFF2-40B4-BE49-F238E27FC236}">
                <a16:creationId xmlns:a16="http://schemas.microsoft.com/office/drawing/2014/main" id="{F2C23F71-C0CA-4066-B829-8767350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045" y="3719533"/>
            <a:ext cx="91301" cy="118561"/>
          </a:xfrm>
          <a:custGeom xmlns:a="http://schemas.openxmlformats.org/drawingml/2006/main">
            <a:pathLst>
              <a:path w="91301" h="118561">
                <a:moveTo>
                  <a:pt x="9335" y="92792"/>
                </a:moveTo>
                <a:cubicBezTo>
                  <a:pt x="12071" y="92792"/>
                  <a:pt x="14251" y="93668"/>
                  <a:pt x="15869" y="95406"/>
                </a:cubicBezTo>
                <a:cubicBezTo>
                  <a:pt x="17488" y="97152"/>
                  <a:pt x="18356" y="99391"/>
                  <a:pt x="18478" y="102127"/>
                </a:cubicBezTo>
                <a:cubicBezTo>
                  <a:pt x="18478" y="104371"/>
                  <a:pt x="17922" y="106175"/>
                  <a:pt x="16804" y="107543"/>
                </a:cubicBezTo>
                <a:cubicBezTo>
                  <a:pt x="15676" y="108912"/>
                  <a:pt x="14558" y="109844"/>
                  <a:pt x="13439" y="110344"/>
                </a:cubicBezTo>
                <a:cubicBezTo>
                  <a:pt x="12569" y="110722"/>
                  <a:pt x="12940" y="111092"/>
                  <a:pt x="14558" y="111462"/>
                </a:cubicBezTo>
                <a:cubicBezTo>
                  <a:pt x="15436" y="111712"/>
                  <a:pt x="16304" y="111840"/>
                  <a:pt x="17174" y="111840"/>
                </a:cubicBezTo>
                <a:cubicBezTo>
                  <a:pt x="19661" y="111840"/>
                  <a:pt x="21970" y="111278"/>
                  <a:pt x="24079" y="110158"/>
                </a:cubicBezTo>
                <a:cubicBezTo>
                  <a:pt x="26195" y="109039"/>
                  <a:pt x="27877" y="107727"/>
                  <a:pt x="29125" y="106239"/>
                </a:cubicBezTo>
                <a:cubicBezTo>
                  <a:pt x="30371" y="104743"/>
                  <a:pt x="31739" y="102755"/>
                  <a:pt x="33230" y="100261"/>
                </a:cubicBezTo>
                <a:cubicBezTo>
                  <a:pt x="34725" y="97772"/>
                  <a:pt x="35724" y="95842"/>
                  <a:pt x="36214" y="94474"/>
                </a:cubicBezTo>
                <a:cubicBezTo>
                  <a:pt x="36714" y="93106"/>
                  <a:pt x="37462" y="91117"/>
                  <a:pt x="38460" y="88501"/>
                </a:cubicBezTo>
                <a:lnTo>
                  <a:pt x="41631" y="80471"/>
                </a:lnTo>
                <a:lnTo>
                  <a:pt x="28191" y="46299"/>
                </a:lnTo>
                <a:cubicBezTo>
                  <a:pt x="25704" y="40079"/>
                  <a:pt x="22902" y="32982"/>
                  <a:pt x="19788" y="25021"/>
                </a:cubicBezTo>
                <a:cubicBezTo>
                  <a:pt x="16804" y="17424"/>
                  <a:pt x="14992" y="13006"/>
                  <a:pt x="14373" y="11759"/>
                </a:cubicBezTo>
                <a:cubicBezTo>
                  <a:pt x="13753" y="10519"/>
                  <a:pt x="12755" y="9708"/>
                  <a:pt x="11387" y="9337"/>
                </a:cubicBezTo>
                <a:cubicBezTo>
                  <a:pt x="11259" y="9207"/>
                  <a:pt x="11137" y="9151"/>
                  <a:pt x="11010" y="9151"/>
                </a:cubicBezTo>
                <a:cubicBezTo>
                  <a:pt x="9519" y="8773"/>
                  <a:pt x="6783" y="8589"/>
                  <a:pt x="2800" y="8589"/>
                </a:cubicBezTo>
                <a:lnTo>
                  <a:pt x="0" y="8589"/>
                </a:lnTo>
                <a:lnTo>
                  <a:pt x="0" y="0"/>
                </a:lnTo>
                <a:lnTo>
                  <a:pt x="1304" y="0"/>
                </a:lnTo>
                <a:lnTo>
                  <a:pt x="5037" y="186"/>
                </a:lnTo>
                <a:cubicBezTo>
                  <a:pt x="7403" y="186"/>
                  <a:pt x="10019" y="250"/>
                  <a:pt x="12876" y="372"/>
                </a:cubicBezTo>
                <a:cubicBezTo>
                  <a:pt x="15742" y="500"/>
                  <a:pt x="17858" y="556"/>
                  <a:pt x="19226" y="556"/>
                </a:cubicBezTo>
                <a:cubicBezTo>
                  <a:pt x="20102" y="556"/>
                  <a:pt x="21343" y="556"/>
                  <a:pt x="22961" y="556"/>
                </a:cubicBezTo>
                <a:cubicBezTo>
                  <a:pt x="24577" y="556"/>
                  <a:pt x="26388" y="500"/>
                  <a:pt x="28375" y="372"/>
                </a:cubicBezTo>
                <a:cubicBezTo>
                  <a:pt x="30371" y="250"/>
                  <a:pt x="32173" y="186"/>
                  <a:pt x="33792" y="186"/>
                </a:cubicBezTo>
                <a:cubicBezTo>
                  <a:pt x="35410" y="186"/>
                  <a:pt x="36906" y="186"/>
                  <a:pt x="38274" y="186"/>
                </a:cubicBezTo>
                <a:lnTo>
                  <a:pt x="39949" y="0"/>
                </a:lnTo>
                <a:lnTo>
                  <a:pt x="41445" y="0"/>
                </a:lnTo>
                <a:lnTo>
                  <a:pt x="41445" y="8589"/>
                </a:lnTo>
                <a:lnTo>
                  <a:pt x="39765" y="8589"/>
                </a:lnTo>
                <a:cubicBezTo>
                  <a:pt x="33664" y="8589"/>
                  <a:pt x="30741" y="9771"/>
                  <a:pt x="30991" y="12137"/>
                </a:cubicBezTo>
                <a:lnTo>
                  <a:pt x="49847" y="59562"/>
                </a:lnTo>
                <a:cubicBezTo>
                  <a:pt x="49847" y="59435"/>
                  <a:pt x="52712" y="52280"/>
                  <a:pt x="58435" y="38090"/>
                </a:cubicBezTo>
                <a:lnTo>
                  <a:pt x="66651" y="16804"/>
                </a:lnTo>
                <a:lnTo>
                  <a:pt x="66651" y="15124"/>
                </a:lnTo>
                <a:cubicBezTo>
                  <a:pt x="66651" y="13256"/>
                  <a:pt x="66031" y="11824"/>
                  <a:pt x="64783" y="10826"/>
                </a:cubicBezTo>
                <a:cubicBezTo>
                  <a:pt x="63537" y="9835"/>
                  <a:pt x="62418" y="9207"/>
                  <a:pt x="61428" y="8959"/>
                </a:cubicBezTo>
                <a:cubicBezTo>
                  <a:pt x="60430" y="8709"/>
                  <a:pt x="59560" y="8589"/>
                  <a:pt x="58812" y="8589"/>
                </a:cubicBezTo>
                <a:lnTo>
                  <a:pt x="58248" y="8589"/>
                </a:lnTo>
                <a:lnTo>
                  <a:pt x="58248" y="0"/>
                </a:lnTo>
                <a:lnTo>
                  <a:pt x="59368" y="0"/>
                </a:lnTo>
                <a:lnTo>
                  <a:pt x="60678" y="0"/>
                </a:lnTo>
                <a:cubicBezTo>
                  <a:pt x="61549" y="0"/>
                  <a:pt x="62603" y="0"/>
                  <a:pt x="63851" y="0"/>
                </a:cubicBezTo>
                <a:cubicBezTo>
                  <a:pt x="65097" y="0"/>
                  <a:pt x="66401" y="58"/>
                  <a:pt x="67769" y="186"/>
                </a:cubicBezTo>
                <a:cubicBezTo>
                  <a:pt x="69145" y="307"/>
                  <a:pt x="70570" y="372"/>
                  <a:pt x="72068" y="372"/>
                </a:cubicBezTo>
                <a:cubicBezTo>
                  <a:pt x="73564" y="372"/>
                  <a:pt x="74618" y="372"/>
                  <a:pt x="75238" y="372"/>
                </a:cubicBezTo>
                <a:cubicBezTo>
                  <a:pt x="82086" y="372"/>
                  <a:pt x="87125" y="250"/>
                  <a:pt x="90367" y="0"/>
                </a:cubicBezTo>
                <a:lnTo>
                  <a:pt x="91301" y="0"/>
                </a:lnTo>
                <a:lnTo>
                  <a:pt x="91301" y="8589"/>
                </a:lnTo>
                <a:lnTo>
                  <a:pt x="89242" y="8589"/>
                </a:lnTo>
                <a:cubicBezTo>
                  <a:pt x="82271" y="9207"/>
                  <a:pt x="77604" y="11703"/>
                  <a:pt x="75238" y="16056"/>
                </a:cubicBezTo>
                <a:cubicBezTo>
                  <a:pt x="74988" y="16306"/>
                  <a:pt x="72252" y="23154"/>
                  <a:pt x="67029" y="36594"/>
                </a:cubicBezTo>
                <a:cubicBezTo>
                  <a:pt x="61798" y="50034"/>
                  <a:pt x="56262" y="64101"/>
                  <a:pt x="50411" y="78789"/>
                </a:cubicBezTo>
                <a:cubicBezTo>
                  <a:pt x="44560" y="93476"/>
                  <a:pt x="40697" y="102191"/>
                  <a:pt x="38830" y="104927"/>
                </a:cubicBezTo>
                <a:cubicBezTo>
                  <a:pt x="32980" y="114014"/>
                  <a:pt x="25889" y="118561"/>
                  <a:pt x="17544" y="118561"/>
                </a:cubicBezTo>
                <a:cubicBezTo>
                  <a:pt x="12071" y="118561"/>
                  <a:pt x="7773" y="116879"/>
                  <a:pt x="4666" y="113522"/>
                </a:cubicBezTo>
                <a:cubicBezTo>
                  <a:pt x="1552" y="110158"/>
                  <a:pt x="0" y="106359"/>
                  <a:pt x="0" y="102127"/>
                </a:cubicBezTo>
                <a:cubicBezTo>
                  <a:pt x="0" y="98770"/>
                  <a:pt x="990" y="96404"/>
                  <a:pt x="2985" y="95036"/>
                </a:cubicBezTo>
                <a:cubicBezTo>
                  <a:pt x="4973" y="93668"/>
                  <a:pt x="7089" y="92920"/>
                  <a:pt x="9335" y="927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8" name="pdf-path-66">
            <a:extLst xmlns:a="http://schemas.openxmlformats.org/drawingml/2006/main">
              <a:ext uri="{FF2B5EF4-FFF2-40B4-BE49-F238E27FC236}">
                <a16:creationId xmlns:a16="http://schemas.microsoft.com/office/drawing/2014/main" id="{7FE78980-AF24-464A-8785-0E0FA800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934" y="3670310"/>
            <a:ext cx="44247" cy="129694"/>
          </a:xfrm>
          <a:custGeom xmlns:a="http://schemas.openxmlformats.org/drawingml/2006/main">
            <a:pathLst>
              <a:path w="44247" h="129694">
                <a:moveTo>
                  <a:pt x="2985" y="121107"/>
                </a:moveTo>
                <a:lnTo>
                  <a:pt x="5601" y="121107"/>
                </a:lnTo>
                <a:cubicBezTo>
                  <a:pt x="10453" y="121107"/>
                  <a:pt x="13383" y="120236"/>
                  <a:pt x="14374" y="118491"/>
                </a:cubicBezTo>
                <a:lnTo>
                  <a:pt x="14374" y="117002"/>
                </a:lnTo>
                <a:cubicBezTo>
                  <a:pt x="14374" y="115877"/>
                  <a:pt x="14374" y="114443"/>
                  <a:pt x="14374" y="112704"/>
                </a:cubicBezTo>
                <a:cubicBezTo>
                  <a:pt x="14374" y="110958"/>
                  <a:pt x="14374" y="108906"/>
                  <a:pt x="14374" y="106540"/>
                </a:cubicBezTo>
                <a:cubicBezTo>
                  <a:pt x="14374" y="104176"/>
                  <a:pt x="14437" y="101503"/>
                  <a:pt x="14558" y="98516"/>
                </a:cubicBezTo>
                <a:cubicBezTo>
                  <a:pt x="14686" y="95522"/>
                  <a:pt x="14686" y="92416"/>
                  <a:pt x="14558" y="89181"/>
                </a:cubicBezTo>
                <a:cubicBezTo>
                  <a:pt x="14437" y="85938"/>
                  <a:pt x="14437" y="82517"/>
                  <a:pt x="14558" y="78912"/>
                </a:cubicBezTo>
                <a:cubicBezTo>
                  <a:pt x="14686" y="75298"/>
                  <a:pt x="14686" y="71750"/>
                  <a:pt x="14558" y="68265"/>
                </a:cubicBezTo>
                <a:cubicBezTo>
                  <a:pt x="14558" y="63663"/>
                  <a:pt x="14558" y="58808"/>
                  <a:pt x="14558" y="53708"/>
                </a:cubicBezTo>
                <a:cubicBezTo>
                  <a:pt x="14558" y="48597"/>
                  <a:pt x="14558" y="43929"/>
                  <a:pt x="14558" y="39704"/>
                </a:cubicBezTo>
                <a:cubicBezTo>
                  <a:pt x="14558" y="35470"/>
                  <a:pt x="14558" y="31737"/>
                  <a:pt x="14558" y="28496"/>
                </a:cubicBezTo>
                <a:cubicBezTo>
                  <a:pt x="14558" y="25266"/>
                  <a:pt x="14502" y="22530"/>
                  <a:pt x="14374" y="20286"/>
                </a:cubicBezTo>
                <a:cubicBezTo>
                  <a:pt x="14252" y="18042"/>
                  <a:pt x="14252" y="16984"/>
                  <a:pt x="14374" y="17112"/>
                </a:cubicBezTo>
                <a:cubicBezTo>
                  <a:pt x="14001" y="14740"/>
                  <a:pt x="13133" y="13190"/>
                  <a:pt x="11758" y="12441"/>
                </a:cubicBezTo>
                <a:cubicBezTo>
                  <a:pt x="10389" y="11694"/>
                  <a:pt x="7589" y="11128"/>
                  <a:pt x="3355" y="10763"/>
                </a:cubicBezTo>
                <a:lnTo>
                  <a:pt x="0" y="10763"/>
                </a:lnTo>
                <a:lnTo>
                  <a:pt x="0" y="6457"/>
                </a:lnTo>
                <a:cubicBezTo>
                  <a:pt x="0" y="3594"/>
                  <a:pt x="120" y="2171"/>
                  <a:pt x="371" y="2171"/>
                </a:cubicBezTo>
                <a:lnTo>
                  <a:pt x="2237" y="1988"/>
                </a:lnTo>
                <a:cubicBezTo>
                  <a:pt x="3485" y="1860"/>
                  <a:pt x="5287" y="1733"/>
                  <a:pt x="7653" y="1605"/>
                </a:cubicBezTo>
                <a:cubicBezTo>
                  <a:pt x="10019" y="1477"/>
                  <a:pt x="12321" y="1368"/>
                  <a:pt x="14558" y="1240"/>
                </a:cubicBezTo>
                <a:cubicBezTo>
                  <a:pt x="16674" y="1113"/>
                  <a:pt x="18984" y="985"/>
                  <a:pt x="21470" y="857"/>
                </a:cubicBezTo>
                <a:cubicBezTo>
                  <a:pt x="23957" y="729"/>
                  <a:pt x="25825" y="547"/>
                  <a:pt x="27071" y="310"/>
                </a:cubicBezTo>
                <a:cubicBezTo>
                  <a:pt x="28319" y="55"/>
                  <a:pt x="29003" y="0"/>
                  <a:pt x="29124" y="109"/>
                </a:cubicBezTo>
                <a:lnTo>
                  <a:pt x="29687" y="109"/>
                </a:lnTo>
                <a:lnTo>
                  <a:pt x="29687" y="58931"/>
                </a:lnTo>
                <a:cubicBezTo>
                  <a:pt x="29687" y="98389"/>
                  <a:pt x="29744" y="118242"/>
                  <a:pt x="29873" y="118491"/>
                </a:cubicBezTo>
                <a:cubicBezTo>
                  <a:pt x="30371" y="119489"/>
                  <a:pt x="31119" y="120173"/>
                  <a:pt x="32110" y="120543"/>
                </a:cubicBezTo>
                <a:cubicBezTo>
                  <a:pt x="34726" y="120921"/>
                  <a:pt x="37776" y="121107"/>
                  <a:pt x="41261" y="121107"/>
                </a:cubicBezTo>
                <a:lnTo>
                  <a:pt x="44247" y="121107"/>
                </a:lnTo>
                <a:lnTo>
                  <a:pt x="44247" y="129694"/>
                </a:lnTo>
                <a:lnTo>
                  <a:pt x="42757" y="129694"/>
                </a:lnTo>
                <a:lnTo>
                  <a:pt x="38460" y="129508"/>
                </a:lnTo>
                <a:cubicBezTo>
                  <a:pt x="35594" y="129380"/>
                  <a:pt x="32544" y="129324"/>
                  <a:pt x="29309" y="129324"/>
                </a:cubicBezTo>
                <a:cubicBezTo>
                  <a:pt x="26075" y="129324"/>
                  <a:pt x="23709" y="129260"/>
                  <a:pt x="22218" y="129137"/>
                </a:cubicBezTo>
                <a:cubicBezTo>
                  <a:pt x="20722" y="129010"/>
                  <a:pt x="18356" y="129010"/>
                  <a:pt x="15122" y="129137"/>
                </a:cubicBezTo>
                <a:cubicBezTo>
                  <a:pt x="11885" y="129260"/>
                  <a:pt x="8771" y="129380"/>
                  <a:pt x="5787" y="129508"/>
                </a:cubicBezTo>
                <a:lnTo>
                  <a:pt x="1489" y="129694"/>
                </a:lnTo>
                <a:lnTo>
                  <a:pt x="0" y="129694"/>
                </a:lnTo>
                <a:lnTo>
                  <a:pt x="0" y="121107"/>
                </a:lnTo>
                <a:lnTo>
                  <a:pt x="2985" y="1211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7BF1F28D-B70D-4D1E-B334-D7D4C694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11" y="3716355"/>
            <a:ext cx="72259" cy="85701"/>
          </a:xfrm>
          <a:custGeom xmlns:a="http://schemas.openxmlformats.org/drawingml/2006/main">
            <a:pathLst>
              <a:path w="72259" h="85701">
                <a:moveTo>
                  <a:pt x="0" y="42943"/>
                </a:moveTo>
                <a:cubicBezTo>
                  <a:pt x="0" y="36102"/>
                  <a:pt x="1246" y="29873"/>
                  <a:pt x="3735" y="24272"/>
                </a:cubicBezTo>
                <a:cubicBezTo>
                  <a:pt x="6221" y="18672"/>
                  <a:pt x="9335" y="14131"/>
                  <a:pt x="13070" y="10647"/>
                </a:cubicBezTo>
                <a:cubicBezTo>
                  <a:pt x="16804" y="7162"/>
                  <a:pt x="20852" y="4546"/>
                  <a:pt x="25205" y="2800"/>
                </a:cubicBezTo>
                <a:cubicBezTo>
                  <a:pt x="29560" y="1062"/>
                  <a:pt x="33672" y="129"/>
                  <a:pt x="37526" y="0"/>
                </a:cubicBezTo>
                <a:cubicBezTo>
                  <a:pt x="44125" y="0"/>
                  <a:pt x="49791" y="1126"/>
                  <a:pt x="54523" y="3364"/>
                </a:cubicBezTo>
                <a:cubicBezTo>
                  <a:pt x="59247" y="5602"/>
                  <a:pt x="62861" y="8716"/>
                  <a:pt x="65347" y="12699"/>
                </a:cubicBezTo>
                <a:cubicBezTo>
                  <a:pt x="67841" y="16683"/>
                  <a:pt x="69581" y="20666"/>
                  <a:pt x="70577" y="24650"/>
                </a:cubicBezTo>
                <a:cubicBezTo>
                  <a:pt x="71575" y="28634"/>
                  <a:pt x="72132" y="33051"/>
                  <a:pt x="72259" y="37906"/>
                </a:cubicBezTo>
                <a:cubicBezTo>
                  <a:pt x="72259" y="38774"/>
                  <a:pt x="71818" y="39652"/>
                  <a:pt x="70950" y="40520"/>
                </a:cubicBezTo>
                <a:lnTo>
                  <a:pt x="18300" y="40520"/>
                </a:lnTo>
                <a:lnTo>
                  <a:pt x="18300" y="43320"/>
                </a:lnTo>
                <a:cubicBezTo>
                  <a:pt x="18300" y="61742"/>
                  <a:pt x="24520" y="72945"/>
                  <a:pt x="36971" y="76927"/>
                </a:cubicBezTo>
                <a:cubicBezTo>
                  <a:pt x="39458" y="77676"/>
                  <a:pt x="42195" y="78048"/>
                  <a:pt x="45186" y="78048"/>
                </a:cubicBezTo>
                <a:cubicBezTo>
                  <a:pt x="50411" y="78048"/>
                  <a:pt x="54894" y="76059"/>
                  <a:pt x="58628" y="72075"/>
                </a:cubicBezTo>
                <a:cubicBezTo>
                  <a:pt x="60744" y="69959"/>
                  <a:pt x="62426" y="67343"/>
                  <a:pt x="63665" y="64228"/>
                </a:cubicBezTo>
                <a:lnTo>
                  <a:pt x="65533" y="59746"/>
                </a:lnTo>
                <a:cubicBezTo>
                  <a:pt x="65911" y="59376"/>
                  <a:pt x="66902" y="59191"/>
                  <a:pt x="68525" y="59191"/>
                </a:cubicBezTo>
                <a:lnTo>
                  <a:pt x="69082" y="59191"/>
                </a:lnTo>
                <a:cubicBezTo>
                  <a:pt x="71198" y="59191"/>
                  <a:pt x="72259" y="59810"/>
                  <a:pt x="72259" y="61058"/>
                </a:cubicBezTo>
                <a:cubicBezTo>
                  <a:pt x="72259" y="61556"/>
                  <a:pt x="72068" y="62362"/>
                  <a:pt x="71697" y="63481"/>
                </a:cubicBezTo>
                <a:cubicBezTo>
                  <a:pt x="69332" y="70329"/>
                  <a:pt x="65411" y="75745"/>
                  <a:pt x="59930" y="79728"/>
                </a:cubicBezTo>
                <a:cubicBezTo>
                  <a:pt x="54458" y="83712"/>
                  <a:pt x="48295" y="85701"/>
                  <a:pt x="41454" y="85701"/>
                </a:cubicBezTo>
                <a:cubicBezTo>
                  <a:pt x="29623" y="85701"/>
                  <a:pt x="19791" y="81410"/>
                  <a:pt x="11951" y="72823"/>
                </a:cubicBezTo>
                <a:cubicBezTo>
                  <a:pt x="4105" y="64228"/>
                  <a:pt x="120" y="54273"/>
                  <a:pt x="0" y="42943"/>
                </a:cubicBezTo>
                <a:moveTo>
                  <a:pt x="56946" y="32303"/>
                </a:moveTo>
                <a:cubicBezTo>
                  <a:pt x="55578" y="16369"/>
                  <a:pt x="49664" y="7903"/>
                  <a:pt x="39208" y="6912"/>
                </a:cubicBezTo>
                <a:lnTo>
                  <a:pt x="38838" y="6912"/>
                </a:lnTo>
                <a:cubicBezTo>
                  <a:pt x="37840" y="6912"/>
                  <a:pt x="36842" y="6971"/>
                  <a:pt x="35844" y="7098"/>
                </a:cubicBezTo>
                <a:cubicBezTo>
                  <a:pt x="34854" y="7219"/>
                  <a:pt x="33294" y="7718"/>
                  <a:pt x="31178" y="8594"/>
                </a:cubicBezTo>
                <a:cubicBezTo>
                  <a:pt x="29067" y="9464"/>
                  <a:pt x="27257" y="10769"/>
                  <a:pt x="25768" y="12515"/>
                </a:cubicBezTo>
                <a:cubicBezTo>
                  <a:pt x="24273" y="14253"/>
                  <a:pt x="22839" y="16804"/>
                  <a:pt x="21470" y="20168"/>
                </a:cubicBezTo>
                <a:cubicBezTo>
                  <a:pt x="20102" y="23532"/>
                  <a:pt x="19106" y="27637"/>
                  <a:pt x="18486" y="32489"/>
                </a:cubicBezTo>
                <a:lnTo>
                  <a:pt x="18486" y="33801"/>
                </a:lnTo>
                <a:lnTo>
                  <a:pt x="56946" y="33801"/>
                </a:lnTo>
                <a:lnTo>
                  <a:pt x="56946" y="32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0" name="pdf-path-70">
            <a:extLst xmlns:a="http://schemas.openxmlformats.org/drawingml/2006/main">
              <a:ext uri="{FF2B5EF4-FFF2-40B4-BE49-F238E27FC236}">
                <a16:creationId xmlns:a16="http://schemas.microsoft.com/office/drawing/2014/main" id="{0F82BCDF-C737-48CA-A2F7-12D6CF76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486" y="3219321"/>
            <a:ext cx="2095598" cy="391698"/>
          </a:xfrm>
          <a:custGeom xmlns:a="http://schemas.openxmlformats.org/drawingml/2006/main">
            <a:pathLst>
              <a:path w="2095598" h="391698">
                <a:moveTo>
                  <a:pt x="58752" y="0"/>
                </a:moveTo>
                <a:lnTo>
                  <a:pt x="2036837" y="0"/>
                </a:lnTo>
                <a:cubicBezTo>
                  <a:pt x="2044627" y="0"/>
                  <a:pt x="2052125" y="1496"/>
                  <a:pt x="2059332" y="4470"/>
                </a:cubicBezTo>
                <a:cubicBezTo>
                  <a:pt x="2066519" y="7443"/>
                  <a:pt x="2072886" y="11694"/>
                  <a:pt x="2078377" y="17203"/>
                </a:cubicBezTo>
                <a:cubicBezTo>
                  <a:pt x="2083886" y="22713"/>
                  <a:pt x="2088137" y="29061"/>
                  <a:pt x="2091129" y="36267"/>
                </a:cubicBezTo>
                <a:cubicBezTo>
                  <a:pt x="2094102" y="43473"/>
                  <a:pt x="2095598" y="50953"/>
                  <a:pt x="2095598" y="58743"/>
                </a:cubicBezTo>
                <a:lnTo>
                  <a:pt x="2095598" y="332937"/>
                </a:lnTo>
                <a:cubicBezTo>
                  <a:pt x="2095598" y="340727"/>
                  <a:pt x="2094102" y="348225"/>
                  <a:pt x="2091129" y="355431"/>
                </a:cubicBezTo>
                <a:cubicBezTo>
                  <a:pt x="2088137" y="362619"/>
                  <a:pt x="2083886" y="368967"/>
                  <a:pt x="2078377" y="374477"/>
                </a:cubicBezTo>
                <a:cubicBezTo>
                  <a:pt x="2072886" y="379987"/>
                  <a:pt x="2066519" y="384237"/>
                  <a:pt x="2059332" y="387211"/>
                </a:cubicBezTo>
                <a:cubicBezTo>
                  <a:pt x="2052125" y="390202"/>
                  <a:pt x="2044627" y="391698"/>
                  <a:pt x="2036837" y="391698"/>
                </a:cubicBezTo>
                <a:lnTo>
                  <a:pt x="58752" y="391698"/>
                </a:lnTo>
                <a:cubicBezTo>
                  <a:pt x="50962" y="391698"/>
                  <a:pt x="43465" y="390202"/>
                  <a:pt x="36276" y="387211"/>
                </a:cubicBezTo>
                <a:cubicBezTo>
                  <a:pt x="29071" y="384237"/>
                  <a:pt x="22722" y="379987"/>
                  <a:pt x="17211" y="374477"/>
                </a:cubicBezTo>
                <a:cubicBezTo>
                  <a:pt x="11701" y="368967"/>
                  <a:pt x="7454" y="362619"/>
                  <a:pt x="4475" y="355431"/>
                </a:cubicBezTo>
                <a:cubicBezTo>
                  <a:pt x="1491" y="348225"/>
                  <a:pt x="0" y="340727"/>
                  <a:pt x="0" y="332937"/>
                </a:cubicBezTo>
                <a:lnTo>
                  <a:pt x="0" y="58743"/>
                </a:lnTo>
                <a:cubicBezTo>
                  <a:pt x="0" y="50953"/>
                  <a:pt x="1491" y="43473"/>
                  <a:pt x="4475" y="36267"/>
                </a:cubicBezTo>
                <a:cubicBezTo>
                  <a:pt x="7454" y="29061"/>
                  <a:pt x="11701" y="22713"/>
                  <a:pt x="17211" y="17203"/>
                </a:cubicBezTo>
                <a:cubicBezTo>
                  <a:pt x="22722" y="11694"/>
                  <a:pt x="29071" y="7443"/>
                  <a:pt x="36276" y="4470"/>
                </a:cubicBezTo>
                <a:cubicBezTo>
                  <a:pt x="43465" y="1478"/>
                  <a:pt x="50962" y="0"/>
                  <a:pt x="58752" y="0"/>
                </a:cubicBezTo>
              </a:path>
            </a:pathLst>
          </a:custGeom>
          <a:solidFill xmlns:a="http://schemas.openxmlformats.org/drawingml/2006/main">
            <a:srgbClr val="DFF6DD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41" name="pdf-path-73">
            <a:extLst xmlns:a="http://schemas.openxmlformats.org/drawingml/2006/main">
              <a:ext uri="{FF2B5EF4-FFF2-40B4-BE49-F238E27FC236}">
                <a16:creationId xmlns:a16="http://schemas.microsoft.com/office/drawing/2014/main" id="{7E37B0DD-3642-4AB2-82F1-11A1F2DA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749" y="3317250"/>
            <a:ext cx="189364" cy="186190"/>
          </a:xfrm>
          <a:custGeom xmlns:a="http://schemas.openxmlformats.org/drawingml/2006/main">
            <a:pathLst>
              <a:path w="189364" h="186190">
                <a:moveTo>
                  <a:pt x="0" y="9231"/>
                </a:moveTo>
                <a:cubicBezTo>
                  <a:pt x="0" y="5363"/>
                  <a:pt x="1149" y="2280"/>
                  <a:pt x="3430" y="0"/>
                </a:cubicBezTo>
                <a:lnTo>
                  <a:pt x="6349" y="0"/>
                </a:lnTo>
                <a:cubicBezTo>
                  <a:pt x="13737" y="529"/>
                  <a:pt x="22968" y="784"/>
                  <a:pt x="34078" y="784"/>
                </a:cubicBezTo>
                <a:cubicBezTo>
                  <a:pt x="54839" y="784"/>
                  <a:pt x="67080" y="529"/>
                  <a:pt x="70783" y="0"/>
                </a:cubicBezTo>
                <a:lnTo>
                  <a:pt x="73429" y="0"/>
                </a:lnTo>
                <a:cubicBezTo>
                  <a:pt x="74468" y="1058"/>
                  <a:pt x="74998" y="1843"/>
                  <a:pt x="74998" y="2372"/>
                </a:cubicBezTo>
                <a:cubicBezTo>
                  <a:pt x="74998" y="2901"/>
                  <a:pt x="74815" y="4488"/>
                  <a:pt x="74468" y="7133"/>
                </a:cubicBezTo>
                <a:cubicBezTo>
                  <a:pt x="73593" y="9779"/>
                  <a:pt x="72808" y="11438"/>
                  <a:pt x="72097" y="12150"/>
                </a:cubicBezTo>
                <a:lnTo>
                  <a:pt x="66551" y="12150"/>
                </a:lnTo>
                <a:cubicBezTo>
                  <a:pt x="62684" y="12497"/>
                  <a:pt x="60038" y="12679"/>
                  <a:pt x="58633" y="12679"/>
                </a:cubicBezTo>
                <a:cubicBezTo>
                  <a:pt x="53525" y="13555"/>
                  <a:pt x="50716" y="14868"/>
                  <a:pt x="50187" y="16638"/>
                </a:cubicBezTo>
                <a:cubicBezTo>
                  <a:pt x="50187" y="16984"/>
                  <a:pt x="52741" y="39077"/>
                  <a:pt x="57831" y="82915"/>
                </a:cubicBezTo>
                <a:cubicBezTo>
                  <a:pt x="62939" y="126771"/>
                  <a:pt x="65584" y="148864"/>
                  <a:pt x="65767" y="149211"/>
                </a:cubicBezTo>
                <a:lnTo>
                  <a:pt x="85031" y="118307"/>
                </a:lnTo>
                <a:cubicBezTo>
                  <a:pt x="97893" y="97710"/>
                  <a:pt x="110754" y="76931"/>
                  <a:pt x="123597" y="55988"/>
                </a:cubicBezTo>
                <a:cubicBezTo>
                  <a:pt x="136459" y="35027"/>
                  <a:pt x="143045" y="24208"/>
                  <a:pt x="143409" y="23497"/>
                </a:cubicBezTo>
                <a:cubicBezTo>
                  <a:pt x="144102" y="22275"/>
                  <a:pt x="144467" y="20943"/>
                  <a:pt x="144467" y="19538"/>
                </a:cubicBezTo>
                <a:cubicBezTo>
                  <a:pt x="144467" y="15324"/>
                  <a:pt x="140582" y="12843"/>
                  <a:pt x="132847" y="12150"/>
                </a:cubicBezTo>
                <a:cubicBezTo>
                  <a:pt x="129672" y="12150"/>
                  <a:pt x="128085" y="11183"/>
                  <a:pt x="128085" y="9231"/>
                </a:cubicBezTo>
                <a:cubicBezTo>
                  <a:pt x="128085" y="9067"/>
                  <a:pt x="128267" y="7918"/>
                  <a:pt x="128614" y="5801"/>
                </a:cubicBezTo>
                <a:cubicBezTo>
                  <a:pt x="129143" y="3339"/>
                  <a:pt x="129672" y="1751"/>
                  <a:pt x="130201" y="1058"/>
                </a:cubicBezTo>
                <a:cubicBezTo>
                  <a:pt x="130731" y="347"/>
                  <a:pt x="131862" y="0"/>
                  <a:pt x="133631" y="0"/>
                </a:cubicBezTo>
                <a:cubicBezTo>
                  <a:pt x="133978" y="0"/>
                  <a:pt x="135036" y="0"/>
                  <a:pt x="136805" y="0"/>
                </a:cubicBezTo>
                <a:cubicBezTo>
                  <a:pt x="138557" y="0"/>
                  <a:pt x="141549" y="91"/>
                  <a:pt x="145781" y="255"/>
                </a:cubicBezTo>
                <a:cubicBezTo>
                  <a:pt x="150014" y="438"/>
                  <a:pt x="155651" y="529"/>
                  <a:pt x="162693" y="529"/>
                </a:cubicBezTo>
                <a:cubicBezTo>
                  <a:pt x="174842" y="529"/>
                  <a:pt x="182486" y="347"/>
                  <a:pt x="185660" y="0"/>
                </a:cubicBezTo>
                <a:lnTo>
                  <a:pt x="187503" y="0"/>
                </a:lnTo>
                <a:cubicBezTo>
                  <a:pt x="188744" y="1222"/>
                  <a:pt x="189364" y="2189"/>
                  <a:pt x="189364" y="2901"/>
                </a:cubicBezTo>
                <a:cubicBezTo>
                  <a:pt x="189364" y="5893"/>
                  <a:pt x="188561" y="8702"/>
                  <a:pt x="186974" y="11347"/>
                </a:cubicBezTo>
                <a:cubicBezTo>
                  <a:pt x="186445" y="11876"/>
                  <a:pt x="184949" y="12150"/>
                  <a:pt x="182486" y="12150"/>
                </a:cubicBezTo>
                <a:cubicBezTo>
                  <a:pt x="180206" y="12314"/>
                  <a:pt x="178089" y="12497"/>
                  <a:pt x="176156" y="12679"/>
                </a:cubicBezTo>
                <a:cubicBezTo>
                  <a:pt x="174222" y="12843"/>
                  <a:pt x="172361" y="13299"/>
                  <a:pt x="170610" y="13992"/>
                </a:cubicBezTo>
                <a:cubicBezTo>
                  <a:pt x="168840" y="14704"/>
                  <a:pt x="167436" y="15324"/>
                  <a:pt x="166378" y="15835"/>
                </a:cubicBezTo>
                <a:cubicBezTo>
                  <a:pt x="165319" y="16364"/>
                  <a:pt x="164261" y="17076"/>
                  <a:pt x="163203" y="17951"/>
                </a:cubicBezTo>
                <a:cubicBezTo>
                  <a:pt x="162163" y="18827"/>
                  <a:pt x="161269" y="19447"/>
                  <a:pt x="160558" y="19812"/>
                </a:cubicBezTo>
                <a:cubicBezTo>
                  <a:pt x="159865" y="20159"/>
                  <a:pt x="159171" y="20943"/>
                  <a:pt x="158460" y="22183"/>
                </a:cubicBezTo>
                <a:cubicBezTo>
                  <a:pt x="157749" y="23406"/>
                  <a:pt x="157146" y="24026"/>
                  <a:pt x="156617" y="24026"/>
                </a:cubicBezTo>
                <a:lnTo>
                  <a:pt x="105646" y="105901"/>
                </a:lnTo>
                <a:cubicBezTo>
                  <a:pt x="73939" y="157128"/>
                  <a:pt x="57575" y="183362"/>
                  <a:pt x="56517" y="184603"/>
                </a:cubicBezTo>
                <a:cubicBezTo>
                  <a:pt x="55988" y="184949"/>
                  <a:pt x="55368" y="185387"/>
                  <a:pt x="54675" y="185916"/>
                </a:cubicBezTo>
                <a:lnTo>
                  <a:pt x="49913" y="186190"/>
                </a:lnTo>
                <a:lnTo>
                  <a:pt x="48071" y="186190"/>
                </a:lnTo>
                <a:cubicBezTo>
                  <a:pt x="44897" y="186190"/>
                  <a:pt x="43309" y="185569"/>
                  <a:pt x="43309" y="184329"/>
                </a:cubicBezTo>
                <a:cubicBezTo>
                  <a:pt x="42780" y="183289"/>
                  <a:pt x="39350" y="155103"/>
                  <a:pt x="33020" y="99826"/>
                </a:cubicBezTo>
                <a:cubicBezTo>
                  <a:pt x="26325" y="43838"/>
                  <a:pt x="22895" y="15579"/>
                  <a:pt x="22713" y="15051"/>
                </a:cubicBezTo>
                <a:cubicBezTo>
                  <a:pt x="21837" y="13117"/>
                  <a:pt x="16383" y="12150"/>
                  <a:pt x="6349" y="12150"/>
                </a:cubicBezTo>
                <a:lnTo>
                  <a:pt x="1842" y="12150"/>
                </a:lnTo>
                <a:cubicBezTo>
                  <a:pt x="620" y="11274"/>
                  <a:pt x="0" y="10307"/>
                  <a:pt x="0" y="92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42" name="pdf-path-75">
            <a:extLst xmlns:a="http://schemas.openxmlformats.org/drawingml/2006/main">
              <a:ext uri="{FF2B5EF4-FFF2-40B4-BE49-F238E27FC236}">
                <a16:creationId xmlns:a16="http://schemas.microsoft.com/office/drawing/2014/main" id="{2053B741-BDBF-4B73-9ECA-EDDE383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193" y="3412881"/>
            <a:ext cx="64234" cy="124364"/>
          </a:xfrm>
          <a:custGeom xmlns:a="http://schemas.openxmlformats.org/drawingml/2006/main">
            <a:pathLst>
              <a:path w="64234" h="124364">
                <a:moveTo>
                  <a:pt x="24282" y="16437"/>
                </a:moveTo>
                <a:lnTo>
                  <a:pt x="21855" y="17367"/>
                </a:lnTo>
                <a:cubicBezTo>
                  <a:pt x="20104" y="17988"/>
                  <a:pt x="17623" y="18608"/>
                  <a:pt x="14376" y="19246"/>
                </a:cubicBezTo>
                <a:cubicBezTo>
                  <a:pt x="11146" y="19867"/>
                  <a:pt x="7534" y="20286"/>
                  <a:pt x="3557" y="20542"/>
                </a:cubicBezTo>
                <a:lnTo>
                  <a:pt x="0" y="20542"/>
                </a:lnTo>
                <a:lnTo>
                  <a:pt x="0" y="11949"/>
                </a:lnTo>
                <a:lnTo>
                  <a:pt x="3557" y="11949"/>
                </a:lnTo>
                <a:cubicBezTo>
                  <a:pt x="9395" y="11712"/>
                  <a:pt x="14813" y="10763"/>
                  <a:pt x="19794" y="9158"/>
                </a:cubicBezTo>
                <a:cubicBezTo>
                  <a:pt x="24774" y="7534"/>
                  <a:pt x="28258" y="6038"/>
                  <a:pt x="30248" y="4670"/>
                </a:cubicBezTo>
                <a:cubicBezTo>
                  <a:pt x="32254" y="3302"/>
                  <a:pt x="33987" y="1934"/>
                  <a:pt x="35483" y="566"/>
                </a:cubicBezTo>
                <a:cubicBezTo>
                  <a:pt x="35738" y="182"/>
                  <a:pt x="36468" y="0"/>
                  <a:pt x="37727" y="0"/>
                </a:cubicBezTo>
                <a:cubicBezTo>
                  <a:pt x="38840" y="0"/>
                  <a:pt x="39898" y="383"/>
                  <a:pt x="40901" y="1131"/>
                </a:cubicBezTo>
                <a:lnTo>
                  <a:pt x="40901" y="56955"/>
                </a:lnTo>
                <a:lnTo>
                  <a:pt x="41084" y="112961"/>
                </a:lnTo>
                <a:cubicBezTo>
                  <a:pt x="41959" y="113837"/>
                  <a:pt x="42707" y="114403"/>
                  <a:pt x="43327" y="114640"/>
                </a:cubicBezTo>
                <a:cubicBezTo>
                  <a:pt x="43948" y="114895"/>
                  <a:pt x="45444" y="115151"/>
                  <a:pt x="47797" y="115388"/>
                </a:cubicBezTo>
                <a:cubicBezTo>
                  <a:pt x="50168" y="115643"/>
                  <a:pt x="54018" y="115771"/>
                  <a:pt x="59382" y="115771"/>
                </a:cubicBezTo>
                <a:lnTo>
                  <a:pt x="64234" y="115771"/>
                </a:lnTo>
                <a:lnTo>
                  <a:pt x="64234" y="124364"/>
                </a:lnTo>
                <a:lnTo>
                  <a:pt x="62173" y="124364"/>
                </a:lnTo>
                <a:cubicBezTo>
                  <a:pt x="59564" y="123981"/>
                  <a:pt x="49676" y="123798"/>
                  <a:pt x="32491" y="123798"/>
                </a:cubicBezTo>
                <a:cubicBezTo>
                  <a:pt x="15562" y="123798"/>
                  <a:pt x="5802" y="123981"/>
                  <a:pt x="3174" y="124364"/>
                </a:cubicBezTo>
                <a:lnTo>
                  <a:pt x="949" y="124364"/>
                </a:lnTo>
                <a:lnTo>
                  <a:pt x="949" y="115771"/>
                </a:lnTo>
                <a:lnTo>
                  <a:pt x="5802" y="115771"/>
                </a:lnTo>
                <a:cubicBezTo>
                  <a:pt x="8538" y="115771"/>
                  <a:pt x="10891" y="115771"/>
                  <a:pt x="12880" y="115771"/>
                </a:cubicBezTo>
                <a:cubicBezTo>
                  <a:pt x="14887" y="115771"/>
                  <a:pt x="16437" y="115698"/>
                  <a:pt x="17550" y="115588"/>
                </a:cubicBezTo>
                <a:cubicBezTo>
                  <a:pt x="18681" y="115461"/>
                  <a:pt x="19666" y="115278"/>
                  <a:pt x="20542" y="115023"/>
                </a:cubicBezTo>
                <a:cubicBezTo>
                  <a:pt x="21417" y="114768"/>
                  <a:pt x="21910" y="114640"/>
                  <a:pt x="22038" y="114640"/>
                </a:cubicBezTo>
                <a:cubicBezTo>
                  <a:pt x="22166" y="114640"/>
                  <a:pt x="22530" y="114330"/>
                  <a:pt x="23151" y="113710"/>
                </a:cubicBezTo>
                <a:cubicBezTo>
                  <a:pt x="23789" y="113089"/>
                  <a:pt x="24154" y="112834"/>
                  <a:pt x="24282" y="112961"/>
                </a:cubicBezTo>
                <a:lnTo>
                  <a:pt x="24282" y="164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3" name="pdf-path-77">
            <a:extLst xmlns:a="http://schemas.openxmlformats.org/drawingml/2006/main">
              <a:ext uri="{FF2B5EF4-FFF2-40B4-BE49-F238E27FC236}">
                <a16:creationId xmlns:a16="http://schemas.microsoft.com/office/drawing/2014/main" id="{3F2266A7-64AC-43E9-8B6C-D9305B40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895" y="3465676"/>
            <a:ext cx="34863" cy="83353"/>
          </a:xfrm>
          <a:custGeom xmlns:a="http://schemas.openxmlformats.org/drawingml/2006/main">
            <a:pathLst>
              <a:path w="34863" h="83353">
                <a:moveTo>
                  <a:pt x="0" y="22713"/>
                </a:moveTo>
                <a:cubicBezTo>
                  <a:pt x="0" y="22713"/>
                  <a:pt x="0" y="20506"/>
                  <a:pt x="0" y="16091"/>
                </a:cubicBezTo>
                <a:cubicBezTo>
                  <a:pt x="0" y="11694"/>
                  <a:pt x="1405" y="7918"/>
                  <a:pt x="4214" y="4743"/>
                </a:cubicBezTo>
                <a:cubicBezTo>
                  <a:pt x="7042" y="1569"/>
                  <a:pt x="10818" y="0"/>
                  <a:pt x="15580" y="0"/>
                </a:cubicBezTo>
                <a:cubicBezTo>
                  <a:pt x="20506" y="0"/>
                  <a:pt x="24902" y="2189"/>
                  <a:pt x="28769" y="6586"/>
                </a:cubicBezTo>
                <a:cubicBezTo>
                  <a:pt x="32655" y="11001"/>
                  <a:pt x="34681" y="18736"/>
                  <a:pt x="34863" y="29846"/>
                </a:cubicBezTo>
                <a:cubicBezTo>
                  <a:pt x="34863" y="35994"/>
                  <a:pt x="34060" y="41977"/>
                  <a:pt x="32473" y="47797"/>
                </a:cubicBezTo>
                <a:cubicBezTo>
                  <a:pt x="30886" y="53599"/>
                  <a:pt x="29043" y="58615"/>
                  <a:pt x="26927" y="62848"/>
                </a:cubicBezTo>
                <a:cubicBezTo>
                  <a:pt x="24811" y="67080"/>
                  <a:pt x="22530" y="70674"/>
                  <a:pt x="20068" y="73666"/>
                </a:cubicBezTo>
                <a:cubicBezTo>
                  <a:pt x="17586" y="76658"/>
                  <a:pt x="15489" y="79048"/>
                  <a:pt x="13719" y="80799"/>
                </a:cubicBezTo>
                <a:cubicBezTo>
                  <a:pt x="11967" y="82569"/>
                  <a:pt x="10818" y="83353"/>
                  <a:pt x="10289" y="83189"/>
                </a:cubicBezTo>
                <a:cubicBezTo>
                  <a:pt x="9578" y="83189"/>
                  <a:pt x="8447" y="82386"/>
                  <a:pt x="6859" y="80799"/>
                </a:cubicBezTo>
                <a:cubicBezTo>
                  <a:pt x="5272" y="79230"/>
                  <a:pt x="4488" y="78081"/>
                  <a:pt x="4488" y="77369"/>
                </a:cubicBezTo>
                <a:cubicBezTo>
                  <a:pt x="4488" y="76658"/>
                  <a:pt x="5455" y="75253"/>
                  <a:pt x="7388" y="73137"/>
                </a:cubicBezTo>
                <a:cubicBezTo>
                  <a:pt x="9323" y="71039"/>
                  <a:pt x="11530" y="68394"/>
                  <a:pt x="13992" y="65219"/>
                </a:cubicBezTo>
                <a:cubicBezTo>
                  <a:pt x="16455" y="62064"/>
                  <a:pt x="18736" y="57649"/>
                  <a:pt x="20852" y="52029"/>
                </a:cubicBezTo>
                <a:cubicBezTo>
                  <a:pt x="22968" y="46393"/>
                  <a:pt x="24373" y="39953"/>
                  <a:pt x="25085" y="32747"/>
                </a:cubicBezTo>
                <a:lnTo>
                  <a:pt x="25085" y="29572"/>
                </a:lnTo>
                <a:lnTo>
                  <a:pt x="24811" y="29846"/>
                </a:lnTo>
                <a:cubicBezTo>
                  <a:pt x="24464" y="30010"/>
                  <a:pt x="24026" y="30193"/>
                  <a:pt x="23498" y="30357"/>
                </a:cubicBezTo>
                <a:cubicBezTo>
                  <a:pt x="22968" y="30539"/>
                  <a:pt x="22439" y="30794"/>
                  <a:pt x="21910" y="31160"/>
                </a:cubicBezTo>
                <a:cubicBezTo>
                  <a:pt x="21381" y="31506"/>
                  <a:pt x="20597" y="31689"/>
                  <a:pt x="19538" y="31689"/>
                </a:cubicBezTo>
                <a:cubicBezTo>
                  <a:pt x="18481" y="31689"/>
                  <a:pt x="17422" y="31761"/>
                  <a:pt x="16364" y="31944"/>
                </a:cubicBezTo>
                <a:cubicBezTo>
                  <a:pt x="11603" y="31944"/>
                  <a:pt x="7735" y="30448"/>
                  <a:pt x="4743" y="27456"/>
                </a:cubicBezTo>
                <a:lnTo>
                  <a:pt x="0" y="227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44" name="pdf-path-79">
            <a:extLst xmlns:a="http://schemas.openxmlformats.org/drawingml/2006/main">
              <a:ext uri="{FF2B5EF4-FFF2-40B4-BE49-F238E27FC236}">
                <a16:creationId xmlns:a16="http://schemas.microsoft.com/office/drawing/2014/main" id="{61C688A8-92B0-44D4-9918-4E199B8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308" y="3465932"/>
            <a:ext cx="268046" cy="31688"/>
          </a:xfrm>
          <a:custGeom xmlns:a="http://schemas.openxmlformats.org/drawingml/2006/main">
            <a:pathLst>
              <a:path w="268046" h="31688">
                <a:moveTo>
                  <a:pt x="0" y="15835"/>
                </a:moveTo>
                <a:cubicBezTo>
                  <a:pt x="0" y="11621"/>
                  <a:pt x="1496" y="7918"/>
                  <a:pt x="4488" y="4761"/>
                </a:cubicBezTo>
                <a:cubicBezTo>
                  <a:pt x="7479" y="1587"/>
                  <a:pt x="11274" y="0"/>
                  <a:pt x="15835" y="0"/>
                </a:cubicBezTo>
                <a:cubicBezTo>
                  <a:pt x="20067" y="0"/>
                  <a:pt x="23770" y="1405"/>
                  <a:pt x="26926" y="4232"/>
                </a:cubicBezTo>
                <a:cubicBezTo>
                  <a:pt x="30101" y="7042"/>
                  <a:pt x="31779" y="10818"/>
                  <a:pt x="31962" y="15580"/>
                </a:cubicBezTo>
                <a:cubicBezTo>
                  <a:pt x="31962" y="19976"/>
                  <a:pt x="30466" y="23771"/>
                  <a:pt x="27456" y="26945"/>
                </a:cubicBezTo>
                <a:cubicBezTo>
                  <a:pt x="24464" y="30101"/>
                  <a:pt x="20688" y="31688"/>
                  <a:pt x="16109" y="31688"/>
                </a:cubicBezTo>
                <a:cubicBezTo>
                  <a:pt x="11530" y="31688"/>
                  <a:pt x="7735" y="30193"/>
                  <a:pt x="4743" y="27201"/>
                </a:cubicBezTo>
                <a:cubicBezTo>
                  <a:pt x="1751" y="24209"/>
                  <a:pt x="164" y="20432"/>
                  <a:pt x="0" y="15835"/>
                </a:cubicBezTo>
                <a:moveTo>
                  <a:pt x="118051" y="15835"/>
                </a:moveTo>
                <a:cubicBezTo>
                  <a:pt x="118051" y="11621"/>
                  <a:pt x="119547" y="7918"/>
                  <a:pt x="122539" y="4761"/>
                </a:cubicBezTo>
                <a:cubicBezTo>
                  <a:pt x="125531" y="1587"/>
                  <a:pt x="129307" y="0"/>
                  <a:pt x="133886" y="0"/>
                </a:cubicBezTo>
                <a:cubicBezTo>
                  <a:pt x="138118" y="0"/>
                  <a:pt x="141804" y="1405"/>
                  <a:pt x="144978" y="4232"/>
                </a:cubicBezTo>
                <a:cubicBezTo>
                  <a:pt x="148152" y="7042"/>
                  <a:pt x="149813" y="10818"/>
                  <a:pt x="149995" y="15580"/>
                </a:cubicBezTo>
                <a:cubicBezTo>
                  <a:pt x="149995" y="19976"/>
                  <a:pt x="148499" y="23771"/>
                  <a:pt x="145507" y="26945"/>
                </a:cubicBezTo>
                <a:cubicBezTo>
                  <a:pt x="142515" y="30101"/>
                  <a:pt x="138739" y="31688"/>
                  <a:pt x="134160" y="31688"/>
                </a:cubicBezTo>
                <a:cubicBezTo>
                  <a:pt x="129581" y="31688"/>
                  <a:pt x="125786" y="30193"/>
                  <a:pt x="122794" y="27201"/>
                </a:cubicBezTo>
                <a:cubicBezTo>
                  <a:pt x="119803" y="24209"/>
                  <a:pt x="118215" y="20432"/>
                  <a:pt x="118051" y="15835"/>
                </a:cubicBezTo>
                <a:moveTo>
                  <a:pt x="236103" y="15835"/>
                </a:moveTo>
                <a:cubicBezTo>
                  <a:pt x="236103" y="11621"/>
                  <a:pt x="237599" y="7918"/>
                  <a:pt x="240591" y="4761"/>
                </a:cubicBezTo>
                <a:cubicBezTo>
                  <a:pt x="243582" y="1587"/>
                  <a:pt x="247359" y="0"/>
                  <a:pt x="251938" y="0"/>
                </a:cubicBezTo>
                <a:cubicBezTo>
                  <a:pt x="256170" y="0"/>
                  <a:pt x="259874" y="1405"/>
                  <a:pt x="263029" y="4232"/>
                </a:cubicBezTo>
                <a:cubicBezTo>
                  <a:pt x="266204" y="7042"/>
                  <a:pt x="267882" y="10818"/>
                  <a:pt x="268046" y="15580"/>
                </a:cubicBezTo>
                <a:cubicBezTo>
                  <a:pt x="268046" y="19976"/>
                  <a:pt x="266550" y="23771"/>
                  <a:pt x="263559" y="26945"/>
                </a:cubicBezTo>
                <a:cubicBezTo>
                  <a:pt x="260567" y="30101"/>
                  <a:pt x="256790" y="31688"/>
                  <a:pt x="252211" y="31688"/>
                </a:cubicBezTo>
                <a:cubicBezTo>
                  <a:pt x="247632" y="31688"/>
                  <a:pt x="243838" y="30193"/>
                  <a:pt x="240846" y="27201"/>
                </a:cubicBezTo>
                <a:cubicBezTo>
                  <a:pt x="237854" y="24209"/>
                  <a:pt x="236267" y="20432"/>
                  <a:pt x="236103" y="158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45" name="pdf-path-81">
            <a:extLst xmlns:a="http://schemas.openxmlformats.org/drawingml/2006/main">
              <a:ext uri="{FF2B5EF4-FFF2-40B4-BE49-F238E27FC236}">
                <a16:creationId xmlns:a16="http://schemas.microsoft.com/office/drawing/2014/main" id="{A2CC48D0-736E-46FA-992A-6840E580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842" y="3465676"/>
            <a:ext cx="34862" cy="83353"/>
          </a:xfrm>
          <a:custGeom xmlns:a="http://schemas.openxmlformats.org/drawingml/2006/main">
            <a:pathLst>
              <a:path w="34862" h="83353">
                <a:moveTo>
                  <a:pt x="0" y="22713"/>
                </a:moveTo>
                <a:cubicBezTo>
                  <a:pt x="0" y="22713"/>
                  <a:pt x="0" y="20506"/>
                  <a:pt x="0" y="16091"/>
                </a:cubicBezTo>
                <a:cubicBezTo>
                  <a:pt x="0" y="11694"/>
                  <a:pt x="1404" y="7918"/>
                  <a:pt x="4232" y="4743"/>
                </a:cubicBezTo>
                <a:cubicBezTo>
                  <a:pt x="7042" y="1569"/>
                  <a:pt x="10836" y="0"/>
                  <a:pt x="15579" y="0"/>
                </a:cubicBezTo>
                <a:cubicBezTo>
                  <a:pt x="20505" y="0"/>
                  <a:pt x="24920" y="2189"/>
                  <a:pt x="28787" y="6586"/>
                </a:cubicBezTo>
                <a:cubicBezTo>
                  <a:pt x="32673" y="11001"/>
                  <a:pt x="34680" y="18736"/>
                  <a:pt x="34862" y="29846"/>
                </a:cubicBezTo>
                <a:cubicBezTo>
                  <a:pt x="34862" y="35994"/>
                  <a:pt x="34078" y="41977"/>
                  <a:pt x="32491" y="47797"/>
                </a:cubicBezTo>
                <a:cubicBezTo>
                  <a:pt x="30904" y="53599"/>
                  <a:pt x="29043" y="58615"/>
                  <a:pt x="26945" y="62848"/>
                </a:cubicBezTo>
                <a:cubicBezTo>
                  <a:pt x="24829" y="67080"/>
                  <a:pt x="22530" y="70674"/>
                  <a:pt x="20067" y="73666"/>
                </a:cubicBezTo>
                <a:cubicBezTo>
                  <a:pt x="17604" y="76658"/>
                  <a:pt x="15488" y="79048"/>
                  <a:pt x="13737" y="80799"/>
                </a:cubicBezTo>
                <a:cubicBezTo>
                  <a:pt x="11986" y="82569"/>
                  <a:pt x="10836" y="83353"/>
                  <a:pt x="10307" y="83189"/>
                </a:cubicBezTo>
                <a:cubicBezTo>
                  <a:pt x="9595" y="83189"/>
                  <a:pt x="8464" y="82386"/>
                  <a:pt x="6859" y="80799"/>
                </a:cubicBezTo>
                <a:cubicBezTo>
                  <a:pt x="5290" y="79230"/>
                  <a:pt x="4488" y="78081"/>
                  <a:pt x="4488" y="77369"/>
                </a:cubicBezTo>
                <a:cubicBezTo>
                  <a:pt x="4488" y="76658"/>
                  <a:pt x="5455" y="75253"/>
                  <a:pt x="7407" y="73137"/>
                </a:cubicBezTo>
                <a:cubicBezTo>
                  <a:pt x="9340" y="71039"/>
                  <a:pt x="11530" y="68394"/>
                  <a:pt x="13992" y="65219"/>
                </a:cubicBezTo>
                <a:cubicBezTo>
                  <a:pt x="16473" y="62064"/>
                  <a:pt x="18754" y="57649"/>
                  <a:pt x="20870" y="52029"/>
                </a:cubicBezTo>
                <a:cubicBezTo>
                  <a:pt x="22987" y="46393"/>
                  <a:pt x="24391" y="39953"/>
                  <a:pt x="25084" y="32747"/>
                </a:cubicBezTo>
                <a:lnTo>
                  <a:pt x="25084" y="29572"/>
                </a:lnTo>
                <a:lnTo>
                  <a:pt x="24829" y="29846"/>
                </a:lnTo>
                <a:cubicBezTo>
                  <a:pt x="24482" y="30010"/>
                  <a:pt x="24026" y="30193"/>
                  <a:pt x="23515" y="30357"/>
                </a:cubicBezTo>
                <a:cubicBezTo>
                  <a:pt x="22987" y="30539"/>
                  <a:pt x="22457" y="30794"/>
                  <a:pt x="21928" y="31160"/>
                </a:cubicBezTo>
                <a:cubicBezTo>
                  <a:pt x="21399" y="31506"/>
                  <a:pt x="20596" y="31689"/>
                  <a:pt x="19538" y="31689"/>
                </a:cubicBezTo>
                <a:cubicBezTo>
                  <a:pt x="18498" y="31689"/>
                  <a:pt x="17440" y="31761"/>
                  <a:pt x="16382" y="31944"/>
                </a:cubicBezTo>
                <a:cubicBezTo>
                  <a:pt x="11621" y="31944"/>
                  <a:pt x="7753" y="30448"/>
                  <a:pt x="4761" y="27456"/>
                </a:cubicBezTo>
                <a:lnTo>
                  <a:pt x="0" y="227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4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B919FE89-60A4-4A4B-8525-1577F1B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432" y="3317250"/>
            <a:ext cx="189346" cy="186190"/>
          </a:xfrm>
          <a:custGeom xmlns:a="http://schemas.openxmlformats.org/drawingml/2006/main">
            <a:pathLst>
              <a:path w="189346" h="186190">
                <a:moveTo>
                  <a:pt x="0" y="9231"/>
                </a:moveTo>
                <a:cubicBezTo>
                  <a:pt x="0" y="5363"/>
                  <a:pt x="1131" y="2280"/>
                  <a:pt x="3411" y="0"/>
                </a:cubicBezTo>
                <a:lnTo>
                  <a:pt x="6330" y="0"/>
                </a:lnTo>
                <a:cubicBezTo>
                  <a:pt x="13719" y="529"/>
                  <a:pt x="22968" y="784"/>
                  <a:pt x="34060" y="784"/>
                </a:cubicBezTo>
                <a:cubicBezTo>
                  <a:pt x="54839" y="784"/>
                  <a:pt x="67080" y="529"/>
                  <a:pt x="70765" y="0"/>
                </a:cubicBezTo>
                <a:lnTo>
                  <a:pt x="73410" y="0"/>
                </a:lnTo>
                <a:cubicBezTo>
                  <a:pt x="74469" y="1058"/>
                  <a:pt x="74997" y="1843"/>
                  <a:pt x="74997" y="2372"/>
                </a:cubicBezTo>
                <a:cubicBezTo>
                  <a:pt x="74997" y="2901"/>
                  <a:pt x="74815" y="4488"/>
                  <a:pt x="74469" y="7133"/>
                </a:cubicBezTo>
                <a:cubicBezTo>
                  <a:pt x="73593" y="9779"/>
                  <a:pt x="72790" y="11438"/>
                  <a:pt x="72097" y="12150"/>
                </a:cubicBezTo>
                <a:lnTo>
                  <a:pt x="66551" y="12150"/>
                </a:lnTo>
                <a:cubicBezTo>
                  <a:pt x="62665" y="12497"/>
                  <a:pt x="60038" y="12679"/>
                  <a:pt x="58615" y="12679"/>
                </a:cubicBezTo>
                <a:cubicBezTo>
                  <a:pt x="53507" y="13555"/>
                  <a:pt x="50698" y="14868"/>
                  <a:pt x="50168" y="16638"/>
                </a:cubicBezTo>
                <a:cubicBezTo>
                  <a:pt x="50168" y="16984"/>
                  <a:pt x="52723" y="39077"/>
                  <a:pt x="57831" y="82915"/>
                </a:cubicBezTo>
                <a:cubicBezTo>
                  <a:pt x="62939" y="126771"/>
                  <a:pt x="65584" y="148864"/>
                  <a:pt x="65748" y="149211"/>
                </a:cubicBezTo>
                <a:lnTo>
                  <a:pt x="85031" y="118307"/>
                </a:lnTo>
                <a:cubicBezTo>
                  <a:pt x="97874" y="97710"/>
                  <a:pt x="110736" y="76931"/>
                  <a:pt x="123597" y="55988"/>
                </a:cubicBezTo>
                <a:cubicBezTo>
                  <a:pt x="136440" y="35027"/>
                  <a:pt x="143044" y="24208"/>
                  <a:pt x="143391" y="23497"/>
                </a:cubicBezTo>
                <a:cubicBezTo>
                  <a:pt x="144102" y="22275"/>
                  <a:pt x="144449" y="20943"/>
                  <a:pt x="144449" y="19538"/>
                </a:cubicBezTo>
                <a:cubicBezTo>
                  <a:pt x="144449" y="15324"/>
                  <a:pt x="140582" y="12843"/>
                  <a:pt x="132828" y="12150"/>
                </a:cubicBezTo>
                <a:cubicBezTo>
                  <a:pt x="129654" y="12150"/>
                  <a:pt x="128085" y="11183"/>
                  <a:pt x="128085" y="9231"/>
                </a:cubicBezTo>
                <a:cubicBezTo>
                  <a:pt x="128085" y="9067"/>
                  <a:pt x="128249" y="7918"/>
                  <a:pt x="128614" y="5801"/>
                </a:cubicBezTo>
                <a:cubicBezTo>
                  <a:pt x="129143" y="3339"/>
                  <a:pt x="129654" y="1751"/>
                  <a:pt x="130183" y="1058"/>
                </a:cubicBezTo>
                <a:cubicBezTo>
                  <a:pt x="130712" y="347"/>
                  <a:pt x="131861" y="0"/>
                  <a:pt x="133631" y="0"/>
                </a:cubicBezTo>
                <a:cubicBezTo>
                  <a:pt x="133978" y="0"/>
                  <a:pt x="135035" y="0"/>
                  <a:pt x="136787" y="0"/>
                </a:cubicBezTo>
                <a:cubicBezTo>
                  <a:pt x="138557" y="0"/>
                  <a:pt x="141549" y="91"/>
                  <a:pt x="145781" y="255"/>
                </a:cubicBezTo>
                <a:cubicBezTo>
                  <a:pt x="149995" y="438"/>
                  <a:pt x="155632" y="529"/>
                  <a:pt x="162674" y="529"/>
                </a:cubicBezTo>
                <a:cubicBezTo>
                  <a:pt x="174824" y="529"/>
                  <a:pt x="182486" y="347"/>
                  <a:pt x="185660" y="0"/>
                </a:cubicBezTo>
                <a:lnTo>
                  <a:pt x="187503" y="0"/>
                </a:lnTo>
                <a:cubicBezTo>
                  <a:pt x="188725" y="1222"/>
                  <a:pt x="189346" y="2189"/>
                  <a:pt x="189346" y="2901"/>
                </a:cubicBezTo>
                <a:cubicBezTo>
                  <a:pt x="189346" y="5893"/>
                  <a:pt x="188561" y="8702"/>
                  <a:pt x="186974" y="11347"/>
                </a:cubicBezTo>
                <a:cubicBezTo>
                  <a:pt x="186445" y="11876"/>
                  <a:pt x="184949" y="12150"/>
                  <a:pt x="182486" y="12150"/>
                </a:cubicBezTo>
                <a:cubicBezTo>
                  <a:pt x="180187" y="12314"/>
                  <a:pt x="178071" y="12497"/>
                  <a:pt x="176137" y="12679"/>
                </a:cubicBezTo>
                <a:cubicBezTo>
                  <a:pt x="174204" y="12843"/>
                  <a:pt x="172361" y="13299"/>
                  <a:pt x="170591" y="13992"/>
                </a:cubicBezTo>
                <a:cubicBezTo>
                  <a:pt x="168840" y="14704"/>
                  <a:pt x="167417" y="15324"/>
                  <a:pt x="166377" y="15835"/>
                </a:cubicBezTo>
                <a:cubicBezTo>
                  <a:pt x="165319" y="16364"/>
                  <a:pt x="164261" y="17076"/>
                  <a:pt x="163203" y="17951"/>
                </a:cubicBezTo>
                <a:cubicBezTo>
                  <a:pt x="162145" y="18827"/>
                  <a:pt x="161269" y="19447"/>
                  <a:pt x="160558" y="19812"/>
                </a:cubicBezTo>
                <a:cubicBezTo>
                  <a:pt x="159846" y="20159"/>
                  <a:pt x="159153" y="20943"/>
                  <a:pt x="158442" y="22183"/>
                </a:cubicBezTo>
                <a:cubicBezTo>
                  <a:pt x="157749" y="23406"/>
                  <a:pt x="157128" y="24026"/>
                  <a:pt x="156599" y="24026"/>
                </a:cubicBezTo>
                <a:lnTo>
                  <a:pt x="105628" y="105901"/>
                </a:lnTo>
                <a:cubicBezTo>
                  <a:pt x="73939" y="157128"/>
                  <a:pt x="57557" y="183362"/>
                  <a:pt x="56499" y="184603"/>
                </a:cubicBezTo>
                <a:cubicBezTo>
                  <a:pt x="55970" y="184949"/>
                  <a:pt x="55368" y="185387"/>
                  <a:pt x="54656" y="185916"/>
                </a:cubicBezTo>
                <a:lnTo>
                  <a:pt x="49913" y="186190"/>
                </a:lnTo>
                <a:lnTo>
                  <a:pt x="48052" y="186190"/>
                </a:lnTo>
                <a:cubicBezTo>
                  <a:pt x="44896" y="186190"/>
                  <a:pt x="43291" y="185569"/>
                  <a:pt x="43291" y="184329"/>
                </a:cubicBezTo>
                <a:cubicBezTo>
                  <a:pt x="42780" y="183289"/>
                  <a:pt x="39350" y="155103"/>
                  <a:pt x="33002" y="99826"/>
                </a:cubicBezTo>
                <a:cubicBezTo>
                  <a:pt x="26307" y="43838"/>
                  <a:pt x="22877" y="15579"/>
                  <a:pt x="22713" y="15051"/>
                </a:cubicBezTo>
                <a:cubicBezTo>
                  <a:pt x="21819" y="13117"/>
                  <a:pt x="16364" y="12150"/>
                  <a:pt x="6330" y="12150"/>
                </a:cubicBezTo>
                <a:lnTo>
                  <a:pt x="1843" y="12150"/>
                </a:lnTo>
                <a:cubicBezTo>
                  <a:pt x="602" y="11274"/>
                  <a:pt x="0" y="10307"/>
                  <a:pt x="0" y="92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47" name="pdf-path-85">
            <a:extLst xmlns:a="http://schemas.openxmlformats.org/drawingml/2006/main">
              <a:ext uri="{FF2B5EF4-FFF2-40B4-BE49-F238E27FC236}">
                <a16:creationId xmlns:a16="http://schemas.microsoft.com/office/drawing/2014/main" id="{DD7FA2C4-DA7A-4463-B105-A614320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152" y="3409706"/>
            <a:ext cx="160029" cy="127538"/>
          </a:xfrm>
          <a:custGeom xmlns:a="http://schemas.openxmlformats.org/drawingml/2006/main">
            <a:pathLst>
              <a:path w="160029" h="127538">
                <a:moveTo>
                  <a:pt x="37909" y="8593"/>
                </a:moveTo>
                <a:cubicBezTo>
                  <a:pt x="37544" y="8593"/>
                  <a:pt x="37034" y="8593"/>
                  <a:pt x="36413" y="8593"/>
                </a:cubicBezTo>
                <a:cubicBezTo>
                  <a:pt x="33312" y="8593"/>
                  <a:pt x="31433" y="8538"/>
                  <a:pt x="30813" y="8410"/>
                </a:cubicBezTo>
                <a:cubicBezTo>
                  <a:pt x="30193" y="8283"/>
                  <a:pt x="29882" y="7589"/>
                  <a:pt x="29882" y="6349"/>
                </a:cubicBezTo>
                <a:cubicBezTo>
                  <a:pt x="29882" y="2992"/>
                  <a:pt x="30575" y="949"/>
                  <a:pt x="31944" y="201"/>
                </a:cubicBezTo>
                <a:cubicBezTo>
                  <a:pt x="32181" y="73"/>
                  <a:pt x="38219" y="0"/>
                  <a:pt x="50041" y="0"/>
                </a:cubicBezTo>
                <a:cubicBezTo>
                  <a:pt x="59637" y="0"/>
                  <a:pt x="65110" y="0"/>
                  <a:pt x="66478" y="0"/>
                </a:cubicBezTo>
                <a:cubicBezTo>
                  <a:pt x="67846" y="0"/>
                  <a:pt x="68722" y="383"/>
                  <a:pt x="69087" y="1131"/>
                </a:cubicBezTo>
                <a:cubicBezTo>
                  <a:pt x="95357" y="62866"/>
                  <a:pt x="108729" y="94536"/>
                  <a:pt x="109240" y="96160"/>
                </a:cubicBezTo>
                <a:lnTo>
                  <a:pt x="119310" y="56390"/>
                </a:lnTo>
                <a:cubicBezTo>
                  <a:pt x="125914" y="30138"/>
                  <a:pt x="129216" y="16127"/>
                  <a:pt x="129216" y="14376"/>
                </a:cubicBezTo>
                <a:cubicBezTo>
                  <a:pt x="129216" y="11019"/>
                  <a:pt x="125239" y="9085"/>
                  <a:pt x="117267" y="8593"/>
                </a:cubicBezTo>
                <a:cubicBezTo>
                  <a:pt x="114275" y="8593"/>
                  <a:pt x="112779" y="7918"/>
                  <a:pt x="112779" y="6549"/>
                </a:cubicBezTo>
                <a:cubicBezTo>
                  <a:pt x="112779" y="6294"/>
                  <a:pt x="112907" y="5546"/>
                  <a:pt x="113162" y="4306"/>
                </a:cubicBezTo>
                <a:cubicBezTo>
                  <a:pt x="113655" y="2317"/>
                  <a:pt x="114038" y="1131"/>
                  <a:pt x="114275" y="748"/>
                </a:cubicBezTo>
                <a:cubicBezTo>
                  <a:pt x="114531" y="383"/>
                  <a:pt x="115151" y="128"/>
                  <a:pt x="116154" y="0"/>
                </a:cubicBezTo>
                <a:cubicBezTo>
                  <a:pt x="116519" y="0"/>
                  <a:pt x="118453" y="73"/>
                  <a:pt x="121937" y="201"/>
                </a:cubicBezTo>
                <a:cubicBezTo>
                  <a:pt x="125422" y="310"/>
                  <a:pt x="130584" y="438"/>
                  <a:pt x="137426" y="566"/>
                </a:cubicBezTo>
                <a:cubicBezTo>
                  <a:pt x="143647" y="566"/>
                  <a:pt x="148390" y="493"/>
                  <a:pt x="151619" y="383"/>
                </a:cubicBezTo>
                <a:cubicBezTo>
                  <a:pt x="154866" y="256"/>
                  <a:pt x="156727" y="201"/>
                  <a:pt x="157219" y="201"/>
                </a:cubicBezTo>
                <a:cubicBezTo>
                  <a:pt x="159098" y="201"/>
                  <a:pt x="160029" y="821"/>
                  <a:pt x="160029" y="2062"/>
                </a:cubicBezTo>
                <a:cubicBezTo>
                  <a:pt x="160029" y="4798"/>
                  <a:pt x="159518" y="6659"/>
                  <a:pt x="158533" y="7663"/>
                </a:cubicBezTo>
                <a:cubicBezTo>
                  <a:pt x="158278" y="8283"/>
                  <a:pt x="156910" y="8593"/>
                  <a:pt x="154429" y="8593"/>
                </a:cubicBezTo>
                <a:cubicBezTo>
                  <a:pt x="145580" y="9085"/>
                  <a:pt x="140035" y="11585"/>
                  <a:pt x="137808" y="16073"/>
                </a:cubicBezTo>
                <a:lnTo>
                  <a:pt x="109988" y="126225"/>
                </a:lnTo>
                <a:cubicBezTo>
                  <a:pt x="109733" y="127100"/>
                  <a:pt x="108437" y="127538"/>
                  <a:pt x="106066" y="127538"/>
                </a:cubicBezTo>
                <a:cubicBezTo>
                  <a:pt x="104314" y="127538"/>
                  <a:pt x="103256" y="127410"/>
                  <a:pt x="102892" y="127155"/>
                </a:cubicBezTo>
                <a:cubicBezTo>
                  <a:pt x="102508" y="126790"/>
                  <a:pt x="94481" y="107927"/>
                  <a:pt x="78792" y="70583"/>
                </a:cubicBezTo>
                <a:lnTo>
                  <a:pt x="55095" y="14759"/>
                </a:lnTo>
                <a:lnTo>
                  <a:pt x="42963" y="63304"/>
                </a:lnTo>
                <a:cubicBezTo>
                  <a:pt x="34863" y="95157"/>
                  <a:pt x="30813" y="111666"/>
                  <a:pt x="30813" y="112780"/>
                </a:cubicBezTo>
                <a:cubicBezTo>
                  <a:pt x="31433" y="116884"/>
                  <a:pt x="35921" y="118946"/>
                  <a:pt x="44258" y="118946"/>
                </a:cubicBezTo>
                <a:lnTo>
                  <a:pt x="46119" y="118946"/>
                </a:lnTo>
                <a:cubicBezTo>
                  <a:pt x="46867" y="119566"/>
                  <a:pt x="47250" y="120059"/>
                  <a:pt x="47250" y="120442"/>
                </a:cubicBezTo>
                <a:cubicBezTo>
                  <a:pt x="47250" y="120806"/>
                  <a:pt x="47122" y="121992"/>
                  <a:pt x="46867" y="123981"/>
                </a:cubicBezTo>
                <a:cubicBezTo>
                  <a:pt x="46374" y="125604"/>
                  <a:pt x="45754" y="126790"/>
                  <a:pt x="45006" y="127538"/>
                </a:cubicBezTo>
                <a:lnTo>
                  <a:pt x="42580" y="127538"/>
                </a:lnTo>
                <a:cubicBezTo>
                  <a:pt x="38730" y="127283"/>
                  <a:pt x="31999" y="127155"/>
                  <a:pt x="22421" y="127155"/>
                </a:cubicBezTo>
                <a:cubicBezTo>
                  <a:pt x="18936" y="127155"/>
                  <a:pt x="15762" y="127155"/>
                  <a:pt x="12880" y="127155"/>
                </a:cubicBezTo>
                <a:cubicBezTo>
                  <a:pt x="10034" y="127155"/>
                  <a:pt x="7717" y="127155"/>
                  <a:pt x="5984" y="127155"/>
                </a:cubicBezTo>
                <a:cubicBezTo>
                  <a:pt x="4232" y="127155"/>
                  <a:pt x="3174" y="127210"/>
                  <a:pt x="2810" y="127356"/>
                </a:cubicBezTo>
                <a:cubicBezTo>
                  <a:pt x="949" y="127356"/>
                  <a:pt x="0" y="126790"/>
                  <a:pt x="0" y="125659"/>
                </a:cubicBezTo>
                <a:cubicBezTo>
                  <a:pt x="0" y="125166"/>
                  <a:pt x="201" y="124163"/>
                  <a:pt x="566" y="122686"/>
                </a:cubicBezTo>
                <a:cubicBezTo>
                  <a:pt x="949" y="121190"/>
                  <a:pt x="1259" y="120314"/>
                  <a:pt x="1496" y="120059"/>
                </a:cubicBezTo>
                <a:cubicBezTo>
                  <a:pt x="1751" y="119311"/>
                  <a:pt x="3174" y="118946"/>
                  <a:pt x="5801" y="118946"/>
                </a:cubicBezTo>
                <a:cubicBezTo>
                  <a:pt x="14266" y="118563"/>
                  <a:pt x="19739" y="116136"/>
                  <a:pt x="22220" y="111666"/>
                </a:cubicBezTo>
                <a:cubicBezTo>
                  <a:pt x="22731" y="110919"/>
                  <a:pt x="27146" y="93679"/>
                  <a:pt x="35483" y="59948"/>
                </a:cubicBezTo>
                <a:lnTo>
                  <a:pt x="48180" y="9158"/>
                </a:lnTo>
                <a:cubicBezTo>
                  <a:pt x="47925" y="9031"/>
                  <a:pt x="44513" y="8848"/>
                  <a:pt x="37909" y="85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8" name="pdf-path-87">
            <a:extLst xmlns:a="http://schemas.openxmlformats.org/drawingml/2006/main">
              <a:ext uri="{FF2B5EF4-FFF2-40B4-BE49-F238E27FC236}">
                <a16:creationId xmlns:a16="http://schemas.microsoft.com/office/drawing/2014/main" id="{68B15CC4-C472-4411-AC5C-C852D2A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004" y="3465676"/>
            <a:ext cx="34862" cy="83353"/>
          </a:xfrm>
          <a:custGeom xmlns:a="http://schemas.openxmlformats.org/drawingml/2006/main">
            <a:pathLst>
              <a:path w="34862" h="83353">
                <a:moveTo>
                  <a:pt x="0" y="22713"/>
                </a:moveTo>
                <a:cubicBezTo>
                  <a:pt x="0" y="22713"/>
                  <a:pt x="0" y="20506"/>
                  <a:pt x="0" y="16091"/>
                </a:cubicBezTo>
                <a:cubicBezTo>
                  <a:pt x="0" y="11694"/>
                  <a:pt x="1405" y="7918"/>
                  <a:pt x="4214" y="4743"/>
                </a:cubicBezTo>
                <a:cubicBezTo>
                  <a:pt x="7042" y="1569"/>
                  <a:pt x="10818" y="0"/>
                  <a:pt x="15579" y="0"/>
                </a:cubicBezTo>
                <a:cubicBezTo>
                  <a:pt x="20505" y="0"/>
                  <a:pt x="24902" y="2189"/>
                  <a:pt x="28787" y="6586"/>
                </a:cubicBezTo>
                <a:cubicBezTo>
                  <a:pt x="32655" y="11001"/>
                  <a:pt x="34680" y="18736"/>
                  <a:pt x="34862" y="29846"/>
                </a:cubicBezTo>
                <a:cubicBezTo>
                  <a:pt x="34862" y="35994"/>
                  <a:pt x="34060" y="41977"/>
                  <a:pt x="32473" y="47797"/>
                </a:cubicBezTo>
                <a:cubicBezTo>
                  <a:pt x="30885" y="53599"/>
                  <a:pt x="29043" y="58615"/>
                  <a:pt x="26945" y="62848"/>
                </a:cubicBezTo>
                <a:cubicBezTo>
                  <a:pt x="24829" y="67080"/>
                  <a:pt x="22530" y="70674"/>
                  <a:pt x="20067" y="73666"/>
                </a:cubicBezTo>
                <a:cubicBezTo>
                  <a:pt x="17605" y="76658"/>
                  <a:pt x="15488" y="79048"/>
                  <a:pt x="13737" y="80799"/>
                </a:cubicBezTo>
                <a:cubicBezTo>
                  <a:pt x="11967" y="82569"/>
                  <a:pt x="10818" y="83353"/>
                  <a:pt x="10289" y="83189"/>
                </a:cubicBezTo>
                <a:cubicBezTo>
                  <a:pt x="9596" y="83189"/>
                  <a:pt x="8447" y="82386"/>
                  <a:pt x="6859" y="80799"/>
                </a:cubicBezTo>
                <a:cubicBezTo>
                  <a:pt x="5272" y="79230"/>
                  <a:pt x="4488" y="78081"/>
                  <a:pt x="4488" y="77369"/>
                </a:cubicBezTo>
                <a:cubicBezTo>
                  <a:pt x="4488" y="76658"/>
                  <a:pt x="5455" y="75253"/>
                  <a:pt x="7388" y="73137"/>
                </a:cubicBezTo>
                <a:cubicBezTo>
                  <a:pt x="9322" y="71039"/>
                  <a:pt x="11529" y="68394"/>
                  <a:pt x="13992" y="65219"/>
                </a:cubicBezTo>
                <a:cubicBezTo>
                  <a:pt x="16455" y="62064"/>
                  <a:pt x="18754" y="57649"/>
                  <a:pt x="20852" y="52029"/>
                </a:cubicBezTo>
                <a:cubicBezTo>
                  <a:pt x="22968" y="46393"/>
                  <a:pt x="24373" y="39953"/>
                  <a:pt x="25084" y="32747"/>
                </a:cubicBezTo>
                <a:lnTo>
                  <a:pt x="25084" y="29572"/>
                </a:lnTo>
                <a:lnTo>
                  <a:pt x="24829" y="29846"/>
                </a:lnTo>
                <a:cubicBezTo>
                  <a:pt x="24464" y="30010"/>
                  <a:pt x="24026" y="30193"/>
                  <a:pt x="23497" y="30357"/>
                </a:cubicBezTo>
                <a:cubicBezTo>
                  <a:pt x="22968" y="30539"/>
                  <a:pt x="22439" y="30794"/>
                  <a:pt x="21910" y="31160"/>
                </a:cubicBezTo>
                <a:cubicBezTo>
                  <a:pt x="21381" y="31506"/>
                  <a:pt x="20596" y="31689"/>
                  <a:pt x="19538" y="31689"/>
                </a:cubicBezTo>
                <a:cubicBezTo>
                  <a:pt x="18480" y="31689"/>
                  <a:pt x="17422" y="31761"/>
                  <a:pt x="16364" y="31944"/>
                </a:cubicBezTo>
                <a:cubicBezTo>
                  <a:pt x="11621" y="31944"/>
                  <a:pt x="7753" y="30448"/>
                  <a:pt x="4761" y="27456"/>
                </a:cubicBezTo>
                <a:lnTo>
                  <a:pt x="0" y="227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49" name="pdf-path-89">
            <a:extLst xmlns:a="http://schemas.openxmlformats.org/drawingml/2006/main">
              <a:ext uri="{FF2B5EF4-FFF2-40B4-BE49-F238E27FC236}">
                <a16:creationId xmlns:a16="http://schemas.microsoft.com/office/drawing/2014/main" id="{C88D32BA-3BC8-41ED-89E5-10A3371F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557" y="3317250"/>
            <a:ext cx="189346" cy="186190"/>
          </a:xfrm>
          <a:custGeom xmlns:a="http://schemas.openxmlformats.org/drawingml/2006/main">
            <a:pathLst>
              <a:path w="189346" h="186190">
                <a:moveTo>
                  <a:pt x="0" y="9231"/>
                </a:moveTo>
                <a:cubicBezTo>
                  <a:pt x="0" y="5363"/>
                  <a:pt x="1131" y="2280"/>
                  <a:pt x="3430" y="0"/>
                </a:cubicBezTo>
                <a:lnTo>
                  <a:pt x="6331" y="0"/>
                </a:lnTo>
                <a:cubicBezTo>
                  <a:pt x="13737" y="529"/>
                  <a:pt x="22968" y="784"/>
                  <a:pt x="34060" y="784"/>
                </a:cubicBezTo>
                <a:cubicBezTo>
                  <a:pt x="54839" y="784"/>
                  <a:pt x="67080" y="529"/>
                  <a:pt x="70765" y="0"/>
                </a:cubicBezTo>
                <a:lnTo>
                  <a:pt x="73410" y="0"/>
                </a:lnTo>
                <a:cubicBezTo>
                  <a:pt x="74468" y="1058"/>
                  <a:pt x="74998" y="1843"/>
                  <a:pt x="74998" y="2372"/>
                </a:cubicBezTo>
                <a:cubicBezTo>
                  <a:pt x="74998" y="2901"/>
                  <a:pt x="74815" y="4488"/>
                  <a:pt x="74468" y="7133"/>
                </a:cubicBezTo>
                <a:cubicBezTo>
                  <a:pt x="73593" y="9779"/>
                  <a:pt x="72790" y="11438"/>
                  <a:pt x="72097" y="12150"/>
                </a:cubicBezTo>
                <a:lnTo>
                  <a:pt x="66551" y="12150"/>
                </a:lnTo>
                <a:cubicBezTo>
                  <a:pt x="62665" y="12497"/>
                  <a:pt x="60038" y="12679"/>
                  <a:pt x="58615" y="12679"/>
                </a:cubicBezTo>
                <a:cubicBezTo>
                  <a:pt x="53507" y="13555"/>
                  <a:pt x="50698" y="14868"/>
                  <a:pt x="50169" y="16638"/>
                </a:cubicBezTo>
                <a:cubicBezTo>
                  <a:pt x="50169" y="16984"/>
                  <a:pt x="52723" y="39077"/>
                  <a:pt x="57831" y="82915"/>
                </a:cubicBezTo>
                <a:cubicBezTo>
                  <a:pt x="62939" y="126771"/>
                  <a:pt x="65584" y="148864"/>
                  <a:pt x="65748" y="149211"/>
                </a:cubicBezTo>
                <a:lnTo>
                  <a:pt x="85031" y="118307"/>
                </a:lnTo>
                <a:cubicBezTo>
                  <a:pt x="97875" y="97710"/>
                  <a:pt x="110736" y="76931"/>
                  <a:pt x="123597" y="55988"/>
                </a:cubicBezTo>
                <a:cubicBezTo>
                  <a:pt x="136441" y="35027"/>
                  <a:pt x="143045" y="24208"/>
                  <a:pt x="143391" y="23497"/>
                </a:cubicBezTo>
                <a:cubicBezTo>
                  <a:pt x="144102" y="22275"/>
                  <a:pt x="144449" y="20943"/>
                  <a:pt x="144449" y="19538"/>
                </a:cubicBezTo>
                <a:cubicBezTo>
                  <a:pt x="144449" y="15324"/>
                  <a:pt x="140582" y="12843"/>
                  <a:pt x="132828" y="12150"/>
                </a:cubicBezTo>
                <a:cubicBezTo>
                  <a:pt x="129672" y="12150"/>
                  <a:pt x="128085" y="11183"/>
                  <a:pt x="128085" y="9231"/>
                </a:cubicBezTo>
                <a:cubicBezTo>
                  <a:pt x="128085" y="9067"/>
                  <a:pt x="128250" y="7918"/>
                  <a:pt x="128614" y="5801"/>
                </a:cubicBezTo>
                <a:cubicBezTo>
                  <a:pt x="129143" y="3339"/>
                  <a:pt x="129672" y="1751"/>
                  <a:pt x="130201" y="1058"/>
                </a:cubicBezTo>
                <a:cubicBezTo>
                  <a:pt x="130712" y="347"/>
                  <a:pt x="131862" y="0"/>
                  <a:pt x="133631" y="0"/>
                </a:cubicBezTo>
                <a:cubicBezTo>
                  <a:pt x="133978" y="0"/>
                  <a:pt x="135036" y="0"/>
                  <a:pt x="136787" y="0"/>
                </a:cubicBezTo>
                <a:cubicBezTo>
                  <a:pt x="138557" y="0"/>
                  <a:pt x="141548" y="91"/>
                  <a:pt x="145781" y="255"/>
                </a:cubicBezTo>
                <a:cubicBezTo>
                  <a:pt x="149995" y="438"/>
                  <a:pt x="155632" y="529"/>
                  <a:pt x="162674" y="529"/>
                </a:cubicBezTo>
                <a:cubicBezTo>
                  <a:pt x="174824" y="529"/>
                  <a:pt x="182486" y="347"/>
                  <a:pt x="185660" y="0"/>
                </a:cubicBezTo>
                <a:lnTo>
                  <a:pt x="187503" y="0"/>
                </a:lnTo>
                <a:cubicBezTo>
                  <a:pt x="188725" y="1222"/>
                  <a:pt x="189346" y="2189"/>
                  <a:pt x="189346" y="2901"/>
                </a:cubicBezTo>
                <a:cubicBezTo>
                  <a:pt x="189346" y="5893"/>
                  <a:pt x="188561" y="8702"/>
                  <a:pt x="186974" y="11347"/>
                </a:cubicBezTo>
                <a:cubicBezTo>
                  <a:pt x="186445" y="11876"/>
                  <a:pt x="184949" y="12150"/>
                  <a:pt x="182486" y="12150"/>
                </a:cubicBezTo>
                <a:cubicBezTo>
                  <a:pt x="180206" y="12314"/>
                  <a:pt x="178089" y="12497"/>
                  <a:pt x="176138" y="12679"/>
                </a:cubicBezTo>
                <a:cubicBezTo>
                  <a:pt x="174203" y="12843"/>
                  <a:pt x="172361" y="13299"/>
                  <a:pt x="170591" y="13992"/>
                </a:cubicBezTo>
                <a:cubicBezTo>
                  <a:pt x="168840" y="14704"/>
                  <a:pt x="167436" y="15324"/>
                  <a:pt x="166377" y="15835"/>
                </a:cubicBezTo>
                <a:cubicBezTo>
                  <a:pt x="165319" y="16364"/>
                  <a:pt x="164261" y="17076"/>
                  <a:pt x="163203" y="17951"/>
                </a:cubicBezTo>
                <a:cubicBezTo>
                  <a:pt x="162145" y="18827"/>
                  <a:pt x="161269" y="19447"/>
                  <a:pt x="160558" y="19812"/>
                </a:cubicBezTo>
                <a:cubicBezTo>
                  <a:pt x="159865" y="20159"/>
                  <a:pt x="159153" y="20943"/>
                  <a:pt x="158441" y="22183"/>
                </a:cubicBezTo>
                <a:cubicBezTo>
                  <a:pt x="157748" y="23406"/>
                  <a:pt x="157128" y="24026"/>
                  <a:pt x="156599" y="24026"/>
                </a:cubicBezTo>
                <a:lnTo>
                  <a:pt x="105628" y="105901"/>
                </a:lnTo>
                <a:cubicBezTo>
                  <a:pt x="73940" y="157128"/>
                  <a:pt x="57575" y="183362"/>
                  <a:pt x="56499" y="184603"/>
                </a:cubicBezTo>
                <a:cubicBezTo>
                  <a:pt x="55988" y="184949"/>
                  <a:pt x="55368" y="185387"/>
                  <a:pt x="54656" y="185916"/>
                </a:cubicBezTo>
                <a:lnTo>
                  <a:pt x="49913" y="186190"/>
                </a:lnTo>
                <a:lnTo>
                  <a:pt x="48071" y="186190"/>
                </a:lnTo>
                <a:cubicBezTo>
                  <a:pt x="44897" y="186190"/>
                  <a:pt x="43309" y="185569"/>
                  <a:pt x="43309" y="184329"/>
                </a:cubicBezTo>
                <a:cubicBezTo>
                  <a:pt x="42780" y="183289"/>
                  <a:pt x="39350" y="155103"/>
                  <a:pt x="33002" y="99826"/>
                </a:cubicBezTo>
                <a:cubicBezTo>
                  <a:pt x="26306" y="43838"/>
                  <a:pt x="22877" y="15579"/>
                  <a:pt x="22713" y="15051"/>
                </a:cubicBezTo>
                <a:cubicBezTo>
                  <a:pt x="21819" y="13117"/>
                  <a:pt x="16364" y="12150"/>
                  <a:pt x="6331" y="12150"/>
                </a:cubicBezTo>
                <a:lnTo>
                  <a:pt x="1843" y="12150"/>
                </a:lnTo>
                <a:cubicBezTo>
                  <a:pt x="602" y="11274"/>
                  <a:pt x="0" y="10307"/>
                  <a:pt x="0" y="923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50" name="pdf-path-91">
            <a:extLst xmlns:a="http://schemas.openxmlformats.org/drawingml/2006/main">
              <a:ext uri="{FF2B5EF4-FFF2-40B4-BE49-F238E27FC236}">
                <a16:creationId xmlns:a16="http://schemas.microsoft.com/office/drawing/2014/main" id="{CCD05B30-7A80-4E37-BD76-E097D22F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660" y="3453599"/>
            <a:ext cx="60859" cy="85688"/>
          </a:xfrm>
          <a:custGeom xmlns:a="http://schemas.openxmlformats.org/drawingml/2006/main">
            <a:pathLst>
              <a:path w="60859" h="85688">
                <a:moveTo>
                  <a:pt x="48928" y="24628"/>
                </a:moveTo>
                <a:cubicBezTo>
                  <a:pt x="48928" y="19666"/>
                  <a:pt x="47250" y="15361"/>
                  <a:pt x="43875" y="11749"/>
                </a:cubicBezTo>
                <a:cubicBezTo>
                  <a:pt x="40518" y="8137"/>
                  <a:pt x="35666" y="6348"/>
                  <a:pt x="29317" y="6348"/>
                </a:cubicBezTo>
                <a:cubicBezTo>
                  <a:pt x="24829" y="6348"/>
                  <a:pt x="20980" y="7152"/>
                  <a:pt x="17732" y="8757"/>
                </a:cubicBezTo>
                <a:cubicBezTo>
                  <a:pt x="14011" y="11128"/>
                  <a:pt x="12132" y="14357"/>
                  <a:pt x="12132" y="18480"/>
                </a:cubicBezTo>
                <a:cubicBezTo>
                  <a:pt x="12004" y="19101"/>
                  <a:pt x="12004" y="19903"/>
                  <a:pt x="12132" y="20907"/>
                </a:cubicBezTo>
                <a:cubicBezTo>
                  <a:pt x="12259" y="21892"/>
                  <a:pt x="13263" y="23388"/>
                  <a:pt x="15123" y="25376"/>
                </a:cubicBezTo>
                <a:cubicBezTo>
                  <a:pt x="16984" y="27383"/>
                  <a:pt x="19666" y="28933"/>
                  <a:pt x="23150" y="30047"/>
                </a:cubicBezTo>
                <a:cubicBezTo>
                  <a:pt x="25394" y="30685"/>
                  <a:pt x="28131" y="31232"/>
                  <a:pt x="31378" y="31725"/>
                </a:cubicBezTo>
                <a:cubicBezTo>
                  <a:pt x="34607" y="32236"/>
                  <a:pt x="37343" y="32801"/>
                  <a:pt x="39588" y="33422"/>
                </a:cubicBezTo>
                <a:cubicBezTo>
                  <a:pt x="41831" y="34042"/>
                  <a:pt x="43820" y="34845"/>
                  <a:pt x="45553" y="35829"/>
                </a:cubicBezTo>
                <a:cubicBezTo>
                  <a:pt x="47669" y="36833"/>
                  <a:pt x="49731" y="38073"/>
                  <a:pt x="51719" y="39570"/>
                </a:cubicBezTo>
                <a:cubicBezTo>
                  <a:pt x="53708" y="41065"/>
                  <a:pt x="55696" y="43619"/>
                  <a:pt x="57703" y="47231"/>
                </a:cubicBezTo>
                <a:cubicBezTo>
                  <a:pt x="59692" y="50844"/>
                  <a:pt x="60750" y="54693"/>
                  <a:pt x="60859" y="58798"/>
                </a:cubicBezTo>
                <a:cubicBezTo>
                  <a:pt x="60859" y="66515"/>
                  <a:pt x="58506" y="72863"/>
                  <a:pt x="53781" y="77844"/>
                </a:cubicBezTo>
                <a:cubicBezTo>
                  <a:pt x="49037" y="82824"/>
                  <a:pt x="41394" y="85378"/>
                  <a:pt x="30813" y="85506"/>
                </a:cubicBezTo>
                <a:lnTo>
                  <a:pt x="29317" y="85506"/>
                </a:lnTo>
                <a:cubicBezTo>
                  <a:pt x="22840" y="85506"/>
                  <a:pt x="16875" y="83262"/>
                  <a:pt x="11384" y="78792"/>
                </a:cubicBezTo>
                <a:lnTo>
                  <a:pt x="9888" y="80087"/>
                </a:lnTo>
                <a:lnTo>
                  <a:pt x="8228" y="81766"/>
                </a:lnTo>
                <a:cubicBezTo>
                  <a:pt x="7479" y="82514"/>
                  <a:pt x="6713" y="83207"/>
                  <a:pt x="5966" y="83827"/>
                </a:cubicBezTo>
                <a:lnTo>
                  <a:pt x="3922" y="85688"/>
                </a:lnTo>
                <a:lnTo>
                  <a:pt x="2426" y="85688"/>
                </a:lnTo>
                <a:lnTo>
                  <a:pt x="1678" y="85688"/>
                </a:lnTo>
                <a:cubicBezTo>
                  <a:pt x="1313" y="85688"/>
                  <a:pt x="748" y="85323"/>
                  <a:pt x="0" y="84575"/>
                </a:cubicBezTo>
                <a:lnTo>
                  <a:pt x="0" y="69816"/>
                </a:lnTo>
                <a:lnTo>
                  <a:pt x="0" y="58980"/>
                </a:lnTo>
                <a:cubicBezTo>
                  <a:pt x="0" y="56390"/>
                  <a:pt x="127" y="54821"/>
                  <a:pt x="365" y="54328"/>
                </a:cubicBezTo>
                <a:cubicBezTo>
                  <a:pt x="620" y="53835"/>
                  <a:pt x="1240" y="53507"/>
                  <a:pt x="2244" y="53379"/>
                </a:cubicBezTo>
                <a:lnTo>
                  <a:pt x="3922" y="53379"/>
                </a:lnTo>
                <a:cubicBezTo>
                  <a:pt x="5418" y="53379"/>
                  <a:pt x="6403" y="53635"/>
                  <a:pt x="6914" y="54128"/>
                </a:cubicBezTo>
                <a:cubicBezTo>
                  <a:pt x="7407" y="54639"/>
                  <a:pt x="7717" y="55386"/>
                  <a:pt x="7844" y="56390"/>
                </a:cubicBezTo>
                <a:cubicBezTo>
                  <a:pt x="7972" y="57375"/>
                  <a:pt x="8410" y="59053"/>
                  <a:pt x="9158" y="61425"/>
                </a:cubicBezTo>
                <a:cubicBezTo>
                  <a:pt x="9888" y="63778"/>
                  <a:pt x="11074" y="66405"/>
                  <a:pt x="12697" y="69251"/>
                </a:cubicBezTo>
                <a:cubicBezTo>
                  <a:pt x="17057" y="75600"/>
                  <a:pt x="23096" y="78792"/>
                  <a:pt x="30813" y="78792"/>
                </a:cubicBezTo>
                <a:cubicBezTo>
                  <a:pt x="42890" y="78792"/>
                  <a:pt x="48928" y="73921"/>
                  <a:pt x="48928" y="64216"/>
                </a:cubicBezTo>
                <a:cubicBezTo>
                  <a:pt x="48928" y="60604"/>
                  <a:pt x="47797" y="57685"/>
                  <a:pt x="45553" y="55441"/>
                </a:cubicBezTo>
                <a:cubicBezTo>
                  <a:pt x="43072" y="52449"/>
                  <a:pt x="37909" y="50223"/>
                  <a:pt x="30064" y="48727"/>
                </a:cubicBezTo>
                <a:cubicBezTo>
                  <a:pt x="22220" y="47231"/>
                  <a:pt x="17057" y="45790"/>
                  <a:pt x="14576" y="44422"/>
                </a:cubicBezTo>
                <a:cubicBezTo>
                  <a:pt x="10089" y="42306"/>
                  <a:pt x="6531" y="39441"/>
                  <a:pt x="3922" y="35829"/>
                </a:cubicBezTo>
                <a:cubicBezTo>
                  <a:pt x="1313" y="32236"/>
                  <a:pt x="0" y="28368"/>
                  <a:pt x="0" y="24264"/>
                </a:cubicBezTo>
                <a:cubicBezTo>
                  <a:pt x="0" y="19411"/>
                  <a:pt x="1058" y="15306"/>
                  <a:pt x="3174" y="11950"/>
                </a:cubicBezTo>
                <a:cubicBezTo>
                  <a:pt x="5291" y="8574"/>
                  <a:pt x="7972" y="6093"/>
                  <a:pt x="11201" y="4470"/>
                </a:cubicBezTo>
                <a:cubicBezTo>
                  <a:pt x="14448" y="2864"/>
                  <a:pt x="17550" y="1733"/>
                  <a:pt x="20542" y="1113"/>
                </a:cubicBezTo>
                <a:cubicBezTo>
                  <a:pt x="23534" y="493"/>
                  <a:pt x="26270" y="182"/>
                  <a:pt x="28751" y="182"/>
                </a:cubicBezTo>
                <a:lnTo>
                  <a:pt x="30813" y="182"/>
                </a:lnTo>
                <a:cubicBezTo>
                  <a:pt x="35793" y="182"/>
                  <a:pt x="40153" y="1113"/>
                  <a:pt x="43875" y="2974"/>
                </a:cubicBezTo>
                <a:lnTo>
                  <a:pt x="46684" y="4470"/>
                </a:lnTo>
                <a:lnTo>
                  <a:pt x="48362" y="3156"/>
                </a:lnTo>
                <a:cubicBezTo>
                  <a:pt x="49603" y="2043"/>
                  <a:pt x="50971" y="985"/>
                  <a:pt x="52467" y="0"/>
                </a:cubicBezTo>
                <a:lnTo>
                  <a:pt x="53963" y="0"/>
                </a:lnTo>
                <a:lnTo>
                  <a:pt x="54711" y="0"/>
                </a:lnTo>
                <a:cubicBezTo>
                  <a:pt x="55076" y="0"/>
                  <a:pt x="55641" y="365"/>
                  <a:pt x="56390" y="1113"/>
                </a:cubicBezTo>
                <a:lnTo>
                  <a:pt x="56390" y="25759"/>
                </a:lnTo>
                <a:lnTo>
                  <a:pt x="55259" y="26872"/>
                </a:lnTo>
                <a:lnTo>
                  <a:pt x="50041" y="26872"/>
                </a:lnTo>
                <a:cubicBezTo>
                  <a:pt x="49293" y="26124"/>
                  <a:pt x="48928" y="25376"/>
                  <a:pt x="48928" y="246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1" name="pdf-path-93">
            <a:extLst xmlns:a="http://schemas.openxmlformats.org/drawingml/2006/main">
              <a:ext uri="{FF2B5EF4-FFF2-40B4-BE49-F238E27FC236}">
                <a16:creationId xmlns:a16="http://schemas.microsoft.com/office/drawing/2014/main" id="{8F14A811-FF1B-4916-BE1D-6ACB3C5F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425" y="3422404"/>
            <a:ext cx="58816" cy="116701"/>
          </a:xfrm>
          <a:custGeom xmlns:a="http://schemas.openxmlformats.org/drawingml/2006/main">
            <a:pathLst>
              <a:path w="58816" h="116701">
                <a:moveTo>
                  <a:pt x="1678" y="36048"/>
                </a:moveTo>
                <a:cubicBezTo>
                  <a:pt x="8283" y="35537"/>
                  <a:pt x="13390" y="32053"/>
                  <a:pt x="16984" y="25576"/>
                </a:cubicBezTo>
                <a:cubicBezTo>
                  <a:pt x="20597" y="19119"/>
                  <a:pt x="22585" y="11511"/>
                  <a:pt x="22968" y="2809"/>
                </a:cubicBezTo>
                <a:lnTo>
                  <a:pt x="22968" y="0"/>
                </a:lnTo>
                <a:lnTo>
                  <a:pt x="30430" y="0"/>
                </a:lnTo>
                <a:lnTo>
                  <a:pt x="30430" y="34351"/>
                </a:lnTo>
                <a:lnTo>
                  <a:pt x="55641" y="34351"/>
                </a:lnTo>
                <a:lnTo>
                  <a:pt x="55641" y="42944"/>
                </a:lnTo>
                <a:lnTo>
                  <a:pt x="30430" y="42944"/>
                </a:lnTo>
                <a:lnTo>
                  <a:pt x="30430" y="69835"/>
                </a:lnTo>
                <a:cubicBezTo>
                  <a:pt x="30557" y="85396"/>
                  <a:pt x="30630" y="94171"/>
                  <a:pt x="30630" y="96159"/>
                </a:cubicBezTo>
                <a:cubicBezTo>
                  <a:pt x="30630" y="98148"/>
                  <a:pt x="31050" y="100155"/>
                  <a:pt x="31925" y="102143"/>
                </a:cubicBezTo>
                <a:cubicBezTo>
                  <a:pt x="33677" y="106996"/>
                  <a:pt x="36723" y="109422"/>
                  <a:pt x="41084" y="109422"/>
                </a:cubicBezTo>
                <a:cubicBezTo>
                  <a:pt x="46556" y="109422"/>
                  <a:pt x="49913" y="105008"/>
                  <a:pt x="51154" y="96159"/>
                </a:cubicBezTo>
                <a:cubicBezTo>
                  <a:pt x="51282" y="95174"/>
                  <a:pt x="51336" y="92310"/>
                  <a:pt x="51336" y="87585"/>
                </a:cubicBezTo>
                <a:lnTo>
                  <a:pt x="51336" y="81036"/>
                </a:lnTo>
                <a:lnTo>
                  <a:pt x="58816" y="81036"/>
                </a:lnTo>
                <a:lnTo>
                  <a:pt x="58816" y="87585"/>
                </a:lnTo>
                <a:lnTo>
                  <a:pt x="58816" y="89811"/>
                </a:lnTo>
                <a:cubicBezTo>
                  <a:pt x="58816" y="99406"/>
                  <a:pt x="56207" y="106686"/>
                  <a:pt x="50972" y="111666"/>
                </a:cubicBezTo>
                <a:cubicBezTo>
                  <a:pt x="47615" y="115023"/>
                  <a:pt x="43254" y="116701"/>
                  <a:pt x="37909" y="116701"/>
                </a:cubicBezTo>
                <a:cubicBezTo>
                  <a:pt x="33677" y="116701"/>
                  <a:pt x="30010" y="115953"/>
                  <a:pt x="26890" y="114457"/>
                </a:cubicBezTo>
                <a:cubicBezTo>
                  <a:pt x="23771" y="112961"/>
                  <a:pt x="21399" y="111028"/>
                  <a:pt x="19794" y="108674"/>
                </a:cubicBezTo>
                <a:cubicBezTo>
                  <a:pt x="18170" y="106303"/>
                  <a:pt x="16984" y="104132"/>
                  <a:pt x="16255" y="102143"/>
                </a:cubicBezTo>
                <a:cubicBezTo>
                  <a:pt x="15507" y="100155"/>
                  <a:pt x="15069" y="98148"/>
                  <a:pt x="14941" y="96159"/>
                </a:cubicBezTo>
                <a:cubicBezTo>
                  <a:pt x="14813" y="95302"/>
                  <a:pt x="14758" y="86071"/>
                  <a:pt x="14758" y="68521"/>
                </a:cubicBezTo>
                <a:lnTo>
                  <a:pt x="14758" y="42944"/>
                </a:lnTo>
                <a:lnTo>
                  <a:pt x="0" y="42944"/>
                </a:lnTo>
                <a:lnTo>
                  <a:pt x="0" y="36048"/>
                </a:lnTo>
                <a:lnTo>
                  <a:pt x="1678" y="36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2" name="pdf-path-95">
            <a:extLst xmlns:a="http://schemas.openxmlformats.org/drawingml/2006/main">
              <a:ext uri="{FF2B5EF4-FFF2-40B4-BE49-F238E27FC236}">
                <a16:creationId xmlns:a16="http://schemas.microsoft.com/office/drawing/2014/main" id="{B95111E5-05EC-4953-ADFA-4E4EF938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234" y="3456755"/>
            <a:ext cx="91325" cy="118581"/>
          </a:xfrm>
          <a:custGeom xmlns:a="http://schemas.openxmlformats.org/drawingml/2006/main">
            <a:pathLst>
              <a:path w="91325" h="118581">
                <a:moveTo>
                  <a:pt x="9359" y="92803"/>
                </a:moveTo>
                <a:cubicBezTo>
                  <a:pt x="12095" y="92803"/>
                  <a:pt x="14266" y="93679"/>
                  <a:pt x="15889" y="95412"/>
                </a:cubicBezTo>
                <a:cubicBezTo>
                  <a:pt x="17495" y="97164"/>
                  <a:pt x="18371" y="99407"/>
                  <a:pt x="18499" y="102144"/>
                </a:cubicBezTo>
                <a:cubicBezTo>
                  <a:pt x="18499" y="104388"/>
                  <a:pt x="17933" y="106194"/>
                  <a:pt x="16820" y="107562"/>
                </a:cubicBezTo>
                <a:cubicBezTo>
                  <a:pt x="15689" y="108930"/>
                  <a:pt x="14576" y="109860"/>
                  <a:pt x="13463" y="110353"/>
                </a:cubicBezTo>
                <a:cubicBezTo>
                  <a:pt x="12588" y="110736"/>
                  <a:pt x="12952" y="111101"/>
                  <a:pt x="14576" y="111466"/>
                </a:cubicBezTo>
                <a:cubicBezTo>
                  <a:pt x="15452" y="111721"/>
                  <a:pt x="16328" y="111849"/>
                  <a:pt x="17185" y="111849"/>
                </a:cubicBezTo>
                <a:cubicBezTo>
                  <a:pt x="19685" y="111849"/>
                  <a:pt x="21983" y="111284"/>
                  <a:pt x="24099" y="110171"/>
                </a:cubicBezTo>
                <a:cubicBezTo>
                  <a:pt x="26215" y="109058"/>
                  <a:pt x="27894" y="107744"/>
                  <a:pt x="29134" y="106248"/>
                </a:cubicBezTo>
                <a:cubicBezTo>
                  <a:pt x="30393" y="104752"/>
                  <a:pt x="31761" y="102764"/>
                  <a:pt x="33239" y="100265"/>
                </a:cubicBezTo>
                <a:cubicBezTo>
                  <a:pt x="34735" y="97784"/>
                  <a:pt x="35738" y="95850"/>
                  <a:pt x="36231" y="94482"/>
                </a:cubicBezTo>
                <a:cubicBezTo>
                  <a:pt x="36723" y="93113"/>
                  <a:pt x="37472" y="91125"/>
                  <a:pt x="38474" y="88516"/>
                </a:cubicBezTo>
                <a:lnTo>
                  <a:pt x="41649" y="80489"/>
                </a:lnTo>
                <a:lnTo>
                  <a:pt x="28204" y="46320"/>
                </a:lnTo>
                <a:cubicBezTo>
                  <a:pt x="25723" y="40099"/>
                  <a:pt x="22914" y="33002"/>
                  <a:pt x="19812" y="25030"/>
                </a:cubicBezTo>
                <a:cubicBezTo>
                  <a:pt x="16820" y="17441"/>
                  <a:pt x="15014" y="13026"/>
                  <a:pt x="14394" y="11767"/>
                </a:cubicBezTo>
                <a:cubicBezTo>
                  <a:pt x="13774" y="10526"/>
                  <a:pt x="12770" y="9724"/>
                  <a:pt x="11402" y="9340"/>
                </a:cubicBezTo>
                <a:cubicBezTo>
                  <a:pt x="11275" y="9213"/>
                  <a:pt x="11146" y="9158"/>
                  <a:pt x="11019" y="9158"/>
                </a:cubicBezTo>
                <a:cubicBezTo>
                  <a:pt x="9541" y="8794"/>
                  <a:pt x="6786" y="8593"/>
                  <a:pt x="2810" y="8593"/>
                </a:cubicBezTo>
                <a:lnTo>
                  <a:pt x="0" y="8593"/>
                </a:lnTo>
                <a:lnTo>
                  <a:pt x="0" y="0"/>
                </a:lnTo>
                <a:lnTo>
                  <a:pt x="1313" y="0"/>
                </a:lnTo>
                <a:lnTo>
                  <a:pt x="5053" y="183"/>
                </a:lnTo>
                <a:cubicBezTo>
                  <a:pt x="7425" y="183"/>
                  <a:pt x="10034" y="256"/>
                  <a:pt x="12898" y="383"/>
                </a:cubicBezTo>
                <a:cubicBezTo>
                  <a:pt x="15762" y="511"/>
                  <a:pt x="17879" y="566"/>
                  <a:pt x="19247" y="566"/>
                </a:cubicBezTo>
                <a:cubicBezTo>
                  <a:pt x="20104" y="566"/>
                  <a:pt x="21362" y="566"/>
                  <a:pt x="22968" y="566"/>
                </a:cubicBezTo>
                <a:cubicBezTo>
                  <a:pt x="24592" y="566"/>
                  <a:pt x="26398" y="511"/>
                  <a:pt x="28387" y="383"/>
                </a:cubicBezTo>
                <a:cubicBezTo>
                  <a:pt x="30393" y="256"/>
                  <a:pt x="32199" y="183"/>
                  <a:pt x="33805" y="183"/>
                </a:cubicBezTo>
                <a:cubicBezTo>
                  <a:pt x="35428" y="183"/>
                  <a:pt x="36924" y="183"/>
                  <a:pt x="38292" y="183"/>
                </a:cubicBezTo>
                <a:lnTo>
                  <a:pt x="39971" y="0"/>
                </a:lnTo>
                <a:lnTo>
                  <a:pt x="41466" y="0"/>
                </a:lnTo>
                <a:lnTo>
                  <a:pt x="41466" y="8593"/>
                </a:lnTo>
                <a:lnTo>
                  <a:pt x="39789" y="8593"/>
                </a:lnTo>
                <a:cubicBezTo>
                  <a:pt x="33676" y="8593"/>
                  <a:pt x="30758" y="9779"/>
                  <a:pt x="31013" y="12150"/>
                </a:cubicBezTo>
                <a:lnTo>
                  <a:pt x="49859" y="59564"/>
                </a:lnTo>
                <a:cubicBezTo>
                  <a:pt x="49859" y="59455"/>
                  <a:pt x="52723" y="52285"/>
                  <a:pt x="58451" y="38092"/>
                </a:cubicBezTo>
                <a:lnTo>
                  <a:pt x="66660" y="16802"/>
                </a:lnTo>
                <a:lnTo>
                  <a:pt x="66660" y="15142"/>
                </a:lnTo>
                <a:cubicBezTo>
                  <a:pt x="66660" y="13263"/>
                  <a:pt x="66040" y="11840"/>
                  <a:pt x="64800" y="10837"/>
                </a:cubicBezTo>
                <a:cubicBezTo>
                  <a:pt x="63559" y="9833"/>
                  <a:pt x="62428" y="9213"/>
                  <a:pt x="61443" y="8976"/>
                </a:cubicBezTo>
                <a:cubicBezTo>
                  <a:pt x="60439" y="8720"/>
                  <a:pt x="59582" y="8593"/>
                  <a:pt x="58834" y="8593"/>
                </a:cubicBezTo>
                <a:lnTo>
                  <a:pt x="58269" y="8593"/>
                </a:lnTo>
                <a:lnTo>
                  <a:pt x="58269" y="0"/>
                </a:lnTo>
                <a:lnTo>
                  <a:pt x="59382" y="0"/>
                </a:lnTo>
                <a:lnTo>
                  <a:pt x="60695" y="0"/>
                </a:lnTo>
                <a:cubicBezTo>
                  <a:pt x="61570" y="0"/>
                  <a:pt x="62629" y="0"/>
                  <a:pt x="63869" y="0"/>
                </a:cubicBezTo>
                <a:cubicBezTo>
                  <a:pt x="65110" y="0"/>
                  <a:pt x="66423" y="73"/>
                  <a:pt x="67792" y="183"/>
                </a:cubicBezTo>
                <a:cubicBezTo>
                  <a:pt x="69160" y="329"/>
                  <a:pt x="70583" y="383"/>
                  <a:pt x="72078" y="383"/>
                </a:cubicBezTo>
                <a:cubicBezTo>
                  <a:pt x="73575" y="383"/>
                  <a:pt x="74633" y="383"/>
                  <a:pt x="75253" y="383"/>
                </a:cubicBezTo>
                <a:cubicBezTo>
                  <a:pt x="82094" y="383"/>
                  <a:pt x="87147" y="256"/>
                  <a:pt x="90376" y="0"/>
                </a:cubicBezTo>
                <a:lnTo>
                  <a:pt x="91325" y="0"/>
                </a:lnTo>
                <a:lnTo>
                  <a:pt x="91325" y="8593"/>
                </a:lnTo>
                <a:lnTo>
                  <a:pt x="89264" y="8593"/>
                </a:lnTo>
                <a:cubicBezTo>
                  <a:pt x="82294" y="9213"/>
                  <a:pt x="77625" y="11712"/>
                  <a:pt x="75253" y="16073"/>
                </a:cubicBezTo>
                <a:cubicBezTo>
                  <a:pt x="75015" y="16310"/>
                  <a:pt x="72261" y="23151"/>
                  <a:pt x="67043" y="36614"/>
                </a:cubicBezTo>
                <a:cubicBezTo>
                  <a:pt x="61808" y="50041"/>
                  <a:pt x="56280" y="64107"/>
                  <a:pt x="50424" y="78792"/>
                </a:cubicBezTo>
                <a:cubicBezTo>
                  <a:pt x="44568" y="93497"/>
                  <a:pt x="40719" y="102198"/>
                  <a:pt x="38840" y="104935"/>
                </a:cubicBezTo>
                <a:cubicBezTo>
                  <a:pt x="33001" y="114020"/>
                  <a:pt x="25905" y="118581"/>
                  <a:pt x="17568" y="118581"/>
                </a:cubicBezTo>
                <a:cubicBezTo>
                  <a:pt x="12095" y="118581"/>
                  <a:pt x="7790" y="116884"/>
                  <a:pt x="4689" y="113527"/>
                </a:cubicBezTo>
                <a:cubicBezTo>
                  <a:pt x="1569" y="110171"/>
                  <a:pt x="0" y="106376"/>
                  <a:pt x="0" y="102144"/>
                </a:cubicBezTo>
                <a:cubicBezTo>
                  <a:pt x="0" y="98787"/>
                  <a:pt x="1004" y="96415"/>
                  <a:pt x="3010" y="95047"/>
                </a:cubicBezTo>
                <a:cubicBezTo>
                  <a:pt x="4980" y="93679"/>
                  <a:pt x="7115" y="92931"/>
                  <a:pt x="9359" y="9280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3" name="pdf-path-97">
            <a:extLst xmlns:a="http://schemas.openxmlformats.org/drawingml/2006/main">
              <a:ext uri="{FF2B5EF4-FFF2-40B4-BE49-F238E27FC236}">
                <a16:creationId xmlns:a16="http://schemas.microsoft.com/office/drawing/2014/main" id="{1BB84D0A-B7BD-4FA4-8086-4578D92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133" y="3407536"/>
            <a:ext cx="44258" cy="129709"/>
          </a:xfrm>
          <a:custGeom xmlns:a="http://schemas.openxmlformats.org/drawingml/2006/main">
            <a:pathLst>
              <a:path w="44258" h="129709">
                <a:moveTo>
                  <a:pt x="2992" y="121116"/>
                </a:moveTo>
                <a:lnTo>
                  <a:pt x="5601" y="121116"/>
                </a:lnTo>
                <a:cubicBezTo>
                  <a:pt x="10453" y="121116"/>
                  <a:pt x="13390" y="120240"/>
                  <a:pt x="14394" y="118508"/>
                </a:cubicBezTo>
                <a:lnTo>
                  <a:pt x="14394" y="117011"/>
                </a:lnTo>
                <a:cubicBezTo>
                  <a:pt x="14394" y="115880"/>
                  <a:pt x="14394" y="114457"/>
                  <a:pt x="14394" y="112706"/>
                </a:cubicBezTo>
                <a:cubicBezTo>
                  <a:pt x="14394" y="110973"/>
                  <a:pt x="14394" y="108912"/>
                  <a:pt x="14394" y="106558"/>
                </a:cubicBezTo>
                <a:cubicBezTo>
                  <a:pt x="14394" y="104187"/>
                  <a:pt x="14448" y="101505"/>
                  <a:pt x="14576" y="98513"/>
                </a:cubicBezTo>
                <a:cubicBezTo>
                  <a:pt x="14686" y="95539"/>
                  <a:pt x="14686" y="92420"/>
                  <a:pt x="14576" y="89190"/>
                </a:cubicBezTo>
                <a:cubicBezTo>
                  <a:pt x="14448" y="85943"/>
                  <a:pt x="14448" y="82532"/>
                  <a:pt x="14576" y="78920"/>
                </a:cubicBezTo>
                <a:cubicBezTo>
                  <a:pt x="14686" y="75308"/>
                  <a:pt x="14686" y="71750"/>
                  <a:pt x="14576" y="68266"/>
                </a:cubicBezTo>
                <a:cubicBezTo>
                  <a:pt x="14576" y="63668"/>
                  <a:pt x="14576" y="58816"/>
                  <a:pt x="14576" y="53708"/>
                </a:cubicBezTo>
                <a:cubicBezTo>
                  <a:pt x="14576" y="48600"/>
                  <a:pt x="14576" y="43929"/>
                  <a:pt x="14576" y="39697"/>
                </a:cubicBezTo>
                <a:cubicBezTo>
                  <a:pt x="14576" y="35465"/>
                  <a:pt x="14576" y="31743"/>
                  <a:pt x="14576" y="28496"/>
                </a:cubicBezTo>
                <a:cubicBezTo>
                  <a:pt x="14576" y="25266"/>
                  <a:pt x="14503" y="22530"/>
                  <a:pt x="14394" y="20286"/>
                </a:cubicBezTo>
                <a:cubicBezTo>
                  <a:pt x="14248" y="18043"/>
                  <a:pt x="14248" y="16984"/>
                  <a:pt x="14394" y="17112"/>
                </a:cubicBezTo>
                <a:cubicBezTo>
                  <a:pt x="14011" y="14740"/>
                  <a:pt x="13135" y="13190"/>
                  <a:pt x="11766" y="12441"/>
                </a:cubicBezTo>
                <a:cubicBezTo>
                  <a:pt x="10398" y="11694"/>
                  <a:pt x="7607" y="11128"/>
                  <a:pt x="3375" y="10763"/>
                </a:cubicBezTo>
                <a:lnTo>
                  <a:pt x="0" y="10763"/>
                </a:lnTo>
                <a:lnTo>
                  <a:pt x="0" y="6476"/>
                </a:lnTo>
                <a:cubicBezTo>
                  <a:pt x="0" y="3612"/>
                  <a:pt x="128" y="2171"/>
                  <a:pt x="383" y="2171"/>
                </a:cubicBezTo>
                <a:lnTo>
                  <a:pt x="2244" y="1988"/>
                </a:lnTo>
                <a:cubicBezTo>
                  <a:pt x="3484" y="1861"/>
                  <a:pt x="5290" y="1733"/>
                  <a:pt x="7662" y="1624"/>
                </a:cubicBezTo>
                <a:cubicBezTo>
                  <a:pt x="10015" y="1496"/>
                  <a:pt x="12332" y="1368"/>
                  <a:pt x="14576" y="1240"/>
                </a:cubicBezTo>
                <a:cubicBezTo>
                  <a:pt x="16692" y="1113"/>
                  <a:pt x="18991" y="1003"/>
                  <a:pt x="21472" y="876"/>
                </a:cubicBezTo>
                <a:cubicBezTo>
                  <a:pt x="23972" y="748"/>
                  <a:pt x="25832" y="565"/>
                  <a:pt x="27072" y="310"/>
                </a:cubicBezTo>
                <a:cubicBezTo>
                  <a:pt x="28331" y="55"/>
                  <a:pt x="29007" y="0"/>
                  <a:pt x="29134" y="127"/>
                </a:cubicBezTo>
                <a:lnTo>
                  <a:pt x="29699" y="127"/>
                </a:lnTo>
                <a:lnTo>
                  <a:pt x="29699" y="58943"/>
                </a:lnTo>
                <a:cubicBezTo>
                  <a:pt x="29699" y="98404"/>
                  <a:pt x="29754" y="118252"/>
                  <a:pt x="29882" y="118508"/>
                </a:cubicBezTo>
                <a:cubicBezTo>
                  <a:pt x="30375" y="119493"/>
                  <a:pt x="31123" y="120186"/>
                  <a:pt x="32126" y="120551"/>
                </a:cubicBezTo>
                <a:cubicBezTo>
                  <a:pt x="34735" y="120934"/>
                  <a:pt x="37781" y="121116"/>
                  <a:pt x="41266" y="121116"/>
                </a:cubicBezTo>
                <a:lnTo>
                  <a:pt x="44258" y="121116"/>
                </a:lnTo>
                <a:lnTo>
                  <a:pt x="44258" y="129709"/>
                </a:lnTo>
                <a:lnTo>
                  <a:pt x="42762" y="129709"/>
                </a:lnTo>
                <a:lnTo>
                  <a:pt x="38456" y="129526"/>
                </a:lnTo>
                <a:cubicBezTo>
                  <a:pt x="35611" y="129380"/>
                  <a:pt x="32564" y="129326"/>
                  <a:pt x="29317" y="129326"/>
                </a:cubicBezTo>
                <a:cubicBezTo>
                  <a:pt x="26088" y="129326"/>
                  <a:pt x="23716" y="129271"/>
                  <a:pt x="22220" y="129143"/>
                </a:cubicBezTo>
                <a:cubicBezTo>
                  <a:pt x="20724" y="129016"/>
                  <a:pt x="18353" y="129016"/>
                  <a:pt x="15123" y="129143"/>
                </a:cubicBezTo>
                <a:cubicBezTo>
                  <a:pt x="11894" y="129271"/>
                  <a:pt x="8775" y="129380"/>
                  <a:pt x="5783" y="129526"/>
                </a:cubicBezTo>
                <a:lnTo>
                  <a:pt x="1496" y="129709"/>
                </a:lnTo>
                <a:lnTo>
                  <a:pt x="0" y="129709"/>
                </a:lnTo>
                <a:lnTo>
                  <a:pt x="0" y="121116"/>
                </a:lnTo>
                <a:lnTo>
                  <a:pt x="2992" y="1211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4" name="pdf-path-99">
            <a:extLst xmlns:a="http://schemas.openxmlformats.org/drawingml/2006/main">
              <a:ext uri="{FF2B5EF4-FFF2-40B4-BE49-F238E27FC236}">
                <a16:creationId xmlns:a16="http://schemas.microsoft.com/office/drawing/2014/main" id="{4B7E721B-EC79-4B6C-8428-EFAD48B8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418" y="3453599"/>
            <a:ext cx="72261" cy="85688"/>
          </a:xfrm>
          <a:custGeom xmlns:a="http://schemas.openxmlformats.org/drawingml/2006/main">
            <a:pathLst>
              <a:path w="72261" h="85688">
                <a:moveTo>
                  <a:pt x="0" y="42926"/>
                </a:moveTo>
                <a:cubicBezTo>
                  <a:pt x="0" y="36085"/>
                  <a:pt x="1240" y="29864"/>
                  <a:pt x="3740" y="24264"/>
                </a:cubicBezTo>
                <a:cubicBezTo>
                  <a:pt x="6221" y="18663"/>
                  <a:pt x="9340" y="14120"/>
                  <a:pt x="13062" y="10636"/>
                </a:cubicBezTo>
                <a:cubicBezTo>
                  <a:pt x="16802" y="7152"/>
                  <a:pt x="20852" y="4524"/>
                  <a:pt x="25212" y="2791"/>
                </a:cubicBezTo>
                <a:cubicBezTo>
                  <a:pt x="29572" y="1040"/>
                  <a:pt x="33677" y="109"/>
                  <a:pt x="37526" y="0"/>
                </a:cubicBezTo>
                <a:cubicBezTo>
                  <a:pt x="44130" y="0"/>
                  <a:pt x="49785" y="1113"/>
                  <a:pt x="54529" y="3339"/>
                </a:cubicBezTo>
                <a:cubicBezTo>
                  <a:pt x="59253" y="5601"/>
                  <a:pt x="62866" y="8702"/>
                  <a:pt x="65347" y="12697"/>
                </a:cubicBezTo>
                <a:cubicBezTo>
                  <a:pt x="67846" y="16674"/>
                  <a:pt x="69579" y="20651"/>
                  <a:pt x="70582" y="24628"/>
                </a:cubicBezTo>
                <a:cubicBezTo>
                  <a:pt x="71567" y="28624"/>
                  <a:pt x="72133" y="33039"/>
                  <a:pt x="72261" y="37891"/>
                </a:cubicBezTo>
                <a:cubicBezTo>
                  <a:pt x="72261" y="38767"/>
                  <a:pt x="71823" y="39642"/>
                  <a:pt x="70947" y="40518"/>
                </a:cubicBezTo>
                <a:lnTo>
                  <a:pt x="18298" y="40518"/>
                </a:lnTo>
                <a:lnTo>
                  <a:pt x="18298" y="43309"/>
                </a:lnTo>
                <a:cubicBezTo>
                  <a:pt x="18298" y="61735"/>
                  <a:pt x="24519" y="72936"/>
                  <a:pt x="36960" y="76913"/>
                </a:cubicBezTo>
                <a:cubicBezTo>
                  <a:pt x="39460" y="77661"/>
                  <a:pt x="42196" y="78044"/>
                  <a:pt x="45188" y="78044"/>
                </a:cubicBezTo>
                <a:cubicBezTo>
                  <a:pt x="50424" y="78044"/>
                  <a:pt x="54893" y="76038"/>
                  <a:pt x="58633" y="72061"/>
                </a:cubicBezTo>
                <a:cubicBezTo>
                  <a:pt x="60749" y="69945"/>
                  <a:pt x="62428" y="67335"/>
                  <a:pt x="63668" y="64216"/>
                </a:cubicBezTo>
                <a:lnTo>
                  <a:pt x="65529" y="59746"/>
                </a:lnTo>
                <a:cubicBezTo>
                  <a:pt x="65912" y="59363"/>
                  <a:pt x="66898" y="59181"/>
                  <a:pt x="68521" y="59181"/>
                </a:cubicBezTo>
                <a:lnTo>
                  <a:pt x="69086" y="59181"/>
                </a:lnTo>
                <a:cubicBezTo>
                  <a:pt x="71202" y="59181"/>
                  <a:pt x="72261" y="59801"/>
                  <a:pt x="72261" y="61042"/>
                </a:cubicBezTo>
                <a:cubicBezTo>
                  <a:pt x="72261" y="61534"/>
                  <a:pt x="72078" y="62355"/>
                  <a:pt x="71695" y="63468"/>
                </a:cubicBezTo>
                <a:cubicBezTo>
                  <a:pt x="69342" y="70327"/>
                  <a:pt x="65401" y="75727"/>
                  <a:pt x="59928" y="79723"/>
                </a:cubicBezTo>
                <a:cubicBezTo>
                  <a:pt x="54455" y="83700"/>
                  <a:pt x="48308" y="85688"/>
                  <a:pt x="41448" y="85688"/>
                </a:cubicBezTo>
                <a:cubicBezTo>
                  <a:pt x="29626" y="85688"/>
                  <a:pt x="19794" y="81401"/>
                  <a:pt x="11949" y="72808"/>
                </a:cubicBezTo>
                <a:cubicBezTo>
                  <a:pt x="4105" y="64216"/>
                  <a:pt x="127" y="54274"/>
                  <a:pt x="0" y="42926"/>
                </a:cubicBezTo>
                <a:moveTo>
                  <a:pt x="56955" y="32290"/>
                </a:moveTo>
                <a:cubicBezTo>
                  <a:pt x="55587" y="16364"/>
                  <a:pt x="49676" y="7899"/>
                  <a:pt x="39204" y="6896"/>
                </a:cubicBezTo>
                <a:lnTo>
                  <a:pt x="38839" y="6896"/>
                </a:lnTo>
                <a:cubicBezTo>
                  <a:pt x="37836" y="6896"/>
                  <a:pt x="36851" y="6969"/>
                  <a:pt x="35848" y="7097"/>
                </a:cubicBezTo>
                <a:cubicBezTo>
                  <a:pt x="34844" y="7206"/>
                  <a:pt x="33293" y="7717"/>
                  <a:pt x="31177" y="8574"/>
                </a:cubicBezTo>
                <a:cubicBezTo>
                  <a:pt x="29061" y="9450"/>
                  <a:pt x="27255" y="10764"/>
                  <a:pt x="25759" y="12496"/>
                </a:cubicBezTo>
                <a:cubicBezTo>
                  <a:pt x="24282" y="14248"/>
                  <a:pt x="22840" y="16802"/>
                  <a:pt x="21472" y="20159"/>
                </a:cubicBezTo>
                <a:cubicBezTo>
                  <a:pt x="20104" y="23515"/>
                  <a:pt x="19118" y="27620"/>
                  <a:pt x="18480" y="32473"/>
                </a:cubicBezTo>
                <a:lnTo>
                  <a:pt x="18480" y="33786"/>
                </a:lnTo>
                <a:lnTo>
                  <a:pt x="56955" y="33786"/>
                </a:lnTo>
                <a:lnTo>
                  <a:pt x="56955" y="322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5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A113B1BE-9273-4938-BFA1-A8555B0A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19" y="2005058"/>
            <a:ext cx="3401265" cy="783397"/>
          </a:xfrm>
          <a:custGeom xmlns:a="http://schemas.openxmlformats.org/drawingml/2006/main">
            <a:pathLst>
              <a:path w="3401265" h="783397">
                <a:moveTo>
                  <a:pt x="117511" y="0"/>
                </a:moveTo>
                <a:lnTo>
                  <a:pt x="3283743" y="0"/>
                </a:lnTo>
                <a:cubicBezTo>
                  <a:pt x="3291460" y="0"/>
                  <a:pt x="3299104" y="748"/>
                  <a:pt x="3306675" y="2244"/>
                </a:cubicBezTo>
                <a:cubicBezTo>
                  <a:pt x="3314246" y="3758"/>
                  <a:pt x="3321598" y="5984"/>
                  <a:pt x="3328712" y="8939"/>
                </a:cubicBezTo>
                <a:cubicBezTo>
                  <a:pt x="3335845" y="11895"/>
                  <a:pt x="3342614" y="15507"/>
                  <a:pt x="3349036" y="19794"/>
                </a:cubicBezTo>
                <a:cubicBezTo>
                  <a:pt x="3355457" y="24081"/>
                  <a:pt x="3361386" y="28952"/>
                  <a:pt x="3366841" y="34407"/>
                </a:cubicBezTo>
                <a:cubicBezTo>
                  <a:pt x="3372296" y="39861"/>
                  <a:pt x="3377166" y="45790"/>
                  <a:pt x="3381453" y="52212"/>
                </a:cubicBezTo>
                <a:cubicBezTo>
                  <a:pt x="3385740" y="58634"/>
                  <a:pt x="3389353" y="65402"/>
                  <a:pt x="3392326" y="72535"/>
                </a:cubicBezTo>
                <a:cubicBezTo>
                  <a:pt x="3395263" y="79650"/>
                  <a:pt x="3397507" y="87002"/>
                  <a:pt x="3399003" y="94573"/>
                </a:cubicBezTo>
                <a:cubicBezTo>
                  <a:pt x="3400500" y="102144"/>
                  <a:pt x="3401265" y="109787"/>
                  <a:pt x="3401265" y="117504"/>
                </a:cubicBezTo>
                <a:lnTo>
                  <a:pt x="3401265" y="665875"/>
                </a:lnTo>
                <a:cubicBezTo>
                  <a:pt x="3401265" y="673591"/>
                  <a:pt x="3400500" y="681235"/>
                  <a:pt x="3399003" y="688806"/>
                </a:cubicBezTo>
                <a:cubicBezTo>
                  <a:pt x="3397507" y="696359"/>
                  <a:pt x="3395263" y="703711"/>
                  <a:pt x="3392326" y="710844"/>
                </a:cubicBezTo>
                <a:cubicBezTo>
                  <a:pt x="3389353" y="717977"/>
                  <a:pt x="3385740" y="724745"/>
                  <a:pt x="3381453" y="731167"/>
                </a:cubicBezTo>
                <a:cubicBezTo>
                  <a:pt x="3377166" y="737570"/>
                  <a:pt x="3372296" y="743518"/>
                  <a:pt x="3366841" y="748972"/>
                </a:cubicBezTo>
                <a:cubicBezTo>
                  <a:pt x="3361386" y="754427"/>
                  <a:pt x="3355457" y="759298"/>
                  <a:pt x="3349036" y="763567"/>
                </a:cubicBezTo>
                <a:cubicBezTo>
                  <a:pt x="3342614" y="767872"/>
                  <a:pt x="3335845" y="771484"/>
                  <a:pt x="3328712" y="774440"/>
                </a:cubicBezTo>
                <a:cubicBezTo>
                  <a:pt x="3321598" y="777395"/>
                  <a:pt x="3314246" y="779621"/>
                  <a:pt x="3306675" y="781135"/>
                </a:cubicBezTo>
                <a:cubicBezTo>
                  <a:pt x="3299104" y="782631"/>
                  <a:pt x="3291460" y="783397"/>
                  <a:pt x="3283743" y="783397"/>
                </a:cubicBezTo>
                <a:lnTo>
                  <a:pt x="117511" y="783397"/>
                </a:lnTo>
                <a:cubicBezTo>
                  <a:pt x="109795" y="783397"/>
                  <a:pt x="102154" y="782631"/>
                  <a:pt x="94587" y="781135"/>
                </a:cubicBezTo>
                <a:cubicBezTo>
                  <a:pt x="87018" y="779621"/>
                  <a:pt x="79672" y="777395"/>
                  <a:pt x="72546" y="774440"/>
                </a:cubicBezTo>
                <a:cubicBezTo>
                  <a:pt x="65413" y="771484"/>
                  <a:pt x="58643" y="767872"/>
                  <a:pt x="52228" y="763567"/>
                </a:cubicBezTo>
                <a:cubicBezTo>
                  <a:pt x="45807" y="759298"/>
                  <a:pt x="39872" y="754427"/>
                  <a:pt x="34419" y="748972"/>
                </a:cubicBezTo>
                <a:cubicBezTo>
                  <a:pt x="28961" y="743518"/>
                  <a:pt x="24094" y="737570"/>
                  <a:pt x="19805" y="731167"/>
                </a:cubicBezTo>
                <a:cubicBezTo>
                  <a:pt x="15521" y="724745"/>
                  <a:pt x="11900" y="717977"/>
                  <a:pt x="8943" y="710844"/>
                </a:cubicBezTo>
                <a:cubicBezTo>
                  <a:pt x="5993" y="703711"/>
                  <a:pt x="3764" y="696359"/>
                  <a:pt x="2259" y="688806"/>
                </a:cubicBezTo>
                <a:cubicBezTo>
                  <a:pt x="755" y="681235"/>
                  <a:pt x="0" y="673591"/>
                  <a:pt x="0" y="665875"/>
                </a:cubicBezTo>
                <a:lnTo>
                  <a:pt x="0" y="117504"/>
                </a:lnTo>
                <a:cubicBezTo>
                  <a:pt x="0" y="109787"/>
                  <a:pt x="755" y="102144"/>
                  <a:pt x="2259" y="94573"/>
                </a:cubicBezTo>
                <a:cubicBezTo>
                  <a:pt x="3764" y="87002"/>
                  <a:pt x="5993" y="79650"/>
                  <a:pt x="8943" y="72535"/>
                </a:cubicBezTo>
                <a:cubicBezTo>
                  <a:pt x="11900" y="65402"/>
                  <a:pt x="15521" y="58634"/>
                  <a:pt x="19805" y="52212"/>
                </a:cubicBezTo>
                <a:cubicBezTo>
                  <a:pt x="24094" y="45790"/>
                  <a:pt x="28961" y="39861"/>
                  <a:pt x="34419" y="34407"/>
                </a:cubicBezTo>
                <a:cubicBezTo>
                  <a:pt x="39872" y="28952"/>
                  <a:pt x="45807" y="24081"/>
                  <a:pt x="52228" y="19794"/>
                </a:cubicBezTo>
                <a:cubicBezTo>
                  <a:pt x="58643" y="15507"/>
                  <a:pt x="65413" y="11895"/>
                  <a:pt x="72546" y="8921"/>
                </a:cubicBezTo>
                <a:cubicBezTo>
                  <a:pt x="79672" y="5984"/>
                  <a:pt x="87018" y="3758"/>
                  <a:pt x="94587" y="2244"/>
                </a:cubicBezTo>
                <a:cubicBezTo>
                  <a:pt x="102154" y="748"/>
                  <a:pt x="109795" y="0"/>
                  <a:pt x="117511" y="0"/>
                </a:cubicBezTo>
              </a:path>
            </a:pathLst>
          </a:custGeom>
          <a:solidFill xmlns:a="http://schemas.openxmlformats.org/drawingml/2006/main">
            <a:srgbClr val="DFF6DD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56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1EC7B69F-322F-460A-AD1E-5EB560A5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89" y="2284962"/>
            <a:ext cx="182581" cy="189181"/>
          </a:xfrm>
          <a:custGeom xmlns:a="http://schemas.openxmlformats.org/drawingml/2006/main">
            <a:pathLst>
              <a:path w="182581" h="189181">
                <a:moveTo>
                  <a:pt x="45708" y="169625"/>
                </a:moveTo>
                <a:cubicBezTo>
                  <a:pt x="45708" y="173857"/>
                  <a:pt x="49762" y="176338"/>
                  <a:pt x="57865" y="177031"/>
                </a:cubicBezTo>
                <a:cubicBezTo>
                  <a:pt x="61036" y="177031"/>
                  <a:pt x="62618" y="177998"/>
                  <a:pt x="62618" y="179932"/>
                </a:cubicBezTo>
                <a:cubicBezTo>
                  <a:pt x="62618" y="180115"/>
                  <a:pt x="62439" y="181264"/>
                  <a:pt x="62091" y="183362"/>
                </a:cubicBezTo>
                <a:cubicBezTo>
                  <a:pt x="61563" y="185843"/>
                  <a:pt x="61036" y="187430"/>
                  <a:pt x="60509" y="188123"/>
                </a:cubicBezTo>
                <a:cubicBezTo>
                  <a:pt x="59974" y="188835"/>
                  <a:pt x="58834" y="189181"/>
                  <a:pt x="57066" y="189181"/>
                </a:cubicBezTo>
                <a:cubicBezTo>
                  <a:pt x="56718" y="189181"/>
                  <a:pt x="55663" y="189181"/>
                  <a:pt x="53903" y="189181"/>
                </a:cubicBezTo>
                <a:cubicBezTo>
                  <a:pt x="52135" y="189181"/>
                  <a:pt x="49142" y="189108"/>
                  <a:pt x="44916" y="188926"/>
                </a:cubicBezTo>
                <a:cubicBezTo>
                  <a:pt x="40691" y="188743"/>
                  <a:pt x="35054" y="188652"/>
                  <a:pt x="28005" y="188652"/>
                </a:cubicBezTo>
                <a:cubicBezTo>
                  <a:pt x="15499" y="188652"/>
                  <a:pt x="7481" y="188835"/>
                  <a:pt x="3962" y="189181"/>
                </a:cubicBezTo>
                <a:lnTo>
                  <a:pt x="1846" y="189181"/>
                </a:lnTo>
                <a:cubicBezTo>
                  <a:pt x="613" y="187959"/>
                  <a:pt x="0" y="186992"/>
                  <a:pt x="0" y="186281"/>
                </a:cubicBezTo>
                <a:cubicBezTo>
                  <a:pt x="348" y="181519"/>
                  <a:pt x="1496" y="178436"/>
                  <a:pt x="3435" y="177031"/>
                </a:cubicBezTo>
                <a:lnTo>
                  <a:pt x="7133" y="177031"/>
                </a:lnTo>
                <a:cubicBezTo>
                  <a:pt x="19462" y="176502"/>
                  <a:pt x="28448" y="172106"/>
                  <a:pt x="34084" y="163823"/>
                </a:cubicBezTo>
                <a:cubicBezTo>
                  <a:pt x="35140" y="162765"/>
                  <a:pt x="51081" y="135911"/>
                  <a:pt x="81908" y="83225"/>
                </a:cubicBezTo>
                <a:cubicBezTo>
                  <a:pt x="112737" y="30557"/>
                  <a:pt x="128414" y="3867"/>
                  <a:pt x="128942" y="3174"/>
                </a:cubicBezTo>
                <a:cubicBezTo>
                  <a:pt x="130174" y="1058"/>
                  <a:pt x="132285" y="0"/>
                  <a:pt x="135283" y="0"/>
                </a:cubicBezTo>
                <a:lnTo>
                  <a:pt x="137392" y="0"/>
                </a:lnTo>
                <a:lnTo>
                  <a:pt x="141890" y="0"/>
                </a:lnTo>
                <a:cubicBezTo>
                  <a:pt x="142944" y="1587"/>
                  <a:pt x="143471" y="2463"/>
                  <a:pt x="143471" y="2645"/>
                </a:cubicBezTo>
                <a:lnTo>
                  <a:pt x="150869" y="87987"/>
                </a:lnTo>
                <a:cubicBezTo>
                  <a:pt x="155800" y="144887"/>
                  <a:pt x="158443" y="173601"/>
                  <a:pt x="158801" y="174131"/>
                </a:cubicBezTo>
                <a:cubicBezTo>
                  <a:pt x="159677" y="176064"/>
                  <a:pt x="165407" y="177031"/>
                  <a:pt x="175975" y="177031"/>
                </a:cubicBezTo>
                <a:cubicBezTo>
                  <a:pt x="180379" y="177031"/>
                  <a:pt x="182581" y="177907"/>
                  <a:pt x="182581" y="179677"/>
                </a:cubicBezTo>
                <a:cubicBezTo>
                  <a:pt x="182581" y="180023"/>
                  <a:pt x="182316" y="181264"/>
                  <a:pt x="181782" y="183362"/>
                </a:cubicBezTo>
                <a:cubicBezTo>
                  <a:pt x="181255" y="186007"/>
                  <a:pt x="180821" y="187612"/>
                  <a:pt x="180465" y="188123"/>
                </a:cubicBezTo>
                <a:cubicBezTo>
                  <a:pt x="180114" y="188652"/>
                  <a:pt x="178883" y="188999"/>
                  <a:pt x="176765" y="189181"/>
                </a:cubicBezTo>
                <a:cubicBezTo>
                  <a:pt x="176237" y="189181"/>
                  <a:pt x="175006" y="189181"/>
                  <a:pt x="173067" y="189181"/>
                </a:cubicBezTo>
                <a:cubicBezTo>
                  <a:pt x="171130" y="189181"/>
                  <a:pt x="167695" y="189108"/>
                  <a:pt x="162763" y="188926"/>
                </a:cubicBezTo>
                <a:cubicBezTo>
                  <a:pt x="157830" y="188743"/>
                  <a:pt x="151396" y="188652"/>
                  <a:pt x="143471" y="188652"/>
                </a:cubicBezTo>
                <a:cubicBezTo>
                  <a:pt x="126917" y="188652"/>
                  <a:pt x="116079" y="188835"/>
                  <a:pt x="110969" y="189181"/>
                </a:cubicBezTo>
                <a:lnTo>
                  <a:pt x="107806" y="189181"/>
                </a:lnTo>
                <a:cubicBezTo>
                  <a:pt x="106744" y="188123"/>
                  <a:pt x="106215" y="187339"/>
                  <a:pt x="106215" y="186810"/>
                </a:cubicBezTo>
                <a:cubicBezTo>
                  <a:pt x="106215" y="186281"/>
                  <a:pt x="106394" y="184694"/>
                  <a:pt x="106744" y="182048"/>
                </a:cubicBezTo>
                <a:cubicBezTo>
                  <a:pt x="107448" y="179768"/>
                  <a:pt x="107976" y="178345"/>
                  <a:pt x="108333" y="177834"/>
                </a:cubicBezTo>
                <a:lnTo>
                  <a:pt x="109387" y="177031"/>
                </a:lnTo>
                <a:lnTo>
                  <a:pt x="114675" y="177031"/>
                </a:lnTo>
                <a:cubicBezTo>
                  <a:pt x="124181" y="176502"/>
                  <a:pt x="129818" y="175006"/>
                  <a:pt x="131586" y="172544"/>
                </a:cubicBezTo>
                <a:lnTo>
                  <a:pt x="128414" y="132901"/>
                </a:lnTo>
                <a:lnTo>
                  <a:pt x="65526" y="132901"/>
                </a:lnTo>
                <a:lnTo>
                  <a:pt x="56539" y="148225"/>
                </a:lnTo>
                <a:cubicBezTo>
                  <a:pt x="49320" y="160375"/>
                  <a:pt x="45708" y="167527"/>
                  <a:pt x="45708" y="169625"/>
                </a:cubicBezTo>
                <a:moveTo>
                  <a:pt x="127089" y="120496"/>
                </a:moveTo>
                <a:cubicBezTo>
                  <a:pt x="127089" y="118544"/>
                  <a:pt x="126034" y="104807"/>
                  <a:pt x="123918" y="79267"/>
                </a:cubicBezTo>
                <a:cubicBezTo>
                  <a:pt x="121807" y="53726"/>
                  <a:pt x="120576" y="40865"/>
                  <a:pt x="120219" y="40682"/>
                </a:cubicBezTo>
                <a:lnTo>
                  <a:pt x="113085" y="52048"/>
                </a:lnTo>
                <a:cubicBezTo>
                  <a:pt x="110270" y="56809"/>
                  <a:pt x="104719" y="66223"/>
                  <a:pt x="96438" y="80324"/>
                </a:cubicBezTo>
                <a:lnTo>
                  <a:pt x="72659" y="120496"/>
                </a:lnTo>
                <a:lnTo>
                  <a:pt x="99874" y="120751"/>
                </a:lnTo>
                <a:cubicBezTo>
                  <a:pt x="118017" y="120751"/>
                  <a:pt x="127089" y="120660"/>
                  <a:pt x="127089" y="1204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57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4ED6614A-DADF-41C9-A878-8880565F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06" y="2377181"/>
            <a:ext cx="175982" cy="61826"/>
          </a:xfrm>
          <a:custGeom xmlns:a="http://schemas.openxmlformats.org/drawingml/2006/main">
            <a:pathLst>
              <a:path w="175982" h="61826">
                <a:moveTo>
                  <a:pt x="0" y="5272"/>
                </a:moveTo>
                <a:cubicBezTo>
                  <a:pt x="0" y="2992"/>
                  <a:pt x="1233" y="1223"/>
                  <a:pt x="3700" y="0"/>
                </a:cubicBezTo>
                <a:lnTo>
                  <a:pt x="172012" y="0"/>
                </a:lnTo>
                <a:cubicBezTo>
                  <a:pt x="174656" y="1405"/>
                  <a:pt x="175982" y="3156"/>
                  <a:pt x="175982" y="5272"/>
                </a:cubicBezTo>
                <a:cubicBezTo>
                  <a:pt x="175982" y="7224"/>
                  <a:pt x="174749" y="8884"/>
                  <a:pt x="172277" y="10289"/>
                </a:cubicBezTo>
                <a:lnTo>
                  <a:pt x="88258" y="10563"/>
                </a:lnTo>
                <a:lnTo>
                  <a:pt x="4232" y="10563"/>
                </a:lnTo>
                <a:cubicBezTo>
                  <a:pt x="1412" y="9687"/>
                  <a:pt x="0" y="7917"/>
                  <a:pt x="0" y="5272"/>
                </a:cubicBezTo>
                <a:moveTo>
                  <a:pt x="0" y="56535"/>
                </a:moveTo>
                <a:cubicBezTo>
                  <a:pt x="0" y="53890"/>
                  <a:pt x="1412" y="52139"/>
                  <a:pt x="4232" y="51245"/>
                </a:cubicBezTo>
                <a:lnTo>
                  <a:pt x="172277" y="51245"/>
                </a:lnTo>
                <a:cubicBezTo>
                  <a:pt x="174749" y="53015"/>
                  <a:pt x="175982" y="54784"/>
                  <a:pt x="175982" y="56535"/>
                </a:cubicBezTo>
                <a:cubicBezTo>
                  <a:pt x="175982" y="58834"/>
                  <a:pt x="174656" y="60585"/>
                  <a:pt x="172012" y="61826"/>
                </a:cubicBezTo>
                <a:lnTo>
                  <a:pt x="3700" y="61826"/>
                </a:lnTo>
                <a:cubicBezTo>
                  <a:pt x="1233" y="60585"/>
                  <a:pt x="0" y="58834"/>
                  <a:pt x="0" y="565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58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272C8B42-9175-4587-8CCC-EE4FE6E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83" y="2275968"/>
            <a:ext cx="249168" cy="264234"/>
          </a:xfrm>
          <a:custGeom xmlns:a="http://schemas.openxmlformats.org/drawingml/2006/main">
            <a:pathLst>
              <a:path w="249168" h="264234">
                <a:moveTo>
                  <a:pt x="1319" y="529"/>
                </a:moveTo>
                <a:cubicBezTo>
                  <a:pt x="1846" y="182"/>
                  <a:pt x="39544" y="0"/>
                  <a:pt x="114412" y="0"/>
                </a:cubicBezTo>
                <a:lnTo>
                  <a:pt x="226443" y="0"/>
                </a:lnTo>
                <a:lnTo>
                  <a:pt x="237275" y="29079"/>
                </a:lnTo>
                <a:cubicBezTo>
                  <a:pt x="239213" y="34534"/>
                  <a:pt x="241153" y="39898"/>
                  <a:pt x="243090" y="45188"/>
                </a:cubicBezTo>
                <a:cubicBezTo>
                  <a:pt x="245029" y="50478"/>
                  <a:pt x="246525" y="54529"/>
                  <a:pt x="247580" y="57338"/>
                </a:cubicBezTo>
                <a:cubicBezTo>
                  <a:pt x="248634" y="60166"/>
                  <a:pt x="249168" y="61661"/>
                  <a:pt x="249168" y="61844"/>
                </a:cubicBezTo>
                <a:lnTo>
                  <a:pt x="243882" y="61844"/>
                </a:lnTo>
                <a:lnTo>
                  <a:pt x="238593" y="61571"/>
                </a:lnTo>
                <a:cubicBezTo>
                  <a:pt x="234545" y="50661"/>
                  <a:pt x="228118" y="41503"/>
                  <a:pt x="219310" y="34096"/>
                </a:cubicBezTo>
                <a:cubicBezTo>
                  <a:pt x="210502" y="26690"/>
                  <a:pt x="200902" y="21326"/>
                  <a:pt x="190506" y="17969"/>
                </a:cubicBezTo>
                <a:cubicBezTo>
                  <a:pt x="181171" y="14813"/>
                  <a:pt x="170424" y="12770"/>
                  <a:pt x="158274" y="11894"/>
                </a:cubicBezTo>
                <a:cubicBezTo>
                  <a:pt x="146117" y="11019"/>
                  <a:pt x="126826" y="10581"/>
                  <a:pt x="100401" y="10581"/>
                </a:cubicBezTo>
                <a:lnTo>
                  <a:pt x="69488" y="10581"/>
                </a:lnTo>
                <a:cubicBezTo>
                  <a:pt x="45537" y="10581"/>
                  <a:pt x="33558" y="10672"/>
                  <a:pt x="33558" y="10836"/>
                </a:cubicBezTo>
                <a:cubicBezTo>
                  <a:pt x="34085" y="11365"/>
                  <a:pt x="48614" y="31178"/>
                  <a:pt x="77155" y="70291"/>
                </a:cubicBezTo>
                <a:cubicBezTo>
                  <a:pt x="105690" y="109404"/>
                  <a:pt x="120049" y="129216"/>
                  <a:pt x="120219" y="129745"/>
                </a:cubicBezTo>
                <a:cubicBezTo>
                  <a:pt x="121282" y="131332"/>
                  <a:pt x="121452" y="132646"/>
                  <a:pt x="120753" y="133704"/>
                </a:cubicBezTo>
                <a:lnTo>
                  <a:pt x="114675" y="141110"/>
                </a:lnTo>
                <a:cubicBezTo>
                  <a:pt x="110442" y="146036"/>
                  <a:pt x="104278" y="153261"/>
                  <a:pt x="96176" y="162783"/>
                </a:cubicBezTo>
                <a:cubicBezTo>
                  <a:pt x="88072" y="172288"/>
                  <a:pt x="80149" y="181701"/>
                  <a:pt x="72396" y="191042"/>
                </a:cubicBezTo>
                <a:lnTo>
                  <a:pt x="24572" y="247596"/>
                </a:lnTo>
                <a:cubicBezTo>
                  <a:pt x="24572" y="247760"/>
                  <a:pt x="43335" y="247851"/>
                  <a:pt x="80853" y="247851"/>
                </a:cubicBezTo>
                <a:cubicBezTo>
                  <a:pt x="85429" y="247851"/>
                  <a:pt x="91949" y="247851"/>
                  <a:pt x="100401" y="247851"/>
                </a:cubicBezTo>
                <a:cubicBezTo>
                  <a:pt x="108861" y="247851"/>
                  <a:pt x="115025" y="247942"/>
                  <a:pt x="118901" y="248125"/>
                </a:cubicBezTo>
                <a:cubicBezTo>
                  <a:pt x="149373" y="248125"/>
                  <a:pt x="173331" y="245735"/>
                  <a:pt x="190768" y="240992"/>
                </a:cubicBezTo>
                <a:cubicBezTo>
                  <a:pt x="208207" y="236230"/>
                  <a:pt x="222125" y="225758"/>
                  <a:pt x="232522" y="209540"/>
                </a:cubicBezTo>
                <a:cubicBezTo>
                  <a:pt x="234282" y="206731"/>
                  <a:pt x="236305" y="202407"/>
                  <a:pt x="238593" y="196606"/>
                </a:cubicBezTo>
                <a:lnTo>
                  <a:pt x="249168" y="196606"/>
                </a:lnTo>
                <a:lnTo>
                  <a:pt x="226443" y="263978"/>
                </a:lnTo>
                <a:lnTo>
                  <a:pt x="114412" y="264234"/>
                </a:lnTo>
                <a:cubicBezTo>
                  <a:pt x="39721" y="264234"/>
                  <a:pt x="2109" y="264069"/>
                  <a:pt x="1581" y="263704"/>
                </a:cubicBezTo>
                <a:cubicBezTo>
                  <a:pt x="527" y="263358"/>
                  <a:pt x="0" y="262573"/>
                  <a:pt x="0" y="261333"/>
                </a:cubicBezTo>
                <a:cubicBezTo>
                  <a:pt x="0" y="260457"/>
                  <a:pt x="5458" y="253580"/>
                  <a:pt x="16384" y="240718"/>
                </a:cubicBezTo>
                <a:cubicBezTo>
                  <a:pt x="28355" y="226634"/>
                  <a:pt x="39544" y="213408"/>
                  <a:pt x="49940" y="201094"/>
                </a:cubicBezTo>
                <a:lnTo>
                  <a:pt x="98292" y="143756"/>
                </a:lnTo>
                <a:cubicBezTo>
                  <a:pt x="98292" y="143573"/>
                  <a:pt x="81908" y="121025"/>
                  <a:pt x="49143" y="76110"/>
                </a:cubicBezTo>
                <a:lnTo>
                  <a:pt x="265" y="8720"/>
                </a:lnTo>
                <a:lnTo>
                  <a:pt x="0" y="5820"/>
                </a:lnTo>
                <a:cubicBezTo>
                  <a:pt x="0" y="2992"/>
                  <a:pt x="434" y="1240"/>
                  <a:pt x="1319" y="5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59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D22B499C-789F-4BD9-A189-3E103DE7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18" y="2220491"/>
            <a:ext cx="160098" cy="127593"/>
          </a:xfrm>
          <a:custGeom xmlns:a="http://schemas.openxmlformats.org/drawingml/2006/main">
            <a:pathLst>
              <a:path w="160098" h="127593">
                <a:moveTo>
                  <a:pt x="37926" y="8593"/>
                </a:moveTo>
                <a:cubicBezTo>
                  <a:pt x="37548" y="8593"/>
                  <a:pt x="37050" y="8593"/>
                  <a:pt x="36430" y="8593"/>
                </a:cubicBezTo>
                <a:cubicBezTo>
                  <a:pt x="33316" y="8593"/>
                  <a:pt x="31447" y="8538"/>
                  <a:pt x="30829" y="8410"/>
                </a:cubicBezTo>
                <a:cubicBezTo>
                  <a:pt x="30202" y="8282"/>
                  <a:pt x="29895" y="7607"/>
                  <a:pt x="29895" y="6348"/>
                </a:cubicBezTo>
                <a:cubicBezTo>
                  <a:pt x="29895" y="2992"/>
                  <a:pt x="30579" y="930"/>
                  <a:pt x="31948" y="182"/>
                </a:cubicBezTo>
                <a:cubicBezTo>
                  <a:pt x="32197" y="55"/>
                  <a:pt x="38239" y="0"/>
                  <a:pt x="50068" y="0"/>
                </a:cubicBezTo>
                <a:cubicBezTo>
                  <a:pt x="59654" y="0"/>
                  <a:pt x="65134" y="0"/>
                  <a:pt x="66509" y="0"/>
                </a:cubicBezTo>
                <a:cubicBezTo>
                  <a:pt x="67877" y="0"/>
                  <a:pt x="68748" y="383"/>
                  <a:pt x="69125" y="1131"/>
                </a:cubicBezTo>
                <a:cubicBezTo>
                  <a:pt x="95399" y="62902"/>
                  <a:pt x="108790" y="94591"/>
                  <a:pt x="109288" y="96214"/>
                </a:cubicBezTo>
                <a:lnTo>
                  <a:pt x="119372" y="56426"/>
                </a:lnTo>
                <a:cubicBezTo>
                  <a:pt x="125978" y="30138"/>
                  <a:pt x="129276" y="16127"/>
                  <a:pt x="129276" y="14393"/>
                </a:cubicBezTo>
                <a:cubicBezTo>
                  <a:pt x="129276" y="11019"/>
                  <a:pt x="125287" y="9085"/>
                  <a:pt x="117320" y="8593"/>
                </a:cubicBezTo>
                <a:cubicBezTo>
                  <a:pt x="114334" y="8593"/>
                  <a:pt x="112838" y="7917"/>
                  <a:pt x="112838" y="6549"/>
                </a:cubicBezTo>
                <a:cubicBezTo>
                  <a:pt x="112838" y="6294"/>
                  <a:pt x="112958" y="5546"/>
                  <a:pt x="113208" y="4287"/>
                </a:cubicBezTo>
                <a:cubicBezTo>
                  <a:pt x="113706" y="2298"/>
                  <a:pt x="114084" y="1131"/>
                  <a:pt x="114334" y="748"/>
                </a:cubicBezTo>
                <a:cubicBezTo>
                  <a:pt x="114576" y="383"/>
                  <a:pt x="115204" y="128"/>
                  <a:pt x="116200" y="0"/>
                </a:cubicBezTo>
                <a:cubicBezTo>
                  <a:pt x="116572" y="0"/>
                  <a:pt x="118502" y="55"/>
                  <a:pt x="121987" y="182"/>
                </a:cubicBezTo>
                <a:cubicBezTo>
                  <a:pt x="125478" y="310"/>
                  <a:pt x="130645" y="438"/>
                  <a:pt x="137493" y="566"/>
                </a:cubicBezTo>
                <a:cubicBezTo>
                  <a:pt x="143721" y="566"/>
                  <a:pt x="148453" y="492"/>
                  <a:pt x="151690" y="383"/>
                </a:cubicBezTo>
                <a:cubicBezTo>
                  <a:pt x="154932" y="255"/>
                  <a:pt x="156798" y="182"/>
                  <a:pt x="157298" y="182"/>
                </a:cubicBezTo>
                <a:cubicBezTo>
                  <a:pt x="159164" y="182"/>
                  <a:pt x="160098" y="803"/>
                  <a:pt x="160098" y="2061"/>
                </a:cubicBezTo>
                <a:cubicBezTo>
                  <a:pt x="160098" y="4798"/>
                  <a:pt x="159598" y="6658"/>
                  <a:pt x="158602" y="7662"/>
                </a:cubicBezTo>
                <a:cubicBezTo>
                  <a:pt x="158352" y="8282"/>
                  <a:pt x="156984" y="8593"/>
                  <a:pt x="154498" y="8593"/>
                </a:cubicBezTo>
                <a:cubicBezTo>
                  <a:pt x="145653" y="9085"/>
                  <a:pt x="140109" y="11584"/>
                  <a:pt x="137871" y="16072"/>
                </a:cubicBezTo>
                <a:lnTo>
                  <a:pt x="110037" y="126279"/>
                </a:lnTo>
                <a:cubicBezTo>
                  <a:pt x="109787" y="127155"/>
                  <a:pt x="108476" y="127593"/>
                  <a:pt x="106109" y="127593"/>
                </a:cubicBezTo>
                <a:cubicBezTo>
                  <a:pt x="104364" y="127593"/>
                  <a:pt x="103309" y="127465"/>
                  <a:pt x="102932" y="127209"/>
                </a:cubicBezTo>
                <a:cubicBezTo>
                  <a:pt x="102561" y="126845"/>
                  <a:pt x="94530" y="107981"/>
                  <a:pt x="78838" y="70619"/>
                </a:cubicBezTo>
                <a:lnTo>
                  <a:pt x="55115" y="14759"/>
                </a:lnTo>
                <a:lnTo>
                  <a:pt x="42972" y="63322"/>
                </a:lnTo>
                <a:cubicBezTo>
                  <a:pt x="34875" y="95211"/>
                  <a:pt x="30829" y="111721"/>
                  <a:pt x="30829" y="112834"/>
                </a:cubicBezTo>
                <a:cubicBezTo>
                  <a:pt x="31447" y="116938"/>
                  <a:pt x="35930" y="119000"/>
                  <a:pt x="44276" y="119000"/>
                </a:cubicBezTo>
                <a:lnTo>
                  <a:pt x="46142" y="119000"/>
                </a:lnTo>
                <a:cubicBezTo>
                  <a:pt x="46890" y="119620"/>
                  <a:pt x="47268" y="120113"/>
                  <a:pt x="47268" y="120496"/>
                </a:cubicBezTo>
                <a:cubicBezTo>
                  <a:pt x="47268" y="120861"/>
                  <a:pt x="47140" y="122047"/>
                  <a:pt x="46890" y="124053"/>
                </a:cubicBezTo>
                <a:cubicBezTo>
                  <a:pt x="46393" y="125659"/>
                  <a:pt x="45772" y="126845"/>
                  <a:pt x="45024" y="127593"/>
                </a:cubicBezTo>
                <a:lnTo>
                  <a:pt x="42594" y="127593"/>
                </a:lnTo>
                <a:cubicBezTo>
                  <a:pt x="38732" y="127337"/>
                  <a:pt x="32011" y="127209"/>
                  <a:pt x="22419" y="127209"/>
                </a:cubicBezTo>
                <a:cubicBezTo>
                  <a:pt x="18935" y="127209"/>
                  <a:pt x="15757" y="127209"/>
                  <a:pt x="12893" y="127209"/>
                </a:cubicBezTo>
                <a:cubicBezTo>
                  <a:pt x="10027" y="127209"/>
                  <a:pt x="7724" y="127209"/>
                  <a:pt x="5978" y="127209"/>
                </a:cubicBezTo>
                <a:cubicBezTo>
                  <a:pt x="4232" y="127209"/>
                  <a:pt x="3178" y="127282"/>
                  <a:pt x="2808" y="127410"/>
                </a:cubicBezTo>
                <a:cubicBezTo>
                  <a:pt x="934" y="127410"/>
                  <a:pt x="0" y="126845"/>
                  <a:pt x="0" y="125732"/>
                </a:cubicBezTo>
                <a:cubicBezTo>
                  <a:pt x="0" y="125221"/>
                  <a:pt x="194" y="124236"/>
                  <a:pt x="564" y="122740"/>
                </a:cubicBezTo>
                <a:cubicBezTo>
                  <a:pt x="934" y="121244"/>
                  <a:pt x="1248" y="120368"/>
                  <a:pt x="1496" y="120113"/>
                </a:cubicBezTo>
                <a:cubicBezTo>
                  <a:pt x="1746" y="119365"/>
                  <a:pt x="3178" y="119000"/>
                  <a:pt x="5794" y="119000"/>
                </a:cubicBezTo>
                <a:cubicBezTo>
                  <a:pt x="14261" y="118635"/>
                  <a:pt x="19739" y="116191"/>
                  <a:pt x="22235" y="111721"/>
                </a:cubicBezTo>
                <a:cubicBezTo>
                  <a:pt x="22733" y="110973"/>
                  <a:pt x="27151" y="93715"/>
                  <a:pt x="35496" y="59965"/>
                </a:cubicBezTo>
                <a:lnTo>
                  <a:pt x="48202" y="9158"/>
                </a:lnTo>
                <a:cubicBezTo>
                  <a:pt x="47952" y="9030"/>
                  <a:pt x="44524" y="8848"/>
                  <a:pt x="37926" y="85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0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4BAAF20C-006A-4153-B5C2-1EFE0485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052" y="2426073"/>
            <a:ext cx="52491" cy="125531"/>
          </a:xfrm>
          <a:custGeom xmlns:a="http://schemas.openxmlformats.org/drawingml/2006/main">
            <a:pathLst>
              <a:path w="52491" h="125531">
                <a:moveTo>
                  <a:pt x="30450" y="11402"/>
                </a:moveTo>
                <a:cubicBezTo>
                  <a:pt x="30450" y="8410"/>
                  <a:pt x="31634" y="5801"/>
                  <a:pt x="33998" y="3557"/>
                </a:cubicBezTo>
                <a:cubicBezTo>
                  <a:pt x="36364" y="1313"/>
                  <a:pt x="39108" y="127"/>
                  <a:pt x="42222" y="0"/>
                </a:cubicBezTo>
                <a:cubicBezTo>
                  <a:pt x="44461" y="0"/>
                  <a:pt x="46327" y="748"/>
                  <a:pt x="47824" y="2244"/>
                </a:cubicBezTo>
                <a:cubicBezTo>
                  <a:pt x="49320" y="3739"/>
                  <a:pt x="50125" y="5600"/>
                  <a:pt x="50254" y="7844"/>
                </a:cubicBezTo>
                <a:cubicBezTo>
                  <a:pt x="50254" y="10709"/>
                  <a:pt x="49006" y="13335"/>
                  <a:pt x="46520" y="15689"/>
                </a:cubicBezTo>
                <a:cubicBezTo>
                  <a:pt x="44024" y="18060"/>
                  <a:pt x="41288" y="19301"/>
                  <a:pt x="38296" y="19429"/>
                </a:cubicBezTo>
                <a:cubicBezTo>
                  <a:pt x="36428" y="19429"/>
                  <a:pt x="34682" y="18808"/>
                  <a:pt x="33066" y="17568"/>
                </a:cubicBezTo>
                <a:cubicBezTo>
                  <a:pt x="31447" y="16327"/>
                  <a:pt x="30577" y="14266"/>
                  <a:pt x="30450" y="11402"/>
                </a:cubicBezTo>
                <a:moveTo>
                  <a:pt x="0" y="69871"/>
                </a:moveTo>
                <a:cubicBezTo>
                  <a:pt x="0" y="68868"/>
                  <a:pt x="562" y="66952"/>
                  <a:pt x="1682" y="64088"/>
                </a:cubicBezTo>
                <a:cubicBezTo>
                  <a:pt x="2800" y="61224"/>
                  <a:pt x="4297" y="58031"/>
                  <a:pt x="6164" y="54547"/>
                </a:cubicBezTo>
                <a:cubicBezTo>
                  <a:pt x="8031" y="51062"/>
                  <a:pt x="10774" y="47888"/>
                  <a:pt x="14386" y="45024"/>
                </a:cubicBezTo>
                <a:cubicBezTo>
                  <a:pt x="17993" y="42160"/>
                  <a:pt x="21735" y="40791"/>
                  <a:pt x="25597" y="40919"/>
                </a:cubicBezTo>
                <a:cubicBezTo>
                  <a:pt x="30450" y="40919"/>
                  <a:pt x="34498" y="42342"/>
                  <a:pt x="37732" y="45206"/>
                </a:cubicBezTo>
                <a:cubicBezTo>
                  <a:pt x="40976" y="48070"/>
                  <a:pt x="42656" y="51938"/>
                  <a:pt x="42778" y="56791"/>
                </a:cubicBezTo>
                <a:cubicBezTo>
                  <a:pt x="42778" y="58907"/>
                  <a:pt x="41908" y="62391"/>
                  <a:pt x="40162" y="67262"/>
                </a:cubicBezTo>
                <a:cubicBezTo>
                  <a:pt x="38424" y="72115"/>
                  <a:pt x="35930" y="78646"/>
                  <a:pt x="32695" y="86873"/>
                </a:cubicBezTo>
                <a:cubicBezTo>
                  <a:pt x="29452" y="95101"/>
                  <a:pt x="26837" y="102125"/>
                  <a:pt x="24849" y="107981"/>
                </a:cubicBezTo>
                <a:cubicBezTo>
                  <a:pt x="24221" y="110718"/>
                  <a:pt x="23915" y="112706"/>
                  <a:pt x="23915" y="113965"/>
                </a:cubicBezTo>
                <a:cubicBezTo>
                  <a:pt x="23915" y="117066"/>
                  <a:pt x="24969" y="118635"/>
                  <a:pt x="27086" y="118635"/>
                </a:cubicBezTo>
                <a:cubicBezTo>
                  <a:pt x="28213" y="118635"/>
                  <a:pt x="29395" y="118434"/>
                  <a:pt x="30636" y="118069"/>
                </a:cubicBezTo>
                <a:cubicBezTo>
                  <a:pt x="31882" y="117686"/>
                  <a:pt x="33314" y="116829"/>
                  <a:pt x="34932" y="115461"/>
                </a:cubicBezTo>
                <a:cubicBezTo>
                  <a:pt x="36550" y="114092"/>
                  <a:pt x="38232" y="111903"/>
                  <a:pt x="39978" y="108911"/>
                </a:cubicBezTo>
                <a:cubicBezTo>
                  <a:pt x="41724" y="105920"/>
                  <a:pt x="43276" y="102253"/>
                  <a:pt x="44645" y="97893"/>
                </a:cubicBezTo>
                <a:cubicBezTo>
                  <a:pt x="45022" y="96397"/>
                  <a:pt x="45336" y="95521"/>
                  <a:pt x="45578" y="95283"/>
                </a:cubicBezTo>
                <a:cubicBezTo>
                  <a:pt x="45829" y="95028"/>
                  <a:pt x="46890" y="94901"/>
                  <a:pt x="48757" y="94901"/>
                </a:cubicBezTo>
                <a:cubicBezTo>
                  <a:pt x="51251" y="94901"/>
                  <a:pt x="52491" y="95521"/>
                  <a:pt x="52491" y="96762"/>
                </a:cubicBezTo>
                <a:cubicBezTo>
                  <a:pt x="52491" y="97765"/>
                  <a:pt x="51934" y="99699"/>
                  <a:pt x="50809" y="102563"/>
                </a:cubicBezTo>
                <a:cubicBezTo>
                  <a:pt x="49691" y="105427"/>
                  <a:pt x="48137" y="108601"/>
                  <a:pt x="46142" y="112086"/>
                </a:cubicBezTo>
                <a:cubicBezTo>
                  <a:pt x="44147" y="115570"/>
                  <a:pt x="41346" y="118690"/>
                  <a:pt x="37732" y="121426"/>
                </a:cubicBezTo>
                <a:cubicBezTo>
                  <a:pt x="34127" y="124163"/>
                  <a:pt x="30265" y="125531"/>
                  <a:pt x="26153" y="125531"/>
                </a:cubicBezTo>
                <a:cubicBezTo>
                  <a:pt x="22169" y="125531"/>
                  <a:pt x="18491" y="124236"/>
                  <a:pt x="15136" y="121609"/>
                </a:cubicBezTo>
                <a:cubicBezTo>
                  <a:pt x="11773" y="119000"/>
                  <a:pt x="10027" y="115023"/>
                  <a:pt x="9904" y="109659"/>
                </a:cubicBezTo>
                <a:cubicBezTo>
                  <a:pt x="9904" y="107543"/>
                  <a:pt x="10211" y="105554"/>
                  <a:pt x="10838" y="103676"/>
                </a:cubicBezTo>
                <a:cubicBezTo>
                  <a:pt x="11459" y="101815"/>
                  <a:pt x="14138" y="94718"/>
                  <a:pt x="18869" y="82386"/>
                </a:cubicBezTo>
                <a:cubicBezTo>
                  <a:pt x="23601" y="69816"/>
                  <a:pt x="26337" y="62282"/>
                  <a:pt x="27086" y="59783"/>
                </a:cubicBezTo>
                <a:cubicBezTo>
                  <a:pt x="27834" y="57301"/>
                  <a:pt x="28270" y="54857"/>
                  <a:pt x="28397" y="52504"/>
                </a:cubicBezTo>
                <a:cubicBezTo>
                  <a:pt x="28397" y="49512"/>
                  <a:pt x="27335" y="48015"/>
                  <a:pt x="25219" y="48015"/>
                </a:cubicBezTo>
                <a:lnTo>
                  <a:pt x="24849" y="48015"/>
                </a:lnTo>
                <a:cubicBezTo>
                  <a:pt x="21107" y="48015"/>
                  <a:pt x="17687" y="50077"/>
                  <a:pt x="14573" y="54182"/>
                </a:cubicBezTo>
                <a:cubicBezTo>
                  <a:pt x="11459" y="58287"/>
                  <a:pt x="9092" y="63522"/>
                  <a:pt x="7474" y="69871"/>
                </a:cubicBezTo>
                <a:cubicBezTo>
                  <a:pt x="7346" y="69999"/>
                  <a:pt x="7226" y="70181"/>
                  <a:pt x="7097" y="70436"/>
                </a:cubicBezTo>
                <a:cubicBezTo>
                  <a:pt x="6976" y="70674"/>
                  <a:pt x="6913" y="70856"/>
                  <a:pt x="6913" y="70984"/>
                </a:cubicBezTo>
                <a:cubicBezTo>
                  <a:pt x="6913" y="71111"/>
                  <a:pt x="6790" y="71239"/>
                  <a:pt x="6542" y="71367"/>
                </a:cubicBezTo>
                <a:cubicBezTo>
                  <a:pt x="6292" y="71495"/>
                  <a:pt x="6099" y="71549"/>
                  <a:pt x="5978" y="71549"/>
                </a:cubicBezTo>
                <a:cubicBezTo>
                  <a:pt x="5858" y="71549"/>
                  <a:pt x="5608" y="71549"/>
                  <a:pt x="5230" y="71549"/>
                </a:cubicBezTo>
                <a:cubicBezTo>
                  <a:pt x="4860" y="71549"/>
                  <a:pt x="4360" y="71549"/>
                  <a:pt x="3735" y="71549"/>
                </a:cubicBezTo>
                <a:lnTo>
                  <a:pt x="1118" y="71549"/>
                </a:lnTo>
                <a:cubicBezTo>
                  <a:pt x="378" y="70801"/>
                  <a:pt x="0" y="70236"/>
                  <a:pt x="0" y="698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1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AB0C567D-E820-48E4-81E8-ABB67651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044" y="2481003"/>
            <a:ext cx="124409" cy="43711"/>
          </a:xfrm>
          <a:custGeom xmlns:a="http://schemas.openxmlformats.org/drawingml/2006/main">
            <a:pathLst>
              <a:path w="124409" h="43711">
                <a:moveTo>
                  <a:pt x="0" y="3740"/>
                </a:moveTo>
                <a:cubicBezTo>
                  <a:pt x="0" y="2116"/>
                  <a:pt x="868" y="876"/>
                  <a:pt x="2614" y="0"/>
                </a:cubicBezTo>
                <a:lnTo>
                  <a:pt x="121609" y="0"/>
                </a:lnTo>
                <a:cubicBezTo>
                  <a:pt x="123475" y="985"/>
                  <a:pt x="124409" y="2244"/>
                  <a:pt x="124409" y="3740"/>
                </a:cubicBezTo>
                <a:cubicBezTo>
                  <a:pt x="124409" y="5108"/>
                  <a:pt x="123539" y="6294"/>
                  <a:pt x="121793" y="7279"/>
                </a:cubicBezTo>
                <a:lnTo>
                  <a:pt x="62390" y="7462"/>
                </a:lnTo>
                <a:lnTo>
                  <a:pt x="2985" y="7462"/>
                </a:lnTo>
                <a:cubicBezTo>
                  <a:pt x="991" y="6841"/>
                  <a:pt x="0" y="5601"/>
                  <a:pt x="0" y="3740"/>
                </a:cubicBezTo>
                <a:moveTo>
                  <a:pt x="0" y="39971"/>
                </a:moveTo>
                <a:cubicBezTo>
                  <a:pt x="0" y="38110"/>
                  <a:pt x="991" y="36851"/>
                  <a:pt x="2985" y="36231"/>
                </a:cubicBezTo>
                <a:lnTo>
                  <a:pt x="121793" y="36231"/>
                </a:lnTo>
                <a:cubicBezTo>
                  <a:pt x="123539" y="37490"/>
                  <a:pt x="124409" y="38730"/>
                  <a:pt x="124409" y="39971"/>
                </a:cubicBezTo>
                <a:cubicBezTo>
                  <a:pt x="124409" y="41595"/>
                  <a:pt x="123475" y="42835"/>
                  <a:pt x="121609" y="43711"/>
                </a:cubicBezTo>
                <a:lnTo>
                  <a:pt x="2614" y="43711"/>
                </a:lnTo>
                <a:cubicBezTo>
                  <a:pt x="868" y="42835"/>
                  <a:pt x="0" y="41595"/>
                  <a:pt x="0" y="399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2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28FE00F0-7E39-42A4-8957-8B850F6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420" y="2425143"/>
            <a:ext cx="64265" cy="124418"/>
          </a:xfrm>
          <a:custGeom xmlns:a="http://schemas.openxmlformats.org/drawingml/2006/main">
            <a:pathLst>
              <a:path w="64265" h="124418">
                <a:moveTo>
                  <a:pt x="24287" y="16437"/>
                </a:moveTo>
                <a:lnTo>
                  <a:pt x="21857" y="17368"/>
                </a:lnTo>
                <a:cubicBezTo>
                  <a:pt x="20118" y="18006"/>
                  <a:pt x="17625" y="18626"/>
                  <a:pt x="14388" y="19246"/>
                </a:cubicBezTo>
                <a:cubicBezTo>
                  <a:pt x="11147" y="19867"/>
                  <a:pt x="7540" y="20305"/>
                  <a:pt x="3550" y="20542"/>
                </a:cubicBezTo>
                <a:lnTo>
                  <a:pt x="0" y="20542"/>
                </a:lnTo>
                <a:lnTo>
                  <a:pt x="0" y="11949"/>
                </a:lnTo>
                <a:lnTo>
                  <a:pt x="3550" y="11949"/>
                </a:lnTo>
                <a:cubicBezTo>
                  <a:pt x="9408" y="11712"/>
                  <a:pt x="14822" y="10781"/>
                  <a:pt x="19805" y="9158"/>
                </a:cubicBezTo>
                <a:cubicBezTo>
                  <a:pt x="24785" y="7534"/>
                  <a:pt x="28272" y="6038"/>
                  <a:pt x="30265" y="4670"/>
                </a:cubicBezTo>
                <a:cubicBezTo>
                  <a:pt x="32261" y="3302"/>
                  <a:pt x="34000" y="1933"/>
                  <a:pt x="35496" y="565"/>
                </a:cubicBezTo>
                <a:cubicBezTo>
                  <a:pt x="35745" y="182"/>
                  <a:pt x="36494" y="0"/>
                  <a:pt x="37741" y="0"/>
                </a:cubicBezTo>
                <a:cubicBezTo>
                  <a:pt x="38860" y="0"/>
                  <a:pt x="39914" y="383"/>
                  <a:pt x="40912" y="1131"/>
                </a:cubicBezTo>
                <a:lnTo>
                  <a:pt x="40912" y="56973"/>
                </a:lnTo>
                <a:lnTo>
                  <a:pt x="41098" y="113016"/>
                </a:lnTo>
                <a:cubicBezTo>
                  <a:pt x="41974" y="113892"/>
                  <a:pt x="42722" y="114457"/>
                  <a:pt x="43342" y="114695"/>
                </a:cubicBezTo>
                <a:cubicBezTo>
                  <a:pt x="43963" y="114950"/>
                  <a:pt x="45458" y="115205"/>
                  <a:pt x="47824" y="115442"/>
                </a:cubicBezTo>
                <a:cubicBezTo>
                  <a:pt x="50191" y="115698"/>
                  <a:pt x="54053" y="115826"/>
                  <a:pt x="59405" y="115826"/>
                </a:cubicBezTo>
                <a:lnTo>
                  <a:pt x="64265" y="115826"/>
                </a:lnTo>
                <a:lnTo>
                  <a:pt x="64265" y="124418"/>
                </a:lnTo>
                <a:lnTo>
                  <a:pt x="62213" y="124418"/>
                </a:lnTo>
                <a:cubicBezTo>
                  <a:pt x="59597" y="124053"/>
                  <a:pt x="49692" y="123852"/>
                  <a:pt x="32511" y="123852"/>
                </a:cubicBezTo>
                <a:cubicBezTo>
                  <a:pt x="15572" y="123852"/>
                  <a:pt x="5794" y="124053"/>
                  <a:pt x="3180" y="124418"/>
                </a:cubicBezTo>
                <a:lnTo>
                  <a:pt x="934" y="124418"/>
                </a:lnTo>
                <a:lnTo>
                  <a:pt x="934" y="115826"/>
                </a:lnTo>
                <a:lnTo>
                  <a:pt x="5794" y="115826"/>
                </a:lnTo>
                <a:cubicBezTo>
                  <a:pt x="8531" y="115826"/>
                  <a:pt x="10897" y="115826"/>
                  <a:pt x="12893" y="115826"/>
                </a:cubicBezTo>
                <a:cubicBezTo>
                  <a:pt x="14888" y="115826"/>
                  <a:pt x="16441" y="115771"/>
                  <a:pt x="17559" y="115643"/>
                </a:cubicBezTo>
                <a:cubicBezTo>
                  <a:pt x="18687" y="115516"/>
                  <a:pt x="19677" y="115315"/>
                  <a:pt x="20553" y="115078"/>
                </a:cubicBezTo>
                <a:cubicBezTo>
                  <a:pt x="21423" y="114822"/>
                  <a:pt x="21921" y="114695"/>
                  <a:pt x="22049" y="114695"/>
                </a:cubicBezTo>
                <a:cubicBezTo>
                  <a:pt x="22171" y="114695"/>
                  <a:pt x="22541" y="114385"/>
                  <a:pt x="23169" y="113764"/>
                </a:cubicBezTo>
                <a:cubicBezTo>
                  <a:pt x="23787" y="113144"/>
                  <a:pt x="24166" y="112906"/>
                  <a:pt x="24287" y="113016"/>
                </a:cubicBezTo>
                <a:lnTo>
                  <a:pt x="24287" y="164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3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B2C30DA5-1880-48CE-A662-162FD4C9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62" y="2284962"/>
            <a:ext cx="182583" cy="189181"/>
          </a:xfrm>
          <a:custGeom xmlns:a="http://schemas.openxmlformats.org/drawingml/2006/main">
            <a:pathLst>
              <a:path w="182583" h="189181">
                <a:moveTo>
                  <a:pt x="45723" y="169625"/>
                </a:moveTo>
                <a:cubicBezTo>
                  <a:pt x="45723" y="173857"/>
                  <a:pt x="49755" y="176338"/>
                  <a:pt x="57873" y="177031"/>
                </a:cubicBezTo>
                <a:cubicBezTo>
                  <a:pt x="61047" y="177031"/>
                  <a:pt x="62634" y="177998"/>
                  <a:pt x="62634" y="179932"/>
                </a:cubicBezTo>
                <a:cubicBezTo>
                  <a:pt x="62634" y="180115"/>
                  <a:pt x="62452" y="181264"/>
                  <a:pt x="62105" y="183362"/>
                </a:cubicBezTo>
                <a:cubicBezTo>
                  <a:pt x="61576" y="185843"/>
                  <a:pt x="61047" y="187430"/>
                  <a:pt x="60518" y="188123"/>
                </a:cubicBezTo>
                <a:cubicBezTo>
                  <a:pt x="59989" y="188835"/>
                  <a:pt x="58840" y="189181"/>
                  <a:pt x="57070" y="189181"/>
                </a:cubicBezTo>
                <a:cubicBezTo>
                  <a:pt x="56724" y="189181"/>
                  <a:pt x="55666" y="189181"/>
                  <a:pt x="53896" y="189181"/>
                </a:cubicBezTo>
                <a:cubicBezTo>
                  <a:pt x="52144" y="189181"/>
                  <a:pt x="49153" y="189108"/>
                  <a:pt x="44921" y="188926"/>
                </a:cubicBezTo>
                <a:cubicBezTo>
                  <a:pt x="40688" y="188743"/>
                  <a:pt x="35051" y="188652"/>
                  <a:pt x="28009" y="188652"/>
                </a:cubicBezTo>
                <a:cubicBezTo>
                  <a:pt x="15513" y="188652"/>
                  <a:pt x="7491" y="188835"/>
                  <a:pt x="3970" y="189181"/>
                </a:cubicBezTo>
                <a:lnTo>
                  <a:pt x="1854" y="189181"/>
                </a:lnTo>
                <a:cubicBezTo>
                  <a:pt x="620" y="187959"/>
                  <a:pt x="0" y="186992"/>
                  <a:pt x="0" y="186281"/>
                </a:cubicBezTo>
                <a:cubicBezTo>
                  <a:pt x="358" y="181519"/>
                  <a:pt x="1503" y="178436"/>
                  <a:pt x="3435" y="177031"/>
                </a:cubicBezTo>
                <a:lnTo>
                  <a:pt x="7141" y="177031"/>
                </a:lnTo>
                <a:cubicBezTo>
                  <a:pt x="19471" y="176502"/>
                  <a:pt x="28447" y="172106"/>
                  <a:pt x="34084" y="163823"/>
                </a:cubicBezTo>
                <a:cubicBezTo>
                  <a:pt x="35142" y="162765"/>
                  <a:pt x="51087" y="135911"/>
                  <a:pt x="81918" y="83225"/>
                </a:cubicBezTo>
                <a:cubicBezTo>
                  <a:pt x="112749" y="30557"/>
                  <a:pt x="128419" y="3867"/>
                  <a:pt x="128949" y="3174"/>
                </a:cubicBezTo>
                <a:cubicBezTo>
                  <a:pt x="130189" y="1058"/>
                  <a:pt x="132287" y="0"/>
                  <a:pt x="135297" y="0"/>
                </a:cubicBezTo>
                <a:lnTo>
                  <a:pt x="137395" y="0"/>
                </a:lnTo>
                <a:lnTo>
                  <a:pt x="141883" y="0"/>
                </a:lnTo>
                <a:cubicBezTo>
                  <a:pt x="142959" y="1587"/>
                  <a:pt x="143488" y="2463"/>
                  <a:pt x="143488" y="2645"/>
                </a:cubicBezTo>
                <a:lnTo>
                  <a:pt x="150876" y="87987"/>
                </a:lnTo>
                <a:cubicBezTo>
                  <a:pt x="155802" y="144887"/>
                  <a:pt x="158447" y="173601"/>
                  <a:pt x="158812" y="174131"/>
                </a:cubicBezTo>
                <a:cubicBezTo>
                  <a:pt x="159688" y="176064"/>
                  <a:pt x="165416" y="177031"/>
                  <a:pt x="175979" y="177031"/>
                </a:cubicBezTo>
                <a:cubicBezTo>
                  <a:pt x="180394" y="177031"/>
                  <a:pt x="182583" y="177907"/>
                  <a:pt x="182583" y="179677"/>
                </a:cubicBezTo>
                <a:cubicBezTo>
                  <a:pt x="182583" y="180023"/>
                  <a:pt x="182310" y="181264"/>
                  <a:pt x="181798" y="183362"/>
                </a:cubicBezTo>
                <a:cubicBezTo>
                  <a:pt x="181270" y="186007"/>
                  <a:pt x="180814" y="187612"/>
                  <a:pt x="180467" y="188123"/>
                </a:cubicBezTo>
                <a:cubicBezTo>
                  <a:pt x="180120" y="188652"/>
                  <a:pt x="178880" y="188999"/>
                  <a:pt x="176782" y="189181"/>
                </a:cubicBezTo>
                <a:cubicBezTo>
                  <a:pt x="176253" y="189181"/>
                  <a:pt x="175012" y="189181"/>
                  <a:pt x="173078" y="189181"/>
                </a:cubicBezTo>
                <a:cubicBezTo>
                  <a:pt x="171145" y="189181"/>
                  <a:pt x="167697" y="189108"/>
                  <a:pt x="162771" y="188926"/>
                </a:cubicBezTo>
                <a:cubicBezTo>
                  <a:pt x="157845" y="188743"/>
                  <a:pt x="151405" y="188652"/>
                  <a:pt x="143488" y="188652"/>
                </a:cubicBezTo>
                <a:cubicBezTo>
                  <a:pt x="126923" y="188652"/>
                  <a:pt x="116087" y="188835"/>
                  <a:pt x="110978" y="189181"/>
                </a:cubicBezTo>
                <a:lnTo>
                  <a:pt x="107804" y="189181"/>
                </a:lnTo>
                <a:cubicBezTo>
                  <a:pt x="106746" y="188123"/>
                  <a:pt x="106217" y="187339"/>
                  <a:pt x="106217" y="186810"/>
                </a:cubicBezTo>
                <a:cubicBezTo>
                  <a:pt x="106217" y="186281"/>
                  <a:pt x="106399" y="184694"/>
                  <a:pt x="106746" y="182048"/>
                </a:cubicBezTo>
                <a:cubicBezTo>
                  <a:pt x="107458" y="179768"/>
                  <a:pt x="107987" y="178345"/>
                  <a:pt x="108334" y="177834"/>
                </a:cubicBezTo>
                <a:lnTo>
                  <a:pt x="109391" y="177031"/>
                </a:lnTo>
                <a:lnTo>
                  <a:pt x="114682" y="177031"/>
                </a:lnTo>
                <a:cubicBezTo>
                  <a:pt x="124187" y="176502"/>
                  <a:pt x="129824" y="175006"/>
                  <a:pt x="131593" y="172544"/>
                </a:cubicBezTo>
                <a:lnTo>
                  <a:pt x="128419" y="132901"/>
                </a:lnTo>
                <a:lnTo>
                  <a:pt x="65535" y="132901"/>
                </a:lnTo>
                <a:lnTo>
                  <a:pt x="56541" y="148225"/>
                </a:lnTo>
                <a:cubicBezTo>
                  <a:pt x="49335" y="160375"/>
                  <a:pt x="45723" y="167527"/>
                  <a:pt x="45723" y="169625"/>
                </a:cubicBezTo>
                <a:moveTo>
                  <a:pt x="127106" y="120496"/>
                </a:moveTo>
                <a:cubicBezTo>
                  <a:pt x="127106" y="118544"/>
                  <a:pt x="126047" y="104807"/>
                  <a:pt x="123932" y="79267"/>
                </a:cubicBezTo>
                <a:cubicBezTo>
                  <a:pt x="121815" y="53726"/>
                  <a:pt x="120574" y="40865"/>
                  <a:pt x="120228" y="40682"/>
                </a:cubicBezTo>
                <a:lnTo>
                  <a:pt x="113095" y="52048"/>
                </a:lnTo>
                <a:cubicBezTo>
                  <a:pt x="110268" y="56809"/>
                  <a:pt x="104722" y="66223"/>
                  <a:pt x="96439" y="80324"/>
                </a:cubicBezTo>
                <a:lnTo>
                  <a:pt x="72668" y="120496"/>
                </a:lnTo>
                <a:lnTo>
                  <a:pt x="99887" y="120751"/>
                </a:lnTo>
                <a:cubicBezTo>
                  <a:pt x="118021" y="120751"/>
                  <a:pt x="127106" y="120660"/>
                  <a:pt x="127106" y="1204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4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6F97DC05-91E6-414C-BC80-B01F2E6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36" y="2390298"/>
            <a:ext cx="52485" cy="125531"/>
          </a:xfrm>
          <a:custGeom xmlns:a="http://schemas.openxmlformats.org/drawingml/2006/main">
            <a:pathLst>
              <a:path w="52485" h="125531">
                <a:moveTo>
                  <a:pt x="30448" y="11402"/>
                </a:moveTo>
                <a:cubicBezTo>
                  <a:pt x="30448" y="8411"/>
                  <a:pt x="31634" y="5802"/>
                  <a:pt x="34005" y="3558"/>
                </a:cubicBezTo>
                <a:cubicBezTo>
                  <a:pt x="36358" y="1314"/>
                  <a:pt x="39095" y="128"/>
                  <a:pt x="42215" y="0"/>
                </a:cubicBezTo>
                <a:cubicBezTo>
                  <a:pt x="44459" y="0"/>
                  <a:pt x="46319" y="748"/>
                  <a:pt x="47815" y="2245"/>
                </a:cubicBezTo>
                <a:cubicBezTo>
                  <a:pt x="49311" y="3740"/>
                  <a:pt x="50132" y="5601"/>
                  <a:pt x="50242" y="7845"/>
                </a:cubicBezTo>
                <a:cubicBezTo>
                  <a:pt x="50242" y="10710"/>
                  <a:pt x="49001" y="13336"/>
                  <a:pt x="46520" y="15690"/>
                </a:cubicBezTo>
                <a:cubicBezTo>
                  <a:pt x="44021" y="18061"/>
                  <a:pt x="41284" y="19302"/>
                  <a:pt x="38293" y="19429"/>
                </a:cubicBezTo>
                <a:cubicBezTo>
                  <a:pt x="36413" y="19429"/>
                  <a:pt x="34680" y="18809"/>
                  <a:pt x="33057" y="17569"/>
                </a:cubicBezTo>
                <a:cubicBezTo>
                  <a:pt x="31433" y="16310"/>
                  <a:pt x="30575" y="14267"/>
                  <a:pt x="30448" y="11402"/>
                </a:cubicBezTo>
                <a:moveTo>
                  <a:pt x="0" y="69871"/>
                </a:moveTo>
                <a:cubicBezTo>
                  <a:pt x="0" y="68868"/>
                  <a:pt x="547" y="66953"/>
                  <a:pt x="1678" y="64088"/>
                </a:cubicBezTo>
                <a:cubicBezTo>
                  <a:pt x="2791" y="61224"/>
                  <a:pt x="4287" y="58032"/>
                  <a:pt x="6166" y="54547"/>
                </a:cubicBezTo>
                <a:cubicBezTo>
                  <a:pt x="8027" y="51063"/>
                  <a:pt x="10763" y="47889"/>
                  <a:pt x="14376" y="45024"/>
                </a:cubicBezTo>
                <a:cubicBezTo>
                  <a:pt x="17988" y="42161"/>
                  <a:pt x="21727" y="40792"/>
                  <a:pt x="25595" y="40920"/>
                </a:cubicBezTo>
                <a:cubicBezTo>
                  <a:pt x="30448" y="40920"/>
                  <a:pt x="34498" y="42343"/>
                  <a:pt x="37727" y="45207"/>
                </a:cubicBezTo>
                <a:cubicBezTo>
                  <a:pt x="40974" y="48071"/>
                  <a:pt x="42652" y="51939"/>
                  <a:pt x="42780" y="56791"/>
                </a:cubicBezTo>
                <a:cubicBezTo>
                  <a:pt x="42780" y="58907"/>
                  <a:pt x="41905" y="62392"/>
                  <a:pt x="40171" y="67245"/>
                </a:cubicBezTo>
                <a:cubicBezTo>
                  <a:pt x="38420" y="72116"/>
                  <a:pt x="35921" y="78647"/>
                  <a:pt x="32691" y="86874"/>
                </a:cubicBezTo>
                <a:cubicBezTo>
                  <a:pt x="29444" y="95084"/>
                  <a:pt x="26836" y="102125"/>
                  <a:pt x="24847" y="107982"/>
                </a:cubicBezTo>
                <a:cubicBezTo>
                  <a:pt x="24227" y="110718"/>
                  <a:pt x="23899" y="112707"/>
                  <a:pt x="23899" y="113965"/>
                </a:cubicBezTo>
                <a:cubicBezTo>
                  <a:pt x="23899" y="117067"/>
                  <a:pt x="24975" y="118617"/>
                  <a:pt x="27091" y="118617"/>
                </a:cubicBezTo>
                <a:cubicBezTo>
                  <a:pt x="28204" y="118617"/>
                  <a:pt x="29390" y="118435"/>
                  <a:pt x="30630" y="118070"/>
                </a:cubicBezTo>
                <a:cubicBezTo>
                  <a:pt x="31871" y="117687"/>
                  <a:pt x="33312" y="116829"/>
                  <a:pt x="34936" y="115461"/>
                </a:cubicBezTo>
                <a:cubicBezTo>
                  <a:pt x="36541" y="114075"/>
                  <a:pt x="38238" y="111904"/>
                  <a:pt x="39971" y="108912"/>
                </a:cubicBezTo>
                <a:cubicBezTo>
                  <a:pt x="41722" y="105920"/>
                  <a:pt x="43273" y="102253"/>
                  <a:pt x="44641" y="97893"/>
                </a:cubicBezTo>
                <a:cubicBezTo>
                  <a:pt x="45024" y="96397"/>
                  <a:pt x="45334" y="95521"/>
                  <a:pt x="45571" y="95266"/>
                </a:cubicBezTo>
                <a:cubicBezTo>
                  <a:pt x="45827" y="95029"/>
                  <a:pt x="46885" y="94901"/>
                  <a:pt x="48746" y="94901"/>
                </a:cubicBezTo>
                <a:cubicBezTo>
                  <a:pt x="51245" y="94901"/>
                  <a:pt x="52485" y="95521"/>
                  <a:pt x="52485" y="96762"/>
                </a:cubicBezTo>
                <a:cubicBezTo>
                  <a:pt x="52485" y="97765"/>
                  <a:pt x="51920" y="99699"/>
                  <a:pt x="50807" y="102563"/>
                </a:cubicBezTo>
                <a:cubicBezTo>
                  <a:pt x="49694" y="105427"/>
                  <a:pt x="48126" y="108602"/>
                  <a:pt x="46137" y="112086"/>
                </a:cubicBezTo>
                <a:cubicBezTo>
                  <a:pt x="44148" y="115571"/>
                  <a:pt x="41339" y="118690"/>
                  <a:pt x="37727" y="121427"/>
                </a:cubicBezTo>
                <a:cubicBezTo>
                  <a:pt x="34115" y="124163"/>
                  <a:pt x="30265" y="125531"/>
                  <a:pt x="26161" y="125531"/>
                </a:cubicBezTo>
                <a:cubicBezTo>
                  <a:pt x="22166" y="125531"/>
                  <a:pt x="18499" y="124236"/>
                  <a:pt x="15123" y="121627"/>
                </a:cubicBezTo>
                <a:cubicBezTo>
                  <a:pt x="11767" y="119000"/>
                  <a:pt x="10015" y="115005"/>
                  <a:pt x="9906" y="109660"/>
                </a:cubicBezTo>
                <a:cubicBezTo>
                  <a:pt x="9906" y="107543"/>
                  <a:pt x="10216" y="105555"/>
                  <a:pt x="10836" y="103676"/>
                </a:cubicBezTo>
                <a:cubicBezTo>
                  <a:pt x="11456" y="101815"/>
                  <a:pt x="14138" y="94719"/>
                  <a:pt x="18864" y="82386"/>
                </a:cubicBezTo>
                <a:cubicBezTo>
                  <a:pt x="23588" y="69799"/>
                  <a:pt x="26343" y="62264"/>
                  <a:pt x="27091" y="59783"/>
                </a:cubicBezTo>
                <a:cubicBezTo>
                  <a:pt x="27821" y="57284"/>
                  <a:pt x="28277" y="54857"/>
                  <a:pt x="28386" y="52486"/>
                </a:cubicBezTo>
                <a:cubicBezTo>
                  <a:pt x="28386" y="49512"/>
                  <a:pt x="27328" y="48016"/>
                  <a:pt x="25212" y="48016"/>
                </a:cubicBezTo>
                <a:lnTo>
                  <a:pt x="24847" y="48016"/>
                </a:lnTo>
                <a:cubicBezTo>
                  <a:pt x="21107" y="48016"/>
                  <a:pt x="17678" y="50059"/>
                  <a:pt x="14558" y="54182"/>
                </a:cubicBezTo>
                <a:cubicBezTo>
                  <a:pt x="11456" y="58287"/>
                  <a:pt x="9085" y="63523"/>
                  <a:pt x="7462" y="69871"/>
                </a:cubicBezTo>
                <a:cubicBezTo>
                  <a:pt x="7352" y="70000"/>
                  <a:pt x="7224" y="70182"/>
                  <a:pt x="7097" y="70437"/>
                </a:cubicBezTo>
                <a:cubicBezTo>
                  <a:pt x="6969" y="70674"/>
                  <a:pt x="6896" y="70875"/>
                  <a:pt x="6896" y="70984"/>
                </a:cubicBezTo>
                <a:cubicBezTo>
                  <a:pt x="6896" y="71112"/>
                  <a:pt x="6787" y="71240"/>
                  <a:pt x="6531" y="71368"/>
                </a:cubicBezTo>
                <a:cubicBezTo>
                  <a:pt x="6276" y="71477"/>
                  <a:pt x="6093" y="71550"/>
                  <a:pt x="5965" y="71550"/>
                </a:cubicBezTo>
                <a:cubicBezTo>
                  <a:pt x="5856" y="71550"/>
                  <a:pt x="5601" y="71550"/>
                  <a:pt x="5236" y="71550"/>
                </a:cubicBezTo>
                <a:cubicBezTo>
                  <a:pt x="4852" y="71550"/>
                  <a:pt x="4360" y="71550"/>
                  <a:pt x="3740" y="71550"/>
                </a:cubicBezTo>
                <a:lnTo>
                  <a:pt x="1113" y="71550"/>
                </a:lnTo>
                <a:cubicBezTo>
                  <a:pt x="365" y="70802"/>
                  <a:pt x="0" y="70255"/>
                  <a:pt x="0" y="698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5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8CFBE7C6-2E86-410A-A78F-B0B915CD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580" y="2290782"/>
            <a:ext cx="134671" cy="186536"/>
          </a:xfrm>
          <a:custGeom xmlns:a="http://schemas.openxmlformats.org/drawingml/2006/main">
            <a:pathLst>
              <a:path w="134671" h="186536">
                <a:moveTo>
                  <a:pt x="31451" y="5546"/>
                </a:moveTo>
                <a:cubicBezTo>
                  <a:pt x="31451" y="3430"/>
                  <a:pt x="32947" y="1569"/>
                  <a:pt x="35939" y="0"/>
                </a:cubicBezTo>
                <a:lnTo>
                  <a:pt x="40956" y="0"/>
                </a:lnTo>
                <a:cubicBezTo>
                  <a:pt x="56809" y="529"/>
                  <a:pt x="66861" y="4926"/>
                  <a:pt x="71076" y="13208"/>
                </a:cubicBezTo>
                <a:cubicBezTo>
                  <a:pt x="72133" y="15835"/>
                  <a:pt x="77169" y="29754"/>
                  <a:pt x="86144" y="54949"/>
                </a:cubicBezTo>
                <a:cubicBezTo>
                  <a:pt x="95119" y="80142"/>
                  <a:pt x="104022" y="104716"/>
                  <a:pt x="112834" y="128669"/>
                </a:cubicBezTo>
                <a:cubicBezTo>
                  <a:pt x="121627" y="152622"/>
                  <a:pt x="126042" y="164955"/>
                  <a:pt x="126042" y="165666"/>
                </a:cubicBezTo>
                <a:cubicBezTo>
                  <a:pt x="127264" y="169187"/>
                  <a:pt x="128414" y="172087"/>
                  <a:pt x="129472" y="174386"/>
                </a:cubicBezTo>
                <a:cubicBezTo>
                  <a:pt x="130530" y="176667"/>
                  <a:pt x="131332" y="178345"/>
                  <a:pt x="131861" y="179403"/>
                </a:cubicBezTo>
                <a:cubicBezTo>
                  <a:pt x="132372" y="180461"/>
                  <a:pt x="132828" y="181246"/>
                  <a:pt x="133175" y="181793"/>
                </a:cubicBezTo>
                <a:cubicBezTo>
                  <a:pt x="133522" y="182304"/>
                  <a:pt x="133868" y="182668"/>
                  <a:pt x="134233" y="182833"/>
                </a:cubicBezTo>
                <a:cubicBezTo>
                  <a:pt x="134580" y="183015"/>
                  <a:pt x="134671" y="183362"/>
                  <a:pt x="134489" y="183891"/>
                </a:cubicBezTo>
                <a:cubicBezTo>
                  <a:pt x="134324" y="184420"/>
                  <a:pt x="133795" y="185223"/>
                  <a:pt x="132901" y="186280"/>
                </a:cubicBezTo>
                <a:lnTo>
                  <a:pt x="114950" y="186280"/>
                </a:lnTo>
                <a:cubicBezTo>
                  <a:pt x="110535" y="183799"/>
                  <a:pt x="107726" y="181246"/>
                  <a:pt x="106485" y="178619"/>
                </a:cubicBezTo>
                <a:cubicBezTo>
                  <a:pt x="105263" y="175973"/>
                  <a:pt x="100757" y="164170"/>
                  <a:pt x="93022" y="143209"/>
                </a:cubicBezTo>
                <a:lnTo>
                  <a:pt x="81128" y="110170"/>
                </a:lnTo>
                <a:lnTo>
                  <a:pt x="77424" y="114129"/>
                </a:lnTo>
                <a:cubicBezTo>
                  <a:pt x="75144" y="116957"/>
                  <a:pt x="71002" y="121810"/>
                  <a:pt x="65000" y="128669"/>
                </a:cubicBezTo>
                <a:cubicBezTo>
                  <a:pt x="59017" y="135546"/>
                  <a:pt x="54000" y="141348"/>
                  <a:pt x="49950" y="146109"/>
                </a:cubicBezTo>
                <a:cubicBezTo>
                  <a:pt x="45535" y="151217"/>
                  <a:pt x="40080" y="157566"/>
                  <a:pt x="33567" y="165137"/>
                </a:cubicBezTo>
                <a:cubicBezTo>
                  <a:pt x="24574" y="175699"/>
                  <a:pt x="19028" y="181866"/>
                  <a:pt x="16911" y="183635"/>
                </a:cubicBezTo>
                <a:cubicBezTo>
                  <a:pt x="14795" y="185387"/>
                  <a:pt x="12332" y="186354"/>
                  <a:pt x="9523" y="186536"/>
                </a:cubicBezTo>
                <a:cubicBezTo>
                  <a:pt x="3174" y="186536"/>
                  <a:pt x="0" y="183708"/>
                  <a:pt x="0" y="178071"/>
                </a:cubicBezTo>
                <a:cubicBezTo>
                  <a:pt x="0" y="175079"/>
                  <a:pt x="1241" y="172270"/>
                  <a:pt x="3704" y="169624"/>
                </a:cubicBezTo>
                <a:cubicBezTo>
                  <a:pt x="6166" y="166979"/>
                  <a:pt x="18335" y="155103"/>
                  <a:pt x="40171" y="133959"/>
                </a:cubicBezTo>
                <a:cubicBezTo>
                  <a:pt x="45462" y="128851"/>
                  <a:pt x="51354" y="123123"/>
                  <a:pt x="57868" y="116774"/>
                </a:cubicBezTo>
                <a:cubicBezTo>
                  <a:pt x="64398" y="110444"/>
                  <a:pt x="69233" y="105682"/>
                  <a:pt x="72407" y="102508"/>
                </a:cubicBezTo>
                <a:lnTo>
                  <a:pt x="76895" y="98294"/>
                </a:lnTo>
                <a:cubicBezTo>
                  <a:pt x="76895" y="98112"/>
                  <a:pt x="72498" y="85780"/>
                  <a:pt x="63687" y="61297"/>
                </a:cubicBezTo>
                <a:cubicBezTo>
                  <a:pt x="54876" y="36814"/>
                  <a:pt x="50114" y="23588"/>
                  <a:pt x="49421" y="21654"/>
                </a:cubicBezTo>
                <a:cubicBezTo>
                  <a:pt x="45882" y="13737"/>
                  <a:pt x="41394" y="9778"/>
                  <a:pt x="35939" y="9778"/>
                </a:cubicBezTo>
                <a:cubicBezTo>
                  <a:pt x="32947" y="9778"/>
                  <a:pt x="31451" y="8355"/>
                  <a:pt x="31451" y="55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6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F769449E-2D12-4833-84C0-62A7248C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844" y="2390298"/>
            <a:ext cx="52504" cy="125531"/>
          </a:xfrm>
          <a:custGeom xmlns:a="http://schemas.openxmlformats.org/drawingml/2006/main">
            <a:pathLst>
              <a:path w="52504" h="125531">
                <a:moveTo>
                  <a:pt x="30466" y="11402"/>
                </a:moveTo>
                <a:cubicBezTo>
                  <a:pt x="30466" y="8411"/>
                  <a:pt x="31634" y="5802"/>
                  <a:pt x="34005" y="3558"/>
                </a:cubicBezTo>
                <a:cubicBezTo>
                  <a:pt x="36377" y="1314"/>
                  <a:pt x="39114" y="128"/>
                  <a:pt x="42233" y="0"/>
                </a:cubicBezTo>
                <a:cubicBezTo>
                  <a:pt x="44477" y="0"/>
                  <a:pt x="46338" y="748"/>
                  <a:pt x="47834" y="2245"/>
                </a:cubicBezTo>
                <a:cubicBezTo>
                  <a:pt x="49330" y="3740"/>
                  <a:pt x="50132" y="5601"/>
                  <a:pt x="50260" y="7845"/>
                </a:cubicBezTo>
                <a:cubicBezTo>
                  <a:pt x="50260" y="10710"/>
                  <a:pt x="49020" y="13336"/>
                  <a:pt x="46520" y="15690"/>
                </a:cubicBezTo>
                <a:cubicBezTo>
                  <a:pt x="44039" y="18061"/>
                  <a:pt x="41285" y="19302"/>
                  <a:pt x="38311" y="19429"/>
                </a:cubicBezTo>
                <a:cubicBezTo>
                  <a:pt x="36432" y="19429"/>
                  <a:pt x="34698" y="18809"/>
                  <a:pt x="33075" y="17569"/>
                </a:cubicBezTo>
                <a:cubicBezTo>
                  <a:pt x="31451" y="16310"/>
                  <a:pt x="30594" y="14267"/>
                  <a:pt x="30466" y="11402"/>
                </a:cubicBezTo>
                <a:moveTo>
                  <a:pt x="0" y="69871"/>
                </a:moveTo>
                <a:cubicBezTo>
                  <a:pt x="0" y="68868"/>
                  <a:pt x="566" y="66953"/>
                  <a:pt x="1697" y="64088"/>
                </a:cubicBezTo>
                <a:cubicBezTo>
                  <a:pt x="2810" y="61224"/>
                  <a:pt x="4306" y="58032"/>
                  <a:pt x="6166" y="54547"/>
                </a:cubicBezTo>
                <a:cubicBezTo>
                  <a:pt x="8045" y="51063"/>
                  <a:pt x="10782" y="47889"/>
                  <a:pt x="14394" y="45024"/>
                </a:cubicBezTo>
                <a:cubicBezTo>
                  <a:pt x="18006" y="42161"/>
                  <a:pt x="21746" y="40792"/>
                  <a:pt x="25595" y="40920"/>
                </a:cubicBezTo>
                <a:cubicBezTo>
                  <a:pt x="30466" y="40920"/>
                  <a:pt x="34498" y="42343"/>
                  <a:pt x="37745" y="45207"/>
                </a:cubicBezTo>
                <a:cubicBezTo>
                  <a:pt x="40993" y="48071"/>
                  <a:pt x="42671" y="51939"/>
                  <a:pt x="42781" y="56791"/>
                </a:cubicBezTo>
                <a:cubicBezTo>
                  <a:pt x="42781" y="58907"/>
                  <a:pt x="41923" y="62392"/>
                  <a:pt x="40171" y="67245"/>
                </a:cubicBezTo>
                <a:cubicBezTo>
                  <a:pt x="38439" y="72116"/>
                  <a:pt x="35939" y="78647"/>
                  <a:pt x="32710" y="86874"/>
                </a:cubicBezTo>
                <a:cubicBezTo>
                  <a:pt x="29463" y="95084"/>
                  <a:pt x="26854" y="102125"/>
                  <a:pt x="24865" y="107982"/>
                </a:cubicBezTo>
                <a:cubicBezTo>
                  <a:pt x="24227" y="110718"/>
                  <a:pt x="23917" y="112707"/>
                  <a:pt x="23917" y="113965"/>
                </a:cubicBezTo>
                <a:cubicBezTo>
                  <a:pt x="23917" y="117067"/>
                  <a:pt x="24975" y="118617"/>
                  <a:pt x="27091" y="118617"/>
                </a:cubicBezTo>
                <a:cubicBezTo>
                  <a:pt x="28222" y="118617"/>
                  <a:pt x="29408" y="118435"/>
                  <a:pt x="30649" y="118070"/>
                </a:cubicBezTo>
                <a:cubicBezTo>
                  <a:pt x="31889" y="117687"/>
                  <a:pt x="33330" y="116829"/>
                  <a:pt x="34936" y="115461"/>
                </a:cubicBezTo>
                <a:cubicBezTo>
                  <a:pt x="36559" y="114075"/>
                  <a:pt x="38238" y="111904"/>
                  <a:pt x="39989" y="108912"/>
                </a:cubicBezTo>
                <a:cubicBezTo>
                  <a:pt x="41741" y="105920"/>
                  <a:pt x="43291" y="102253"/>
                  <a:pt x="44659" y="97893"/>
                </a:cubicBezTo>
                <a:cubicBezTo>
                  <a:pt x="45024" y="96397"/>
                  <a:pt x="45334" y="95521"/>
                  <a:pt x="45590" y="95266"/>
                </a:cubicBezTo>
                <a:cubicBezTo>
                  <a:pt x="45845" y="95029"/>
                  <a:pt x="46904" y="94901"/>
                  <a:pt x="48764" y="94901"/>
                </a:cubicBezTo>
                <a:cubicBezTo>
                  <a:pt x="51264" y="94901"/>
                  <a:pt x="52504" y="95521"/>
                  <a:pt x="52504" y="96762"/>
                </a:cubicBezTo>
                <a:cubicBezTo>
                  <a:pt x="52504" y="97765"/>
                  <a:pt x="51939" y="99699"/>
                  <a:pt x="50826" y="102563"/>
                </a:cubicBezTo>
                <a:cubicBezTo>
                  <a:pt x="49694" y="105427"/>
                  <a:pt x="48144" y="108602"/>
                  <a:pt x="46155" y="112086"/>
                </a:cubicBezTo>
                <a:cubicBezTo>
                  <a:pt x="44149" y="115571"/>
                  <a:pt x="41357" y="118690"/>
                  <a:pt x="37745" y="121427"/>
                </a:cubicBezTo>
                <a:cubicBezTo>
                  <a:pt x="34133" y="124163"/>
                  <a:pt x="30265" y="125531"/>
                  <a:pt x="26161" y="125531"/>
                </a:cubicBezTo>
                <a:cubicBezTo>
                  <a:pt x="22184" y="125531"/>
                  <a:pt x="18499" y="124236"/>
                  <a:pt x="15142" y="121627"/>
                </a:cubicBezTo>
                <a:cubicBezTo>
                  <a:pt x="11785" y="119000"/>
                  <a:pt x="10034" y="115005"/>
                  <a:pt x="9906" y="109660"/>
                </a:cubicBezTo>
                <a:cubicBezTo>
                  <a:pt x="9906" y="107543"/>
                  <a:pt x="10216" y="105555"/>
                  <a:pt x="10855" y="103676"/>
                </a:cubicBezTo>
                <a:cubicBezTo>
                  <a:pt x="11475" y="101815"/>
                  <a:pt x="14138" y="94719"/>
                  <a:pt x="18882" y="82386"/>
                </a:cubicBezTo>
                <a:cubicBezTo>
                  <a:pt x="23607" y="69799"/>
                  <a:pt x="26343" y="62264"/>
                  <a:pt x="27091" y="59783"/>
                </a:cubicBezTo>
                <a:cubicBezTo>
                  <a:pt x="27839" y="57284"/>
                  <a:pt x="28277" y="54857"/>
                  <a:pt x="28405" y="52486"/>
                </a:cubicBezTo>
                <a:cubicBezTo>
                  <a:pt x="28405" y="49512"/>
                  <a:pt x="27347" y="48016"/>
                  <a:pt x="25231" y="48016"/>
                </a:cubicBezTo>
                <a:lnTo>
                  <a:pt x="24865" y="48016"/>
                </a:lnTo>
                <a:cubicBezTo>
                  <a:pt x="21108" y="48016"/>
                  <a:pt x="17696" y="50059"/>
                  <a:pt x="14577" y="54182"/>
                </a:cubicBezTo>
                <a:cubicBezTo>
                  <a:pt x="11475" y="58287"/>
                  <a:pt x="9103" y="63523"/>
                  <a:pt x="7480" y="69871"/>
                </a:cubicBezTo>
                <a:cubicBezTo>
                  <a:pt x="7352" y="70000"/>
                  <a:pt x="7243" y="70182"/>
                  <a:pt x="7115" y="70437"/>
                </a:cubicBezTo>
                <a:cubicBezTo>
                  <a:pt x="6987" y="70674"/>
                  <a:pt x="6914" y="70875"/>
                  <a:pt x="6914" y="70984"/>
                </a:cubicBezTo>
                <a:cubicBezTo>
                  <a:pt x="6914" y="71112"/>
                  <a:pt x="6805" y="71240"/>
                  <a:pt x="6549" y="71368"/>
                </a:cubicBezTo>
                <a:cubicBezTo>
                  <a:pt x="6294" y="71477"/>
                  <a:pt x="6112" y="71550"/>
                  <a:pt x="5984" y="71550"/>
                </a:cubicBezTo>
                <a:cubicBezTo>
                  <a:pt x="5856" y="71550"/>
                  <a:pt x="5619" y="71550"/>
                  <a:pt x="5236" y="71550"/>
                </a:cubicBezTo>
                <a:cubicBezTo>
                  <a:pt x="4871" y="71550"/>
                  <a:pt x="4379" y="71550"/>
                  <a:pt x="3740" y="71550"/>
                </a:cubicBezTo>
                <a:lnTo>
                  <a:pt x="1131" y="71550"/>
                </a:lnTo>
                <a:cubicBezTo>
                  <a:pt x="383" y="70802"/>
                  <a:pt x="0" y="70255"/>
                  <a:pt x="0" y="698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7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125504CE-6390-4EDA-8FFE-BB1BC85E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121" y="2320099"/>
            <a:ext cx="175973" cy="175718"/>
          </a:xfrm>
          <a:custGeom xmlns:a="http://schemas.openxmlformats.org/drawingml/2006/main">
            <a:pathLst>
              <a:path w="175973" h="175718">
                <a:moveTo>
                  <a:pt x="0" y="91416"/>
                </a:moveTo>
                <a:cubicBezTo>
                  <a:pt x="0" y="91416"/>
                  <a:pt x="0" y="90285"/>
                  <a:pt x="0" y="87987"/>
                </a:cubicBezTo>
                <a:cubicBezTo>
                  <a:pt x="0" y="85706"/>
                  <a:pt x="1241" y="83936"/>
                  <a:pt x="3704" y="82715"/>
                </a:cubicBezTo>
                <a:lnTo>
                  <a:pt x="82696" y="82715"/>
                </a:lnTo>
                <a:lnTo>
                  <a:pt x="82696" y="43072"/>
                </a:lnTo>
                <a:lnTo>
                  <a:pt x="82970" y="3430"/>
                </a:lnTo>
                <a:cubicBezTo>
                  <a:pt x="84740" y="1149"/>
                  <a:pt x="86400" y="0"/>
                  <a:pt x="87987" y="0"/>
                </a:cubicBezTo>
                <a:cubicBezTo>
                  <a:pt x="90285" y="0"/>
                  <a:pt x="92037" y="1332"/>
                  <a:pt x="93277" y="3977"/>
                </a:cubicBezTo>
                <a:lnTo>
                  <a:pt x="93277" y="82715"/>
                </a:lnTo>
                <a:lnTo>
                  <a:pt x="172015" y="82715"/>
                </a:lnTo>
                <a:cubicBezTo>
                  <a:pt x="174660" y="84119"/>
                  <a:pt x="175973" y="85889"/>
                  <a:pt x="175973" y="87987"/>
                </a:cubicBezTo>
                <a:cubicBezTo>
                  <a:pt x="175973" y="90103"/>
                  <a:pt x="174660" y="91872"/>
                  <a:pt x="172015" y="93277"/>
                </a:cubicBezTo>
                <a:lnTo>
                  <a:pt x="93277" y="93277"/>
                </a:lnTo>
                <a:lnTo>
                  <a:pt x="93277" y="172015"/>
                </a:lnTo>
                <a:cubicBezTo>
                  <a:pt x="91872" y="174477"/>
                  <a:pt x="90285" y="175718"/>
                  <a:pt x="88516" y="175718"/>
                </a:cubicBezTo>
                <a:lnTo>
                  <a:pt x="87987" y="175718"/>
                </a:lnTo>
                <a:lnTo>
                  <a:pt x="87458" y="175718"/>
                </a:lnTo>
                <a:cubicBezTo>
                  <a:pt x="85341" y="175718"/>
                  <a:pt x="83773" y="174477"/>
                  <a:pt x="82696" y="172015"/>
                </a:cubicBezTo>
                <a:lnTo>
                  <a:pt x="82696" y="93277"/>
                </a:lnTo>
                <a:lnTo>
                  <a:pt x="3704" y="93277"/>
                </a:lnTo>
                <a:cubicBezTo>
                  <a:pt x="1241" y="92037"/>
                  <a:pt x="0" y="90285"/>
                  <a:pt x="0" y="87987"/>
                </a:cubicBezTo>
                <a:lnTo>
                  <a:pt x="0" y="914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8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3DEC164D-2B08-4233-B1F0-F89B3D3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63" y="2284962"/>
            <a:ext cx="182578" cy="189181"/>
          </a:xfrm>
          <a:custGeom xmlns:a="http://schemas.openxmlformats.org/drawingml/2006/main">
            <a:pathLst>
              <a:path w="182578" h="189181">
                <a:moveTo>
                  <a:pt x="45699" y="169625"/>
                </a:moveTo>
                <a:cubicBezTo>
                  <a:pt x="45699" y="173857"/>
                  <a:pt x="49749" y="176338"/>
                  <a:pt x="57849" y="177031"/>
                </a:cubicBezTo>
                <a:cubicBezTo>
                  <a:pt x="61024" y="177031"/>
                  <a:pt x="62611" y="177998"/>
                  <a:pt x="62611" y="179932"/>
                </a:cubicBezTo>
                <a:cubicBezTo>
                  <a:pt x="62611" y="180115"/>
                  <a:pt x="62447" y="181264"/>
                  <a:pt x="62082" y="183362"/>
                </a:cubicBezTo>
                <a:cubicBezTo>
                  <a:pt x="61553" y="185843"/>
                  <a:pt x="61024" y="187430"/>
                  <a:pt x="60495" y="188123"/>
                </a:cubicBezTo>
                <a:cubicBezTo>
                  <a:pt x="59966" y="188835"/>
                  <a:pt x="58834" y="189181"/>
                  <a:pt x="57065" y="189181"/>
                </a:cubicBezTo>
                <a:cubicBezTo>
                  <a:pt x="56718" y="189181"/>
                  <a:pt x="55660" y="189181"/>
                  <a:pt x="53890" y="189181"/>
                </a:cubicBezTo>
                <a:cubicBezTo>
                  <a:pt x="52139" y="189181"/>
                  <a:pt x="49147" y="189108"/>
                  <a:pt x="44915" y="188926"/>
                </a:cubicBezTo>
                <a:cubicBezTo>
                  <a:pt x="40682" y="188743"/>
                  <a:pt x="35046" y="188652"/>
                  <a:pt x="28004" y="188652"/>
                </a:cubicBezTo>
                <a:cubicBezTo>
                  <a:pt x="15489" y="188652"/>
                  <a:pt x="7480" y="188835"/>
                  <a:pt x="3959" y="189181"/>
                </a:cubicBezTo>
                <a:lnTo>
                  <a:pt x="1843" y="189181"/>
                </a:lnTo>
                <a:cubicBezTo>
                  <a:pt x="621" y="187959"/>
                  <a:pt x="0" y="186992"/>
                  <a:pt x="0" y="186281"/>
                </a:cubicBezTo>
                <a:cubicBezTo>
                  <a:pt x="347" y="181519"/>
                  <a:pt x="1496" y="178436"/>
                  <a:pt x="3430" y="177031"/>
                </a:cubicBezTo>
                <a:lnTo>
                  <a:pt x="7133" y="177031"/>
                </a:lnTo>
                <a:cubicBezTo>
                  <a:pt x="19447" y="176502"/>
                  <a:pt x="28442" y="172106"/>
                  <a:pt x="34078" y="163823"/>
                </a:cubicBezTo>
                <a:cubicBezTo>
                  <a:pt x="35137" y="162765"/>
                  <a:pt x="51081" y="135911"/>
                  <a:pt x="81894" y="83225"/>
                </a:cubicBezTo>
                <a:cubicBezTo>
                  <a:pt x="112725" y="30557"/>
                  <a:pt x="128414" y="3867"/>
                  <a:pt x="128943" y="3174"/>
                </a:cubicBezTo>
                <a:cubicBezTo>
                  <a:pt x="130165" y="1058"/>
                  <a:pt x="132281" y="0"/>
                  <a:pt x="135273" y="0"/>
                </a:cubicBezTo>
                <a:lnTo>
                  <a:pt x="137389" y="0"/>
                </a:lnTo>
                <a:lnTo>
                  <a:pt x="141877" y="0"/>
                </a:lnTo>
                <a:cubicBezTo>
                  <a:pt x="142935" y="1587"/>
                  <a:pt x="143464" y="2463"/>
                  <a:pt x="143464" y="2645"/>
                </a:cubicBezTo>
                <a:lnTo>
                  <a:pt x="150871" y="87987"/>
                </a:lnTo>
                <a:cubicBezTo>
                  <a:pt x="155797" y="144887"/>
                  <a:pt x="158442" y="173601"/>
                  <a:pt x="158789" y="174131"/>
                </a:cubicBezTo>
                <a:cubicBezTo>
                  <a:pt x="159683" y="176064"/>
                  <a:pt x="165393" y="177031"/>
                  <a:pt x="175974" y="177031"/>
                </a:cubicBezTo>
                <a:cubicBezTo>
                  <a:pt x="180370" y="177031"/>
                  <a:pt x="182578" y="177907"/>
                  <a:pt x="182578" y="179677"/>
                </a:cubicBezTo>
                <a:cubicBezTo>
                  <a:pt x="182578" y="180023"/>
                  <a:pt x="182304" y="181264"/>
                  <a:pt x="181775" y="183362"/>
                </a:cubicBezTo>
                <a:cubicBezTo>
                  <a:pt x="181246" y="186007"/>
                  <a:pt x="180808" y="187612"/>
                  <a:pt x="180462" y="188123"/>
                </a:cubicBezTo>
                <a:cubicBezTo>
                  <a:pt x="180115" y="188652"/>
                  <a:pt x="178875" y="188999"/>
                  <a:pt x="176758" y="189181"/>
                </a:cubicBezTo>
                <a:cubicBezTo>
                  <a:pt x="176229" y="189181"/>
                  <a:pt x="175007" y="189181"/>
                  <a:pt x="173055" y="189181"/>
                </a:cubicBezTo>
                <a:cubicBezTo>
                  <a:pt x="171121" y="189181"/>
                  <a:pt x="167692" y="189108"/>
                  <a:pt x="162747" y="188926"/>
                </a:cubicBezTo>
                <a:cubicBezTo>
                  <a:pt x="157822" y="188743"/>
                  <a:pt x="151400" y="188652"/>
                  <a:pt x="143464" y="188652"/>
                </a:cubicBezTo>
                <a:cubicBezTo>
                  <a:pt x="126918" y="188652"/>
                  <a:pt x="116082" y="188835"/>
                  <a:pt x="110973" y="189181"/>
                </a:cubicBezTo>
                <a:lnTo>
                  <a:pt x="107799" y="189181"/>
                </a:lnTo>
                <a:cubicBezTo>
                  <a:pt x="106741" y="188123"/>
                  <a:pt x="106212" y="187339"/>
                  <a:pt x="106212" y="186810"/>
                </a:cubicBezTo>
                <a:cubicBezTo>
                  <a:pt x="106212" y="186281"/>
                  <a:pt x="106394" y="184694"/>
                  <a:pt x="106741" y="182048"/>
                </a:cubicBezTo>
                <a:cubicBezTo>
                  <a:pt x="107453" y="179768"/>
                  <a:pt x="107982" y="178345"/>
                  <a:pt x="108328" y="177834"/>
                </a:cubicBezTo>
                <a:lnTo>
                  <a:pt x="109386" y="177031"/>
                </a:lnTo>
                <a:lnTo>
                  <a:pt x="114658" y="177031"/>
                </a:lnTo>
                <a:cubicBezTo>
                  <a:pt x="124182" y="176502"/>
                  <a:pt x="129819" y="175006"/>
                  <a:pt x="131570" y="172544"/>
                </a:cubicBezTo>
                <a:lnTo>
                  <a:pt x="128414" y="132901"/>
                </a:lnTo>
                <a:lnTo>
                  <a:pt x="65512" y="132901"/>
                </a:lnTo>
                <a:lnTo>
                  <a:pt x="56536" y="148225"/>
                </a:lnTo>
                <a:cubicBezTo>
                  <a:pt x="49312" y="160375"/>
                  <a:pt x="45699" y="167527"/>
                  <a:pt x="45699" y="169625"/>
                </a:cubicBezTo>
                <a:moveTo>
                  <a:pt x="127082" y="120496"/>
                </a:moveTo>
                <a:cubicBezTo>
                  <a:pt x="127082" y="118544"/>
                  <a:pt x="126024" y="104807"/>
                  <a:pt x="123926" y="79267"/>
                </a:cubicBezTo>
                <a:cubicBezTo>
                  <a:pt x="121792" y="53726"/>
                  <a:pt x="120569" y="40865"/>
                  <a:pt x="120223" y="40682"/>
                </a:cubicBezTo>
                <a:lnTo>
                  <a:pt x="113090" y="52048"/>
                </a:lnTo>
                <a:cubicBezTo>
                  <a:pt x="110262" y="56809"/>
                  <a:pt x="104716" y="66223"/>
                  <a:pt x="96434" y="80324"/>
                </a:cubicBezTo>
                <a:lnTo>
                  <a:pt x="72663" y="120496"/>
                </a:lnTo>
                <a:lnTo>
                  <a:pt x="99882" y="120751"/>
                </a:lnTo>
                <a:cubicBezTo>
                  <a:pt x="118015" y="120751"/>
                  <a:pt x="127082" y="120660"/>
                  <a:pt x="127082" y="1204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9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1019D10B-C0AC-477B-9E67-9ACE3FFB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658" y="2430086"/>
            <a:ext cx="60914" cy="85743"/>
          </a:xfrm>
          <a:custGeom xmlns:a="http://schemas.openxmlformats.org/drawingml/2006/main">
            <a:pathLst>
              <a:path w="60914" h="85743">
                <a:moveTo>
                  <a:pt x="48946" y="24665"/>
                </a:moveTo>
                <a:cubicBezTo>
                  <a:pt x="48946" y="19685"/>
                  <a:pt x="47268" y="15379"/>
                  <a:pt x="43911" y="11767"/>
                </a:cubicBezTo>
                <a:cubicBezTo>
                  <a:pt x="40536" y="8154"/>
                  <a:pt x="35683" y="6348"/>
                  <a:pt x="29335" y="6348"/>
                </a:cubicBezTo>
                <a:cubicBezTo>
                  <a:pt x="24847" y="6348"/>
                  <a:pt x="20980" y="7170"/>
                  <a:pt x="17750" y="8793"/>
                </a:cubicBezTo>
                <a:cubicBezTo>
                  <a:pt x="14010" y="11146"/>
                  <a:pt x="12149" y="14394"/>
                  <a:pt x="12149" y="18499"/>
                </a:cubicBezTo>
                <a:cubicBezTo>
                  <a:pt x="12022" y="19119"/>
                  <a:pt x="12022" y="19940"/>
                  <a:pt x="12149" y="20925"/>
                </a:cubicBezTo>
                <a:cubicBezTo>
                  <a:pt x="12277" y="21928"/>
                  <a:pt x="13262" y="23424"/>
                  <a:pt x="15141" y="25413"/>
                </a:cubicBezTo>
                <a:cubicBezTo>
                  <a:pt x="17002" y="27401"/>
                  <a:pt x="19684" y="28952"/>
                  <a:pt x="23168" y="30083"/>
                </a:cubicBezTo>
                <a:cubicBezTo>
                  <a:pt x="25412" y="30703"/>
                  <a:pt x="28149" y="31269"/>
                  <a:pt x="31396" y="31761"/>
                </a:cubicBezTo>
                <a:cubicBezTo>
                  <a:pt x="34625" y="32254"/>
                  <a:pt x="37362" y="32819"/>
                  <a:pt x="39605" y="33440"/>
                </a:cubicBezTo>
                <a:cubicBezTo>
                  <a:pt x="41849" y="34060"/>
                  <a:pt x="43838" y="34881"/>
                  <a:pt x="45589" y="35866"/>
                </a:cubicBezTo>
                <a:cubicBezTo>
                  <a:pt x="47706" y="36869"/>
                  <a:pt x="49749" y="38110"/>
                  <a:pt x="51756" y="39606"/>
                </a:cubicBezTo>
                <a:cubicBezTo>
                  <a:pt x="53744" y="41102"/>
                  <a:pt x="55732" y="43656"/>
                  <a:pt x="57721" y="47268"/>
                </a:cubicBezTo>
                <a:cubicBezTo>
                  <a:pt x="59728" y="50880"/>
                  <a:pt x="60786" y="54748"/>
                  <a:pt x="60914" y="58852"/>
                </a:cubicBezTo>
                <a:cubicBezTo>
                  <a:pt x="60914" y="66569"/>
                  <a:pt x="58542" y="72918"/>
                  <a:pt x="53799" y="77898"/>
                </a:cubicBezTo>
                <a:cubicBezTo>
                  <a:pt x="49074" y="82879"/>
                  <a:pt x="41411" y="85433"/>
                  <a:pt x="30831" y="85560"/>
                </a:cubicBezTo>
                <a:lnTo>
                  <a:pt x="29335" y="85560"/>
                </a:lnTo>
                <a:cubicBezTo>
                  <a:pt x="22858" y="85560"/>
                  <a:pt x="16875" y="83316"/>
                  <a:pt x="11402" y="78829"/>
                </a:cubicBezTo>
                <a:lnTo>
                  <a:pt x="9906" y="80142"/>
                </a:lnTo>
                <a:lnTo>
                  <a:pt x="8228" y="81839"/>
                </a:lnTo>
                <a:cubicBezTo>
                  <a:pt x="7479" y="82569"/>
                  <a:pt x="6731" y="83262"/>
                  <a:pt x="5983" y="83882"/>
                </a:cubicBezTo>
                <a:lnTo>
                  <a:pt x="3922" y="85743"/>
                </a:lnTo>
                <a:lnTo>
                  <a:pt x="2444" y="85743"/>
                </a:lnTo>
                <a:lnTo>
                  <a:pt x="1696" y="85743"/>
                </a:lnTo>
                <a:cubicBezTo>
                  <a:pt x="1313" y="85743"/>
                  <a:pt x="747" y="85378"/>
                  <a:pt x="0" y="84630"/>
                </a:cubicBezTo>
                <a:lnTo>
                  <a:pt x="0" y="69871"/>
                </a:lnTo>
                <a:lnTo>
                  <a:pt x="0" y="59035"/>
                </a:lnTo>
                <a:cubicBezTo>
                  <a:pt x="0" y="56426"/>
                  <a:pt x="127" y="54857"/>
                  <a:pt x="383" y="54365"/>
                </a:cubicBezTo>
                <a:cubicBezTo>
                  <a:pt x="620" y="53872"/>
                  <a:pt x="1240" y="53562"/>
                  <a:pt x="2244" y="53434"/>
                </a:cubicBezTo>
                <a:lnTo>
                  <a:pt x="3922" y="53434"/>
                </a:lnTo>
                <a:cubicBezTo>
                  <a:pt x="5418" y="53434"/>
                  <a:pt x="6421" y="53690"/>
                  <a:pt x="6914" y="54182"/>
                </a:cubicBezTo>
                <a:cubicBezTo>
                  <a:pt x="7425" y="54675"/>
                  <a:pt x="7717" y="55422"/>
                  <a:pt x="7844" y="56426"/>
                </a:cubicBezTo>
                <a:cubicBezTo>
                  <a:pt x="7972" y="57411"/>
                  <a:pt x="8410" y="59089"/>
                  <a:pt x="9158" y="61461"/>
                </a:cubicBezTo>
                <a:cubicBezTo>
                  <a:pt x="9906" y="63833"/>
                  <a:pt x="11091" y="66442"/>
                  <a:pt x="12715" y="69306"/>
                </a:cubicBezTo>
                <a:cubicBezTo>
                  <a:pt x="17075" y="75673"/>
                  <a:pt x="23113" y="78829"/>
                  <a:pt x="30831" y="78829"/>
                </a:cubicBezTo>
                <a:cubicBezTo>
                  <a:pt x="42908" y="78829"/>
                  <a:pt x="48946" y="73976"/>
                  <a:pt x="48946" y="64271"/>
                </a:cubicBezTo>
                <a:cubicBezTo>
                  <a:pt x="48946" y="60659"/>
                  <a:pt x="47833" y="57721"/>
                  <a:pt x="45589" y="55477"/>
                </a:cubicBezTo>
                <a:cubicBezTo>
                  <a:pt x="43108" y="52504"/>
                  <a:pt x="37927" y="50260"/>
                  <a:pt x="30083" y="48764"/>
                </a:cubicBezTo>
                <a:cubicBezTo>
                  <a:pt x="22238" y="47268"/>
                  <a:pt x="17075" y="45827"/>
                  <a:pt x="14576" y="44458"/>
                </a:cubicBezTo>
                <a:cubicBezTo>
                  <a:pt x="10088" y="42342"/>
                  <a:pt x="6549" y="39478"/>
                  <a:pt x="3922" y="35866"/>
                </a:cubicBezTo>
                <a:cubicBezTo>
                  <a:pt x="1313" y="32254"/>
                  <a:pt x="0" y="28405"/>
                  <a:pt x="0" y="24300"/>
                </a:cubicBezTo>
                <a:cubicBezTo>
                  <a:pt x="0" y="19429"/>
                  <a:pt x="1058" y="15324"/>
                  <a:pt x="3174" y="11950"/>
                </a:cubicBezTo>
                <a:cubicBezTo>
                  <a:pt x="5290" y="8593"/>
                  <a:pt x="7972" y="6111"/>
                  <a:pt x="11219" y="4488"/>
                </a:cubicBezTo>
                <a:cubicBezTo>
                  <a:pt x="14448" y="2864"/>
                  <a:pt x="17568" y="1751"/>
                  <a:pt x="20560" y="1131"/>
                </a:cubicBezTo>
                <a:cubicBezTo>
                  <a:pt x="23551" y="511"/>
                  <a:pt x="26288" y="201"/>
                  <a:pt x="28769" y="201"/>
                </a:cubicBezTo>
                <a:lnTo>
                  <a:pt x="30831" y="201"/>
                </a:lnTo>
                <a:cubicBezTo>
                  <a:pt x="35811" y="201"/>
                  <a:pt x="40171" y="1131"/>
                  <a:pt x="43911" y="2992"/>
                </a:cubicBezTo>
                <a:lnTo>
                  <a:pt x="46702" y="4488"/>
                </a:lnTo>
                <a:lnTo>
                  <a:pt x="48381" y="3174"/>
                </a:lnTo>
                <a:cubicBezTo>
                  <a:pt x="49639" y="2062"/>
                  <a:pt x="51007" y="1004"/>
                  <a:pt x="52503" y="0"/>
                </a:cubicBezTo>
                <a:lnTo>
                  <a:pt x="53999" y="0"/>
                </a:lnTo>
                <a:lnTo>
                  <a:pt x="54748" y="0"/>
                </a:lnTo>
                <a:cubicBezTo>
                  <a:pt x="55112" y="0"/>
                  <a:pt x="55678" y="383"/>
                  <a:pt x="56425" y="1131"/>
                </a:cubicBezTo>
                <a:lnTo>
                  <a:pt x="56425" y="25777"/>
                </a:lnTo>
                <a:lnTo>
                  <a:pt x="55294" y="26909"/>
                </a:lnTo>
                <a:lnTo>
                  <a:pt x="50077" y="26909"/>
                </a:lnTo>
                <a:cubicBezTo>
                  <a:pt x="49329" y="26161"/>
                  <a:pt x="48946" y="25413"/>
                  <a:pt x="48946" y="246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0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064E0EFA-3EAE-4350-BD94-DE61B6AD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58" y="2398891"/>
            <a:ext cx="58853" cy="116756"/>
          </a:xfrm>
          <a:custGeom xmlns:a="http://schemas.openxmlformats.org/drawingml/2006/main">
            <a:pathLst>
              <a:path w="58853" h="116756">
                <a:moveTo>
                  <a:pt x="1679" y="36048"/>
                </a:moveTo>
                <a:cubicBezTo>
                  <a:pt x="8283" y="35556"/>
                  <a:pt x="13391" y="32071"/>
                  <a:pt x="17003" y="25595"/>
                </a:cubicBezTo>
                <a:cubicBezTo>
                  <a:pt x="20615" y="19119"/>
                  <a:pt x="22603" y="11511"/>
                  <a:pt x="22987" y="2809"/>
                </a:cubicBezTo>
                <a:lnTo>
                  <a:pt x="22987" y="0"/>
                </a:lnTo>
                <a:lnTo>
                  <a:pt x="30448" y="0"/>
                </a:lnTo>
                <a:lnTo>
                  <a:pt x="30448" y="34370"/>
                </a:lnTo>
                <a:lnTo>
                  <a:pt x="55678" y="34370"/>
                </a:lnTo>
                <a:lnTo>
                  <a:pt x="55678" y="42962"/>
                </a:lnTo>
                <a:lnTo>
                  <a:pt x="30448" y="42962"/>
                </a:lnTo>
                <a:lnTo>
                  <a:pt x="30448" y="69871"/>
                </a:lnTo>
                <a:cubicBezTo>
                  <a:pt x="30576" y="85432"/>
                  <a:pt x="30649" y="94226"/>
                  <a:pt x="30649" y="96214"/>
                </a:cubicBezTo>
                <a:cubicBezTo>
                  <a:pt x="30649" y="98203"/>
                  <a:pt x="31068" y="100191"/>
                  <a:pt x="31944" y="102180"/>
                </a:cubicBezTo>
                <a:cubicBezTo>
                  <a:pt x="33696" y="107051"/>
                  <a:pt x="36742" y="109477"/>
                  <a:pt x="41102" y="109477"/>
                </a:cubicBezTo>
                <a:cubicBezTo>
                  <a:pt x="46575" y="109477"/>
                  <a:pt x="49950" y="105044"/>
                  <a:pt x="51190" y="96214"/>
                </a:cubicBezTo>
                <a:cubicBezTo>
                  <a:pt x="51318" y="95211"/>
                  <a:pt x="51373" y="92346"/>
                  <a:pt x="51373" y="87622"/>
                </a:cubicBezTo>
                <a:lnTo>
                  <a:pt x="51373" y="81072"/>
                </a:lnTo>
                <a:lnTo>
                  <a:pt x="58853" y="81072"/>
                </a:lnTo>
                <a:lnTo>
                  <a:pt x="58853" y="87622"/>
                </a:lnTo>
                <a:lnTo>
                  <a:pt x="58853" y="89865"/>
                </a:lnTo>
                <a:cubicBezTo>
                  <a:pt x="58853" y="99443"/>
                  <a:pt x="56244" y="106740"/>
                  <a:pt x="51008" y="111721"/>
                </a:cubicBezTo>
                <a:cubicBezTo>
                  <a:pt x="47651" y="115077"/>
                  <a:pt x="43292" y="116756"/>
                  <a:pt x="37928" y="116756"/>
                </a:cubicBezTo>
                <a:cubicBezTo>
                  <a:pt x="33696" y="116756"/>
                  <a:pt x="30029" y="116008"/>
                  <a:pt x="26909" y="114512"/>
                </a:cubicBezTo>
                <a:cubicBezTo>
                  <a:pt x="23789" y="113034"/>
                  <a:pt x="21418" y="111100"/>
                  <a:pt x="19812" y="108729"/>
                </a:cubicBezTo>
                <a:cubicBezTo>
                  <a:pt x="18189" y="106357"/>
                  <a:pt x="17003" y="104187"/>
                  <a:pt x="16255" y="102180"/>
                </a:cubicBezTo>
                <a:cubicBezTo>
                  <a:pt x="15507" y="100191"/>
                  <a:pt x="15069" y="98203"/>
                  <a:pt x="14942" y="96214"/>
                </a:cubicBezTo>
                <a:cubicBezTo>
                  <a:pt x="14832" y="95338"/>
                  <a:pt x="14759" y="86126"/>
                  <a:pt x="14759" y="68558"/>
                </a:cubicBezTo>
                <a:lnTo>
                  <a:pt x="14759" y="42962"/>
                </a:lnTo>
                <a:lnTo>
                  <a:pt x="0" y="42962"/>
                </a:lnTo>
                <a:lnTo>
                  <a:pt x="0" y="36048"/>
                </a:lnTo>
                <a:lnTo>
                  <a:pt x="1679" y="36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1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69386A0E-7AD9-4074-BBB3-94D7BBDF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322" y="2433260"/>
            <a:ext cx="91344" cy="118635"/>
          </a:xfrm>
          <a:custGeom xmlns:a="http://schemas.openxmlformats.org/drawingml/2006/main">
            <a:pathLst>
              <a:path w="91344" h="118635">
                <a:moveTo>
                  <a:pt x="9340" y="92858"/>
                </a:moveTo>
                <a:cubicBezTo>
                  <a:pt x="12077" y="92858"/>
                  <a:pt x="14267" y="93716"/>
                  <a:pt x="15872" y="95467"/>
                </a:cubicBezTo>
                <a:cubicBezTo>
                  <a:pt x="17495" y="97218"/>
                  <a:pt x="18371" y="99443"/>
                  <a:pt x="18499" y="102198"/>
                </a:cubicBezTo>
                <a:cubicBezTo>
                  <a:pt x="18499" y="104424"/>
                  <a:pt x="17933" y="106248"/>
                  <a:pt x="16820" y="107617"/>
                </a:cubicBezTo>
                <a:cubicBezTo>
                  <a:pt x="15689" y="108985"/>
                  <a:pt x="14558" y="109915"/>
                  <a:pt x="13445" y="110408"/>
                </a:cubicBezTo>
                <a:cubicBezTo>
                  <a:pt x="12570" y="110773"/>
                  <a:pt x="12953" y="111155"/>
                  <a:pt x="14558" y="111521"/>
                </a:cubicBezTo>
                <a:cubicBezTo>
                  <a:pt x="15452" y="111776"/>
                  <a:pt x="16310" y="111904"/>
                  <a:pt x="17185" y="111904"/>
                </a:cubicBezTo>
                <a:cubicBezTo>
                  <a:pt x="19685" y="111904"/>
                  <a:pt x="21983" y="111338"/>
                  <a:pt x="24099" y="110225"/>
                </a:cubicBezTo>
                <a:cubicBezTo>
                  <a:pt x="26216" y="109112"/>
                  <a:pt x="27894" y="107799"/>
                  <a:pt x="29134" y="106303"/>
                </a:cubicBezTo>
                <a:cubicBezTo>
                  <a:pt x="30393" y="104807"/>
                  <a:pt x="31761" y="102819"/>
                  <a:pt x="33257" y="100319"/>
                </a:cubicBezTo>
                <a:cubicBezTo>
                  <a:pt x="34735" y="97838"/>
                  <a:pt x="35739" y="95904"/>
                  <a:pt x="36231" y="94536"/>
                </a:cubicBezTo>
                <a:cubicBezTo>
                  <a:pt x="36742" y="93168"/>
                  <a:pt x="37490" y="91161"/>
                  <a:pt x="38475" y="88552"/>
                </a:cubicBezTo>
                <a:lnTo>
                  <a:pt x="41649" y="80525"/>
                </a:lnTo>
                <a:lnTo>
                  <a:pt x="28204" y="46338"/>
                </a:lnTo>
                <a:cubicBezTo>
                  <a:pt x="25705" y="40117"/>
                  <a:pt x="22914" y="33020"/>
                  <a:pt x="19794" y="25030"/>
                </a:cubicBezTo>
                <a:cubicBezTo>
                  <a:pt x="16820" y="17441"/>
                  <a:pt x="14996" y="13026"/>
                  <a:pt x="14376" y="11785"/>
                </a:cubicBezTo>
                <a:cubicBezTo>
                  <a:pt x="13756" y="10526"/>
                  <a:pt x="12770" y="9724"/>
                  <a:pt x="11402" y="9340"/>
                </a:cubicBezTo>
                <a:cubicBezTo>
                  <a:pt x="11275" y="9231"/>
                  <a:pt x="11147" y="9158"/>
                  <a:pt x="11019" y="9158"/>
                </a:cubicBezTo>
                <a:cubicBezTo>
                  <a:pt x="9523" y="8775"/>
                  <a:pt x="6787" y="8593"/>
                  <a:pt x="2810" y="8593"/>
                </a:cubicBezTo>
                <a:lnTo>
                  <a:pt x="0" y="8593"/>
                </a:lnTo>
                <a:lnTo>
                  <a:pt x="0" y="0"/>
                </a:lnTo>
                <a:lnTo>
                  <a:pt x="1314" y="0"/>
                </a:lnTo>
                <a:lnTo>
                  <a:pt x="5035" y="201"/>
                </a:lnTo>
                <a:cubicBezTo>
                  <a:pt x="7407" y="201"/>
                  <a:pt x="10016" y="256"/>
                  <a:pt x="12880" y="383"/>
                </a:cubicBezTo>
                <a:cubicBezTo>
                  <a:pt x="15744" y="511"/>
                  <a:pt x="17860" y="566"/>
                  <a:pt x="19247" y="566"/>
                </a:cubicBezTo>
                <a:cubicBezTo>
                  <a:pt x="20104" y="566"/>
                  <a:pt x="21363" y="566"/>
                  <a:pt x="22968" y="566"/>
                </a:cubicBezTo>
                <a:cubicBezTo>
                  <a:pt x="24592" y="566"/>
                  <a:pt x="26398" y="511"/>
                  <a:pt x="28387" y="383"/>
                </a:cubicBezTo>
                <a:cubicBezTo>
                  <a:pt x="30393" y="256"/>
                  <a:pt x="32181" y="201"/>
                  <a:pt x="33805" y="201"/>
                </a:cubicBezTo>
                <a:cubicBezTo>
                  <a:pt x="35428" y="201"/>
                  <a:pt x="36924" y="201"/>
                  <a:pt x="38293" y="201"/>
                </a:cubicBezTo>
                <a:lnTo>
                  <a:pt x="39971" y="0"/>
                </a:lnTo>
                <a:lnTo>
                  <a:pt x="41467" y="0"/>
                </a:lnTo>
                <a:lnTo>
                  <a:pt x="41467" y="8593"/>
                </a:lnTo>
                <a:lnTo>
                  <a:pt x="39789" y="8593"/>
                </a:lnTo>
                <a:cubicBezTo>
                  <a:pt x="33695" y="8593"/>
                  <a:pt x="30758" y="9778"/>
                  <a:pt x="31014" y="12150"/>
                </a:cubicBezTo>
                <a:lnTo>
                  <a:pt x="49877" y="59600"/>
                </a:lnTo>
                <a:cubicBezTo>
                  <a:pt x="49877" y="59473"/>
                  <a:pt x="52741" y="52303"/>
                  <a:pt x="58469" y="38110"/>
                </a:cubicBezTo>
                <a:lnTo>
                  <a:pt x="66679" y="16820"/>
                </a:lnTo>
                <a:lnTo>
                  <a:pt x="66679" y="15142"/>
                </a:lnTo>
                <a:cubicBezTo>
                  <a:pt x="66679" y="13281"/>
                  <a:pt x="66077" y="11840"/>
                  <a:pt x="64818" y="10837"/>
                </a:cubicBezTo>
                <a:cubicBezTo>
                  <a:pt x="63578" y="9851"/>
                  <a:pt x="62447" y="9231"/>
                  <a:pt x="61461" y="8976"/>
                </a:cubicBezTo>
                <a:cubicBezTo>
                  <a:pt x="60458" y="8720"/>
                  <a:pt x="59582" y="8593"/>
                  <a:pt x="58834" y="8593"/>
                </a:cubicBezTo>
                <a:lnTo>
                  <a:pt x="58287" y="8593"/>
                </a:lnTo>
                <a:lnTo>
                  <a:pt x="58287" y="0"/>
                </a:lnTo>
                <a:lnTo>
                  <a:pt x="59400" y="0"/>
                </a:lnTo>
                <a:lnTo>
                  <a:pt x="60713" y="0"/>
                </a:lnTo>
                <a:cubicBezTo>
                  <a:pt x="61589" y="0"/>
                  <a:pt x="62647" y="0"/>
                  <a:pt x="63888" y="0"/>
                </a:cubicBezTo>
                <a:cubicBezTo>
                  <a:pt x="65128" y="0"/>
                  <a:pt x="66442" y="73"/>
                  <a:pt x="67810" y="201"/>
                </a:cubicBezTo>
                <a:cubicBezTo>
                  <a:pt x="69178" y="310"/>
                  <a:pt x="70620" y="383"/>
                  <a:pt x="72097" y="383"/>
                </a:cubicBezTo>
                <a:cubicBezTo>
                  <a:pt x="73593" y="383"/>
                  <a:pt x="74669" y="383"/>
                  <a:pt x="75290" y="383"/>
                </a:cubicBezTo>
                <a:cubicBezTo>
                  <a:pt x="82131" y="383"/>
                  <a:pt x="87184" y="256"/>
                  <a:pt x="90413" y="0"/>
                </a:cubicBezTo>
                <a:lnTo>
                  <a:pt x="91344" y="0"/>
                </a:lnTo>
                <a:lnTo>
                  <a:pt x="91344" y="8593"/>
                </a:lnTo>
                <a:lnTo>
                  <a:pt x="89300" y="8593"/>
                </a:lnTo>
                <a:cubicBezTo>
                  <a:pt x="82314" y="9231"/>
                  <a:pt x="77643" y="11712"/>
                  <a:pt x="75290" y="16073"/>
                </a:cubicBezTo>
                <a:cubicBezTo>
                  <a:pt x="75034" y="16328"/>
                  <a:pt x="72298" y="23169"/>
                  <a:pt x="67062" y="36614"/>
                </a:cubicBezTo>
                <a:cubicBezTo>
                  <a:pt x="61826" y="50078"/>
                  <a:pt x="56298" y="64143"/>
                  <a:pt x="50424" y="78847"/>
                </a:cubicBezTo>
                <a:cubicBezTo>
                  <a:pt x="44587" y="93533"/>
                  <a:pt x="40719" y="102253"/>
                  <a:pt x="38858" y="104989"/>
                </a:cubicBezTo>
                <a:cubicBezTo>
                  <a:pt x="33002" y="114093"/>
                  <a:pt x="25906" y="118635"/>
                  <a:pt x="17568" y="118635"/>
                </a:cubicBezTo>
                <a:cubicBezTo>
                  <a:pt x="12077" y="118635"/>
                  <a:pt x="7790" y="116957"/>
                  <a:pt x="4671" y="113582"/>
                </a:cubicBezTo>
                <a:cubicBezTo>
                  <a:pt x="1551" y="110225"/>
                  <a:pt x="0" y="106431"/>
                  <a:pt x="0" y="102198"/>
                </a:cubicBezTo>
                <a:cubicBezTo>
                  <a:pt x="0" y="98823"/>
                  <a:pt x="985" y="96470"/>
                  <a:pt x="2992" y="95084"/>
                </a:cubicBezTo>
                <a:cubicBezTo>
                  <a:pt x="4981" y="93716"/>
                  <a:pt x="7097" y="92967"/>
                  <a:pt x="9340" y="928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2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82A55413-B9A0-485E-8604-339509BD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257" y="2384004"/>
            <a:ext cx="44276" cy="129782"/>
          </a:xfrm>
          <a:custGeom xmlns:a="http://schemas.openxmlformats.org/drawingml/2006/main">
            <a:pathLst>
              <a:path w="44276" h="129782">
                <a:moveTo>
                  <a:pt x="2992" y="121189"/>
                </a:moveTo>
                <a:lnTo>
                  <a:pt x="5619" y="121189"/>
                </a:lnTo>
                <a:cubicBezTo>
                  <a:pt x="10472" y="121189"/>
                  <a:pt x="13391" y="120314"/>
                  <a:pt x="14394" y="118562"/>
                </a:cubicBezTo>
                <a:lnTo>
                  <a:pt x="14394" y="117066"/>
                </a:lnTo>
                <a:cubicBezTo>
                  <a:pt x="14394" y="115953"/>
                  <a:pt x="14394" y="114530"/>
                  <a:pt x="14394" y="112779"/>
                </a:cubicBezTo>
                <a:cubicBezTo>
                  <a:pt x="14394" y="111046"/>
                  <a:pt x="14394" y="108984"/>
                  <a:pt x="14394" y="106613"/>
                </a:cubicBezTo>
                <a:cubicBezTo>
                  <a:pt x="14394" y="104241"/>
                  <a:pt x="14449" y="101559"/>
                  <a:pt x="14577" y="98586"/>
                </a:cubicBezTo>
                <a:cubicBezTo>
                  <a:pt x="14704" y="95594"/>
                  <a:pt x="14704" y="92475"/>
                  <a:pt x="14577" y="89245"/>
                </a:cubicBezTo>
                <a:cubicBezTo>
                  <a:pt x="14449" y="85998"/>
                  <a:pt x="14449" y="82568"/>
                  <a:pt x="14577" y="78956"/>
                </a:cubicBezTo>
                <a:cubicBezTo>
                  <a:pt x="14704" y="75363"/>
                  <a:pt x="14704" y="71805"/>
                  <a:pt x="14577" y="68320"/>
                </a:cubicBezTo>
                <a:cubicBezTo>
                  <a:pt x="14577" y="63705"/>
                  <a:pt x="14577" y="58852"/>
                  <a:pt x="14577" y="53744"/>
                </a:cubicBezTo>
                <a:cubicBezTo>
                  <a:pt x="14577" y="48636"/>
                  <a:pt x="14577" y="43966"/>
                  <a:pt x="14577" y="39734"/>
                </a:cubicBezTo>
                <a:cubicBezTo>
                  <a:pt x="14577" y="35501"/>
                  <a:pt x="14577" y="31761"/>
                  <a:pt x="14577" y="28532"/>
                </a:cubicBezTo>
                <a:cubicBezTo>
                  <a:pt x="14577" y="25285"/>
                  <a:pt x="14504" y="22548"/>
                  <a:pt x="14394" y="20305"/>
                </a:cubicBezTo>
                <a:cubicBezTo>
                  <a:pt x="14267" y="18061"/>
                  <a:pt x="14267" y="17003"/>
                  <a:pt x="14394" y="17130"/>
                </a:cubicBezTo>
                <a:cubicBezTo>
                  <a:pt x="14011" y="14758"/>
                  <a:pt x="13136" y="13208"/>
                  <a:pt x="11767" y="12460"/>
                </a:cubicBezTo>
                <a:cubicBezTo>
                  <a:pt x="10399" y="11712"/>
                  <a:pt x="7608" y="11165"/>
                  <a:pt x="3376" y="10782"/>
                </a:cubicBezTo>
                <a:lnTo>
                  <a:pt x="0" y="10782"/>
                </a:lnTo>
                <a:lnTo>
                  <a:pt x="0" y="6477"/>
                </a:lnTo>
                <a:cubicBezTo>
                  <a:pt x="0" y="3612"/>
                  <a:pt x="128" y="2189"/>
                  <a:pt x="384" y="2189"/>
                </a:cubicBezTo>
                <a:lnTo>
                  <a:pt x="2245" y="2007"/>
                </a:lnTo>
                <a:cubicBezTo>
                  <a:pt x="3503" y="1879"/>
                  <a:pt x="5291" y="1751"/>
                  <a:pt x="7663" y="1624"/>
                </a:cubicBezTo>
                <a:cubicBezTo>
                  <a:pt x="10034" y="1496"/>
                  <a:pt x="12332" y="1387"/>
                  <a:pt x="14577" y="1259"/>
                </a:cubicBezTo>
                <a:cubicBezTo>
                  <a:pt x="16693" y="1131"/>
                  <a:pt x="18991" y="1004"/>
                  <a:pt x="21491" y="876"/>
                </a:cubicBezTo>
                <a:cubicBezTo>
                  <a:pt x="23972" y="748"/>
                  <a:pt x="25851" y="566"/>
                  <a:pt x="27092" y="310"/>
                </a:cubicBezTo>
                <a:cubicBezTo>
                  <a:pt x="28332" y="73"/>
                  <a:pt x="29025" y="0"/>
                  <a:pt x="29153" y="128"/>
                </a:cubicBezTo>
                <a:lnTo>
                  <a:pt x="29700" y="128"/>
                </a:lnTo>
                <a:lnTo>
                  <a:pt x="29700" y="58980"/>
                </a:lnTo>
                <a:cubicBezTo>
                  <a:pt x="29700" y="98458"/>
                  <a:pt x="29773" y="118325"/>
                  <a:pt x="29901" y="118562"/>
                </a:cubicBezTo>
                <a:cubicBezTo>
                  <a:pt x="30393" y="119565"/>
                  <a:pt x="31141" y="120259"/>
                  <a:pt x="32127" y="120624"/>
                </a:cubicBezTo>
                <a:cubicBezTo>
                  <a:pt x="34753" y="121007"/>
                  <a:pt x="37800" y="121189"/>
                  <a:pt x="41285" y="121189"/>
                </a:cubicBezTo>
                <a:lnTo>
                  <a:pt x="44276" y="121189"/>
                </a:lnTo>
                <a:lnTo>
                  <a:pt x="44276" y="129782"/>
                </a:lnTo>
                <a:lnTo>
                  <a:pt x="42781" y="129782"/>
                </a:lnTo>
                <a:lnTo>
                  <a:pt x="38494" y="129599"/>
                </a:lnTo>
                <a:cubicBezTo>
                  <a:pt x="35611" y="129472"/>
                  <a:pt x="32565" y="129398"/>
                  <a:pt x="29335" y="129398"/>
                </a:cubicBezTo>
                <a:cubicBezTo>
                  <a:pt x="26106" y="129398"/>
                  <a:pt x="23734" y="129344"/>
                  <a:pt x="22239" y="129216"/>
                </a:cubicBezTo>
                <a:cubicBezTo>
                  <a:pt x="20743" y="129088"/>
                  <a:pt x="18371" y="129088"/>
                  <a:pt x="15142" y="129216"/>
                </a:cubicBezTo>
                <a:cubicBezTo>
                  <a:pt x="11895" y="129344"/>
                  <a:pt x="8775" y="129472"/>
                  <a:pt x="5802" y="129599"/>
                </a:cubicBezTo>
                <a:lnTo>
                  <a:pt x="1496" y="129782"/>
                </a:lnTo>
                <a:lnTo>
                  <a:pt x="0" y="129782"/>
                </a:lnTo>
                <a:lnTo>
                  <a:pt x="0" y="121189"/>
                </a:lnTo>
                <a:lnTo>
                  <a:pt x="2992" y="1211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3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C52DCB74-8D37-444C-A271-BF2B419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561" y="2430086"/>
            <a:ext cx="72298" cy="85743"/>
          </a:xfrm>
          <a:custGeom xmlns:a="http://schemas.openxmlformats.org/drawingml/2006/main">
            <a:pathLst>
              <a:path w="72298" h="85743">
                <a:moveTo>
                  <a:pt x="0" y="42963"/>
                </a:moveTo>
                <a:cubicBezTo>
                  <a:pt x="0" y="36122"/>
                  <a:pt x="1259" y="29901"/>
                  <a:pt x="3740" y="24300"/>
                </a:cubicBezTo>
                <a:cubicBezTo>
                  <a:pt x="6239" y="18681"/>
                  <a:pt x="9340" y="14138"/>
                  <a:pt x="13081" y="10654"/>
                </a:cubicBezTo>
                <a:cubicBezTo>
                  <a:pt x="16820" y="7170"/>
                  <a:pt x="20871" y="4561"/>
                  <a:pt x="25230" y="2810"/>
                </a:cubicBezTo>
                <a:cubicBezTo>
                  <a:pt x="29590" y="1058"/>
                  <a:pt x="33695" y="128"/>
                  <a:pt x="37563" y="0"/>
                </a:cubicBezTo>
                <a:cubicBezTo>
                  <a:pt x="44167" y="0"/>
                  <a:pt x="49822" y="1131"/>
                  <a:pt x="54565" y="3375"/>
                </a:cubicBezTo>
                <a:cubicBezTo>
                  <a:pt x="59290" y="5601"/>
                  <a:pt x="62902" y="8720"/>
                  <a:pt x="65384" y="12697"/>
                </a:cubicBezTo>
                <a:cubicBezTo>
                  <a:pt x="67883" y="16693"/>
                  <a:pt x="69634" y="20688"/>
                  <a:pt x="70620" y="24665"/>
                </a:cubicBezTo>
                <a:cubicBezTo>
                  <a:pt x="71623" y="28642"/>
                  <a:pt x="72188" y="33075"/>
                  <a:pt x="72298" y="37928"/>
                </a:cubicBezTo>
                <a:cubicBezTo>
                  <a:pt x="72298" y="38803"/>
                  <a:pt x="71860" y="39679"/>
                  <a:pt x="71002" y="40536"/>
                </a:cubicBezTo>
                <a:lnTo>
                  <a:pt x="18316" y="40536"/>
                </a:lnTo>
                <a:lnTo>
                  <a:pt x="18316" y="43346"/>
                </a:lnTo>
                <a:cubicBezTo>
                  <a:pt x="18316" y="61771"/>
                  <a:pt x="24537" y="72991"/>
                  <a:pt x="36997" y="76968"/>
                </a:cubicBezTo>
                <a:cubicBezTo>
                  <a:pt x="39478" y="77716"/>
                  <a:pt x="42233" y="78081"/>
                  <a:pt x="45207" y="78081"/>
                </a:cubicBezTo>
                <a:cubicBezTo>
                  <a:pt x="50442" y="78081"/>
                  <a:pt x="54930" y="76092"/>
                  <a:pt x="58670" y="72115"/>
                </a:cubicBezTo>
                <a:cubicBezTo>
                  <a:pt x="60786" y="69999"/>
                  <a:pt x="62465" y="67372"/>
                  <a:pt x="63705" y="64271"/>
                </a:cubicBezTo>
                <a:lnTo>
                  <a:pt x="65584" y="59783"/>
                </a:lnTo>
                <a:cubicBezTo>
                  <a:pt x="65949" y="59418"/>
                  <a:pt x="66953" y="59218"/>
                  <a:pt x="68576" y="59218"/>
                </a:cubicBezTo>
                <a:lnTo>
                  <a:pt x="69124" y="59218"/>
                </a:lnTo>
                <a:cubicBezTo>
                  <a:pt x="71240" y="59218"/>
                  <a:pt x="72298" y="59838"/>
                  <a:pt x="72298" y="61096"/>
                </a:cubicBezTo>
                <a:cubicBezTo>
                  <a:pt x="72298" y="61589"/>
                  <a:pt x="72115" y="62392"/>
                  <a:pt x="71751" y="63523"/>
                </a:cubicBezTo>
                <a:cubicBezTo>
                  <a:pt x="69379" y="70364"/>
                  <a:pt x="65457" y="75782"/>
                  <a:pt x="59965" y="79777"/>
                </a:cubicBezTo>
                <a:cubicBezTo>
                  <a:pt x="54492" y="83754"/>
                  <a:pt x="48326" y="85743"/>
                  <a:pt x="41485" y="85743"/>
                </a:cubicBezTo>
                <a:cubicBezTo>
                  <a:pt x="29645" y="85743"/>
                  <a:pt x="19812" y="81455"/>
                  <a:pt x="11968" y="72863"/>
                </a:cubicBezTo>
                <a:cubicBezTo>
                  <a:pt x="4123" y="64271"/>
                  <a:pt x="128" y="54310"/>
                  <a:pt x="0" y="42963"/>
                </a:cubicBezTo>
                <a:moveTo>
                  <a:pt x="56992" y="32327"/>
                </a:moveTo>
                <a:cubicBezTo>
                  <a:pt x="55605" y="16382"/>
                  <a:pt x="49694" y="7918"/>
                  <a:pt x="39241" y="6914"/>
                </a:cubicBezTo>
                <a:lnTo>
                  <a:pt x="38858" y="6914"/>
                </a:lnTo>
                <a:cubicBezTo>
                  <a:pt x="37873" y="6914"/>
                  <a:pt x="36869" y="6969"/>
                  <a:pt x="35866" y="7097"/>
                </a:cubicBezTo>
                <a:cubicBezTo>
                  <a:pt x="34881" y="7224"/>
                  <a:pt x="33330" y="7717"/>
                  <a:pt x="31196" y="8593"/>
                </a:cubicBezTo>
                <a:cubicBezTo>
                  <a:pt x="29080" y="9468"/>
                  <a:pt x="27292" y="10782"/>
                  <a:pt x="25796" y="12515"/>
                </a:cubicBezTo>
                <a:cubicBezTo>
                  <a:pt x="24300" y="14266"/>
                  <a:pt x="22859" y="16820"/>
                  <a:pt x="21491" y="20177"/>
                </a:cubicBezTo>
                <a:cubicBezTo>
                  <a:pt x="20122" y="23552"/>
                  <a:pt x="19119" y="27657"/>
                  <a:pt x="18499" y="32509"/>
                </a:cubicBezTo>
                <a:lnTo>
                  <a:pt x="18499" y="33823"/>
                </a:lnTo>
                <a:lnTo>
                  <a:pt x="56992" y="33823"/>
                </a:lnTo>
                <a:lnTo>
                  <a:pt x="56992" y="323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4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359D1D8B-76D6-442F-A2E5-EA3C4BC2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981" y="2290782"/>
            <a:ext cx="134671" cy="186536"/>
          </a:xfrm>
          <a:custGeom xmlns:a="http://schemas.openxmlformats.org/drawingml/2006/main">
            <a:pathLst>
              <a:path w="134671" h="186536">
                <a:moveTo>
                  <a:pt x="31451" y="5546"/>
                </a:moveTo>
                <a:cubicBezTo>
                  <a:pt x="31451" y="3430"/>
                  <a:pt x="32947" y="1569"/>
                  <a:pt x="35939" y="0"/>
                </a:cubicBezTo>
                <a:lnTo>
                  <a:pt x="40956" y="0"/>
                </a:lnTo>
                <a:cubicBezTo>
                  <a:pt x="56809" y="529"/>
                  <a:pt x="66861" y="4926"/>
                  <a:pt x="71076" y="13208"/>
                </a:cubicBezTo>
                <a:cubicBezTo>
                  <a:pt x="72133" y="15835"/>
                  <a:pt x="77150" y="29754"/>
                  <a:pt x="86144" y="54949"/>
                </a:cubicBezTo>
                <a:cubicBezTo>
                  <a:pt x="95119" y="80142"/>
                  <a:pt x="104022" y="104716"/>
                  <a:pt x="112834" y="128669"/>
                </a:cubicBezTo>
                <a:cubicBezTo>
                  <a:pt x="121627" y="152622"/>
                  <a:pt x="126042" y="164955"/>
                  <a:pt x="126042" y="165666"/>
                </a:cubicBezTo>
                <a:cubicBezTo>
                  <a:pt x="127265" y="169187"/>
                  <a:pt x="128414" y="172087"/>
                  <a:pt x="129472" y="174386"/>
                </a:cubicBezTo>
                <a:cubicBezTo>
                  <a:pt x="130530" y="176667"/>
                  <a:pt x="131333" y="178345"/>
                  <a:pt x="131843" y="179403"/>
                </a:cubicBezTo>
                <a:cubicBezTo>
                  <a:pt x="132372" y="180461"/>
                  <a:pt x="132828" y="181246"/>
                  <a:pt x="133175" y="181793"/>
                </a:cubicBezTo>
                <a:cubicBezTo>
                  <a:pt x="133522" y="182304"/>
                  <a:pt x="133869" y="182668"/>
                  <a:pt x="134233" y="182833"/>
                </a:cubicBezTo>
                <a:cubicBezTo>
                  <a:pt x="134580" y="183015"/>
                  <a:pt x="134671" y="183362"/>
                  <a:pt x="134489" y="183891"/>
                </a:cubicBezTo>
                <a:cubicBezTo>
                  <a:pt x="134325" y="184420"/>
                  <a:pt x="133795" y="185223"/>
                  <a:pt x="132901" y="186280"/>
                </a:cubicBezTo>
                <a:lnTo>
                  <a:pt x="114932" y="186280"/>
                </a:lnTo>
                <a:cubicBezTo>
                  <a:pt x="110535" y="183799"/>
                  <a:pt x="107726" y="181246"/>
                  <a:pt x="106486" y="178619"/>
                </a:cubicBezTo>
                <a:cubicBezTo>
                  <a:pt x="105263" y="175973"/>
                  <a:pt x="100757" y="164170"/>
                  <a:pt x="93022" y="143209"/>
                </a:cubicBezTo>
                <a:lnTo>
                  <a:pt x="81128" y="110170"/>
                </a:lnTo>
                <a:lnTo>
                  <a:pt x="77424" y="114129"/>
                </a:lnTo>
                <a:cubicBezTo>
                  <a:pt x="75125" y="116957"/>
                  <a:pt x="70984" y="121810"/>
                  <a:pt x="65001" y="128669"/>
                </a:cubicBezTo>
                <a:cubicBezTo>
                  <a:pt x="59017" y="135546"/>
                  <a:pt x="53982" y="141348"/>
                  <a:pt x="49950" y="146109"/>
                </a:cubicBezTo>
                <a:cubicBezTo>
                  <a:pt x="45535" y="151217"/>
                  <a:pt x="40080" y="157566"/>
                  <a:pt x="33567" y="165137"/>
                </a:cubicBezTo>
                <a:cubicBezTo>
                  <a:pt x="24574" y="175699"/>
                  <a:pt x="19028" y="181866"/>
                  <a:pt x="16911" y="183635"/>
                </a:cubicBezTo>
                <a:cubicBezTo>
                  <a:pt x="14795" y="185387"/>
                  <a:pt x="12332" y="186354"/>
                  <a:pt x="9523" y="186536"/>
                </a:cubicBezTo>
                <a:cubicBezTo>
                  <a:pt x="3174" y="186536"/>
                  <a:pt x="0" y="183708"/>
                  <a:pt x="0" y="178071"/>
                </a:cubicBezTo>
                <a:cubicBezTo>
                  <a:pt x="0" y="175079"/>
                  <a:pt x="1241" y="172270"/>
                  <a:pt x="3704" y="169624"/>
                </a:cubicBezTo>
                <a:cubicBezTo>
                  <a:pt x="6166" y="166979"/>
                  <a:pt x="18316" y="155103"/>
                  <a:pt x="40171" y="133959"/>
                </a:cubicBezTo>
                <a:cubicBezTo>
                  <a:pt x="45444" y="128851"/>
                  <a:pt x="51354" y="123123"/>
                  <a:pt x="57868" y="116774"/>
                </a:cubicBezTo>
                <a:cubicBezTo>
                  <a:pt x="64380" y="110444"/>
                  <a:pt x="69233" y="105682"/>
                  <a:pt x="72407" y="102508"/>
                </a:cubicBezTo>
                <a:lnTo>
                  <a:pt x="76895" y="98294"/>
                </a:lnTo>
                <a:cubicBezTo>
                  <a:pt x="76895" y="98112"/>
                  <a:pt x="72498" y="85780"/>
                  <a:pt x="63687" y="61297"/>
                </a:cubicBezTo>
                <a:cubicBezTo>
                  <a:pt x="54876" y="36814"/>
                  <a:pt x="50114" y="23588"/>
                  <a:pt x="49421" y="21654"/>
                </a:cubicBezTo>
                <a:cubicBezTo>
                  <a:pt x="45882" y="13737"/>
                  <a:pt x="41394" y="9778"/>
                  <a:pt x="35939" y="9778"/>
                </a:cubicBezTo>
                <a:cubicBezTo>
                  <a:pt x="32947" y="9778"/>
                  <a:pt x="31451" y="8355"/>
                  <a:pt x="31451" y="55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75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E8F5AEF0-D7B2-4E47-A4EF-00A6CE15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124" y="2386193"/>
            <a:ext cx="160084" cy="127593"/>
          </a:xfrm>
          <a:custGeom xmlns:a="http://schemas.openxmlformats.org/drawingml/2006/main">
            <a:pathLst>
              <a:path w="160084" h="127593">
                <a:moveTo>
                  <a:pt x="37928" y="8593"/>
                </a:moveTo>
                <a:cubicBezTo>
                  <a:pt x="37544" y="8593"/>
                  <a:pt x="37052" y="8593"/>
                  <a:pt x="36432" y="8593"/>
                </a:cubicBezTo>
                <a:cubicBezTo>
                  <a:pt x="33312" y="8593"/>
                  <a:pt x="31451" y="8520"/>
                  <a:pt x="30831" y="8411"/>
                </a:cubicBezTo>
                <a:cubicBezTo>
                  <a:pt x="30193" y="8283"/>
                  <a:pt x="29882" y="7589"/>
                  <a:pt x="29882" y="6349"/>
                </a:cubicBezTo>
                <a:cubicBezTo>
                  <a:pt x="29882" y="2992"/>
                  <a:pt x="30575" y="930"/>
                  <a:pt x="31944" y="183"/>
                </a:cubicBezTo>
                <a:cubicBezTo>
                  <a:pt x="32199" y="55"/>
                  <a:pt x="38238" y="0"/>
                  <a:pt x="50059" y="0"/>
                </a:cubicBezTo>
                <a:cubicBezTo>
                  <a:pt x="59655" y="0"/>
                  <a:pt x="65128" y="0"/>
                  <a:pt x="66497" y="0"/>
                </a:cubicBezTo>
                <a:cubicBezTo>
                  <a:pt x="67865" y="0"/>
                  <a:pt x="68740" y="365"/>
                  <a:pt x="69123" y="1114"/>
                </a:cubicBezTo>
                <a:cubicBezTo>
                  <a:pt x="95393" y="62885"/>
                  <a:pt x="108784" y="94591"/>
                  <a:pt x="109277" y="96215"/>
                </a:cubicBezTo>
                <a:lnTo>
                  <a:pt x="119365" y="56408"/>
                </a:lnTo>
                <a:cubicBezTo>
                  <a:pt x="125969" y="30138"/>
                  <a:pt x="129271" y="16128"/>
                  <a:pt x="129271" y="14376"/>
                </a:cubicBezTo>
                <a:cubicBezTo>
                  <a:pt x="129271" y="11019"/>
                  <a:pt x="125275" y="9086"/>
                  <a:pt x="117322" y="8593"/>
                </a:cubicBezTo>
                <a:cubicBezTo>
                  <a:pt x="114330" y="8593"/>
                  <a:pt x="112834" y="7900"/>
                  <a:pt x="112834" y="6532"/>
                </a:cubicBezTo>
                <a:cubicBezTo>
                  <a:pt x="112834" y="6294"/>
                  <a:pt x="112943" y="5546"/>
                  <a:pt x="113199" y="4288"/>
                </a:cubicBezTo>
                <a:cubicBezTo>
                  <a:pt x="113691" y="2299"/>
                  <a:pt x="114075" y="1114"/>
                  <a:pt x="114330" y="748"/>
                </a:cubicBezTo>
                <a:cubicBezTo>
                  <a:pt x="114567" y="365"/>
                  <a:pt x="115206" y="128"/>
                  <a:pt x="116191" y="0"/>
                </a:cubicBezTo>
                <a:cubicBezTo>
                  <a:pt x="116574" y="0"/>
                  <a:pt x="118489" y="55"/>
                  <a:pt x="121974" y="183"/>
                </a:cubicBezTo>
                <a:cubicBezTo>
                  <a:pt x="125476" y="310"/>
                  <a:pt x="130639" y="439"/>
                  <a:pt x="137481" y="566"/>
                </a:cubicBezTo>
                <a:cubicBezTo>
                  <a:pt x="143720" y="566"/>
                  <a:pt x="148445" y="493"/>
                  <a:pt x="151692" y="365"/>
                </a:cubicBezTo>
                <a:cubicBezTo>
                  <a:pt x="154921" y="237"/>
                  <a:pt x="156800" y="183"/>
                  <a:pt x="157292" y="183"/>
                </a:cubicBezTo>
                <a:cubicBezTo>
                  <a:pt x="159153" y="183"/>
                  <a:pt x="160084" y="803"/>
                  <a:pt x="160084" y="2062"/>
                </a:cubicBezTo>
                <a:cubicBezTo>
                  <a:pt x="160084" y="4798"/>
                  <a:pt x="159591" y="6659"/>
                  <a:pt x="158587" y="7663"/>
                </a:cubicBezTo>
                <a:cubicBezTo>
                  <a:pt x="158350" y="8283"/>
                  <a:pt x="156982" y="8593"/>
                  <a:pt x="154483" y="8593"/>
                </a:cubicBezTo>
                <a:cubicBezTo>
                  <a:pt x="145653" y="9086"/>
                  <a:pt x="140107" y="11585"/>
                  <a:pt x="137863" y="16073"/>
                </a:cubicBezTo>
                <a:lnTo>
                  <a:pt x="110024" y="126279"/>
                </a:lnTo>
                <a:cubicBezTo>
                  <a:pt x="109787" y="127155"/>
                  <a:pt x="108474" y="127593"/>
                  <a:pt x="106102" y="127593"/>
                </a:cubicBezTo>
                <a:cubicBezTo>
                  <a:pt x="104351" y="127593"/>
                  <a:pt x="103311" y="127465"/>
                  <a:pt x="102928" y="127210"/>
                </a:cubicBezTo>
                <a:cubicBezTo>
                  <a:pt x="102563" y="126845"/>
                  <a:pt x="94518" y="107963"/>
                  <a:pt x="78829" y="70601"/>
                </a:cubicBezTo>
                <a:lnTo>
                  <a:pt x="55112" y="14759"/>
                </a:lnTo>
                <a:lnTo>
                  <a:pt x="42963" y="63322"/>
                </a:lnTo>
                <a:cubicBezTo>
                  <a:pt x="34862" y="95211"/>
                  <a:pt x="30831" y="111721"/>
                  <a:pt x="30831" y="112834"/>
                </a:cubicBezTo>
                <a:cubicBezTo>
                  <a:pt x="31451" y="116939"/>
                  <a:pt x="35921" y="119000"/>
                  <a:pt x="44276" y="119000"/>
                </a:cubicBezTo>
                <a:lnTo>
                  <a:pt x="46137" y="119000"/>
                </a:lnTo>
                <a:cubicBezTo>
                  <a:pt x="46885" y="119621"/>
                  <a:pt x="47268" y="120113"/>
                  <a:pt x="47268" y="120496"/>
                </a:cubicBezTo>
                <a:cubicBezTo>
                  <a:pt x="47268" y="120861"/>
                  <a:pt x="47140" y="122047"/>
                  <a:pt x="46885" y="124035"/>
                </a:cubicBezTo>
                <a:cubicBezTo>
                  <a:pt x="46393" y="125659"/>
                  <a:pt x="45772" y="126845"/>
                  <a:pt x="45024" y="127593"/>
                </a:cubicBezTo>
                <a:lnTo>
                  <a:pt x="42580" y="127593"/>
                </a:lnTo>
                <a:cubicBezTo>
                  <a:pt x="38730" y="127337"/>
                  <a:pt x="31999" y="127210"/>
                  <a:pt x="22421" y="127210"/>
                </a:cubicBezTo>
                <a:cubicBezTo>
                  <a:pt x="18936" y="127210"/>
                  <a:pt x="15744" y="127210"/>
                  <a:pt x="12880" y="127210"/>
                </a:cubicBezTo>
                <a:cubicBezTo>
                  <a:pt x="10015" y="127210"/>
                  <a:pt x="7717" y="127210"/>
                  <a:pt x="5966" y="127210"/>
                </a:cubicBezTo>
                <a:cubicBezTo>
                  <a:pt x="4232" y="127210"/>
                  <a:pt x="3174" y="127283"/>
                  <a:pt x="2810" y="127410"/>
                </a:cubicBezTo>
                <a:cubicBezTo>
                  <a:pt x="930" y="127410"/>
                  <a:pt x="0" y="126845"/>
                  <a:pt x="0" y="125732"/>
                </a:cubicBezTo>
                <a:cubicBezTo>
                  <a:pt x="0" y="125221"/>
                  <a:pt x="182" y="124236"/>
                  <a:pt x="566" y="122722"/>
                </a:cubicBezTo>
                <a:cubicBezTo>
                  <a:pt x="930" y="121226"/>
                  <a:pt x="1240" y="120369"/>
                  <a:pt x="1496" y="120113"/>
                </a:cubicBezTo>
                <a:cubicBezTo>
                  <a:pt x="1733" y="119365"/>
                  <a:pt x="3174" y="119000"/>
                  <a:pt x="5783" y="119000"/>
                </a:cubicBezTo>
                <a:cubicBezTo>
                  <a:pt x="14248" y="118617"/>
                  <a:pt x="19739" y="116191"/>
                  <a:pt x="22220" y="111721"/>
                </a:cubicBezTo>
                <a:cubicBezTo>
                  <a:pt x="22731" y="110973"/>
                  <a:pt x="27146" y="93716"/>
                  <a:pt x="35483" y="59966"/>
                </a:cubicBezTo>
                <a:lnTo>
                  <a:pt x="48199" y="9158"/>
                </a:lnTo>
                <a:cubicBezTo>
                  <a:pt x="47943" y="9031"/>
                  <a:pt x="44513" y="8849"/>
                  <a:pt x="37928" y="85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6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C191C944-4B20-4518-8A59-6BAB15AE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679" y="2404875"/>
            <a:ext cx="124418" cy="124217"/>
          </a:xfrm>
          <a:custGeom xmlns:a="http://schemas.openxmlformats.org/drawingml/2006/main">
            <a:pathLst>
              <a:path w="124418" h="124217">
                <a:moveTo>
                  <a:pt x="0" y="64635"/>
                </a:moveTo>
                <a:cubicBezTo>
                  <a:pt x="0" y="64635"/>
                  <a:pt x="0" y="63814"/>
                  <a:pt x="0" y="62209"/>
                </a:cubicBezTo>
                <a:cubicBezTo>
                  <a:pt x="0" y="60585"/>
                  <a:pt x="876" y="59344"/>
                  <a:pt x="2609" y="58469"/>
                </a:cubicBezTo>
                <a:lnTo>
                  <a:pt x="58469" y="58469"/>
                </a:lnTo>
                <a:lnTo>
                  <a:pt x="58469" y="30447"/>
                </a:lnTo>
                <a:lnTo>
                  <a:pt x="58652" y="2426"/>
                </a:lnTo>
                <a:cubicBezTo>
                  <a:pt x="59892" y="802"/>
                  <a:pt x="61078" y="0"/>
                  <a:pt x="62209" y="0"/>
                </a:cubicBezTo>
                <a:cubicBezTo>
                  <a:pt x="63832" y="0"/>
                  <a:pt x="65073" y="930"/>
                  <a:pt x="65949" y="2791"/>
                </a:cubicBezTo>
                <a:lnTo>
                  <a:pt x="65949" y="58469"/>
                </a:lnTo>
                <a:lnTo>
                  <a:pt x="121609" y="58469"/>
                </a:lnTo>
                <a:cubicBezTo>
                  <a:pt x="123487" y="59472"/>
                  <a:pt x="124418" y="60713"/>
                  <a:pt x="124418" y="62209"/>
                </a:cubicBezTo>
                <a:cubicBezTo>
                  <a:pt x="124418" y="63705"/>
                  <a:pt x="123487" y="64945"/>
                  <a:pt x="121609" y="65931"/>
                </a:cubicBezTo>
                <a:lnTo>
                  <a:pt x="65949" y="65931"/>
                </a:lnTo>
                <a:lnTo>
                  <a:pt x="65949" y="121609"/>
                </a:lnTo>
                <a:cubicBezTo>
                  <a:pt x="64946" y="123360"/>
                  <a:pt x="63832" y="124217"/>
                  <a:pt x="62574" y="124217"/>
                </a:cubicBezTo>
                <a:lnTo>
                  <a:pt x="62209" y="124217"/>
                </a:lnTo>
                <a:lnTo>
                  <a:pt x="61826" y="124217"/>
                </a:lnTo>
                <a:cubicBezTo>
                  <a:pt x="60330" y="124217"/>
                  <a:pt x="59217" y="123360"/>
                  <a:pt x="58469" y="121609"/>
                </a:cubicBezTo>
                <a:lnTo>
                  <a:pt x="58469" y="65931"/>
                </a:lnTo>
                <a:lnTo>
                  <a:pt x="2609" y="65931"/>
                </a:lnTo>
                <a:cubicBezTo>
                  <a:pt x="876" y="65073"/>
                  <a:pt x="0" y="63814"/>
                  <a:pt x="0" y="62209"/>
                </a:cubicBezTo>
                <a:lnTo>
                  <a:pt x="0" y="646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7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8A2F06AA-D3EA-470C-82BC-A593AE58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058" y="2389368"/>
            <a:ext cx="64271" cy="124418"/>
          </a:xfrm>
          <a:custGeom xmlns:a="http://schemas.openxmlformats.org/drawingml/2006/main">
            <a:pathLst>
              <a:path w="64271" h="124418">
                <a:moveTo>
                  <a:pt x="24300" y="16437"/>
                </a:moveTo>
                <a:lnTo>
                  <a:pt x="21855" y="17367"/>
                </a:lnTo>
                <a:cubicBezTo>
                  <a:pt x="20122" y="17988"/>
                  <a:pt x="17623" y="18626"/>
                  <a:pt x="14394" y="19246"/>
                </a:cubicBezTo>
                <a:cubicBezTo>
                  <a:pt x="11146" y="19866"/>
                  <a:pt x="7534" y="20305"/>
                  <a:pt x="3557" y="20559"/>
                </a:cubicBezTo>
                <a:lnTo>
                  <a:pt x="0" y="20559"/>
                </a:lnTo>
                <a:lnTo>
                  <a:pt x="0" y="11949"/>
                </a:lnTo>
                <a:lnTo>
                  <a:pt x="3557" y="11949"/>
                </a:lnTo>
                <a:cubicBezTo>
                  <a:pt x="9395" y="11711"/>
                  <a:pt x="14813" y="10781"/>
                  <a:pt x="19794" y="9157"/>
                </a:cubicBezTo>
                <a:cubicBezTo>
                  <a:pt x="24774" y="7534"/>
                  <a:pt x="28277" y="6038"/>
                  <a:pt x="30265" y="4670"/>
                </a:cubicBezTo>
                <a:cubicBezTo>
                  <a:pt x="32254" y="3302"/>
                  <a:pt x="34005" y="1933"/>
                  <a:pt x="35501" y="565"/>
                </a:cubicBezTo>
                <a:cubicBezTo>
                  <a:pt x="35738" y="182"/>
                  <a:pt x="36487" y="0"/>
                  <a:pt x="37745" y="0"/>
                </a:cubicBezTo>
                <a:cubicBezTo>
                  <a:pt x="38858" y="0"/>
                  <a:pt x="39916" y="365"/>
                  <a:pt x="40920" y="1113"/>
                </a:cubicBezTo>
                <a:lnTo>
                  <a:pt x="40920" y="56973"/>
                </a:lnTo>
                <a:lnTo>
                  <a:pt x="41102" y="113016"/>
                </a:lnTo>
                <a:cubicBezTo>
                  <a:pt x="41978" y="113891"/>
                  <a:pt x="42726" y="114457"/>
                  <a:pt x="43346" y="114694"/>
                </a:cubicBezTo>
                <a:cubicBezTo>
                  <a:pt x="43966" y="114950"/>
                  <a:pt x="45462" y="115187"/>
                  <a:pt x="47834" y="115442"/>
                </a:cubicBezTo>
                <a:cubicBezTo>
                  <a:pt x="50187" y="115697"/>
                  <a:pt x="54054" y="115825"/>
                  <a:pt x="59418" y="115825"/>
                </a:cubicBezTo>
                <a:lnTo>
                  <a:pt x="64271" y="115825"/>
                </a:lnTo>
                <a:lnTo>
                  <a:pt x="64271" y="124418"/>
                </a:lnTo>
                <a:lnTo>
                  <a:pt x="62209" y="124418"/>
                </a:lnTo>
                <a:cubicBezTo>
                  <a:pt x="59600" y="124035"/>
                  <a:pt x="49694" y="123852"/>
                  <a:pt x="32509" y="123852"/>
                </a:cubicBezTo>
                <a:cubicBezTo>
                  <a:pt x="15562" y="123852"/>
                  <a:pt x="5783" y="124035"/>
                  <a:pt x="3174" y="124418"/>
                </a:cubicBezTo>
                <a:lnTo>
                  <a:pt x="930" y="124418"/>
                </a:lnTo>
                <a:lnTo>
                  <a:pt x="930" y="115825"/>
                </a:lnTo>
                <a:lnTo>
                  <a:pt x="5783" y="115825"/>
                </a:lnTo>
                <a:cubicBezTo>
                  <a:pt x="8538" y="115825"/>
                  <a:pt x="10910" y="115825"/>
                  <a:pt x="12898" y="115825"/>
                </a:cubicBezTo>
                <a:cubicBezTo>
                  <a:pt x="14887" y="115825"/>
                  <a:pt x="16437" y="115752"/>
                  <a:pt x="17568" y="115643"/>
                </a:cubicBezTo>
                <a:cubicBezTo>
                  <a:pt x="18681" y="115515"/>
                  <a:pt x="19685" y="115315"/>
                  <a:pt x="20542" y="115077"/>
                </a:cubicBezTo>
                <a:cubicBezTo>
                  <a:pt x="21418" y="114822"/>
                  <a:pt x="21910" y="114694"/>
                  <a:pt x="22038" y="114694"/>
                </a:cubicBezTo>
                <a:cubicBezTo>
                  <a:pt x="22166" y="114694"/>
                  <a:pt x="22548" y="114384"/>
                  <a:pt x="23169" y="113764"/>
                </a:cubicBezTo>
                <a:cubicBezTo>
                  <a:pt x="23789" y="113144"/>
                  <a:pt x="24154" y="112888"/>
                  <a:pt x="24300" y="113016"/>
                </a:cubicBezTo>
                <a:lnTo>
                  <a:pt x="24300" y="164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22FCE32A-0EEA-457A-86AC-11EFDD66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009" y="921342"/>
            <a:ext cx="275891" cy="319893"/>
          </a:xfrm>
          <a:custGeom xmlns:a="http://schemas.openxmlformats.org/drawingml/2006/main">
            <a:pathLst>
              <a:path w="275891" h="319893">
                <a:moveTo>
                  <a:pt x="275891" y="0"/>
                </a:moveTo>
                <a:lnTo>
                  <a:pt x="182796" y="0"/>
                </a:lnTo>
                <a:cubicBezTo>
                  <a:pt x="120825" y="0"/>
                  <a:pt x="89829" y="43528"/>
                  <a:pt x="89829" y="130566"/>
                </a:cubicBezTo>
                <a:lnTo>
                  <a:pt x="89829" y="225230"/>
                </a:lnTo>
                <a:cubicBezTo>
                  <a:pt x="89829" y="288351"/>
                  <a:pt x="74870" y="319893"/>
                  <a:pt x="44914" y="319893"/>
                </a:cubicBezTo>
                <a:lnTo>
                  <a:pt x="0" y="319893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79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B136843E-FD38-45F8-9B83-450FFC8C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470" y="1195537"/>
            <a:ext cx="91398" cy="91398"/>
          </a:xfrm>
          <a:custGeom xmlns:a="http://schemas.openxmlformats.org/drawingml/2006/main">
            <a:pathLst>
              <a:path w="91398" h="91398">
                <a:moveTo>
                  <a:pt x="0" y="45699"/>
                </a:moveTo>
                <a:lnTo>
                  <a:pt x="91398" y="0"/>
                </a:lnTo>
                <a:lnTo>
                  <a:pt x="68539" y="45699"/>
                </a:lnTo>
                <a:lnTo>
                  <a:pt x="91398" y="91398"/>
                </a:lnTo>
                <a:lnTo>
                  <a:pt x="0" y="456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B5148B75-21E5-4F13-8217-7F3B90FF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470" y="1195537"/>
            <a:ext cx="91398" cy="91398"/>
          </a:xfrm>
          <a:custGeom xmlns:a="http://schemas.openxmlformats.org/drawingml/2006/main">
            <a:pathLst>
              <a:path w="91398" h="91398">
                <a:moveTo>
                  <a:pt x="0" y="45699"/>
                </a:moveTo>
                <a:lnTo>
                  <a:pt x="91398" y="91398"/>
                </a:lnTo>
                <a:lnTo>
                  <a:pt x="68539" y="45699"/>
                </a:lnTo>
                <a:lnTo>
                  <a:pt x="9139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81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D69B5AF7-06C8-48F6-A06D-BED6EFD3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00" y="529644"/>
            <a:ext cx="1305680" cy="783415"/>
          </a:xfrm>
          <a:custGeom xmlns:a="http://schemas.openxmlformats.org/drawingml/2006/main">
            <a:pathLst>
              <a:path w="1305680" h="783415">
                <a:moveTo>
                  <a:pt x="117523" y="0"/>
                </a:moveTo>
                <a:lnTo>
                  <a:pt x="1188158" y="0"/>
                </a:lnTo>
                <a:cubicBezTo>
                  <a:pt x="1195874" y="0"/>
                  <a:pt x="1203518" y="748"/>
                  <a:pt x="1211089" y="2262"/>
                </a:cubicBezTo>
                <a:cubicBezTo>
                  <a:pt x="1218660" y="3758"/>
                  <a:pt x="1225994" y="5984"/>
                  <a:pt x="1233127" y="8939"/>
                </a:cubicBezTo>
                <a:cubicBezTo>
                  <a:pt x="1240260" y="11895"/>
                  <a:pt x="1247028" y="15525"/>
                  <a:pt x="1253450" y="19794"/>
                </a:cubicBezTo>
                <a:cubicBezTo>
                  <a:pt x="1259853" y="24099"/>
                  <a:pt x="1265801" y="28970"/>
                  <a:pt x="1271255" y="34425"/>
                </a:cubicBezTo>
                <a:cubicBezTo>
                  <a:pt x="1276710" y="39879"/>
                  <a:pt x="1281581" y="45808"/>
                  <a:pt x="1285868" y="52230"/>
                </a:cubicBezTo>
                <a:cubicBezTo>
                  <a:pt x="1290155" y="58633"/>
                  <a:pt x="1293767" y="65420"/>
                  <a:pt x="1296723" y="72553"/>
                </a:cubicBezTo>
                <a:cubicBezTo>
                  <a:pt x="1299678" y="79668"/>
                  <a:pt x="1301904" y="87020"/>
                  <a:pt x="1303418" y="94591"/>
                </a:cubicBezTo>
                <a:cubicBezTo>
                  <a:pt x="1304914" y="102162"/>
                  <a:pt x="1305680" y="109787"/>
                  <a:pt x="1305680" y="117504"/>
                </a:cubicBezTo>
                <a:lnTo>
                  <a:pt x="1305680" y="665893"/>
                </a:lnTo>
                <a:cubicBezTo>
                  <a:pt x="1305680" y="673610"/>
                  <a:pt x="1304914" y="681254"/>
                  <a:pt x="1303418" y="688806"/>
                </a:cubicBezTo>
                <a:cubicBezTo>
                  <a:pt x="1301904" y="696377"/>
                  <a:pt x="1299678" y="703729"/>
                  <a:pt x="1296723" y="710862"/>
                </a:cubicBezTo>
                <a:cubicBezTo>
                  <a:pt x="1293767" y="717977"/>
                  <a:pt x="1290155" y="724745"/>
                  <a:pt x="1285868" y="731167"/>
                </a:cubicBezTo>
                <a:cubicBezTo>
                  <a:pt x="1281581" y="737589"/>
                  <a:pt x="1276710" y="743518"/>
                  <a:pt x="1271255" y="748972"/>
                </a:cubicBezTo>
                <a:cubicBezTo>
                  <a:pt x="1265801" y="754427"/>
                  <a:pt x="1259853" y="759298"/>
                  <a:pt x="1253450" y="763603"/>
                </a:cubicBezTo>
                <a:cubicBezTo>
                  <a:pt x="1247028" y="767872"/>
                  <a:pt x="1240260" y="771484"/>
                  <a:pt x="1233127" y="774458"/>
                </a:cubicBezTo>
                <a:cubicBezTo>
                  <a:pt x="1225994" y="777413"/>
                  <a:pt x="1218660" y="779621"/>
                  <a:pt x="1211089" y="781135"/>
                </a:cubicBezTo>
                <a:cubicBezTo>
                  <a:pt x="1203518" y="782649"/>
                  <a:pt x="1195874" y="783397"/>
                  <a:pt x="1188158" y="783415"/>
                </a:cubicBezTo>
                <a:lnTo>
                  <a:pt x="117523" y="783415"/>
                </a:lnTo>
                <a:cubicBezTo>
                  <a:pt x="109806" y="783397"/>
                  <a:pt x="102162" y="782649"/>
                  <a:pt x="94591" y="781135"/>
                </a:cubicBezTo>
                <a:cubicBezTo>
                  <a:pt x="87020" y="779638"/>
                  <a:pt x="79668" y="777413"/>
                  <a:pt x="72535" y="774458"/>
                </a:cubicBezTo>
                <a:cubicBezTo>
                  <a:pt x="65420" y="771484"/>
                  <a:pt x="58652" y="767872"/>
                  <a:pt x="52230" y="763603"/>
                </a:cubicBezTo>
                <a:cubicBezTo>
                  <a:pt x="45809" y="759298"/>
                  <a:pt x="39880" y="754427"/>
                  <a:pt x="34425" y="748972"/>
                </a:cubicBezTo>
                <a:cubicBezTo>
                  <a:pt x="28970" y="743518"/>
                  <a:pt x="24100" y="737589"/>
                  <a:pt x="19813" y="731167"/>
                </a:cubicBezTo>
                <a:cubicBezTo>
                  <a:pt x="15525" y="724745"/>
                  <a:pt x="11895" y="717977"/>
                  <a:pt x="8958" y="710862"/>
                </a:cubicBezTo>
                <a:cubicBezTo>
                  <a:pt x="6002" y="703729"/>
                  <a:pt x="3777" y="696377"/>
                  <a:pt x="2262" y="688806"/>
                </a:cubicBezTo>
                <a:cubicBezTo>
                  <a:pt x="748" y="681254"/>
                  <a:pt x="0" y="673610"/>
                  <a:pt x="0" y="665893"/>
                </a:cubicBezTo>
                <a:lnTo>
                  <a:pt x="0" y="117504"/>
                </a:lnTo>
                <a:cubicBezTo>
                  <a:pt x="0" y="109787"/>
                  <a:pt x="748" y="102162"/>
                  <a:pt x="2262" y="94591"/>
                </a:cubicBezTo>
                <a:cubicBezTo>
                  <a:pt x="3777" y="87020"/>
                  <a:pt x="6002" y="79668"/>
                  <a:pt x="8958" y="72553"/>
                </a:cubicBezTo>
                <a:cubicBezTo>
                  <a:pt x="11895" y="65420"/>
                  <a:pt x="15525" y="58633"/>
                  <a:pt x="19813" y="52230"/>
                </a:cubicBezTo>
                <a:cubicBezTo>
                  <a:pt x="24100" y="45808"/>
                  <a:pt x="28970" y="39879"/>
                  <a:pt x="34425" y="34425"/>
                </a:cubicBezTo>
                <a:cubicBezTo>
                  <a:pt x="39880" y="28970"/>
                  <a:pt x="45809" y="24099"/>
                  <a:pt x="52230" y="19794"/>
                </a:cubicBezTo>
                <a:cubicBezTo>
                  <a:pt x="58652" y="15525"/>
                  <a:pt x="65420" y="11895"/>
                  <a:pt x="72535" y="8939"/>
                </a:cubicBezTo>
                <a:cubicBezTo>
                  <a:pt x="79668" y="5984"/>
                  <a:pt x="87020" y="3758"/>
                  <a:pt x="94591" y="2262"/>
                </a:cubicBezTo>
                <a:cubicBezTo>
                  <a:pt x="102162" y="748"/>
                  <a:pt x="109806" y="0"/>
                  <a:pt x="117523" y="0"/>
                </a:cubicBezTo>
              </a:path>
            </a:pathLst>
          </a:custGeom>
          <a:solidFill xmlns:a="http://schemas.openxmlformats.org/drawingml/2006/main">
            <a:srgbClr val="EBDDF7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82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B76AA7EC-91D3-4A51-AABB-B217E390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009" y="735007"/>
            <a:ext cx="114311" cy="119584"/>
          </a:xfrm>
          <a:custGeom xmlns:a="http://schemas.openxmlformats.org/drawingml/2006/main">
            <a:pathLst>
              <a:path w="114311" h="119584">
                <a:moveTo>
                  <a:pt x="82368" y="27437"/>
                </a:moveTo>
                <a:cubicBezTo>
                  <a:pt x="80598" y="27437"/>
                  <a:pt x="75946" y="26489"/>
                  <a:pt x="68375" y="24537"/>
                </a:cubicBezTo>
                <a:cubicBezTo>
                  <a:pt x="60804" y="22603"/>
                  <a:pt x="55259" y="21636"/>
                  <a:pt x="51737" y="21636"/>
                </a:cubicBezTo>
                <a:cubicBezTo>
                  <a:pt x="48217" y="21636"/>
                  <a:pt x="45225" y="21983"/>
                  <a:pt x="42762" y="22694"/>
                </a:cubicBezTo>
                <a:cubicBezTo>
                  <a:pt x="40299" y="23388"/>
                  <a:pt x="38274" y="24282"/>
                  <a:pt x="36687" y="25340"/>
                </a:cubicBezTo>
                <a:cubicBezTo>
                  <a:pt x="35118" y="26380"/>
                  <a:pt x="34060" y="27365"/>
                  <a:pt x="33531" y="28241"/>
                </a:cubicBezTo>
                <a:cubicBezTo>
                  <a:pt x="33001" y="29116"/>
                  <a:pt x="32381" y="30083"/>
                  <a:pt x="31670" y="31141"/>
                </a:cubicBezTo>
                <a:lnTo>
                  <a:pt x="31141" y="32199"/>
                </a:lnTo>
                <a:cubicBezTo>
                  <a:pt x="30612" y="32728"/>
                  <a:pt x="29298" y="32983"/>
                  <a:pt x="27201" y="32983"/>
                </a:cubicBezTo>
                <a:cubicBezTo>
                  <a:pt x="23497" y="32983"/>
                  <a:pt x="21654" y="32290"/>
                  <a:pt x="21654" y="30885"/>
                </a:cubicBezTo>
                <a:cubicBezTo>
                  <a:pt x="21654" y="29992"/>
                  <a:pt x="21910" y="28769"/>
                  <a:pt x="22439" y="27182"/>
                </a:cubicBezTo>
                <a:cubicBezTo>
                  <a:pt x="24720" y="20323"/>
                  <a:pt x="28514" y="14430"/>
                  <a:pt x="33786" y="9486"/>
                </a:cubicBezTo>
                <a:cubicBezTo>
                  <a:pt x="39077" y="4561"/>
                  <a:pt x="44878" y="1569"/>
                  <a:pt x="51209" y="511"/>
                </a:cubicBezTo>
                <a:cubicBezTo>
                  <a:pt x="53324" y="164"/>
                  <a:pt x="54821" y="0"/>
                  <a:pt x="55696" y="0"/>
                </a:cubicBezTo>
                <a:cubicBezTo>
                  <a:pt x="60093" y="0"/>
                  <a:pt x="64070" y="1496"/>
                  <a:pt x="67591" y="4470"/>
                </a:cubicBezTo>
                <a:cubicBezTo>
                  <a:pt x="71093" y="7461"/>
                  <a:pt x="74450" y="10380"/>
                  <a:pt x="77606" y="13190"/>
                </a:cubicBezTo>
                <a:cubicBezTo>
                  <a:pt x="80781" y="15999"/>
                  <a:pt x="84119" y="17495"/>
                  <a:pt x="87640" y="17678"/>
                </a:cubicBezTo>
                <a:cubicBezTo>
                  <a:pt x="91507" y="17678"/>
                  <a:pt x="95393" y="14777"/>
                  <a:pt x="99261" y="8957"/>
                </a:cubicBezTo>
                <a:cubicBezTo>
                  <a:pt x="103128" y="3156"/>
                  <a:pt x="105153" y="255"/>
                  <a:pt x="105335" y="255"/>
                </a:cubicBezTo>
                <a:cubicBezTo>
                  <a:pt x="105518" y="73"/>
                  <a:pt x="106832" y="0"/>
                  <a:pt x="109294" y="0"/>
                </a:cubicBezTo>
                <a:lnTo>
                  <a:pt x="112724" y="0"/>
                </a:lnTo>
                <a:cubicBezTo>
                  <a:pt x="113782" y="1039"/>
                  <a:pt x="114311" y="1751"/>
                  <a:pt x="114311" y="2098"/>
                </a:cubicBezTo>
                <a:cubicBezTo>
                  <a:pt x="114311" y="2809"/>
                  <a:pt x="113874" y="4032"/>
                  <a:pt x="112980" y="5801"/>
                </a:cubicBezTo>
                <a:cubicBezTo>
                  <a:pt x="112104" y="7553"/>
                  <a:pt x="110882" y="9413"/>
                  <a:pt x="109294" y="11347"/>
                </a:cubicBezTo>
                <a:cubicBezTo>
                  <a:pt x="107707" y="13281"/>
                  <a:pt x="106211" y="15214"/>
                  <a:pt x="104807" y="17149"/>
                </a:cubicBezTo>
                <a:cubicBezTo>
                  <a:pt x="103402" y="19082"/>
                  <a:pt x="102161" y="20761"/>
                  <a:pt x="101103" y="22166"/>
                </a:cubicBezTo>
                <a:lnTo>
                  <a:pt x="99261" y="24537"/>
                </a:lnTo>
                <a:cubicBezTo>
                  <a:pt x="91690" y="33512"/>
                  <a:pt x="79723" y="45389"/>
                  <a:pt x="63358" y="60184"/>
                </a:cubicBezTo>
                <a:cubicBezTo>
                  <a:pt x="46994" y="74961"/>
                  <a:pt x="36869" y="84465"/>
                  <a:pt x="33001" y="88698"/>
                </a:cubicBezTo>
                <a:lnTo>
                  <a:pt x="29827" y="91854"/>
                </a:lnTo>
                <a:lnTo>
                  <a:pt x="33786" y="92128"/>
                </a:lnTo>
                <a:cubicBezTo>
                  <a:pt x="37654" y="92128"/>
                  <a:pt x="43291" y="93095"/>
                  <a:pt x="50679" y="95028"/>
                </a:cubicBezTo>
                <a:cubicBezTo>
                  <a:pt x="58086" y="96962"/>
                  <a:pt x="63614" y="97929"/>
                  <a:pt x="67317" y="97929"/>
                </a:cubicBezTo>
                <a:cubicBezTo>
                  <a:pt x="74013" y="97929"/>
                  <a:pt x="80161" y="96269"/>
                  <a:pt x="85797" y="92912"/>
                </a:cubicBezTo>
                <a:cubicBezTo>
                  <a:pt x="91434" y="89574"/>
                  <a:pt x="95119" y="85177"/>
                  <a:pt x="96871" y="79722"/>
                </a:cubicBezTo>
                <a:cubicBezTo>
                  <a:pt x="97582" y="78135"/>
                  <a:pt x="98203" y="77168"/>
                  <a:pt x="98731" y="76821"/>
                </a:cubicBezTo>
                <a:cubicBezTo>
                  <a:pt x="99261" y="76457"/>
                  <a:pt x="100574" y="76293"/>
                  <a:pt x="102691" y="76293"/>
                </a:cubicBezTo>
                <a:cubicBezTo>
                  <a:pt x="106029" y="76293"/>
                  <a:pt x="107707" y="77168"/>
                  <a:pt x="107707" y="78920"/>
                </a:cubicBezTo>
                <a:cubicBezTo>
                  <a:pt x="107707" y="79814"/>
                  <a:pt x="107616" y="80598"/>
                  <a:pt x="107434" y="81291"/>
                </a:cubicBezTo>
                <a:cubicBezTo>
                  <a:pt x="104442" y="92219"/>
                  <a:pt x="98641" y="101286"/>
                  <a:pt x="90012" y="108492"/>
                </a:cubicBezTo>
                <a:cubicBezTo>
                  <a:pt x="81401" y="115716"/>
                  <a:pt x="72772" y="119401"/>
                  <a:pt x="64143" y="119584"/>
                </a:cubicBezTo>
                <a:cubicBezTo>
                  <a:pt x="59582" y="119584"/>
                  <a:pt x="55532" y="118088"/>
                  <a:pt x="52011" y="115096"/>
                </a:cubicBezTo>
                <a:cubicBezTo>
                  <a:pt x="48490" y="112104"/>
                  <a:pt x="45043" y="109112"/>
                  <a:pt x="41704" y="106120"/>
                </a:cubicBezTo>
                <a:cubicBezTo>
                  <a:pt x="38365" y="103129"/>
                  <a:pt x="35027" y="101632"/>
                  <a:pt x="31670" y="101632"/>
                </a:cubicBezTo>
                <a:cubicBezTo>
                  <a:pt x="23935" y="101632"/>
                  <a:pt x="16984" y="106905"/>
                  <a:pt x="10818" y="117467"/>
                </a:cubicBezTo>
                <a:cubicBezTo>
                  <a:pt x="9760" y="118872"/>
                  <a:pt x="8264" y="119584"/>
                  <a:pt x="6330" y="119584"/>
                </a:cubicBezTo>
                <a:lnTo>
                  <a:pt x="5017" y="119584"/>
                </a:lnTo>
                <a:lnTo>
                  <a:pt x="1587" y="119584"/>
                </a:lnTo>
                <a:cubicBezTo>
                  <a:pt x="529" y="118526"/>
                  <a:pt x="0" y="117723"/>
                  <a:pt x="0" y="117212"/>
                </a:cubicBezTo>
                <a:cubicBezTo>
                  <a:pt x="0" y="114567"/>
                  <a:pt x="5108" y="106996"/>
                  <a:pt x="15306" y="94499"/>
                </a:cubicBezTo>
                <a:cubicBezTo>
                  <a:pt x="22184" y="86582"/>
                  <a:pt x="33786" y="75144"/>
                  <a:pt x="50168" y="60184"/>
                </a:cubicBezTo>
                <a:cubicBezTo>
                  <a:pt x="66514" y="45224"/>
                  <a:pt x="76639" y="35720"/>
                  <a:pt x="80525" y="31670"/>
                </a:cubicBezTo>
                <a:cubicBezTo>
                  <a:pt x="82623" y="28861"/>
                  <a:pt x="83243" y="27437"/>
                  <a:pt x="82368" y="274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83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8DF343DA-FC92-489B-BD08-AA07254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377" y="754801"/>
            <a:ext cx="176082" cy="61771"/>
          </a:xfrm>
          <a:custGeom xmlns:a="http://schemas.openxmlformats.org/drawingml/2006/main">
            <a:pathLst>
              <a:path w="176082" h="61771">
                <a:moveTo>
                  <a:pt x="0" y="53051"/>
                </a:moveTo>
                <a:cubicBezTo>
                  <a:pt x="0" y="39861"/>
                  <a:pt x="4050" y="27711"/>
                  <a:pt x="12150" y="16620"/>
                </a:cubicBezTo>
                <a:cubicBezTo>
                  <a:pt x="20250" y="5546"/>
                  <a:pt x="30885" y="0"/>
                  <a:pt x="44093" y="0"/>
                </a:cubicBezTo>
                <a:cubicBezTo>
                  <a:pt x="50770" y="0"/>
                  <a:pt x="57283" y="1569"/>
                  <a:pt x="63632" y="4743"/>
                </a:cubicBezTo>
                <a:cubicBezTo>
                  <a:pt x="69962" y="7918"/>
                  <a:pt x="75764" y="11876"/>
                  <a:pt x="81054" y="16620"/>
                </a:cubicBezTo>
                <a:cubicBezTo>
                  <a:pt x="86326" y="21381"/>
                  <a:pt x="91526" y="25960"/>
                  <a:pt x="96615" y="30357"/>
                </a:cubicBezTo>
                <a:cubicBezTo>
                  <a:pt x="101723" y="34753"/>
                  <a:pt x="107270" y="38621"/>
                  <a:pt x="113253" y="41977"/>
                </a:cubicBezTo>
                <a:cubicBezTo>
                  <a:pt x="119237" y="45316"/>
                  <a:pt x="125403" y="46994"/>
                  <a:pt x="131733" y="46994"/>
                </a:cubicBezTo>
                <a:cubicBezTo>
                  <a:pt x="142643" y="46994"/>
                  <a:pt x="151527" y="42853"/>
                  <a:pt x="158405" y="34571"/>
                </a:cubicBezTo>
                <a:cubicBezTo>
                  <a:pt x="165264" y="26307"/>
                  <a:pt x="168694" y="17331"/>
                  <a:pt x="168694" y="7644"/>
                </a:cubicBezTo>
                <a:cubicBezTo>
                  <a:pt x="168694" y="5546"/>
                  <a:pt x="169041" y="3776"/>
                  <a:pt x="169752" y="2372"/>
                </a:cubicBezTo>
                <a:cubicBezTo>
                  <a:pt x="170445" y="967"/>
                  <a:pt x="171339" y="183"/>
                  <a:pt x="172379" y="0"/>
                </a:cubicBezTo>
                <a:cubicBezTo>
                  <a:pt x="174860" y="0"/>
                  <a:pt x="176082" y="2901"/>
                  <a:pt x="176082" y="8702"/>
                </a:cubicBezTo>
                <a:cubicBezTo>
                  <a:pt x="176082" y="21728"/>
                  <a:pt x="172124" y="33786"/>
                  <a:pt x="164206" y="44878"/>
                </a:cubicBezTo>
                <a:cubicBezTo>
                  <a:pt x="156289" y="55970"/>
                  <a:pt x="146163" y="61498"/>
                  <a:pt x="133849" y="61498"/>
                </a:cubicBezTo>
                <a:lnTo>
                  <a:pt x="131733" y="61498"/>
                </a:lnTo>
                <a:cubicBezTo>
                  <a:pt x="125221" y="61498"/>
                  <a:pt x="118799" y="59929"/>
                  <a:pt x="112469" y="56755"/>
                </a:cubicBezTo>
                <a:cubicBezTo>
                  <a:pt x="106120" y="53580"/>
                  <a:pt x="100228" y="49713"/>
                  <a:pt x="94772" y="45134"/>
                </a:cubicBezTo>
                <a:cubicBezTo>
                  <a:pt x="89318" y="40573"/>
                  <a:pt x="84137" y="35976"/>
                  <a:pt x="79193" y="31415"/>
                </a:cubicBezTo>
                <a:cubicBezTo>
                  <a:pt x="74267" y="26836"/>
                  <a:pt x="68722" y="22877"/>
                  <a:pt x="62574" y="19520"/>
                </a:cubicBezTo>
                <a:cubicBezTo>
                  <a:pt x="56408" y="16182"/>
                  <a:pt x="50332" y="14613"/>
                  <a:pt x="44349" y="14777"/>
                </a:cubicBezTo>
                <a:cubicBezTo>
                  <a:pt x="36614" y="14777"/>
                  <a:pt x="29754" y="16985"/>
                  <a:pt x="23770" y="21381"/>
                </a:cubicBezTo>
                <a:cubicBezTo>
                  <a:pt x="17422" y="26489"/>
                  <a:pt x="13116" y="32473"/>
                  <a:pt x="10836" y="39332"/>
                </a:cubicBezTo>
                <a:cubicBezTo>
                  <a:pt x="8537" y="46192"/>
                  <a:pt x="7133" y="51647"/>
                  <a:pt x="6604" y="55696"/>
                </a:cubicBezTo>
                <a:cubicBezTo>
                  <a:pt x="6075" y="59746"/>
                  <a:pt x="5108" y="61771"/>
                  <a:pt x="3703" y="61771"/>
                </a:cubicBezTo>
                <a:cubicBezTo>
                  <a:pt x="1240" y="61771"/>
                  <a:pt x="0" y="58871"/>
                  <a:pt x="0" y="530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84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C64BDFF2-8B77-4F1B-AE36-F6CD01ED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285" y="734642"/>
            <a:ext cx="141493" cy="168257"/>
          </a:xfrm>
          <a:custGeom xmlns:a="http://schemas.openxmlformats.org/drawingml/2006/main">
            <a:pathLst>
              <a:path w="141493" h="168257">
                <a:moveTo>
                  <a:pt x="16364" y="41284"/>
                </a:moveTo>
                <a:cubicBezTo>
                  <a:pt x="16547" y="40755"/>
                  <a:pt x="16729" y="40044"/>
                  <a:pt x="16893" y="39168"/>
                </a:cubicBezTo>
                <a:cubicBezTo>
                  <a:pt x="17075" y="38274"/>
                  <a:pt x="17513" y="36341"/>
                  <a:pt x="18225" y="33348"/>
                </a:cubicBezTo>
                <a:cubicBezTo>
                  <a:pt x="18918" y="30357"/>
                  <a:pt x="19794" y="27638"/>
                  <a:pt x="20852" y="25175"/>
                </a:cubicBezTo>
                <a:cubicBezTo>
                  <a:pt x="21910" y="22713"/>
                  <a:pt x="23223" y="19812"/>
                  <a:pt x="24811" y="16455"/>
                </a:cubicBezTo>
                <a:cubicBezTo>
                  <a:pt x="26398" y="13117"/>
                  <a:pt x="28167" y="10471"/>
                  <a:pt x="30101" y="8538"/>
                </a:cubicBezTo>
                <a:cubicBezTo>
                  <a:pt x="32035" y="6604"/>
                  <a:pt x="34315" y="4670"/>
                  <a:pt x="36961" y="2736"/>
                </a:cubicBezTo>
                <a:cubicBezTo>
                  <a:pt x="39606" y="784"/>
                  <a:pt x="42506" y="0"/>
                  <a:pt x="45662" y="365"/>
                </a:cubicBezTo>
                <a:cubicBezTo>
                  <a:pt x="58870" y="365"/>
                  <a:pt x="67317" y="5984"/>
                  <a:pt x="71002" y="17258"/>
                </a:cubicBezTo>
                <a:lnTo>
                  <a:pt x="73648" y="14868"/>
                </a:lnTo>
                <a:cubicBezTo>
                  <a:pt x="84557" y="5199"/>
                  <a:pt x="94937" y="365"/>
                  <a:pt x="104807" y="365"/>
                </a:cubicBezTo>
                <a:cubicBezTo>
                  <a:pt x="116245" y="365"/>
                  <a:pt x="125221" y="4488"/>
                  <a:pt x="131733" y="12770"/>
                </a:cubicBezTo>
                <a:cubicBezTo>
                  <a:pt x="138246" y="21034"/>
                  <a:pt x="141493" y="31068"/>
                  <a:pt x="141493" y="42853"/>
                </a:cubicBezTo>
                <a:cubicBezTo>
                  <a:pt x="141493" y="61863"/>
                  <a:pt x="134816" y="79376"/>
                  <a:pt x="121426" y="95393"/>
                </a:cubicBezTo>
                <a:cubicBezTo>
                  <a:pt x="108054" y="111411"/>
                  <a:pt x="92930" y="119493"/>
                  <a:pt x="76019" y="119675"/>
                </a:cubicBezTo>
                <a:cubicBezTo>
                  <a:pt x="72151" y="119675"/>
                  <a:pt x="68722" y="119146"/>
                  <a:pt x="65730" y="118088"/>
                </a:cubicBezTo>
                <a:cubicBezTo>
                  <a:pt x="63796" y="117212"/>
                  <a:pt x="61771" y="115898"/>
                  <a:pt x="59673" y="114129"/>
                </a:cubicBezTo>
                <a:cubicBezTo>
                  <a:pt x="57538" y="112378"/>
                  <a:pt x="55879" y="110882"/>
                  <a:pt x="54656" y="109641"/>
                </a:cubicBezTo>
                <a:lnTo>
                  <a:pt x="52795" y="107543"/>
                </a:lnTo>
                <a:cubicBezTo>
                  <a:pt x="52632" y="107707"/>
                  <a:pt x="50679" y="115370"/>
                  <a:pt x="46994" y="130511"/>
                </a:cubicBezTo>
                <a:cubicBezTo>
                  <a:pt x="43291" y="145635"/>
                  <a:pt x="41448" y="153297"/>
                  <a:pt x="41448" y="153479"/>
                </a:cubicBezTo>
                <a:cubicBezTo>
                  <a:pt x="41448" y="154519"/>
                  <a:pt x="42142" y="155139"/>
                  <a:pt x="43564" y="155322"/>
                </a:cubicBezTo>
                <a:cubicBezTo>
                  <a:pt x="44969" y="155486"/>
                  <a:pt x="48216" y="155760"/>
                  <a:pt x="53325" y="156106"/>
                </a:cubicBezTo>
                <a:lnTo>
                  <a:pt x="59929" y="156106"/>
                </a:lnTo>
                <a:cubicBezTo>
                  <a:pt x="60987" y="157347"/>
                  <a:pt x="61516" y="158132"/>
                  <a:pt x="61516" y="158478"/>
                </a:cubicBezTo>
                <a:cubicBezTo>
                  <a:pt x="61516" y="158843"/>
                  <a:pt x="61242" y="160412"/>
                  <a:pt x="60713" y="163240"/>
                </a:cubicBezTo>
                <a:cubicBezTo>
                  <a:pt x="60184" y="165356"/>
                  <a:pt x="59673" y="166669"/>
                  <a:pt x="59126" y="167198"/>
                </a:cubicBezTo>
                <a:cubicBezTo>
                  <a:pt x="58597" y="167728"/>
                  <a:pt x="57466" y="168074"/>
                  <a:pt x="55696" y="168257"/>
                </a:cubicBezTo>
                <a:cubicBezTo>
                  <a:pt x="55350" y="168257"/>
                  <a:pt x="54383" y="168257"/>
                  <a:pt x="52795" y="168257"/>
                </a:cubicBezTo>
                <a:cubicBezTo>
                  <a:pt x="51208" y="168257"/>
                  <a:pt x="48216" y="168165"/>
                  <a:pt x="43820" y="167983"/>
                </a:cubicBezTo>
                <a:cubicBezTo>
                  <a:pt x="39424" y="167801"/>
                  <a:pt x="33969" y="167728"/>
                  <a:pt x="27456" y="167728"/>
                </a:cubicBezTo>
                <a:cubicBezTo>
                  <a:pt x="15123" y="167728"/>
                  <a:pt x="7297" y="167910"/>
                  <a:pt x="3959" y="168257"/>
                </a:cubicBezTo>
                <a:lnTo>
                  <a:pt x="1842" y="168257"/>
                </a:lnTo>
                <a:cubicBezTo>
                  <a:pt x="620" y="167016"/>
                  <a:pt x="0" y="166049"/>
                  <a:pt x="0" y="165356"/>
                </a:cubicBezTo>
                <a:cubicBezTo>
                  <a:pt x="347" y="160594"/>
                  <a:pt x="1496" y="157511"/>
                  <a:pt x="3429" y="156106"/>
                </a:cubicBezTo>
                <a:lnTo>
                  <a:pt x="8720" y="156106"/>
                </a:lnTo>
                <a:cubicBezTo>
                  <a:pt x="14704" y="155924"/>
                  <a:pt x="18134" y="154884"/>
                  <a:pt x="19009" y="152951"/>
                </a:cubicBezTo>
                <a:cubicBezTo>
                  <a:pt x="19538" y="151874"/>
                  <a:pt x="24902" y="130858"/>
                  <a:pt x="35100" y="89847"/>
                </a:cubicBezTo>
                <a:cubicBezTo>
                  <a:pt x="45316" y="48837"/>
                  <a:pt x="50679" y="27109"/>
                  <a:pt x="51208" y="24646"/>
                </a:cubicBezTo>
                <a:cubicBezTo>
                  <a:pt x="51391" y="23753"/>
                  <a:pt x="51482" y="22530"/>
                  <a:pt x="51482" y="20943"/>
                </a:cubicBezTo>
                <a:cubicBezTo>
                  <a:pt x="51482" y="13737"/>
                  <a:pt x="49275" y="10125"/>
                  <a:pt x="44878" y="10125"/>
                </a:cubicBezTo>
                <a:cubicBezTo>
                  <a:pt x="41011" y="10125"/>
                  <a:pt x="37745" y="12588"/>
                  <a:pt x="35100" y="17514"/>
                </a:cubicBezTo>
                <a:cubicBezTo>
                  <a:pt x="32473" y="22439"/>
                  <a:pt x="30448" y="27802"/>
                  <a:pt x="29043" y="33622"/>
                </a:cubicBezTo>
                <a:cubicBezTo>
                  <a:pt x="27638" y="39424"/>
                  <a:pt x="26580" y="42598"/>
                  <a:pt x="25869" y="43127"/>
                </a:cubicBezTo>
                <a:cubicBezTo>
                  <a:pt x="25522" y="43473"/>
                  <a:pt x="24118" y="43656"/>
                  <a:pt x="21654" y="43656"/>
                </a:cubicBezTo>
                <a:lnTo>
                  <a:pt x="17951" y="43656"/>
                </a:lnTo>
                <a:cubicBezTo>
                  <a:pt x="16893" y="42598"/>
                  <a:pt x="16364" y="41795"/>
                  <a:pt x="16364" y="41284"/>
                </a:cubicBezTo>
                <a:moveTo>
                  <a:pt x="57283" y="90121"/>
                </a:moveTo>
                <a:cubicBezTo>
                  <a:pt x="61150" y="103494"/>
                  <a:pt x="67664" y="110170"/>
                  <a:pt x="76822" y="110170"/>
                </a:cubicBezTo>
                <a:cubicBezTo>
                  <a:pt x="82094" y="110170"/>
                  <a:pt x="87202" y="108145"/>
                  <a:pt x="92128" y="104095"/>
                </a:cubicBezTo>
                <a:cubicBezTo>
                  <a:pt x="97072" y="100045"/>
                  <a:pt x="101103" y="94956"/>
                  <a:pt x="104277" y="88789"/>
                </a:cubicBezTo>
                <a:cubicBezTo>
                  <a:pt x="107452" y="82806"/>
                  <a:pt x="110608" y="73301"/>
                  <a:pt x="113782" y="60275"/>
                </a:cubicBezTo>
                <a:cubicBezTo>
                  <a:pt x="116938" y="47250"/>
                  <a:pt x="118617" y="37581"/>
                  <a:pt x="118799" y="31250"/>
                </a:cubicBezTo>
                <a:lnTo>
                  <a:pt x="118799" y="29663"/>
                </a:lnTo>
                <a:cubicBezTo>
                  <a:pt x="118799" y="16638"/>
                  <a:pt x="113417" y="10125"/>
                  <a:pt x="102690" y="10125"/>
                </a:cubicBezTo>
                <a:cubicBezTo>
                  <a:pt x="100757" y="10125"/>
                  <a:pt x="98823" y="10380"/>
                  <a:pt x="96889" y="10910"/>
                </a:cubicBezTo>
                <a:cubicBezTo>
                  <a:pt x="94937" y="11438"/>
                  <a:pt x="93022" y="12241"/>
                  <a:pt x="91069" y="13299"/>
                </a:cubicBezTo>
                <a:cubicBezTo>
                  <a:pt x="89136" y="14339"/>
                  <a:pt x="87384" y="15488"/>
                  <a:pt x="85797" y="16711"/>
                </a:cubicBezTo>
                <a:cubicBezTo>
                  <a:pt x="84210" y="17951"/>
                  <a:pt x="82714" y="19283"/>
                  <a:pt x="81309" y="20688"/>
                </a:cubicBezTo>
                <a:cubicBezTo>
                  <a:pt x="79905" y="22092"/>
                  <a:pt x="78573" y="23406"/>
                  <a:pt x="77350" y="24646"/>
                </a:cubicBezTo>
                <a:cubicBezTo>
                  <a:pt x="76110" y="25869"/>
                  <a:pt x="75143" y="27109"/>
                  <a:pt x="74450" y="28331"/>
                </a:cubicBezTo>
                <a:cubicBezTo>
                  <a:pt x="73738" y="29572"/>
                  <a:pt x="73027" y="30448"/>
                  <a:pt x="72334" y="30977"/>
                </a:cubicBezTo>
                <a:lnTo>
                  <a:pt x="71550" y="32035"/>
                </a:lnTo>
                <a:cubicBezTo>
                  <a:pt x="71550" y="32218"/>
                  <a:pt x="71276" y="33440"/>
                  <a:pt x="70746" y="35738"/>
                </a:cubicBezTo>
                <a:cubicBezTo>
                  <a:pt x="70218" y="38019"/>
                  <a:pt x="69251" y="41886"/>
                  <a:pt x="67846" y="47341"/>
                </a:cubicBezTo>
                <a:cubicBezTo>
                  <a:pt x="66441" y="52796"/>
                  <a:pt x="65201" y="57375"/>
                  <a:pt x="64142" y="61078"/>
                </a:cubicBezTo>
                <a:cubicBezTo>
                  <a:pt x="59563" y="79723"/>
                  <a:pt x="57283" y="89409"/>
                  <a:pt x="57283" y="901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85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95E9551D-9D28-4988-A5C3-79E2D4C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176" y="653697"/>
            <a:ext cx="63103" cy="263978"/>
          </a:xfrm>
          <a:custGeom xmlns:a="http://schemas.openxmlformats.org/drawingml/2006/main">
            <a:pathLst>
              <a:path w="63103" h="263978">
                <a:moveTo>
                  <a:pt x="0" y="131989"/>
                </a:moveTo>
                <a:cubicBezTo>
                  <a:pt x="0" y="119839"/>
                  <a:pt x="876" y="108310"/>
                  <a:pt x="2645" y="97400"/>
                </a:cubicBezTo>
                <a:cubicBezTo>
                  <a:pt x="4396" y="86491"/>
                  <a:pt x="6421" y="77077"/>
                  <a:pt x="8720" y="69160"/>
                </a:cubicBezTo>
                <a:cubicBezTo>
                  <a:pt x="11000" y="61242"/>
                  <a:pt x="14266" y="53489"/>
                  <a:pt x="18480" y="45936"/>
                </a:cubicBezTo>
                <a:cubicBezTo>
                  <a:pt x="22712" y="38365"/>
                  <a:pt x="26051" y="32455"/>
                  <a:pt x="28514" y="28241"/>
                </a:cubicBezTo>
                <a:cubicBezTo>
                  <a:pt x="30977" y="24008"/>
                  <a:pt x="34680" y="19447"/>
                  <a:pt x="39605" y="14503"/>
                </a:cubicBezTo>
                <a:cubicBezTo>
                  <a:pt x="44532" y="9578"/>
                  <a:pt x="47432" y="6586"/>
                  <a:pt x="48308" y="5528"/>
                </a:cubicBezTo>
                <a:cubicBezTo>
                  <a:pt x="49201" y="4488"/>
                  <a:pt x="51391" y="2627"/>
                  <a:pt x="54911" y="0"/>
                </a:cubicBezTo>
                <a:lnTo>
                  <a:pt x="58341" y="0"/>
                </a:lnTo>
                <a:lnTo>
                  <a:pt x="59399" y="0"/>
                </a:lnTo>
                <a:cubicBezTo>
                  <a:pt x="61863" y="0"/>
                  <a:pt x="63103" y="784"/>
                  <a:pt x="63103" y="2372"/>
                </a:cubicBezTo>
                <a:cubicBezTo>
                  <a:pt x="63103" y="2901"/>
                  <a:pt x="61607" y="4743"/>
                  <a:pt x="58615" y="7918"/>
                </a:cubicBezTo>
                <a:cubicBezTo>
                  <a:pt x="55623" y="11074"/>
                  <a:pt x="52011" y="15744"/>
                  <a:pt x="47779" y="21910"/>
                </a:cubicBezTo>
                <a:cubicBezTo>
                  <a:pt x="43564" y="28058"/>
                  <a:pt x="39241" y="35629"/>
                  <a:pt x="34844" y="44604"/>
                </a:cubicBezTo>
                <a:cubicBezTo>
                  <a:pt x="30448" y="53580"/>
                  <a:pt x="26762" y="65730"/>
                  <a:pt x="23770" y="81036"/>
                </a:cubicBezTo>
                <a:cubicBezTo>
                  <a:pt x="20779" y="96342"/>
                  <a:pt x="19283" y="113326"/>
                  <a:pt x="19283" y="131989"/>
                </a:cubicBezTo>
                <a:cubicBezTo>
                  <a:pt x="19283" y="150634"/>
                  <a:pt x="20779" y="167545"/>
                  <a:pt x="23770" y="182668"/>
                </a:cubicBezTo>
                <a:cubicBezTo>
                  <a:pt x="26762" y="197810"/>
                  <a:pt x="30357" y="210033"/>
                  <a:pt x="34589" y="219374"/>
                </a:cubicBezTo>
                <a:cubicBezTo>
                  <a:pt x="38803" y="228696"/>
                  <a:pt x="43127" y="236267"/>
                  <a:pt x="47523" y="242068"/>
                </a:cubicBezTo>
                <a:cubicBezTo>
                  <a:pt x="51920" y="247869"/>
                  <a:pt x="55623" y="252540"/>
                  <a:pt x="58615" y="256061"/>
                </a:cubicBezTo>
                <a:cubicBezTo>
                  <a:pt x="61607" y="259582"/>
                  <a:pt x="63103" y="261424"/>
                  <a:pt x="63103" y="261607"/>
                </a:cubicBezTo>
                <a:cubicBezTo>
                  <a:pt x="63103" y="263194"/>
                  <a:pt x="61771" y="263978"/>
                  <a:pt x="59144" y="263978"/>
                </a:cubicBezTo>
                <a:lnTo>
                  <a:pt x="58341" y="263978"/>
                </a:lnTo>
                <a:lnTo>
                  <a:pt x="54911" y="263978"/>
                </a:lnTo>
                <a:lnTo>
                  <a:pt x="47523" y="257648"/>
                </a:lnTo>
                <a:cubicBezTo>
                  <a:pt x="30977" y="242689"/>
                  <a:pt x="18918" y="224026"/>
                  <a:pt x="11365" y="201678"/>
                </a:cubicBezTo>
                <a:cubicBezTo>
                  <a:pt x="3794" y="179330"/>
                  <a:pt x="0" y="156107"/>
                  <a:pt x="0" y="1319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86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D8B6A7BA-43B3-4F7B-9E62-5584EDDE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305" y="735007"/>
            <a:ext cx="114293" cy="119584"/>
          </a:xfrm>
          <a:custGeom xmlns:a="http://schemas.openxmlformats.org/drawingml/2006/main">
            <a:pathLst>
              <a:path w="114293" h="119584">
                <a:moveTo>
                  <a:pt x="82368" y="27437"/>
                </a:moveTo>
                <a:cubicBezTo>
                  <a:pt x="80598" y="27437"/>
                  <a:pt x="75928" y="26489"/>
                  <a:pt x="68357" y="24537"/>
                </a:cubicBezTo>
                <a:cubicBezTo>
                  <a:pt x="60805" y="22603"/>
                  <a:pt x="55259" y="21636"/>
                  <a:pt x="51737" y="21636"/>
                </a:cubicBezTo>
                <a:cubicBezTo>
                  <a:pt x="48217" y="21636"/>
                  <a:pt x="45225" y="21983"/>
                  <a:pt x="42762" y="22694"/>
                </a:cubicBezTo>
                <a:cubicBezTo>
                  <a:pt x="40299" y="23388"/>
                  <a:pt x="38274" y="24282"/>
                  <a:pt x="36687" y="25340"/>
                </a:cubicBezTo>
                <a:cubicBezTo>
                  <a:pt x="35100" y="26380"/>
                  <a:pt x="34042" y="27365"/>
                  <a:pt x="33512" y="28241"/>
                </a:cubicBezTo>
                <a:cubicBezTo>
                  <a:pt x="32984" y="29116"/>
                  <a:pt x="32381" y="30083"/>
                  <a:pt x="31670" y="31141"/>
                </a:cubicBezTo>
                <a:lnTo>
                  <a:pt x="31141" y="32199"/>
                </a:lnTo>
                <a:cubicBezTo>
                  <a:pt x="30612" y="32728"/>
                  <a:pt x="29299" y="32983"/>
                  <a:pt x="27182" y="32983"/>
                </a:cubicBezTo>
                <a:cubicBezTo>
                  <a:pt x="23497" y="32983"/>
                  <a:pt x="21636" y="32290"/>
                  <a:pt x="21636" y="30885"/>
                </a:cubicBezTo>
                <a:cubicBezTo>
                  <a:pt x="21636" y="29992"/>
                  <a:pt x="21892" y="28769"/>
                  <a:pt x="22421" y="27182"/>
                </a:cubicBezTo>
                <a:cubicBezTo>
                  <a:pt x="24720" y="20323"/>
                  <a:pt x="28514" y="14430"/>
                  <a:pt x="33786" y="9486"/>
                </a:cubicBezTo>
                <a:cubicBezTo>
                  <a:pt x="39059" y="4561"/>
                  <a:pt x="44860" y="1569"/>
                  <a:pt x="51209" y="511"/>
                </a:cubicBezTo>
                <a:cubicBezTo>
                  <a:pt x="53324" y="164"/>
                  <a:pt x="54821" y="0"/>
                  <a:pt x="55696" y="0"/>
                </a:cubicBezTo>
                <a:cubicBezTo>
                  <a:pt x="60093" y="0"/>
                  <a:pt x="64051" y="1496"/>
                  <a:pt x="67573" y="4470"/>
                </a:cubicBezTo>
                <a:cubicBezTo>
                  <a:pt x="71094" y="7461"/>
                  <a:pt x="74432" y="10380"/>
                  <a:pt x="77606" y="13190"/>
                </a:cubicBezTo>
                <a:cubicBezTo>
                  <a:pt x="80762" y="15999"/>
                  <a:pt x="84119" y="17495"/>
                  <a:pt x="87640" y="17678"/>
                </a:cubicBezTo>
                <a:cubicBezTo>
                  <a:pt x="91507" y="17678"/>
                  <a:pt x="95375" y="14777"/>
                  <a:pt x="99261" y="8957"/>
                </a:cubicBezTo>
                <a:cubicBezTo>
                  <a:pt x="103128" y="3156"/>
                  <a:pt x="105153" y="255"/>
                  <a:pt x="105336" y="255"/>
                </a:cubicBezTo>
                <a:cubicBezTo>
                  <a:pt x="105500" y="73"/>
                  <a:pt x="106814" y="0"/>
                  <a:pt x="109276" y="0"/>
                </a:cubicBezTo>
                <a:lnTo>
                  <a:pt x="112724" y="0"/>
                </a:lnTo>
                <a:cubicBezTo>
                  <a:pt x="113764" y="1039"/>
                  <a:pt x="114293" y="1751"/>
                  <a:pt x="114293" y="2098"/>
                </a:cubicBezTo>
                <a:cubicBezTo>
                  <a:pt x="114293" y="2809"/>
                  <a:pt x="113855" y="4032"/>
                  <a:pt x="112980" y="5801"/>
                </a:cubicBezTo>
                <a:cubicBezTo>
                  <a:pt x="112104" y="7553"/>
                  <a:pt x="110864" y="9413"/>
                  <a:pt x="109276" y="11347"/>
                </a:cubicBezTo>
                <a:cubicBezTo>
                  <a:pt x="107707" y="13281"/>
                  <a:pt x="106212" y="15214"/>
                  <a:pt x="104789" y="17149"/>
                </a:cubicBezTo>
                <a:cubicBezTo>
                  <a:pt x="103384" y="19082"/>
                  <a:pt x="102162" y="20761"/>
                  <a:pt x="101103" y="22166"/>
                </a:cubicBezTo>
                <a:lnTo>
                  <a:pt x="99261" y="24537"/>
                </a:lnTo>
                <a:cubicBezTo>
                  <a:pt x="91690" y="33512"/>
                  <a:pt x="79723" y="45389"/>
                  <a:pt x="63341" y="60184"/>
                </a:cubicBezTo>
                <a:cubicBezTo>
                  <a:pt x="46976" y="74961"/>
                  <a:pt x="36869" y="84465"/>
                  <a:pt x="32984" y="88698"/>
                </a:cubicBezTo>
                <a:lnTo>
                  <a:pt x="29828" y="91854"/>
                </a:lnTo>
                <a:lnTo>
                  <a:pt x="33786" y="92128"/>
                </a:lnTo>
                <a:cubicBezTo>
                  <a:pt x="37654" y="92128"/>
                  <a:pt x="43291" y="93095"/>
                  <a:pt x="50679" y="95028"/>
                </a:cubicBezTo>
                <a:cubicBezTo>
                  <a:pt x="58068" y="96962"/>
                  <a:pt x="63614" y="97929"/>
                  <a:pt x="67317" y="97929"/>
                </a:cubicBezTo>
                <a:cubicBezTo>
                  <a:pt x="73994" y="97929"/>
                  <a:pt x="80161" y="96269"/>
                  <a:pt x="85779" y="92912"/>
                </a:cubicBezTo>
                <a:cubicBezTo>
                  <a:pt x="91416" y="89574"/>
                  <a:pt x="95119" y="85177"/>
                  <a:pt x="96871" y="79722"/>
                </a:cubicBezTo>
                <a:cubicBezTo>
                  <a:pt x="97583" y="78135"/>
                  <a:pt x="98203" y="77168"/>
                  <a:pt x="98714" y="76821"/>
                </a:cubicBezTo>
                <a:cubicBezTo>
                  <a:pt x="99261" y="76457"/>
                  <a:pt x="100574" y="76293"/>
                  <a:pt x="102691" y="76293"/>
                </a:cubicBezTo>
                <a:cubicBezTo>
                  <a:pt x="106029" y="76293"/>
                  <a:pt x="107707" y="77168"/>
                  <a:pt x="107707" y="78920"/>
                </a:cubicBezTo>
                <a:cubicBezTo>
                  <a:pt x="107707" y="79814"/>
                  <a:pt x="107616" y="80598"/>
                  <a:pt x="107434" y="81291"/>
                </a:cubicBezTo>
                <a:cubicBezTo>
                  <a:pt x="104442" y="92219"/>
                  <a:pt x="98641" y="101286"/>
                  <a:pt x="90012" y="108492"/>
                </a:cubicBezTo>
                <a:cubicBezTo>
                  <a:pt x="81383" y="115716"/>
                  <a:pt x="72772" y="119401"/>
                  <a:pt x="64143" y="119584"/>
                </a:cubicBezTo>
                <a:cubicBezTo>
                  <a:pt x="59564" y="119584"/>
                  <a:pt x="55514" y="118088"/>
                  <a:pt x="51993" y="115096"/>
                </a:cubicBezTo>
                <a:cubicBezTo>
                  <a:pt x="48491" y="112104"/>
                  <a:pt x="45043" y="109112"/>
                  <a:pt x="41704" y="106120"/>
                </a:cubicBezTo>
                <a:cubicBezTo>
                  <a:pt x="38365" y="103129"/>
                  <a:pt x="35009" y="101632"/>
                  <a:pt x="31670" y="101632"/>
                </a:cubicBezTo>
                <a:cubicBezTo>
                  <a:pt x="23917" y="101632"/>
                  <a:pt x="16985" y="106905"/>
                  <a:pt x="10819" y="117467"/>
                </a:cubicBezTo>
                <a:cubicBezTo>
                  <a:pt x="9760" y="118872"/>
                  <a:pt x="8264" y="119584"/>
                  <a:pt x="6331" y="119584"/>
                </a:cubicBezTo>
                <a:lnTo>
                  <a:pt x="5017" y="119584"/>
                </a:lnTo>
                <a:lnTo>
                  <a:pt x="1569" y="119584"/>
                </a:lnTo>
                <a:cubicBezTo>
                  <a:pt x="529" y="118526"/>
                  <a:pt x="0" y="117723"/>
                  <a:pt x="0" y="117212"/>
                </a:cubicBezTo>
                <a:cubicBezTo>
                  <a:pt x="0" y="114567"/>
                  <a:pt x="5090" y="106996"/>
                  <a:pt x="15306" y="94499"/>
                </a:cubicBezTo>
                <a:cubicBezTo>
                  <a:pt x="22166" y="86582"/>
                  <a:pt x="33786" y="75144"/>
                  <a:pt x="50150" y="60184"/>
                </a:cubicBezTo>
                <a:cubicBezTo>
                  <a:pt x="66515" y="45224"/>
                  <a:pt x="76639" y="35720"/>
                  <a:pt x="80507" y="31670"/>
                </a:cubicBezTo>
                <a:cubicBezTo>
                  <a:pt x="82623" y="28861"/>
                  <a:pt x="83243" y="27437"/>
                  <a:pt x="82368" y="274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87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E007084E-12EF-47BD-9E6E-97CCB05B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336" y="653697"/>
            <a:ext cx="63085" cy="263978"/>
          </a:xfrm>
          <a:custGeom xmlns:a="http://schemas.openxmlformats.org/drawingml/2006/main">
            <a:pathLst>
              <a:path w="63085" h="263978">
                <a:moveTo>
                  <a:pt x="1314" y="256"/>
                </a:moveTo>
                <a:lnTo>
                  <a:pt x="2372" y="0"/>
                </a:lnTo>
                <a:cubicBezTo>
                  <a:pt x="3247" y="0"/>
                  <a:pt x="4141" y="0"/>
                  <a:pt x="5017" y="0"/>
                </a:cubicBezTo>
                <a:lnTo>
                  <a:pt x="8192" y="0"/>
                </a:lnTo>
                <a:lnTo>
                  <a:pt x="15580" y="6331"/>
                </a:lnTo>
                <a:cubicBezTo>
                  <a:pt x="32126" y="21290"/>
                  <a:pt x="44167" y="39934"/>
                  <a:pt x="51738" y="62282"/>
                </a:cubicBezTo>
                <a:cubicBezTo>
                  <a:pt x="59309" y="84648"/>
                  <a:pt x="63085" y="107872"/>
                  <a:pt x="63085" y="131989"/>
                </a:cubicBezTo>
                <a:cubicBezTo>
                  <a:pt x="63085" y="143957"/>
                  <a:pt x="62209" y="155486"/>
                  <a:pt x="60458" y="166560"/>
                </a:cubicBezTo>
                <a:cubicBezTo>
                  <a:pt x="58688" y="177652"/>
                  <a:pt x="56663" y="187065"/>
                  <a:pt x="54383" y="194818"/>
                </a:cubicBezTo>
                <a:cubicBezTo>
                  <a:pt x="52103" y="202554"/>
                  <a:pt x="48837" y="210307"/>
                  <a:pt x="44604" y="218042"/>
                </a:cubicBezTo>
                <a:cubicBezTo>
                  <a:pt x="40390" y="225796"/>
                  <a:pt x="37052" y="231688"/>
                  <a:pt x="34571" y="235738"/>
                </a:cubicBezTo>
                <a:cubicBezTo>
                  <a:pt x="32126" y="239788"/>
                  <a:pt x="28514" y="244276"/>
                  <a:pt x="23753" y="249202"/>
                </a:cubicBezTo>
                <a:cubicBezTo>
                  <a:pt x="19010" y="254127"/>
                  <a:pt x="16200" y="257028"/>
                  <a:pt x="15306" y="257903"/>
                </a:cubicBezTo>
                <a:cubicBezTo>
                  <a:pt x="14431" y="258779"/>
                  <a:pt x="12405" y="260457"/>
                  <a:pt x="9231" y="262920"/>
                </a:cubicBezTo>
                <a:cubicBezTo>
                  <a:pt x="8702" y="263449"/>
                  <a:pt x="8355" y="263796"/>
                  <a:pt x="8192" y="263978"/>
                </a:cubicBezTo>
                <a:lnTo>
                  <a:pt x="5017" y="263978"/>
                </a:lnTo>
                <a:cubicBezTo>
                  <a:pt x="3612" y="263978"/>
                  <a:pt x="2645" y="263978"/>
                  <a:pt x="2116" y="263978"/>
                </a:cubicBezTo>
                <a:cubicBezTo>
                  <a:pt x="1587" y="263978"/>
                  <a:pt x="1149" y="263723"/>
                  <a:pt x="784" y="263194"/>
                </a:cubicBezTo>
                <a:cubicBezTo>
                  <a:pt x="438" y="262665"/>
                  <a:pt x="164" y="261862"/>
                  <a:pt x="0" y="260804"/>
                </a:cubicBezTo>
                <a:cubicBezTo>
                  <a:pt x="164" y="260640"/>
                  <a:pt x="1149" y="259491"/>
                  <a:pt x="2901" y="257393"/>
                </a:cubicBezTo>
                <a:cubicBezTo>
                  <a:pt x="30174" y="229043"/>
                  <a:pt x="43820" y="187247"/>
                  <a:pt x="43820" y="131989"/>
                </a:cubicBezTo>
                <a:cubicBezTo>
                  <a:pt x="43820" y="76731"/>
                  <a:pt x="30174" y="34917"/>
                  <a:pt x="2901" y="6586"/>
                </a:cubicBezTo>
                <a:cubicBezTo>
                  <a:pt x="1149" y="4488"/>
                  <a:pt x="164" y="3339"/>
                  <a:pt x="0" y="3156"/>
                </a:cubicBezTo>
                <a:cubicBezTo>
                  <a:pt x="0" y="1751"/>
                  <a:pt x="438" y="784"/>
                  <a:pt x="1314" y="2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88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7141A876-9FF8-4034-9C96-1FD31727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132" y="981837"/>
            <a:ext cx="134543" cy="186372"/>
          </a:xfrm>
          <a:custGeom xmlns:a="http://schemas.openxmlformats.org/drawingml/2006/main">
            <a:pathLst>
              <a:path w="134543" h="186372">
                <a:moveTo>
                  <a:pt x="31415" y="5546"/>
                </a:moveTo>
                <a:cubicBezTo>
                  <a:pt x="31415" y="3430"/>
                  <a:pt x="32911" y="1569"/>
                  <a:pt x="35903" y="0"/>
                </a:cubicBezTo>
                <a:lnTo>
                  <a:pt x="40920" y="0"/>
                </a:lnTo>
                <a:cubicBezTo>
                  <a:pt x="56755" y="529"/>
                  <a:pt x="66788" y="4926"/>
                  <a:pt x="71002" y="13190"/>
                </a:cubicBezTo>
                <a:cubicBezTo>
                  <a:pt x="72060" y="15835"/>
                  <a:pt x="77077" y="29736"/>
                  <a:pt x="86053" y="54894"/>
                </a:cubicBezTo>
                <a:cubicBezTo>
                  <a:pt x="95029" y="80069"/>
                  <a:pt x="103913" y="104624"/>
                  <a:pt x="112724" y="128560"/>
                </a:cubicBezTo>
                <a:cubicBezTo>
                  <a:pt x="121518" y="152494"/>
                  <a:pt x="125914" y="164809"/>
                  <a:pt x="125914" y="165520"/>
                </a:cubicBezTo>
                <a:cubicBezTo>
                  <a:pt x="127155" y="169041"/>
                  <a:pt x="128286" y="171941"/>
                  <a:pt x="129344" y="174222"/>
                </a:cubicBezTo>
                <a:cubicBezTo>
                  <a:pt x="130402" y="176520"/>
                  <a:pt x="131186" y="178181"/>
                  <a:pt x="131716" y="179239"/>
                </a:cubicBezTo>
                <a:cubicBezTo>
                  <a:pt x="132245" y="180297"/>
                  <a:pt x="132683" y="181100"/>
                  <a:pt x="133047" y="181628"/>
                </a:cubicBezTo>
                <a:cubicBezTo>
                  <a:pt x="133394" y="182139"/>
                  <a:pt x="133740" y="182504"/>
                  <a:pt x="134105" y="182669"/>
                </a:cubicBezTo>
                <a:cubicBezTo>
                  <a:pt x="134452" y="182851"/>
                  <a:pt x="134543" y="183198"/>
                  <a:pt x="134361" y="183727"/>
                </a:cubicBezTo>
                <a:cubicBezTo>
                  <a:pt x="134196" y="184255"/>
                  <a:pt x="133668" y="185059"/>
                  <a:pt x="132792" y="186116"/>
                </a:cubicBezTo>
                <a:lnTo>
                  <a:pt x="114822" y="186116"/>
                </a:lnTo>
                <a:cubicBezTo>
                  <a:pt x="110426" y="183635"/>
                  <a:pt x="107617" y="181100"/>
                  <a:pt x="106376" y="178454"/>
                </a:cubicBezTo>
                <a:cubicBezTo>
                  <a:pt x="105153" y="175809"/>
                  <a:pt x="100666" y="164024"/>
                  <a:pt x="92912" y="143081"/>
                </a:cubicBezTo>
                <a:lnTo>
                  <a:pt x="81036" y="110079"/>
                </a:lnTo>
                <a:lnTo>
                  <a:pt x="77332" y="114038"/>
                </a:lnTo>
                <a:cubicBezTo>
                  <a:pt x="75052" y="116866"/>
                  <a:pt x="70929" y="121700"/>
                  <a:pt x="64928" y="128560"/>
                </a:cubicBezTo>
                <a:cubicBezTo>
                  <a:pt x="58944" y="135419"/>
                  <a:pt x="53945" y="141220"/>
                  <a:pt x="49877" y="145982"/>
                </a:cubicBezTo>
                <a:cubicBezTo>
                  <a:pt x="45480" y="151090"/>
                  <a:pt x="40026" y="157420"/>
                  <a:pt x="33531" y="164991"/>
                </a:cubicBezTo>
                <a:cubicBezTo>
                  <a:pt x="24537" y="175554"/>
                  <a:pt x="18991" y="181702"/>
                  <a:pt x="16893" y="183471"/>
                </a:cubicBezTo>
                <a:cubicBezTo>
                  <a:pt x="14777" y="185223"/>
                  <a:pt x="12314" y="186189"/>
                  <a:pt x="9505" y="186372"/>
                </a:cubicBezTo>
                <a:cubicBezTo>
                  <a:pt x="3156" y="186372"/>
                  <a:pt x="0" y="183563"/>
                  <a:pt x="0" y="177925"/>
                </a:cubicBezTo>
                <a:cubicBezTo>
                  <a:pt x="0" y="174933"/>
                  <a:pt x="1223" y="172106"/>
                  <a:pt x="3685" y="169479"/>
                </a:cubicBezTo>
                <a:cubicBezTo>
                  <a:pt x="6148" y="166834"/>
                  <a:pt x="18298" y="154958"/>
                  <a:pt x="40117" y="133832"/>
                </a:cubicBezTo>
                <a:cubicBezTo>
                  <a:pt x="45407" y="128742"/>
                  <a:pt x="51299" y="123013"/>
                  <a:pt x="57813" y="116683"/>
                </a:cubicBezTo>
                <a:cubicBezTo>
                  <a:pt x="64325" y="110335"/>
                  <a:pt x="69160" y="105591"/>
                  <a:pt x="72316" y="102435"/>
                </a:cubicBezTo>
                <a:lnTo>
                  <a:pt x="76822" y="98203"/>
                </a:lnTo>
                <a:cubicBezTo>
                  <a:pt x="76822" y="98021"/>
                  <a:pt x="72426" y="85707"/>
                  <a:pt x="63614" y="61242"/>
                </a:cubicBezTo>
                <a:cubicBezTo>
                  <a:pt x="54821" y="36778"/>
                  <a:pt x="50059" y="23570"/>
                  <a:pt x="49366" y="21636"/>
                </a:cubicBezTo>
                <a:cubicBezTo>
                  <a:pt x="45845" y="13718"/>
                  <a:pt x="41357" y="9760"/>
                  <a:pt x="35903" y="9760"/>
                </a:cubicBezTo>
                <a:cubicBezTo>
                  <a:pt x="32911" y="9760"/>
                  <a:pt x="31415" y="8355"/>
                  <a:pt x="31415" y="55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89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E446BDC3-F5D9-4DD7-ADAF-BC461EBF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485" y="1068163"/>
            <a:ext cx="176064" cy="61772"/>
          </a:xfrm>
          <a:custGeom xmlns:a="http://schemas.openxmlformats.org/drawingml/2006/main">
            <a:pathLst>
              <a:path w="176064" h="61772">
                <a:moveTo>
                  <a:pt x="0" y="53051"/>
                </a:moveTo>
                <a:cubicBezTo>
                  <a:pt x="0" y="39862"/>
                  <a:pt x="4050" y="27711"/>
                  <a:pt x="12150" y="16620"/>
                </a:cubicBezTo>
                <a:cubicBezTo>
                  <a:pt x="20232" y="5546"/>
                  <a:pt x="30885" y="0"/>
                  <a:pt x="44075" y="0"/>
                </a:cubicBezTo>
                <a:cubicBezTo>
                  <a:pt x="50771" y="0"/>
                  <a:pt x="57283" y="1569"/>
                  <a:pt x="63614" y="4743"/>
                </a:cubicBezTo>
                <a:cubicBezTo>
                  <a:pt x="69944" y="7918"/>
                  <a:pt x="75763" y="11876"/>
                  <a:pt x="81036" y="16620"/>
                </a:cubicBezTo>
                <a:cubicBezTo>
                  <a:pt x="86326" y="21381"/>
                  <a:pt x="91507" y="25960"/>
                  <a:pt x="96615" y="30357"/>
                </a:cubicBezTo>
                <a:cubicBezTo>
                  <a:pt x="101724" y="34753"/>
                  <a:pt x="107269" y="38621"/>
                  <a:pt x="113253" y="41960"/>
                </a:cubicBezTo>
                <a:cubicBezTo>
                  <a:pt x="119219" y="45316"/>
                  <a:pt x="125385" y="46976"/>
                  <a:pt x="131733" y="46976"/>
                </a:cubicBezTo>
                <a:cubicBezTo>
                  <a:pt x="142643" y="46976"/>
                  <a:pt x="151527" y="42853"/>
                  <a:pt x="158386" y="34571"/>
                </a:cubicBezTo>
                <a:cubicBezTo>
                  <a:pt x="165264" y="26307"/>
                  <a:pt x="168676" y="17331"/>
                  <a:pt x="168676" y="7644"/>
                </a:cubicBezTo>
                <a:cubicBezTo>
                  <a:pt x="168676" y="5546"/>
                  <a:pt x="169041" y="3777"/>
                  <a:pt x="169734" y="2372"/>
                </a:cubicBezTo>
                <a:cubicBezTo>
                  <a:pt x="170445" y="967"/>
                  <a:pt x="171321" y="164"/>
                  <a:pt x="172379" y="0"/>
                </a:cubicBezTo>
                <a:cubicBezTo>
                  <a:pt x="174842" y="0"/>
                  <a:pt x="176064" y="2901"/>
                  <a:pt x="176064" y="8702"/>
                </a:cubicBezTo>
                <a:cubicBezTo>
                  <a:pt x="176064" y="21728"/>
                  <a:pt x="172124" y="33787"/>
                  <a:pt x="164188" y="44860"/>
                </a:cubicBezTo>
                <a:cubicBezTo>
                  <a:pt x="156270" y="55952"/>
                  <a:pt x="146164" y="61498"/>
                  <a:pt x="133832" y="61498"/>
                </a:cubicBezTo>
                <a:lnTo>
                  <a:pt x="131733" y="61498"/>
                </a:lnTo>
                <a:cubicBezTo>
                  <a:pt x="125221" y="61498"/>
                  <a:pt x="118799" y="59911"/>
                  <a:pt x="112451" y="56755"/>
                </a:cubicBezTo>
                <a:cubicBezTo>
                  <a:pt x="106120" y="53581"/>
                  <a:pt x="100227" y="49713"/>
                  <a:pt x="94773" y="45134"/>
                </a:cubicBezTo>
                <a:cubicBezTo>
                  <a:pt x="89318" y="40555"/>
                  <a:pt x="84119" y="35976"/>
                  <a:pt x="79193" y="31415"/>
                </a:cubicBezTo>
                <a:cubicBezTo>
                  <a:pt x="74268" y="26836"/>
                  <a:pt x="68722" y="22877"/>
                  <a:pt x="62555" y="19520"/>
                </a:cubicBezTo>
                <a:cubicBezTo>
                  <a:pt x="56407" y="16182"/>
                  <a:pt x="50333" y="14595"/>
                  <a:pt x="44349" y="14777"/>
                </a:cubicBezTo>
                <a:cubicBezTo>
                  <a:pt x="36596" y="14777"/>
                  <a:pt x="29736" y="16985"/>
                  <a:pt x="23752" y="21381"/>
                </a:cubicBezTo>
                <a:cubicBezTo>
                  <a:pt x="17422" y="26489"/>
                  <a:pt x="13098" y="32455"/>
                  <a:pt x="10818" y="39332"/>
                </a:cubicBezTo>
                <a:cubicBezTo>
                  <a:pt x="8519" y="46192"/>
                  <a:pt x="7133" y="51647"/>
                  <a:pt x="6604" y="55697"/>
                </a:cubicBezTo>
                <a:cubicBezTo>
                  <a:pt x="6075" y="59746"/>
                  <a:pt x="5108" y="61772"/>
                  <a:pt x="3685" y="61772"/>
                </a:cubicBezTo>
                <a:cubicBezTo>
                  <a:pt x="1222" y="61772"/>
                  <a:pt x="0" y="58871"/>
                  <a:pt x="0" y="530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90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C48981C9-81F8-4920-A5F7-12E618B7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374" y="1048004"/>
            <a:ext cx="141512" cy="168257"/>
          </a:xfrm>
          <a:custGeom xmlns:a="http://schemas.openxmlformats.org/drawingml/2006/main">
            <a:pathLst>
              <a:path w="141512" h="168257">
                <a:moveTo>
                  <a:pt x="16382" y="41266"/>
                </a:moveTo>
                <a:cubicBezTo>
                  <a:pt x="16565" y="40737"/>
                  <a:pt x="16729" y="40044"/>
                  <a:pt x="16911" y="39150"/>
                </a:cubicBezTo>
                <a:cubicBezTo>
                  <a:pt x="17075" y="38274"/>
                  <a:pt x="17514" y="36341"/>
                  <a:pt x="18225" y="33349"/>
                </a:cubicBezTo>
                <a:cubicBezTo>
                  <a:pt x="18936" y="30357"/>
                  <a:pt x="19812" y="27620"/>
                  <a:pt x="20870" y="25176"/>
                </a:cubicBezTo>
                <a:cubicBezTo>
                  <a:pt x="21928" y="22713"/>
                  <a:pt x="23242" y="19794"/>
                  <a:pt x="24829" y="16455"/>
                </a:cubicBezTo>
                <a:cubicBezTo>
                  <a:pt x="26416" y="13117"/>
                  <a:pt x="28168" y="10471"/>
                  <a:pt x="30101" y="8538"/>
                </a:cubicBezTo>
                <a:cubicBezTo>
                  <a:pt x="32035" y="6604"/>
                  <a:pt x="34334" y="4652"/>
                  <a:pt x="36961" y="2736"/>
                </a:cubicBezTo>
                <a:cubicBezTo>
                  <a:pt x="39606" y="785"/>
                  <a:pt x="42507" y="0"/>
                  <a:pt x="45681" y="347"/>
                </a:cubicBezTo>
                <a:cubicBezTo>
                  <a:pt x="58871" y="347"/>
                  <a:pt x="67335" y="5984"/>
                  <a:pt x="71021" y="17240"/>
                </a:cubicBezTo>
                <a:lnTo>
                  <a:pt x="73666" y="14868"/>
                </a:lnTo>
                <a:cubicBezTo>
                  <a:pt x="84575" y="5200"/>
                  <a:pt x="94956" y="347"/>
                  <a:pt x="104807" y="347"/>
                </a:cubicBezTo>
                <a:cubicBezTo>
                  <a:pt x="116246" y="347"/>
                  <a:pt x="125239" y="4488"/>
                  <a:pt x="131734" y="12770"/>
                </a:cubicBezTo>
                <a:cubicBezTo>
                  <a:pt x="138246" y="21034"/>
                  <a:pt x="141512" y="31068"/>
                  <a:pt x="141512" y="42853"/>
                </a:cubicBezTo>
                <a:cubicBezTo>
                  <a:pt x="141512" y="61863"/>
                  <a:pt x="134816" y="79376"/>
                  <a:pt x="121445" y="95393"/>
                </a:cubicBezTo>
                <a:cubicBezTo>
                  <a:pt x="108072" y="111411"/>
                  <a:pt x="92931" y="119493"/>
                  <a:pt x="76038" y="119675"/>
                </a:cubicBezTo>
                <a:cubicBezTo>
                  <a:pt x="72170" y="119675"/>
                  <a:pt x="68740" y="119146"/>
                  <a:pt x="65748" y="118088"/>
                </a:cubicBezTo>
                <a:cubicBezTo>
                  <a:pt x="63814" y="117212"/>
                  <a:pt x="61789" y="115899"/>
                  <a:pt x="59674" y="114129"/>
                </a:cubicBezTo>
                <a:cubicBezTo>
                  <a:pt x="57557" y="112378"/>
                  <a:pt x="55879" y="110882"/>
                  <a:pt x="54657" y="109642"/>
                </a:cubicBezTo>
                <a:lnTo>
                  <a:pt x="52814" y="107543"/>
                </a:lnTo>
                <a:cubicBezTo>
                  <a:pt x="52632" y="107707"/>
                  <a:pt x="50698" y="115370"/>
                  <a:pt x="46994" y="130512"/>
                </a:cubicBezTo>
                <a:cubicBezTo>
                  <a:pt x="43309" y="145635"/>
                  <a:pt x="41448" y="153297"/>
                  <a:pt x="41448" y="153462"/>
                </a:cubicBezTo>
                <a:cubicBezTo>
                  <a:pt x="41448" y="154520"/>
                  <a:pt x="42160" y="155140"/>
                  <a:pt x="43564" y="155322"/>
                </a:cubicBezTo>
                <a:cubicBezTo>
                  <a:pt x="44969" y="155486"/>
                  <a:pt x="48235" y="155760"/>
                  <a:pt x="53343" y="156106"/>
                </a:cubicBezTo>
                <a:lnTo>
                  <a:pt x="59929" y="156106"/>
                </a:lnTo>
                <a:cubicBezTo>
                  <a:pt x="60987" y="157347"/>
                  <a:pt x="61516" y="158132"/>
                  <a:pt x="61516" y="158478"/>
                </a:cubicBezTo>
                <a:cubicBezTo>
                  <a:pt x="61516" y="158843"/>
                  <a:pt x="61261" y="160412"/>
                  <a:pt x="60731" y="163240"/>
                </a:cubicBezTo>
                <a:cubicBezTo>
                  <a:pt x="60202" y="165338"/>
                  <a:pt x="59674" y="166669"/>
                  <a:pt x="59144" y="167199"/>
                </a:cubicBezTo>
                <a:cubicBezTo>
                  <a:pt x="58615" y="167728"/>
                  <a:pt x="57466" y="168074"/>
                  <a:pt x="55715" y="168257"/>
                </a:cubicBezTo>
                <a:cubicBezTo>
                  <a:pt x="55350" y="168257"/>
                  <a:pt x="54383" y="168257"/>
                  <a:pt x="52814" y="168257"/>
                </a:cubicBezTo>
                <a:cubicBezTo>
                  <a:pt x="51227" y="168257"/>
                  <a:pt x="48235" y="168165"/>
                  <a:pt x="43838" y="167983"/>
                </a:cubicBezTo>
                <a:cubicBezTo>
                  <a:pt x="39423" y="167801"/>
                  <a:pt x="33987" y="167728"/>
                  <a:pt x="27474" y="167728"/>
                </a:cubicBezTo>
                <a:cubicBezTo>
                  <a:pt x="15142" y="167728"/>
                  <a:pt x="7316" y="167910"/>
                  <a:pt x="3977" y="168257"/>
                </a:cubicBezTo>
                <a:lnTo>
                  <a:pt x="1861" y="168257"/>
                </a:lnTo>
                <a:cubicBezTo>
                  <a:pt x="620" y="167016"/>
                  <a:pt x="0" y="166049"/>
                  <a:pt x="0" y="165338"/>
                </a:cubicBezTo>
                <a:cubicBezTo>
                  <a:pt x="365" y="160594"/>
                  <a:pt x="1514" y="157511"/>
                  <a:pt x="3448" y="156106"/>
                </a:cubicBezTo>
                <a:lnTo>
                  <a:pt x="8720" y="156106"/>
                </a:lnTo>
                <a:cubicBezTo>
                  <a:pt x="14704" y="155924"/>
                  <a:pt x="18134" y="154866"/>
                  <a:pt x="19010" y="152932"/>
                </a:cubicBezTo>
                <a:cubicBezTo>
                  <a:pt x="19538" y="151874"/>
                  <a:pt x="24920" y="130858"/>
                  <a:pt x="35118" y="89848"/>
                </a:cubicBezTo>
                <a:cubicBezTo>
                  <a:pt x="45316" y="48837"/>
                  <a:pt x="50698" y="27110"/>
                  <a:pt x="51227" y="24646"/>
                </a:cubicBezTo>
                <a:cubicBezTo>
                  <a:pt x="51409" y="23753"/>
                  <a:pt x="51482" y="22530"/>
                  <a:pt x="51482" y="20943"/>
                </a:cubicBezTo>
                <a:cubicBezTo>
                  <a:pt x="51482" y="13719"/>
                  <a:pt x="49293" y="10125"/>
                  <a:pt x="44896" y="10125"/>
                </a:cubicBezTo>
                <a:cubicBezTo>
                  <a:pt x="41010" y="10125"/>
                  <a:pt x="37764" y="12588"/>
                  <a:pt x="35118" y="17514"/>
                </a:cubicBezTo>
                <a:cubicBezTo>
                  <a:pt x="32491" y="22439"/>
                  <a:pt x="30466" y="27802"/>
                  <a:pt x="29043" y="33622"/>
                </a:cubicBezTo>
                <a:cubicBezTo>
                  <a:pt x="27638" y="39424"/>
                  <a:pt x="26580" y="42598"/>
                  <a:pt x="25887" y="43127"/>
                </a:cubicBezTo>
                <a:cubicBezTo>
                  <a:pt x="25522" y="43473"/>
                  <a:pt x="24118" y="43656"/>
                  <a:pt x="21654" y="43656"/>
                </a:cubicBezTo>
                <a:lnTo>
                  <a:pt x="17951" y="43656"/>
                </a:lnTo>
                <a:cubicBezTo>
                  <a:pt x="16911" y="42598"/>
                  <a:pt x="16382" y="41795"/>
                  <a:pt x="16382" y="41266"/>
                </a:cubicBezTo>
                <a:moveTo>
                  <a:pt x="57302" y="90103"/>
                </a:moveTo>
                <a:cubicBezTo>
                  <a:pt x="61169" y="103493"/>
                  <a:pt x="67682" y="110170"/>
                  <a:pt x="76821" y="110170"/>
                </a:cubicBezTo>
                <a:cubicBezTo>
                  <a:pt x="82112" y="110170"/>
                  <a:pt x="87221" y="108145"/>
                  <a:pt x="92146" y="104095"/>
                </a:cubicBezTo>
                <a:cubicBezTo>
                  <a:pt x="97072" y="100046"/>
                  <a:pt x="101122" y="94956"/>
                  <a:pt x="104296" y="88790"/>
                </a:cubicBezTo>
                <a:cubicBezTo>
                  <a:pt x="107452" y="82806"/>
                  <a:pt x="110626" y="73301"/>
                  <a:pt x="113782" y="60275"/>
                </a:cubicBezTo>
                <a:cubicBezTo>
                  <a:pt x="116957" y="47250"/>
                  <a:pt x="118635" y="37581"/>
                  <a:pt x="118799" y="31251"/>
                </a:cubicBezTo>
                <a:lnTo>
                  <a:pt x="118799" y="29645"/>
                </a:lnTo>
                <a:cubicBezTo>
                  <a:pt x="118799" y="16638"/>
                  <a:pt x="113436" y="10125"/>
                  <a:pt x="102709" y="10125"/>
                </a:cubicBezTo>
                <a:cubicBezTo>
                  <a:pt x="100775" y="10125"/>
                  <a:pt x="98823" y="10381"/>
                  <a:pt x="96889" y="10909"/>
                </a:cubicBezTo>
                <a:cubicBezTo>
                  <a:pt x="94956" y="11439"/>
                  <a:pt x="93021" y="12223"/>
                  <a:pt x="91088" y="13299"/>
                </a:cubicBezTo>
                <a:cubicBezTo>
                  <a:pt x="89154" y="14339"/>
                  <a:pt x="87384" y="15488"/>
                  <a:pt x="85816" y="16711"/>
                </a:cubicBezTo>
                <a:cubicBezTo>
                  <a:pt x="84229" y="17951"/>
                  <a:pt x="82733" y="19265"/>
                  <a:pt x="81328" y="20688"/>
                </a:cubicBezTo>
                <a:cubicBezTo>
                  <a:pt x="79905" y="22093"/>
                  <a:pt x="78592" y="23406"/>
                  <a:pt x="77351" y="24646"/>
                </a:cubicBezTo>
                <a:cubicBezTo>
                  <a:pt x="76128" y="25869"/>
                  <a:pt x="75162" y="27110"/>
                  <a:pt x="74450" y="28332"/>
                </a:cubicBezTo>
                <a:cubicBezTo>
                  <a:pt x="73757" y="29573"/>
                  <a:pt x="73046" y="30448"/>
                  <a:pt x="72334" y="30977"/>
                </a:cubicBezTo>
                <a:lnTo>
                  <a:pt x="71550" y="32035"/>
                </a:lnTo>
                <a:cubicBezTo>
                  <a:pt x="71550" y="32218"/>
                  <a:pt x="71294" y="33440"/>
                  <a:pt x="70765" y="35720"/>
                </a:cubicBezTo>
                <a:cubicBezTo>
                  <a:pt x="70236" y="38019"/>
                  <a:pt x="69270" y="41887"/>
                  <a:pt x="67865" y="47341"/>
                </a:cubicBezTo>
                <a:cubicBezTo>
                  <a:pt x="66442" y="52796"/>
                  <a:pt x="65219" y="57375"/>
                  <a:pt x="64161" y="61078"/>
                </a:cubicBezTo>
                <a:cubicBezTo>
                  <a:pt x="59582" y="79723"/>
                  <a:pt x="57302" y="89410"/>
                  <a:pt x="57302" y="9010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91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43E31220-F10A-4E10-9FA5-66C02566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284" y="967060"/>
            <a:ext cx="63085" cy="263978"/>
          </a:xfrm>
          <a:custGeom xmlns:a="http://schemas.openxmlformats.org/drawingml/2006/main">
            <a:pathLst>
              <a:path w="63085" h="263978">
                <a:moveTo>
                  <a:pt x="0" y="131989"/>
                </a:moveTo>
                <a:cubicBezTo>
                  <a:pt x="0" y="119839"/>
                  <a:pt x="876" y="108309"/>
                  <a:pt x="2645" y="97400"/>
                </a:cubicBezTo>
                <a:cubicBezTo>
                  <a:pt x="4396" y="86490"/>
                  <a:pt x="6421" y="77077"/>
                  <a:pt x="8702" y="69159"/>
                </a:cubicBezTo>
                <a:cubicBezTo>
                  <a:pt x="11000" y="61242"/>
                  <a:pt x="14248" y="53489"/>
                  <a:pt x="18480" y="45918"/>
                </a:cubicBezTo>
                <a:cubicBezTo>
                  <a:pt x="22694" y="38347"/>
                  <a:pt x="26051" y="32454"/>
                  <a:pt x="28514" y="28240"/>
                </a:cubicBezTo>
                <a:cubicBezTo>
                  <a:pt x="30977" y="24008"/>
                  <a:pt x="34662" y="19447"/>
                  <a:pt x="39588" y="14503"/>
                </a:cubicBezTo>
                <a:cubicBezTo>
                  <a:pt x="44531" y="9578"/>
                  <a:pt x="47432" y="6585"/>
                  <a:pt x="48308" y="5527"/>
                </a:cubicBezTo>
                <a:cubicBezTo>
                  <a:pt x="49183" y="4469"/>
                  <a:pt x="51391" y="2627"/>
                  <a:pt x="54912" y="0"/>
                </a:cubicBezTo>
                <a:lnTo>
                  <a:pt x="58342" y="0"/>
                </a:lnTo>
                <a:lnTo>
                  <a:pt x="59399" y="0"/>
                </a:lnTo>
                <a:cubicBezTo>
                  <a:pt x="61863" y="0"/>
                  <a:pt x="63085" y="784"/>
                  <a:pt x="63085" y="2372"/>
                </a:cubicBezTo>
                <a:cubicBezTo>
                  <a:pt x="63085" y="2883"/>
                  <a:pt x="61589" y="4743"/>
                  <a:pt x="58615" y="7899"/>
                </a:cubicBezTo>
                <a:cubicBezTo>
                  <a:pt x="55605" y="11074"/>
                  <a:pt x="51993" y="15743"/>
                  <a:pt x="47779" y="21892"/>
                </a:cubicBezTo>
                <a:cubicBezTo>
                  <a:pt x="43564" y="28057"/>
                  <a:pt x="39241" y="35629"/>
                  <a:pt x="34845" y="44604"/>
                </a:cubicBezTo>
                <a:cubicBezTo>
                  <a:pt x="30448" y="53580"/>
                  <a:pt x="26744" y="65730"/>
                  <a:pt x="23752" y="81036"/>
                </a:cubicBezTo>
                <a:cubicBezTo>
                  <a:pt x="20761" y="96342"/>
                  <a:pt x="19265" y="113326"/>
                  <a:pt x="19265" y="131989"/>
                </a:cubicBezTo>
                <a:cubicBezTo>
                  <a:pt x="19265" y="150634"/>
                  <a:pt x="20761" y="167527"/>
                  <a:pt x="23752" y="182668"/>
                </a:cubicBezTo>
                <a:cubicBezTo>
                  <a:pt x="26744" y="197810"/>
                  <a:pt x="30357" y="210033"/>
                  <a:pt x="34571" y="219374"/>
                </a:cubicBezTo>
                <a:cubicBezTo>
                  <a:pt x="38803" y="228695"/>
                  <a:pt x="43108" y="236267"/>
                  <a:pt x="47523" y="242068"/>
                </a:cubicBezTo>
                <a:cubicBezTo>
                  <a:pt x="51920" y="247869"/>
                  <a:pt x="55605" y="252540"/>
                  <a:pt x="58615" y="256060"/>
                </a:cubicBezTo>
                <a:cubicBezTo>
                  <a:pt x="61589" y="259581"/>
                  <a:pt x="63085" y="261424"/>
                  <a:pt x="63085" y="261606"/>
                </a:cubicBezTo>
                <a:cubicBezTo>
                  <a:pt x="63085" y="263176"/>
                  <a:pt x="61771" y="263978"/>
                  <a:pt x="59126" y="263978"/>
                </a:cubicBezTo>
                <a:lnTo>
                  <a:pt x="58342" y="263978"/>
                </a:lnTo>
                <a:lnTo>
                  <a:pt x="54912" y="263978"/>
                </a:lnTo>
                <a:lnTo>
                  <a:pt x="47523" y="257648"/>
                </a:lnTo>
                <a:cubicBezTo>
                  <a:pt x="30977" y="242688"/>
                  <a:pt x="18918" y="224026"/>
                  <a:pt x="11347" y="201678"/>
                </a:cubicBezTo>
                <a:cubicBezTo>
                  <a:pt x="3776" y="179330"/>
                  <a:pt x="0" y="156088"/>
                  <a:pt x="0" y="13198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92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99AB345D-5BA6-456E-83F7-4CC4BEC1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570" y="981837"/>
            <a:ext cx="134543" cy="186372"/>
          </a:xfrm>
          <a:custGeom xmlns:a="http://schemas.openxmlformats.org/drawingml/2006/main">
            <a:pathLst>
              <a:path w="134543" h="186372">
                <a:moveTo>
                  <a:pt x="31414" y="5546"/>
                </a:moveTo>
                <a:cubicBezTo>
                  <a:pt x="31414" y="3430"/>
                  <a:pt x="32911" y="1569"/>
                  <a:pt x="35903" y="0"/>
                </a:cubicBezTo>
                <a:lnTo>
                  <a:pt x="40920" y="0"/>
                </a:lnTo>
                <a:cubicBezTo>
                  <a:pt x="56754" y="529"/>
                  <a:pt x="66788" y="4926"/>
                  <a:pt x="71002" y="13190"/>
                </a:cubicBezTo>
                <a:cubicBezTo>
                  <a:pt x="72060" y="15835"/>
                  <a:pt x="77077" y="29736"/>
                  <a:pt x="86053" y="54894"/>
                </a:cubicBezTo>
                <a:cubicBezTo>
                  <a:pt x="95028" y="80069"/>
                  <a:pt x="103913" y="104624"/>
                  <a:pt x="112724" y="128560"/>
                </a:cubicBezTo>
                <a:cubicBezTo>
                  <a:pt x="121517" y="152494"/>
                  <a:pt x="125914" y="164809"/>
                  <a:pt x="125914" y="165520"/>
                </a:cubicBezTo>
                <a:cubicBezTo>
                  <a:pt x="127154" y="169041"/>
                  <a:pt x="128304" y="171941"/>
                  <a:pt x="129344" y="174222"/>
                </a:cubicBezTo>
                <a:cubicBezTo>
                  <a:pt x="130402" y="176520"/>
                  <a:pt x="131204" y="178181"/>
                  <a:pt x="131733" y="179239"/>
                </a:cubicBezTo>
                <a:cubicBezTo>
                  <a:pt x="132244" y="180297"/>
                  <a:pt x="132700" y="181100"/>
                  <a:pt x="133047" y="181628"/>
                </a:cubicBezTo>
                <a:cubicBezTo>
                  <a:pt x="133394" y="182139"/>
                  <a:pt x="133740" y="182504"/>
                  <a:pt x="134105" y="182669"/>
                </a:cubicBezTo>
                <a:cubicBezTo>
                  <a:pt x="134452" y="182851"/>
                  <a:pt x="134543" y="183198"/>
                  <a:pt x="134360" y="183727"/>
                </a:cubicBezTo>
                <a:cubicBezTo>
                  <a:pt x="134196" y="184255"/>
                  <a:pt x="133667" y="185059"/>
                  <a:pt x="132773" y="186116"/>
                </a:cubicBezTo>
                <a:lnTo>
                  <a:pt x="114822" y="186116"/>
                </a:lnTo>
                <a:cubicBezTo>
                  <a:pt x="110426" y="183635"/>
                  <a:pt x="107616" y="181100"/>
                  <a:pt x="106376" y="178454"/>
                </a:cubicBezTo>
                <a:cubicBezTo>
                  <a:pt x="105153" y="175809"/>
                  <a:pt x="100666" y="164024"/>
                  <a:pt x="92931" y="143081"/>
                </a:cubicBezTo>
                <a:lnTo>
                  <a:pt x="81036" y="110079"/>
                </a:lnTo>
                <a:lnTo>
                  <a:pt x="77351" y="114038"/>
                </a:lnTo>
                <a:cubicBezTo>
                  <a:pt x="75052" y="116866"/>
                  <a:pt x="70929" y="121700"/>
                  <a:pt x="64945" y="128560"/>
                </a:cubicBezTo>
                <a:cubicBezTo>
                  <a:pt x="58944" y="135419"/>
                  <a:pt x="53927" y="141220"/>
                  <a:pt x="49895" y="145982"/>
                </a:cubicBezTo>
                <a:cubicBezTo>
                  <a:pt x="45498" y="151090"/>
                  <a:pt x="40025" y="157420"/>
                  <a:pt x="33531" y="164991"/>
                </a:cubicBezTo>
                <a:cubicBezTo>
                  <a:pt x="24555" y="175554"/>
                  <a:pt x="19009" y="181702"/>
                  <a:pt x="16893" y="183471"/>
                </a:cubicBezTo>
                <a:cubicBezTo>
                  <a:pt x="14777" y="185223"/>
                  <a:pt x="12314" y="186189"/>
                  <a:pt x="9504" y="186372"/>
                </a:cubicBezTo>
                <a:cubicBezTo>
                  <a:pt x="3156" y="186372"/>
                  <a:pt x="0" y="183563"/>
                  <a:pt x="0" y="177925"/>
                </a:cubicBezTo>
                <a:cubicBezTo>
                  <a:pt x="0" y="174933"/>
                  <a:pt x="1222" y="172106"/>
                  <a:pt x="3704" y="169479"/>
                </a:cubicBezTo>
                <a:cubicBezTo>
                  <a:pt x="6148" y="166834"/>
                  <a:pt x="18298" y="154958"/>
                  <a:pt x="40116" y="133832"/>
                </a:cubicBezTo>
                <a:cubicBezTo>
                  <a:pt x="45407" y="128742"/>
                  <a:pt x="51299" y="123013"/>
                  <a:pt x="57813" y="116683"/>
                </a:cubicBezTo>
                <a:cubicBezTo>
                  <a:pt x="64325" y="110335"/>
                  <a:pt x="69160" y="105591"/>
                  <a:pt x="72334" y="102435"/>
                </a:cubicBezTo>
                <a:lnTo>
                  <a:pt x="76821" y="98203"/>
                </a:lnTo>
                <a:cubicBezTo>
                  <a:pt x="76821" y="98021"/>
                  <a:pt x="72425" y="85707"/>
                  <a:pt x="63614" y="61242"/>
                </a:cubicBezTo>
                <a:cubicBezTo>
                  <a:pt x="54821" y="36778"/>
                  <a:pt x="50059" y="23570"/>
                  <a:pt x="49366" y="21636"/>
                </a:cubicBezTo>
                <a:cubicBezTo>
                  <a:pt x="45845" y="13718"/>
                  <a:pt x="41357" y="9760"/>
                  <a:pt x="35903" y="9760"/>
                </a:cubicBezTo>
                <a:cubicBezTo>
                  <a:pt x="32911" y="9760"/>
                  <a:pt x="31414" y="8355"/>
                  <a:pt x="31414" y="55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93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E7E06356-C198-4EDE-884F-25A93525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585" y="967060"/>
            <a:ext cx="63085" cy="263978"/>
          </a:xfrm>
          <a:custGeom xmlns:a="http://schemas.openxmlformats.org/drawingml/2006/main">
            <a:pathLst>
              <a:path w="63085" h="263978">
                <a:moveTo>
                  <a:pt x="1313" y="255"/>
                </a:moveTo>
                <a:lnTo>
                  <a:pt x="2372" y="0"/>
                </a:lnTo>
                <a:cubicBezTo>
                  <a:pt x="3247" y="0"/>
                  <a:pt x="4141" y="0"/>
                  <a:pt x="5017" y="0"/>
                </a:cubicBezTo>
                <a:lnTo>
                  <a:pt x="8191" y="0"/>
                </a:lnTo>
                <a:lnTo>
                  <a:pt x="15579" y="6330"/>
                </a:lnTo>
                <a:cubicBezTo>
                  <a:pt x="32108" y="21290"/>
                  <a:pt x="44167" y="39934"/>
                  <a:pt x="51738" y="62282"/>
                </a:cubicBezTo>
                <a:cubicBezTo>
                  <a:pt x="59308" y="84648"/>
                  <a:pt x="63085" y="107871"/>
                  <a:pt x="63085" y="131989"/>
                </a:cubicBezTo>
                <a:cubicBezTo>
                  <a:pt x="63085" y="143956"/>
                  <a:pt x="62209" y="155486"/>
                  <a:pt x="60457" y="166560"/>
                </a:cubicBezTo>
                <a:cubicBezTo>
                  <a:pt x="58688" y="177652"/>
                  <a:pt x="56663" y="187065"/>
                  <a:pt x="54383" y="194818"/>
                </a:cubicBezTo>
                <a:cubicBezTo>
                  <a:pt x="52102" y="202553"/>
                  <a:pt x="48837" y="210307"/>
                  <a:pt x="44604" y="218042"/>
                </a:cubicBezTo>
                <a:cubicBezTo>
                  <a:pt x="40390" y="225777"/>
                  <a:pt x="37052" y="231688"/>
                  <a:pt x="34571" y="235738"/>
                </a:cubicBezTo>
                <a:cubicBezTo>
                  <a:pt x="32108" y="239787"/>
                  <a:pt x="28514" y="244257"/>
                  <a:pt x="23753" y="249201"/>
                </a:cubicBezTo>
                <a:cubicBezTo>
                  <a:pt x="19009" y="254127"/>
                  <a:pt x="16182" y="257027"/>
                  <a:pt x="15306" y="257903"/>
                </a:cubicBezTo>
                <a:cubicBezTo>
                  <a:pt x="14430" y="258779"/>
                  <a:pt x="12405" y="260457"/>
                  <a:pt x="9231" y="262920"/>
                </a:cubicBezTo>
                <a:cubicBezTo>
                  <a:pt x="8720" y="263449"/>
                  <a:pt x="8355" y="263796"/>
                  <a:pt x="8191" y="263978"/>
                </a:cubicBezTo>
                <a:lnTo>
                  <a:pt x="5017" y="263978"/>
                </a:lnTo>
                <a:cubicBezTo>
                  <a:pt x="3612" y="263978"/>
                  <a:pt x="2645" y="263978"/>
                  <a:pt x="2116" y="263978"/>
                </a:cubicBezTo>
                <a:cubicBezTo>
                  <a:pt x="1587" y="263978"/>
                  <a:pt x="1149" y="263704"/>
                  <a:pt x="784" y="263176"/>
                </a:cubicBezTo>
                <a:cubicBezTo>
                  <a:pt x="438" y="262664"/>
                  <a:pt x="182" y="261862"/>
                  <a:pt x="0" y="260804"/>
                </a:cubicBezTo>
                <a:cubicBezTo>
                  <a:pt x="182" y="260639"/>
                  <a:pt x="1149" y="259490"/>
                  <a:pt x="2900" y="257374"/>
                </a:cubicBezTo>
                <a:cubicBezTo>
                  <a:pt x="30174" y="229043"/>
                  <a:pt x="43820" y="187247"/>
                  <a:pt x="43820" y="131989"/>
                </a:cubicBezTo>
                <a:cubicBezTo>
                  <a:pt x="43820" y="76712"/>
                  <a:pt x="30174" y="34917"/>
                  <a:pt x="2900" y="6585"/>
                </a:cubicBezTo>
                <a:cubicBezTo>
                  <a:pt x="1149" y="4469"/>
                  <a:pt x="182" y="3339"/>
                  <a:pt x="0" y="3156"/>
                </a:cubicBezTo>
                <a:cubicBezTo>
                  <a:pt x="0" y="1751"/>
                  <a:pt x="438" y="784"/>
                  <a:pt x="1313" y="2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94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3667170C-9810-4524-9BC9-45670B46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55" y="225235"/>
            <a:ext cx="1152508" cy="182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Collection</a:t>
            </a:r>
          </a:p>
        </p:txBody>
      </p:sp>
      <p:sp>
        <p:nvSpPr>
          <p:cNvPr id="95" name="pdf-text-8-1">
            <a:extLst xmlns:a="http://schemas.openxmlformats.org/drawingml/2006/main">
              <a:ext uri="{FF2B5EF4-FFF2-40B4-BE49-F238E27FC236}">
                <a16:creationId xmlns:a16="http://schemas.microsoft.com/office/drawing/2014/main" id="{5E95E86B-772D-464D-96BC-649AEA92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98" y="1739808"/>
            <a:ext cx="1741169" cy="182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Advantage Aggregation</a:t>
            </a:r>
          </a:p>
        </p:txBody>
      </p:sp>
      <p:sp>
        <p:nvSpPr>
          <p:cNvPr id="96" name="pdf-text-8-2">
            <a:extLst xmlns:a="http://schemas.openxmlformats.org/drawingml/2006/main">
              <a:ext uri="{FF2B5EF4-FFF2-40B4-BE49-F238E27FC236}">
                <a16:creationId xmlns:a16="http://schemas.microsoft.com/office/drawing/2014/main" id="{C868DD8F-757D-47E2-820C-CE397EB1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03" y="4168353"/>
            <a:ext cx="761697" cy="182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Symmetry</a:t>
            </a:r>
          </a:p>
        </p:txBody>
      </p:sp>
      <p:sp>
        <p:nvSpPr>
          <p:cNvPr id="97" name="pdf-text-8-3">
            <a:extLst xmlns:a="http://schemas.openxmlformats.org/drawingml/2006/main">
              <a:ext uri="{FF2B5EF4-FFF2-40B4-BE49-F238E27FC236}">
                <a16:creationId xmlns:a16="http://schemas.microsoft.com/office/drawing/2014/main" id="{6CDE33EC-3E35-4852-B688-4698C46F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03" y="4390314"/>
            <a:ext cx="1045940" cy="182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Augmentation</a:t>
            </a:r>
          </a:p>
        </p:txBody>
      </p:sp>
      <p:sp>
        <p:nvSpPr>
          <p:cNvPr id="98" name="pdf-text-8-4">
            <a:extLst xmlns:a="http://schemas.openxmlformats.org/drawingml/2006/main">
              <a:ext uri="{FF2B5EF4-FFF2-40B4-BE49-F238E27FC236}">
                <a16:creationId xmlns:a16="http://schemas.microsoft.com/office/drawing/2014/main" id="{E61B49E7-F610-4C0D-9398-E50C59E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09" y="5056203"/>
            <a:ext cx="573603" cy="182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</a:t>
            </a:r>
          </a:p>
        </p:txBody>
      </p:sp>
      <p:sp>
        <p:nvSpPr>
          <p:cNvPr id="99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D13ED854-5DD0-44DD-BC65-8A6C2F1D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28" y="5119068"/>
            <a:ext cx="102284" cy="81602"/>
          </a:xfrm>
          <a:custGeom xmlns:a="http://schemas.openxmlformats.org/drawingml/2006/main">
            <a:pathLst>
              <a:path w="102284" h="81602">
                <a:moveTo>
                  <a:pt x="20867" y="81602"/>
                </a:moveTo>
                <a:cubicBezTo>
                  <a:pt x="16683" y="81602"/>
                  <a:pt x="14587" y="79571"/>
                  <a:pt x="14587" y="75509"/>
                </a:cubicBezTo>
                <a:lnTo>
                  <a:pt x="14587" y="73478"/>
                </a:lnTo>
                <a:lnTo>
                  <a:pt x="16990" y="68312"/>
                </a:lnTo>
                <a:cubicBezTo>
                  <a:pt x="26217" y="48864"/>
                  <a:pt x="32930" y="32061"/>
                  <a:pt x="37114" y="17907"/>
                </a:cubicBezTo>
                <a:lnTo>
                  <a:pt x="38590" y="13474"/>
                </a:lnTo>
                <a:lnTo>
                  <a:pt x="32681" y="13474"/>
                </a:lnTo>
                <a:cubicBezTo>
                  <a:pt x="28007" y="13474"/>
                  <a:pt x="24679" y="13661"/>
                  <a:pt x="22713" y="14031"/>
                </a:cubicBezTo>
                <a:cubicBezTo>
                  <a:pt x="20744" y="14401"/>
                  <a:pt x="18343" y="15571"/>
                  <a:pt x="15514" y="17537"/>
                </a:cubicBezTo>
                <a:cubicBezTo>
                  <a:pt x="14160" y="18400"/>
                  <a:pt x="12807" y="19504"/>
                  <a:pt x="11453" y="20857"/>
                </a:cubicBezTo>
                <a:cubicBezTo>
                  <a:pt x="10100" y="22213"/>
                  <a:pt x="8930" y="23508"/>
                  <a:pt x="7939" y="24742"/>
                </a:cubicBezTo>
                <a:cubicBezTo>
                  <a:pt x="6956" y="25967"/>
                  <a:pt x="6407" y="26708"/>
                  <a:pt x="6279" y="26950"/>
                </a:cubicBezTo>
                <a:cubicBezTo>
                  <a:pt x="6037" y="27078"/>
                  <a:pt x="5110" y="27137"/>
                  <a:pt x="3513" y="27137"/>
                </a:cubicBezTo>
                <a:cubicBezTo>
                  <a:pt x="1177" y="27137"/>
                  <a:pt x="0" y="26524"/>
                  <a:pt x="0" y="25290"/>
                </a:cubicBezTo>
                <a:cubicBezTo>
                  <a:pt x="0" y="24557"/>
                  <a:pt x="1177" y="22397"/>
                  <a:pt x="3513" y="18827"/>
                </a:cubicBezTo>
                <a:cubicBezTo>
                  <a:pt x="5851" y="15264"/>
                  <a:pt x="9236" y="11444"/>
                  <a:pt x="13670" y="7383"/>
                </a:cubicBezTo>
                <a:cubicBezTo>
                  <a:pt x="18094" y="3320"/>
                  <a:pt x="22470" y="983"/>
                  <a:pt x="26774" y="370"/>
                </a:cubicBezTo>
                <a:cubicBezTo>
                  <a:pt x="27636" y="120"/>
                  <a:pt x="41483" y="0"/>
                  <a:pt x="68313" y="0"/>
                </a:cubicBezTo>
                <a:cubicBezTo>
                  <a:pt x="88010" y="0"/>
                  <a:pt x="98101" y="64"/>
                  <a:pt x="98592" y="184"/>
                </a:cubicBezTo>
                <a:cubicBezTo>
                  <a:pt x="101058" y="1047"/>
                  <a:pt x="102284" y="2764"/>
                  <a:pt x="102284" y="5351"/>
                </a:cubicBezTo>
                <a:cubicBezTo>
                  <a:pt x="102284" y="9171"/>
                  <a:pt x="100317" y="11750"/>
                  <a:pt x="96377" y="13104"/>
                </a:cubicBezTo>
                <a:cubicBezTo>
                  <a:pt x="95641" y="13354"/>
                  <a:pt x="91395" y="13474"/>
                  <a:pt x="83641" y="13474"/>
                </a:cubicBezTo>
                <a:lnTo>
                  <a:pt x="71825" y="13474"/>
                </a:lnTo>
                <a:lnTo>
                  <a:pt x="71271" y="16618"/>
                </a:lnTo>
                <a:cubicBezTo>
                  <a:pt x="69795" y="25477"/>
                  <a:pt x="69054" y="32801"/>
                  <a:pt x="69054" y="38588"/>
                </a:cubicBezTo>
                <a:cubicBezTo>
                  <a:pt x="69054" y="44988"/>
                  <a:pt x="69610" y="50710"/>
                  <a:pt x="70714" y="55754"/>
                </a:cubicBezTo>
                <a:cubicBezTo>
                  <a:pt x="71825" y="60801"/>
                  <a:pt x="72995" y="64742"/>
                  <a:pt x="74220" y="67570"/>
                </a:cubicBezTo>
                <a:cubicBezTo>
                  <a:pt x="75454" y="70400"/>
                  <a:pt x="76067" y="72124"/>
                  <a:pt x="76067" y="72744"/>
                </a:cubicBezTo>
                <a:cubicBezTo>
                  <a:pt x="76067" y="74832"/>
                  <a:pt x="75211" y="76805"/>
                  <a:pt x="73487" y="78651"/>
                </a:cubicBezTo>
                <a:cubicBezTo>
                  <a:pt x="71761" y="80498"/>
                  <a:pt x="69545" y="81418"/>
                  <a:pt x="66837" y="81418"/>
                </a:cubicBezTo>
                <a:cubicBezTo>
                  <a:pt x="65484" y="81418"/>
                  <a:pt x="64378" y="81231"/>
                  <a:pt x="63517" y="80861"/>
                </a:cubicBezTo>
                <a:cubicBezTo>
                  <a:pt x="62654" y="80498"/>
                  <a:pt x="61671" y="79014"/>
                  <a:pt x="60560" y="76435"/>
                </a:cubicBezTo>
                <a:cubicBezTo>
                  <a:pt x="59454" y="73848"/>
                  <a:pt x="58471" y="70158"/>
                  <a:pt x="57610" y="65355"/>
                </a:cubicBezTo>
                <a:cubicBezTo>
                  <a:pt x="57481" y="64249"/>
                  <a:pt x="57424" y="61541"/>
                  <a:pt x="57424" y="57231"/>
                </a:cubicBezTo>
                <a:cubicBezTo>
                  <a:pt x="57424" y="51201"/>
                  <a:pt x="57973" y="44738"/>
                  <a:pt x="59084" y="37847"/>
                </a:cubicBezTo>
                <a:cubicBezTo>
                  <a:pt x="60189" y="30955"/>
                  <a:pt x="61300" y="25290"/>
                  <a:pt x="62404" y="20857"/>
                </a:cubicBezTo>
                <a:cubicBezTo>
                  <a:pt x="63517" y="16434"/>
                  <a:pt x="64130" y="13967"/>
                  <a:pt x="64251" y="13474"/>
                </a:cubicBezTo>
                <a:lnTo>
                  <a:pt x="46157" y="13474"/>
                </a:lnTo>
                <a:lnTo>
                  <a:pt x="45973" y="14217"/>
                </a:lnTo>
                <a:cubicBezTo>
                  <a:pt x="45973" y="14587"/>
                  <a:pt x="44803" y="19447"/>
                  <a:pt x="42466" y="28797"/>
                </a:cubicBezTo>
                <a:cubicBezTo>
                  <a:pt x="40127" y="38153"/>
                  <a:pt x="37484" y="48065"/>
                  <a:pt x="34527" y="58527"/>
                </a:cubicBezTo>
                <a:cubicBezTo>
                  <a:pt x="31577" y="68988"/>
                  <a:pt x="29667" y="74954"/>
                  <a:pt x="28804" y="76435"/>
                </a:cubicBezTo>
                <a:cubicBezTo>
                  <a:pt x="27451" y="79878"/>
                  <a:pt x="24807" y="81602"/>
                  <a:pt x="20867" y="8160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0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8027AEF9-8E93-494E-91A0-20E9E67F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759" y="4821185"/>
            <a:ext cx="619301" cy="182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Update </a:t>
            </a:r>
          </a:p>
        </p:txBody>
      </p:sp>
      <p:sp>
        <p:nvSpPr>
          <p:cNvPr id="101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8A41B043-461F-48A8-BD83-E33A92FC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515" y="4878436"/>
            <a:ext cx="78956" cy="117590"/>
          </a:xfrm>
          <a:custGeom xmlns:a="http://schemas.openxmlformats.org/drawingml/2006/main">
            <a:pathLst>
              <a:path w="78956" h="117590">
                <a:moveTo>
                  <a:pt x="0" y="52699"/>
                </a:moveTo>
                <a:cubicBezTo>
                  <a:pt x="0" y="40250"/>
                  <a:pt x="4689" y="28414"/>
                  <a:pt x="14047" y="17196"/>
                </a:cubicBezTo>
                <a:cubicBezTo>
                  <a:pt x="23424" y="5980"/>
                  <a:pt x="33969" y="313"/>
                  <a:pt x="45663" y="186"/>
                </a:cubicBezTo>
                <a:cubicBezTo>
                  <a:pt x="53070" y="186"/>
                  <a:pt x="58725" y="3393"/>
                  <a:pt x="62684" y="9806"/>
                </a:cubicBezTo>
                <a:cubicBezTo>
                  <a:pt x="62811" y="9678"/>
                  <a:pt x="63103" y="9308"/>
                  <a:pt x="63596" y="8695"/>
                </a:cubicBezTo>
                <a:cubicBezTo>
                  <a:pt x="64088" y="8074"/>
                  <a:pt x="64781" y="7398"/>
                  <a:pt x="65639" y="6657"/>
                </a:cubicBezTo>
                <a:cubicBezTo>
                  <a:pt x="66497" y="5922"/>
                  <a:pt x="67481" y="5181"/>
                  <a:pt x="68595" y="4440"/>
                </a:cubicBezTo>
                <a:cubicBezTo>
                  <a:pt x="72790" y="1483"/>
                  <a:pt x="75618" y="0"/>
                  <a:pt x="77095" y="0"/>
                </a:cubicBezTo>
                <a:cubicBezTo>
                  <a:pt x="77588" y="0"/>
                  <a:pt x="78026" y="186"/>
                  <a:pt x="78391" y="556"/>
                </a:cubicBezTo>
                <a:cubicBezTo>
                  <a:pt x="78774" y="927"/>
                  <a:pt x="78956" y="1233"/>
                  <a:pt x="78956" y="1483"/>
                </a:cubicBezTo>
                <a:cubicBezTo>
                  <a:pt x="78956" y="2594"/>
                  <a:pt x="74688" y="20153"/>
                  <a:pt x="66186" y="54175"/>
                </a:cubicBezTo>
                <a:cubicBezTo>
                  <a:pt x="57429" y="89178"/>
                  <a:pt x="53070" y="106930"/>
                  <a:pt x="53070" y="107421"/>
                </a:cubicBezTo>
                <a:cubicBezTo>
                  <a:pt x="53070" y="108404"/>
                  <a:pt x="55842" y="108961"/>
                  <a:pt x="61388" y="109081"/>
                </a:cubicBezTo>
                <a:lnTo>
                  <a:pt x="66004" y="109081"/>
                </a:lnTo>
                <a:cubicBezTo>
                  <a:pt x="66752" y="110072"/>
                  <a:pt x="67117" y="110628"/>
                  <a:pt x="67117" y="110749"/>
                </a:cubicBezTo>
                <a:cubicBezTo>
                  <a:pt x="67117" y="110871"/>
                  <a:pt x="66934" y="111982"/>
                  <a:pt x="66551" y="114078"/>
                </a:cubicBezTo>
                <a:cubicBezTo>
                  <a:pt x="66059" y="115681"/>
                  <a:pt x="65456" y="116849"/>
                  <a:pt x="64709" y="117590"/>
                </a:cubicBezTo>
                <a:lnTo>
                  <a:pt x="62319" y="117590"/>
                </a:lnTo>
                <a:cubicBezTo>
                  <a:pt x="58488" y="117342"/>
                  <a:pt x="51829" y="117219"/>
                  <a:pt x="42342" y="117219"/>
                </a:cubicBezTo>
                <a:cubicBezTo>
                  <a:pt x="38895" y="117219"/>
                  <a:pt x="35738" y="117219"/>
                  <a:pt x="32911" y="117219"/>
                </a:cubicBezTo>
                <a:cubicBezTo>
                  <a:pt x="30083" y="117219"/>
                  <a:pt x="27802" y="117219"/>
                  <a:pt x="26070" y="117219"/>
                </a:cubicBezTo>
                <a:cubicBezTo>
                  <a:pt x="24355" y="117219"/>
                  <a:pt x="23297" y="117283"/>
                  <a:pt x="22932" y="117405"/>
                </a:cubicBezTo>
                <a:cubicBezTo>
                  <a:pt x="21198" y="117405"/>
                  <a:pt x="20341" y="116913"/>
                  <a:pt x="20341" y="115922"/>
                </a:cubicBezTo>
                <a:cubicBezTo>
                  <a:pt x="20341" y="115559"/>
                  <a:pt x="20469" y="114633"/>
                  <a:pt x="20706" y="113151"/>
                </a:cubicBezTo>
                <a:cubicBezTo>
                  <a:pt x="21198" y="111185"/>
                  <a:pt x="21637" y="110008"/>
                  <a:pt x="22002" y="109638"/>
                </a:cubicBezTo>
                <a:cubicBezTo>
                  <a:pt x="22366" y="109267"/>
                  <a:pt x="23607" y="109081"/>
                  <a:pt x="25705" y="109081"/>
                </a:cubicBezTo>
                <a:cubicBezTo>
                  <a:pt x="31615" y="109081"/>
                  <a:pt x="35191" y="108654"/>
                  <a:pt x="36432" y="107792"/>
                </a:cubicBezTo>
                <a:cubicBezTo>
                  <a:pt x="37417" y="107171"/>
                  <a:pt x="39132" y="101749"/>
                  <a:pt x="41595" y="91522"/>
                </a:cubicBezTo>
                <a:cubicBezTo>
                  <a:pt x="44076" y="81289"/>
                  <a:pt x="45353" y="76052"/>
                  <a:pt x="45480" y="75809"/>
                </a:cubicBezTo>
                <a:cubicBezTo>
                  <a:pt x="45480" y="75682"/>
                  <a:pt x="45043" y="75866"/>
                  <a:pt x="44185" y="76358"/>
                </a:cubicBezTo>
                <a:cubicBezTo>
                  <a:pt x="38274" y="81169"/>
                  <a:pt x="32108" y="83570"/>
                  <a:pt x="25705" y="83570"/>
                </a:cubicBezTo>
                <a:cubicBezTo>
                  <a:pt x="18918" y="83570"/>
                  <a:pt x="12953" y="81104"/>
                  <a:pt x="7772" y="76172"/>
                </a:cubicBezTo>
                <a:cubicBezTo>
                  <a:pt x="2591" y="71249"/>
                  <a:pt x="0" y="63417"/>
                  <a:pt x="0" y="52699"/>
                </a:cubicBezTo>
                <a:moveTo>
                  <a:pt x="58980" y="21450"/>
                </a:moveTo>
                <a:cubicBezTo>
                  <a:pt x="56152" y="11715"/>
                  <a:pt x="51518" y="6841"/>
                  <a:pt x="45115" y="6841"/>
                </a:cubicBezTo>
                <a:cubicBezTo>
                  <a:pt x="40810" y="6841"/>
                  <a:pt x="36669" y="8758"/>
                  <a:pt x="32729" y="12579"/>
                </a:cubicBezTo>
                <a:cubicBezTo>
                  <a:pt x="28788" y="16399"/>
                  <a:pt x="25705" y="21386"/>
                  <a:pt x="23479" y="27551"/>
                </a:cubicBezTo>
                <a:cubicBezTo>
                  <a:pt x="19903" y="37292"/>
                  <a:pt x="17386" y="47398"/>
                  <a:pt x="15908" y="57872"/>
                </a:cubicBezTo>
                <a:cubicBezTo>
                  <a:pt x="15908" y="58243"/>
                  <a:pt x="15908" y="58920"/>
                  <a:pt x="15908" y="59903"/>
                </a:cubicBezTo>
                <a:cubicBezTo>
                  <a:pt x="15908" y="60894"/>
                  <a:pt x="15835" y="61636"/>
                  <a:pt x="15725" y="62127"/>
                </a:cubicBezTo>
                <a:cubicBezTo>
                  <a:pt x="15725" y="67671"/>
                  <a:pt x="16820" y="71491"/>
                  <a:pt x="19046" y="73585"/>
                </a:cubicBezTo>
                <a:cubicBezTo>
                  <a:pt x="21272" y="75682"/>
                  <a:pt x="23917" y="76793"/>
                  <a:pt x="27000" y="76915"/>
                </a:cubicBezTo>
                <a:cubicBezTo>
                  <a:pt x="33641" y="76915"/>
                  <a:pt x="40482" y="72482"/>
                  <a:pt x="47524" y="63603"/>
                </a:cubicBezTo>
                <a:lnTo>
                  <a:pt x="49001" y="61570"/>
                </a:lnTo>
                <a:lnTo>
                  <a:pt x="58980" y="21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2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8D5AC248-7189-4706-B015-B65E2C5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883" y="4937792"/>
            <a:ext cx="24409" cy="58356"/>
          </a:xfrm>
          <a:custGeom xmlns:a="http://schemas.openxmlformats.org/drawingml/2006/main">
            <a:pathLst>
              <a:path w="24409" h="58356">
                <a:moveTo>
                  <a:pt x="0" y="15897"/>
                </a:moveTo>
                <a:cubicBezTo>
                  <a:pt x="0" y="15897"/>
                  <a:pt x="0" y="14359"/>
                  <a:pt x="0" y="11272"/>
                </a:cubicBezTo>
                <a:cubicBezTo>
                  <a:pt x="0" y="8195"/>
                  <a:pt x="985" y="5544"/>
                  <a:pt x="2955" y="3328"/>
                </a:cubicBezTo>
                <a:cubicBezTo>
                  <a:pt x="4925" y="1104"/>
                  <a:pt x="7589" y="0"/>
                  <a:pt x="10909" y="0"/>
                </a:cubicBezTo>
                <a:cubicBezTo>
                  <a:pt x="14357" y="0"/>
                  <a:pt x="17440" y="1538"/>
                  <a:pt x="20159" y="4617"/>
                </a:cubicBezTo>
                <a:cubicBezTo>
                  <a:pt x="22859" y="7702"/>
                  <a:pt x="24282" y="13126"/>
                  <a:pt x="24409" y="20887"/>
                </a:cubicBezTo>
                <a:cubicBezTo>
                  <a:pt x="24409" y="25205"/>
                  <a:pt x="23844" y="29395"/>
                  <a:pt x="22731" y="33456"/>
                </a:cubicBezTo>
                <a:cubicBezTo>
                  <a:pt x="21636" y="37526"/>
                  <a:pt x="20341" y="41040"/>
                  <a:pt x="18863" y="43997"/>
                </a:cubicBezTo>
                <a:cubicBezTo>
                  <a:pt x="17386" y="46954"/>
                  <a:pt x="15780" y="49484"/>
                  <a:pt x="14047" y="51579"/>
                </a:cubicBezTo>
                <a:cubicBezTo>
                  <a:pt x="12332" y="53673"/>
                  <a:pt x="10836" y="55335"/>
                  <a:pt x="9614" y="56567"/>
                </a:cubicBezTo>
                <a:cubicBezTo>
                  <a:pt x="8373" y="57800"/>
                  <a:pt x="7589" y="58356"/>
                  <a:pt x="7206" y="58234"/>
                </a:cubicBezTo>
                <a:cubicBezTo>
                  <a:pt x="6714" y="58234"/>
                  <a:pt x="5911" y="57679"/>
                  <a:pt x="4816" y="56567"/>
                </a:cubicBezTo>
                <a:cubicBezTo>
                  <a:pt x="3704" y="55463"/>
                  <a:pt x="3138" y="54656"/>
                  <a:pt x="3138" y="54166"/>
                </a:cubicBezTo>
                <a:cubicBezTo>
                  <a:pt x="3138" y="53673"/>
                  <a:pt x="3813" y="52690"/>
                  <a:pt x="5181" y="51208"/>
                </a:cubicBezTo>
                <a:cubicBezTo>
                  <a:pt x="6531" y="49725"/>
                  <a:pt x="8064" y="47881"/>
                  <a:pt x="9796" y="45664"/>
                </a:cubicBezTo>
                <a:cubicBezTo>
                  <a:pt x="11530" y="43441"/>
                  <a:pt x="13117" y="40363"/>
                  <a:pt x="14613" y="36421"/>
                </a:cubicBezTo>
                <a:cubicBezTo>
                  <a:pt x="16090" y="32473"/>
                  <a:pt x="17075" y="27976"/>
                  <a:pt x="17568" y="22924"/>
                </a:cubicBezTo>
                <a:lnTo>
                  <a:pt x="17568" y="20700"/>
                </a:lnTo>
                <a:lnTo>
                  <a:pt x="17386" y="20887"/>
                </a:lnTo>
                <a:cubicBezTo>
                  <a:pt x="17130" y="21007"/>
                  <a:pt x="16820" y="21135"/>
                  <a:pt x="16455" y="21257"/>
                </a:cubicBezTo>
                <a:cubicBezTo>
                  <a:pt x="16090" y="21377"/>
                  <a:pt x="15725" y="21563"/>
                  <a:pt x="15343" y="21813"/>
                </a:cubicBezTo>
                <a:cubicBezTo>
                  <a:pt x="14977" y="22061"/>
                  <a:pt x="14431" y="22184"/>
                  <a:pt x="13682" y="22184"/>
                </a:cubicBezTo>
                <a:cubicBezTo>
                  <a:pt x="12934" y="22184"/>
                  <a:pt x="12205" y="22240"/>
                  <a:pt x="11457" y="22368"/>
                </a:cubicBezTo>
                <a:cubicBezTo>
                  <a:pt x="8136" y="22368"/>
                  <a:pt x="5418" y="21321"/>
                  <a:pt x="3320" y="19226"/>
                </a:cubicBezTo>
                <a:lnTo>
                  <a:pt x="0" y="158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3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8F8FE021-82C5-4B64-BD3D-00D24FE4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391" y="4831852"/>
            <a:ext cx="99334" cy="166206"/>
          </a:xfrm>
          <a:custGeom xmlns:a="http://schemas.openxmlformats.org/drawingml/2006/main">
            <a:pathLst>
              <a:path w="99334" h="166206">
                <a:moveTo>
                  <a:pt x="67901" y="1105"/>
                </a:moveTo>
                <a:cubicBezTo>
                  <a:pt x="68394" y="363"/>
                  <a:pt x="69141" y="0"/>
                  <a:pt x="70127" y="0"/>
                </a:cubicBezTo>
                <a:lnTo>
                  <a:pt x="71604" y="0"/>
                </a:lnTo>
                <a:lnTo>
                  <a:pt x="74013" y="0"/>
                </a:lnTo>
                <a:cubicBezTo>
                  <a:pt x="74743" y="735"/>
                  <a:pt x="75125" y="1233"/>
                  <a:pt x="75125" y="1476"/>
                </a:cubicBezTo>
                <a:cubicBezTo>
                  <a:pt x="75125" y="2337"/>
                  <a:pt x="73264" y="9921"/>
                  <a:pt x="69580" y="24216"/>
                </a:cubicBezTo>
                <a:cubicBezTo>
                  <a:pt x="68704" y="27671"/>
                  <a:pt x="67846" y="31305"/>
                  <a:pt x="66971" y="35125"/>
                </a:cubicBezTo>
                <a:cubicBezTo>
                  <a:pt x="66113" y="38945"/>
                  <a:pt x="65384" y="41782"/>
                  <a:pt x="64763" y="43626"/>
                </a:cubicBezTo>
                <a:lnTo>
                  <a:pt x="64016" y="46584"/>
                </a:lnTo>
                <a:cubicBezTo>
                  <a:pt x="64016" y="46713"/>
                  <a:pt x="64581" y="46770"/>
                  <a:pt x="65694" y="46770"/>
                </a:cubicBezTo>
                <a:cubicBezTo>
                  <a:pt x="66788" y="46770"/>
                  <a:pt x="68759" y="47140"/>
                  <a:pt x="71604" y="47881"/>
                </a:cubicBezTo>
                <a:cubicBezTo>
                  <a:pt x="74432" y="48623"/>
                  <a:pt x="77406" y="49671"/>
                  <a:pt x="80471" y="51024"/>
                </a:cubicBezTo>
                <a:cubicBezTo>
                  <a:pt x="85907" y="53611"/>
                  <a:pt x="90395" y="57373"/>
                  <a:pt x="93971" y="62306"/>
                </a:cubicBezTo>
                <a:cubicBezTo>
                  <a:pt x="97546" y="67237"/>
                  <a:pt x="99334" y="73208"/>
                  <a:pt x="99334" y="80235"/>
                </a:cubicBezTo>
                <a:cubicBezTo>
                  <a:pt x="99334" y="87261"/>
                  <a:pt x="97419" y="93981"/>
                  <a:pt x="93606" y="100388"/>
                </a:cubicBezTo>
                <a:cubicBezTo>
                  <a:pt x="89775" y="106801"/>
                  <a:pt x="85032" y="112097"/>
                  <a:pt x="79376" y="116286"/>
                </a:cubicBezTo>
                <a:cubicBezTo>
                  <a:pt x="73703" y="120476"/>
                  <a:pt x="67719" y="123805"/>
                  <a:pt x="61443" y="126270"/>
                </a:cubicBezTo>
                <a:cubicBezTo>
                  <a:pt x="55149" y="128736"/>
                  <a:pt x="49293" y="130033"/>
                  <a:pt x="43875" y="130154"/>
                </a:cubicBezTo>
                <a:lnTo>
                  <a:pt x="43127" y="130154"/>
                </a:lnTo>
                <a:lnTo>
                  <a:pt x="38694" y="147720"/>
                </a:lnTo>
                <a:cubicBezTo>
                  <a:pt x="37946" y="150557"/>
                  <a:pt x="37162" y="153941"/>
                  <a:pt x="36286" y="157889"/>
                </a:cubicBezTo>
                <a:cubicBezTo>
                  <a:pt x="35301" y="161829"/>
                  <a:pt x="34626" y="164174"/>
                  <a:pt x="34261" y="164916"/>
                </a:cubicBezTo>
                <a:cubicBezTo>
                  <a:pt x="33878" y="165650"/>
                  <a:pt x="33148" y="166083"/>
                  <a:pt x="32035" y="166206"/>
                </a:cubicBezTo>
                <a:lnTo>
                  <a:pt x="30923" y="166206"/>
                </a:lnTo>
                <a:cubicBezTo>
                  <a:pt x="28459" y="166206"/>
                  <a:pt x="27237" y="165777"/>
                  <a:pt x="27237" y="164916"/>
                </a:cubicBezTo>
                <a:cubicBezTo>
                  <a:pt x="27237" y="164296"/>
                  <a:pt x="28587" y="158445"/>
                  <a:pt x="31305" y="147350"/>
                </a:cubicBezTo>
                <a:lnTo>
                  <a:pt x="35556" y="130340"/>
                </a:lnTo>
                <a:cubicBezTo>
                  <a:pt x="35556" y="130218"/>
                  <a:pt x="35063" y="130154"/>
                  <a:pt x="34078" y="130154"/>
                </a:cubicBezTo>
                <a:cubicBezTo>
                  <a:pt x="33458" y="130154"/>
                  <a:pt x="32218" y="130033"/>
                  <a:pt x="30375" y="129784"/>
                </a:cubicBezTo>
                <a:cubicBezTo>
                  <a:pt x="28532" y="129541"/>
                  <a:pt x="25759" y="128678"/>
                  <a:pt x="22056" y="127197"/>
                </a:cubicBezTo>
                <a:cubicBezTo>
                  <a:pt x="18353" y="125721"/>
                  <a:pt x="15032" y="123869"/>
                  <a:pt x="12077" y="121653"/>
                </a:cubicBezTo>
                <a:cubicBezTo>
                  <a:pt x="9122" y="119428"/>
                  <a:pt x="6349" y="116165"/>
                  <a:pt x="3740" y="111854"/>
                </a:cubicBezTo>
                <a:cubicBezTo>
                  <a:pt x="1168" y="107536"/>
                  <a:pt x="0" y="102483"/>
                  <a:pt x="237" y="96689"/>
                </a:cubicBezTo>
                <a:cubicBezTo>
                  <a:pt x="237" y="89298"/>
                  <a:pt x="2280" y="82329"/>
                  <a:pt x="6349" y="75802"/>
                </a:cubicBezTo>
                <a:cubicBezTo>
                  <a:pt x="10399" y="69267"/>
                  <a:pt x="15398" y="63966"/>
                  <a:pt x="21308" y="59896"/>
                </a:cubicBezTo>
                <a:cubicBezTo>
                  <a:pt x="27237" y="55835"/>
                  <a:pt x="33203" y="52628"/>
                  <a:pt x="39259" y="50284"/>
                </a:cubicBezTo>
                <a:cubicBezTo>
                  <a:pt x="45280" y="47945"/>
                  <a:pt x="50716" y="46770"/>
                  <a:pt x="55514" y="46770"/>
                </a:cubicBezTo>
                <a:cubicBezTo>
                  <a:pt x="56134" y="46770"/>
                  <a:pt x="56499" y="46527"/>
                  <a:pt x="56627" y="46037"/>
                </a:cubicBezTo>
                <a:lnTo>
                  <a:pt x="62173" y="23474"/>
                </a:lnTo>
                <a:cubicBezTo>
                  <a:pt x="66004" y="8808"/>
                  <a:pt x="67901" y="1353"/>
                  <a:pt x="67901" y="1105"/>
                </a:cubicBezTo>
                <a:moveTo>
                  <a:pt x="14850" y="100572"/>
                </a:moveTo>
                <a:cubicBezTo>
                  <a:pt x="14850" y="104763"/>
                  <a:pt x="15580" y="108397"/>
                  <a:pt x="17058" y="111484"/>
                </a:cubicBezTo>
                <a:cubicBezTo>
                  <a:pt x="18535" y="114562"/>
                  <a:pt x="20578" y="116906"/>
                  <a:pt x="23169" y="118509"/>
                </a:cubicBezTo>
                <a:cubicBezTo>
                  <a:pt x="25759" y="120113"/>
                  <a:pt x="27967" y="121218"/>
                  <a:pt x="29828" y="121837"/>
                </a:cubicBezTo>
                <a:cubicBezTo>
                  <a:pt x="31670" y="122450"/>
                  <a:pt x="33768" y="122942"/>
                  <a:pt x="36103" y="123313"/>
                </a:cubicBezTo>
                <a:lnTo>
                  <a:pt x="37399" y="123313"/>
                </a:lnTo>
                <a:lnTo>
                  <a:pt x="54602" y="53611"/>
                </a:lnTo>
                <a:cubicBezTo>
                  <a:pt x="54109" y="53611"/>
                  <a:pt x="53416" y="53675"/>
                  <a:pt x="52559" y="53797"/>
                </a:cubicBezTo>
                <a:cubicBezTo>
                  <a:pt x="51701" y="53925"/>
                  <a:pt x="49913" y="54416"/>
                  <a:pt x="47195" y="55279"/>
                </a:cubicBezTo>
                <a:cubicBezTo>
                  <a:pt x="44495" y="56141"/>
                  <a:pt x="41905" y="57125"/>
                  <a:pt x="39442" y="58236"/>
                </a:cubicBezTo>
                <a:cubicBezTo>
                  <a:pt x="36979" y="59347"/>
                  <a:pt x="34261" y="61129"/>
                  <a:pt x="31305" y="63596"/>
                </a:cubicBezTo>
                <a:cubicBezTo>
                  <a:pt x="28332" y="66060"/>
                  <a:pt x="25814" y="68897"/>
                  <a:pt x="23716" y="72104"/>
                </a:cubicBezTo>
                <a:cubicBezTo>
                  <a:pt x="21491" y="75552"/>
                  <a:pt x="19466" y="79679"/>
                  <a:pt x="17623" y="84489"/>
                </a:cubicBezTo>
                <a:cubicBezTo>
                  <a:pt x="15762" y="90161"/>
                  <a:pt x="14850" y="95521"/>
                  <a:pt x="14850" y="100572"/>
                </a:cubicBezTo>
                <a:moveTo>
                  <a:pt x="84721" y="76172"/>
                </a:moveTo>
                <a:cubicBezTo>
                  <a:pt x="84721" y="71484"/>
                  <a:pt x="83754" y="67479"/>
                  <a:pt x="81766" y="64150"/>
                </a:cubicBezTo>
                <a:cubicBezTo>
                  <a:pt x="79796" y="60823"/>
                  <a:pt x="77333" y="58486"/>
                  <a:pt x="74378" y="57125"/>
                </a:cubicBezTo>
                <a:cubicBezTo>
                  <a:pt x="71422" y="55771"/>
                  <a:pt x="69014" y="54844"/>
                  <a:pt x="67171" y="54352"/>
                </a:cubicBezTo>
                <a:cubicBezTo>
                  <a:pt x="65311" y="53861"/>
                  <a:pt x="63833" y="53611"/>
                  <a:pt x="62738" y="53611"/>
                </a:cubicBezTo>
                <a:lnTo>
                  <a:pt x="62173" y="53611"/>
                </a:lnTo>
                <a:lnTo>
                  <a:pt x="53671" y="88187"/>
                </a:lnTo>
                <a:lnTo>
                  <a:pt x="44787" y="122942"/>
                </a:lnTo>
                <a:cubicBezTo>
                  <a:pt x="44787" y="123192"/>
                  <a:pt x="44860" y="123313"/>
                  <a:pt x="44988" y="123313"/>
                </a:cubicBezTo>
                <a:cubicBezTo>
                  <a:pt x="45955" y="123313"/>
                  <a:pt x="47943" y="122942"/>
                  <a:pt x="50898" y="122209"/>
                </a:cubicBezTo>
                <a:cubicBezTo>
                  <a:pt x="53854" y="121466"/>
                  <a:pt x="56317" y="120605"/>
                  <a:pt x="58287" y="119615"/>
                </a:cubicBezTo>
                <a:cubicBezTo>
                  <a:pt x="63596" y="117276"/>
                  <a:pt x="68156" y="114005"/>
                  <a:pt x="71969" y="109816"/>
                </a:cubicBezTo>
                <a:cubicBezTo>
                  <a:pt x="75800" y="105626"/>
                  <a:pt x="78501" y="101313"/>
                  <a:pt x="80106" y="96875"/>
                </a:cubicBezTo>
                <a:cubicBezTo>
                  <a:pt x="81711" y="92441"/>
                  <a:pt x="82879" y="88494"/>
                  <a:pt x="83627" y="85044"/>
                </a:cubicBezTo>
                <a:cubicBezTo>
                  <a:pt x="84357" y="81596"/>
                  <a:pt x="84721" y="78631"/>
                  <a:pt x="84721" y="761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4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91B570D5-131B-4378-8D94-0B506C7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272" y="5066840"/>
            <a:ext cx="145891" cy="151168"/>
          </a:xfrm>
          <a:custGeom xmlns:a="http://schemas.openxmlformats.org/drawingml/2006/main">
            <a:pathLst>
              <a:path w="145891" h="151168">
                <a:moveTo>
                  <a:pt x="36523" y="135549"/>
                </a:moveTo>
                <a:cubicBezTo>
                  <a:pt x="36523" y="138925"/>
                  <a:pt x="39752" y="140899"/>
                  <a:pt x="46228" y="141463"/>
                </a:cubicBezTo>
                <a:cubicBezTo>
                  <a:pt x="48764" y="141463"/>
                  <a:pt x="50041" y="142233"/>
                  <a:pt x="50041" y="143778"/>
                </a:cubicBezTo>
                <a:cubicBezTo>
                  <a:pt x="50041" y="143920"/>
                  <a:pt x="49895" y="144839"/>
                  <a:pt x="49621" y="146528"/>
                </a:cubicBezTo>
                <a:cubicBezTo>
                  <a:pt x="49202" y="148496"/>
                  <a:pt x="48764" y="149765"/>
                  <a:pt x="48345" y="150327"/>
                </a:cubicBezTo>
                <a:cubicBezTo>
                  <a:pt x="47925" y="150890"/>
                  <a:pt x="47013" y="151168"/>
                  <a:pt x="45608" y="151168"/>
                </a:cubicBezTo>
                <a:cubicBezTo>
                  <a:pt x="45316" y="151168"/>
                  <a:pt x="44477" y="151168"/>
                  <a:pt x="43072" y="151168"/>
                </a:cubicBezTo>
                <a:cubicBezTo>
                  <a:pt x="41667" y="151168"/>
                  <a:pt x="39259" y="151104"/>
                  <a:pt x="35884" y="150962"/>
                </a:cubicBezTo>
                <a:cubicBezTo>
                  <a:pt x="32510" y="150820"/>
                  <a:pt x="28003" y="150748"/>
                  <a:pt x="22384" y="150748"/>
                </a:cubicBezTo>
                <a:cubicBezTo>
                  <a:pt x="12387" y="150748"/>
                  <a:pt x="5984" y="150890"/>
                  <a:pt x="3174" y="151168"/>
                </a:cubicBezTo>
                <a:lnTo>
                  <a:pt x="1478" y="151168"/>
                </a:lnTo>
                <a:cubicBezTo>
                  <a:pt x="493" y="150185"/>
                  <a:pt x="0" y="149415"/>
                  <a:pt x="0" y="148853"/>
                </a:cubicBezTo>
                <a:cubicBezTo>
                  <a:pt x="273" y="145048"/>
                  <a:pt x="1186" y="142589"/>
                  <a:pt x="2736" y="141463"/>
                </a:cubicBezTo>
                <a:lnTo>
                  <a:pt x="5692" y="141463"/>
                </a:lnTo>
                <a:cubicBezTo>
                  <a:pt x="15543" y="141034"/>
                  <a:pt x="22731" y="137522"/>
                  <a:pt x="27237" y="130901"/>
                </a:cubicBezTo>
                <a:cubicBezTo>
                  <a:pt x="28076" y="130061"/>
                  <a:pt x="40810" y="108596"/>
                  <a:pt x="65456" y="66509"/>
                </a:cubicBezTo>
                <a:cubicBezTo>
                  <a:pt x="90084" y="24422"/>
                  <a:pt x="102599" y="3099"/>
                  <a:pt x="103037" y="2535"/>
                </a:cubicBezTo>
                <a:cubicBezTo>
                  <a:pt x="104023" y="848"/>
                  <a:pt x="105701" y="0"/>
                  <a:pt x="108091" y="0"/>
                </a:cubicBezTo>
                <a:lnTo>
                  <a:pt x="109787" y="0"/>
                </a:lnTo>
                <a:lnTo>
                  <a:pt x="113381" y="0"/>
                </a:lnTo>
                <a:cubicBezTo>
                  <a:pt x="114220" y="1268"/>
                  <a:pt x="114640" y="1974"/>
                  <a:pt x="114640" y="2109"/>
                </a:cubicBezTo>
                <a:lnTo>
                  <a:pt x="120550" y="70307"/>
                </a:lnTo>
                <a:cubicBezTo>
                  <a:pt x="124491" y="115772"/>
                  <a:pt x="126608" y="138711"/>
                  <a:pt x="126900" y="139139"/>
                </a:cubicBezTo>
                <a:cubicBezTo>
                  <a:pt x="127593" y="140686"/>
                  <a:pt x="132172" y="141463"/>
                  <a:pt x="140618" y="141463"/>
                </a:cubicBezTo>
                <a:cubicBezTo>
                  <a:pt x="144121" y="141463"/>
                  <a:pt x="145891" y="142161"/>
                  <a:pt x="145891" y="143571"/>
                </a:cubicBezTo>
                <a:cubicBezTo>
                  <a:pt x="145891" y="143849"/>
                  <a:pt x="145671" y="144839"/>
                  <a:pt x="145252" y="146528"/>
                </a:cubicBezTo>
                <a:cubicBezTo>
                  <a:pt x="144832" y="148638"/>
                  <a:pt x="144486" y="149908"/>
                  <a:pt x="144194" y="150327"/>
                </a:cubicBezTo>
                <a:cubicBezTo>
                  <a:pt x="143920" y="150748"/>
                  <a:pt x="142935" y="151033"/>
                  <a:pt x="141238" y="151168"/>
                </a:cubicBezTo>
                <a:cubicBezTo>
                  <a:pt x="140819" y="151168"/>
                  <a:pt x="139834" y="151168"/>
                  <a:pt x="138283" y="151168"/>
                </a:cubicBezTo>
                <a:cubicBezTo>
                  <a:pt x="136732" y="151168"/>
                  <a:pt x="133996" y="151104"/>
                  <a:pt x="130056" y="150962"/>
                </a:cubicBezTo>
                <a:cubicBezTo>
                  <a:pt x="126115" y="150820"/>
                  <a:pt x="120971" y="150748"/>
                  <a:pt x="114640" y="150748"/>
                </a:cubicBezTo>
                <a:cubicBezTo>
                  <a:pt x="101413" y="150748"/>
                  <a:pt x="92748" y="150890"/>
                  <a:pt x="88680" y="151168"/>
                </a:cubicBezTo>
                <a:lnTo>
                  <a:pt x="86144" y="151168"/>
                </a:lnTo>
                <a:cubicBezTo>
                  <a:pt x="85287" y="150327"/>
                  <a:pt x="84867" y="149694"/>
                  <a:pt x="84867" y="149273"/>
                </a:cubicBezTo>
                <a:cubicBezTo>
                  <a:pt x="84867" y="148853"/>
                  <a:pt x="85013" y="147584"/>
                  <a:pt x="85287" y="145467"/>
                </a:cubicBezTo>
                <a:cubicBezTo>
                  <a:pt x="85852" y="143643"/>
                  <a:pt x="86272" y="142517"/>
                  <a:pt x="86564" y="142091"/>
                </a:cubicBezTo>
                <a:lnTo>
                  <a:pt x="87403" y="141463"/>
                </a:lnTo>
                <a:lnTo>
                  <a:pt x="91635" y="141463"/>
                </a:lnTo>
                <a:cubicBezTo>
                  <a:pt x="99224" y="141034"/>
                  <a:pt x="103730" y="139837"/>
                  <a:pt x="105135" y="137871"/>
                </a:cubicBezTo>
                <a:lnTo>
                  <a:pt x="102599" y="106203"/>
                </a:lnTo>
                <a:lnTo>
                  <a:pt x="52358" y="106203"/>
                </a:lnTo>
                <a:lnTo>
                  <a:pt x="45188" y="118445"/>
                </a:lnTo>
                <a:cubicBezTo>
                  <a:pt x="39405" y="128158"/>
                  <a:pt x="36523" y="133859"/>
                  <a:pt x="36523" y="135549"/>
                </a:cubicBezTo>
                <a:moveTo>
                  <a:pt x="101541" y="96275"/>
                </a:moveTo>
                <a:cubicBezTo>
                  <a:pt x="101541" y="94729"/>
                  <a:pt x="100702" y="83747"/>
                  <a:pt x="99024" y="63338"/>
                </a:cubicBezTo>
                <a:cubicBezTo>
                  <a:pt x="97327" y="42928"/>
                  <a:pt x="96342" y="32651"/>
                  <a:pt x="96068" y="32517"/>
                </a:cubicBezTo>
                <a:lnTo>
                  <a:pt x="90359" y="41596"/>
                </a:lnTo>
                <a:cubicBezTo>
                  <a:pt x="88114" y="45394"/>
                  <a:pt x="83681" y="52927"/>
                  <a:pt x="77059" y="64185"/>
                </a:cubicBezTo>
                <a:lnTo>
                  <a:pt x="58068" y="96275"/>
                </a:lnTo>
                <a:lnTo>
                  <a:pt x="79814" y="96488"/>
                </a:lnTo>
                <a:cubicBezTo>
                  <a:pt x="94299" y="96488"/>
                  <a:pt x="101541" y="96417"/>
                  <a:pt x="101541" y="962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5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F207D806-991C-4B3D-B282-0C9B0F06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08" y="1639465"/>
            <a:ext cx="1368343" cy="3311558"/>
          </a:xfrm>
          <a:custGeom xmlns:a="http://schemas.openxmlformats.org/drawingml/2006/main">
            <a:pathLst>
              <a:path w="1368343" h="3311558">
                <a:moveTo>
                  <a:pt x="0" y="0"/>
                </a:moveTo>
                <a:lnTo>
                  <a:pt x="0" y="3003029"/>
                </a:lnTo>
                <a:cubicBezTo>
                  <a:pt x="0" y="3090076"/>
                  <a:pt x="43526" y="3133597"/>
                  <a:pt x="130566" y="3133597"/>
                </a:cubicBezTo>
                <a:lnTo>
                  <a:pt x="1237775" y="3133597"/>
                </a:lnTo>
                <a:cubicBezTo>
                  <a:pt x="1324815" y="3133597"/>
                  <a:pt x="1368343" y="3163283"/>
                  <a:pt x="1368343" y="3222645"/>
                </a:cubicBezTo>
                <a:lnTo>
                  <a:pt x="1368343" y="3311558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06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13D4D754-DD5A-4624-A475-0A67AAA3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950" y="4928170"/>
            <a:ext cx="91393" cy="91402"/>
          </a:xfrm>
          <a:custGeom xmlns:a="http://schemas.openxmlformats.org/drawingml/2006/main">
            <a:pathLst>
              <a:path w="91393" h="91402">
                <a:moveTo>
                  <a:pt x="45701" y="91402"/>
                </a:moveTo>
                <a:lnTo>
                  <a:pt x="0" y="0"/>
                </a:lnTo>
                <a:lnTo>
                  <a:pt x="45701" y="22854"/>
                </a:lnTo>
                <a:lnTo>
                  <a:pt x="91393" y="0"/>
                </a:lnTo>
                <a:lnTo>
                  <a:pt x="45701" y="914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437B57A1-F928-4466-B683-B05776B5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950" y="4928170"/>
            <a:ext cx="91393" cy="91402"/>
          </a:xfrm>
          <a:custGeom xmlns:a="http://schemas.openxmlformats.org/drawingml/2006/main">
            <a:pathLst>
              <a:path w="91393" h="91402">
                <a:moveTo>
                  <a:pt x="45701" y="91402"/>
                </a:moveTo>
                <a:lnTo>
                  <a:pt x="91393" y="0"/>
                </a:lnTo>
                <a:lnTo>
                  <a:pt x="45701" y="228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08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DA0EA2E5-DE25-45BA-9F0F-0A383AF5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0" y="1634759"/>
            <a:ext cx="1710554" cy="2519810"/>
          </a:xfrm>
          <a:custGeom xmlns:a="http://schemas.openxmlformats.org/drawingml/2006/main">
            <a:pathLst>
              <a:path w="1710554" h="2519810">
                <a:moveTo>
                  <a:pt x="0" y="0"/>
                </a:moveTo>
                <a:lnTo>
                  <a:pt x="128" y="2250453"/>
                </a:lnTo>
                <a:cubicBezTo>
                  <a:pt x="128" y="2337494"/>
                  <a:pt x="43654" y="2381020"/>
                  <a:pt x="130694" y="2381020"/>
                </a:cubicBezTo>
                <a:lnTo>
                  <a:pt x="1579987" y="2381020"/>
                </a:lnTo>
                <a:cubicBezTo>
                  <a:pt x="1667025" y="2381020"/>
                  <a:pt x="1710554" y="2404174"/>
                  <a:pt x="1710554" y="2450478"/>
                </a:cubicBezTo>
                <a:lnTo>
                  <a:pt x="1710554" y="251981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09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A8AB6EA4-F5DD-4CDA-8378-A1703C50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34" y="4131715"/>
            <a:ext cx="91398" cy="91402"/>
          </a:xfrm>
          <a:custGeom xmlns:a="http://schemas.openxmlformats.org/drawingml/2006/main">
            <a:pathLst>
              <a:path w="91398" h="91402">
                <a:moveTo>
                  <a:pt x="45699" y="91402"/>
                </a:moveTo>
                <a:lnTo>
                  <a:pt x="0" y="0"/>
                </a:lnTo>
                <a:lnTo>
                  <a:pt x="45699" y="22854"/>
                </a:lnTo>
                <a:lnTo>
                  <a:pt x="91398" y="0"/>
                </a:lnTo>
                <a:lnTo>
                  <a:pt x="45699" y="914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D7A0DA16-89D1-4703-82BD-ACA592EC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34" y="4131715"/>
            <a:ext cx="91398" cy="91402"/>
          </a:xfrm>
          <a:custGeom xmlns:a="http://schemas.openxmlformats.org/drawingml/2006/main">
            <a:pathLst>
              <a:path w="91398" h="91402">
                <a:moveTo>
                  <a:pt x="45699" y="91402"/>
                </a:moveTo>
                <a:lnTo>
                  <a:pt x="91398" y="0"/>
                </a:lnTo>
                <a:lnTo>
                  <a:pt x="45699" y="228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11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C36CA982-4CA4-4E1E-A588-9C26A881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460" y="4250794"/>
            <a:ext cx="2085792" cy="548385"/>
          </a:xfrm>
          <a:custGeom xmlns:a="http://schemas.openxmlformats.org/drawingml/2006/main">
            <a:pathLst>
              <a:path w="2085792" h="548385">
                <a:moveTo>
                  <a:pt x="82239" y="0"/>
                </a:moveTo>
                <a:lnTo>
                  <a:pt x="2003535" y="0"/>
                </a:lnTo>
                <a:cubicBezTo>
                  <a:pt x="2008934" y="0"/>
                  <a:pt x="2014279" y="527"/>
                  <a:pt x="2019570" y="1583"/>
                </a:cubicBezTo>
                <a:cubicBezTo>
                  <a:pt x="2024879" y="2638"/>
                  <a:pt x="2030023" y="4190"/>
                  <a:pt x="2035022" y="6265"/>
                </a:cubicBezTo>
                <a:cubicBezTo>
                  <a:pt x="2040002" y="8331"/>
                  <a:pt x="2044745" y="10862"/>
                  <a:pt x="2049233" y="13868"/>
                </a:cubicBezTo>
                <a:cubicBezTo>
                  <a:pt x="2053721" y="16869"/>
                  <a:pt x="2057880" y="20275"/>
                  <a:pt x="2061693" y="24094"/>
                </a:cubicBezTo>
                <a:cubicBezTo>
                  <a:pt x="2065506" y="27906"/>
                  <a:pt x="2068917" y="32069"/>
                  <a:pt x="2071928" y="36557"/>
                </a:cubicBezTo>
                <a:cubicBezTo>
                  <a:pt x="2074920" y="41047"/>
                  <a:pt x="2077455" y="45786"/>
                  <a:pt x="2079535" y="50774"/>
                </a:cubicBezTo>
                <a:cubicBezTo>
                  <a:pt x="2081596" y="55771"/>
                  <a:pt x="2083165" y="60915"/>
                  <a:pt x="2084206" y="66203"/>
                </a:cubicBezTo>
                <a:cubicBezTo>
                  <a:pt x="2085263" y="71506"/>
                  <a:pt x="2085792" y="76856"/>
                  <a:pt x="2085792" y="82258"/>
                </a:cubicBezTo>
                <a:lnTo>
                  <a:pt x="2085792" y="466127"/>
                </a:lnTo>
                <a:cubicBezTo>
                  <a:pt x="2085792" y="471521"/>
                  <a:pt x="2085263" y="476874"/>
                  <a:pt x="2084206" y="482168"/>
                </a:cubicBezTo>
                <a:cubicBezTo>
                  <a:pt x="2083165" y="487464"/>
                  <a:pt x="2081596" y="492608"/>
                  <a:pt x="2079535" y="497596"/>
                </a:cubicBezTo>
                <a:cubicBezTo>
                  <a:pt x="2077455" y="502585"/>
                  <a:pt x="2074920" y="507331"/>
                  <a:pt x="2071928" y="511820"/>
                </a:cubicBezTo>
                <a:cubicBezTo>
                  <a:pt x="2068917" y="516310"/>
                  <a:pt x="2065506" y="520464"/>
                  <a:pt x="2061693" y="524284"/>
                </a:cubicBezTo>
                <a:cubicBezTo>
                  <a:pt x="2057880" y="528104"/>
                  <a:pt x="2053721" y="531510"/>
                  <a:pt x="2049233" y="534511"/>
                </a:cubicBezTo>
                <a:cubicBezTo>
                  <a:pt x="2044745" y="537510"/>
                  <a:pt x="2040002" y="540048"/>
                  <a:pt x="2035022" y="542115"/>
                </a:cubicBezTo>
                <a:cubicBezTo>
                  <a:pt x="2030023" y="544180"/>
                  <a:pt x="2024879" y="545749"/>
                  <a:pt x="2019570" y="546803"/>
                </a:cubicBezTo>
                <a:cubicBezTo>
                  <a:pt x="2014279" y="547850"/>
                  <a:pt x="2008934" y="548378"/>
                  <a:pt x="2003535" y="548385"/>
                </a:cubicBezTo>
                <a:lnTo>
                  <a:pt x="82239" y="548385"/>
                </a:lnTo>
                <a:cubicBezTo>
                  <a:pt x="76840" y="548378"/>
                  <a:pt x="71494" y="547850"/>
                  <a:pt x="66204" y="546803"/>
                </a:cubicBezTo>
                <a:cubicBezTo>
                  <a:pt x="60895" y="545749"/>
                  <a:pt x="55750" y="544180"/>
                  <a:pt x="50770" y="542115"/>
                </a:cubicBezTo>
                <a:cubicBezTo>
                  <a:pt x="45772" y="540048"/>
                  <a:pt x="41047" y="537510"/>
                  <a:pt x="36541" y="534511"/>
                </a:cubicBezTo>
                <a:cubicBezTo>
                  <a:pt x="32053" y="531510"/>
                  <a:pt x="27894" y="528104"/>
                  <a:pt x="24081" y="524284"/>
                </a:cubicBezTo>
                <a:cubicBezTo>
                  <a:pt x="20268" y="520464"/>
                  <a:pt x="16857" y="516310"/>
                  <a:pt x="13846" y="511820"/>
                </a:cubicBezTo>
                <a:cubicBezTo>
                  <a:pt x="10854" y="507331"/>
                  <a:pt x="8318" y="502585"/>
                  <a:pt x="6239" y="497596"/>
                </a:cubicBezTo>
                <a:cubicBezTo>
                  <a:pt x="4177" y="492608"/>
                  <a:pt x="2627" y="487464"/>
                  <a:pt x="1569" y="482168"/>
                </a:cubicBezTo>
                <a:cubicBezTo>
                  <a:pt x="510" y="476874"/>
                  <a:pt x="0" y="471521"/>
                  <a:pt x="0" y="466127"/>
                </a:cubicBezTo>
                <a:lnTo>
                  <a:pt x="0" y="82258"/>
                </a:lnTo>
                <a:cubicBezTo>
                  <a:pt x="0" y="76856"/>
                  <a:pt x="510" y="71506"/>
                  <a:pt x="1569" y="66203"/>
                </a:cubicBezTo>
                <a:cubicBezTo>
                  <a:pt x="2627" y="60908"/>
                  <a:pt x="4177" y="55763"/>
                  <a:pt x="6239" y="50774"/>
                </a:cubicBezTo>
                <a:cubicBezTo>
                  <a:pt x="8318" y="45786"/>
                  <a:pt x="10854" y="41047"/>
                  <a:pt x="13846" y="36557"/>
                </a:cubicBezTo>
                <a:cubicBezTo>
                  <a:pt x="16857" y="32069"/>
                  <a:pt x="20268" y="27906"/>
                  <a:pt x="24081" y="24094"/>
                </a:cubicBezTo>
                <a:cubicBezTo>
                  <a:pt x="27894" y="20275"/>
                  <a:pt x="32053" y="16869"/>
                  <a:pt x="36541" y="13861"/>
                </a:cubicBezTo>
                <a:cubicBezTo>
                  <a:pt x="41047" y="10862"/>
                  <a:pt x="45772" y="8331"/>
                  <a:pt x="50770" y="6265"/>
                </a:cubicBezTo>
                <a:cubicBezTo>
                  <a:pt x="55750" y="4190"/>
                  <a:pt x="60895" y="2638"/>
                  <a:pt x="66204" y="1583"/>
                </a:cubicBezTo>
                <a:cubicBezTo>
                  <a:pt x="71494" y="527"/>
                  <a:pt x="76840" y="0"/>
                  <a:pt x="82239" y="0"/>
                </a:cubicBezTo>
              </a:path>
            </a:pathLst>
          </a:custGeom>
          <a:solidFill xmlns:a="http://schemas.openxmlformats.org/drawingml/2006/main">
            <a:srgbClr val="DFF6DD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12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25D1F175-7244-43AE-A2D2-EF53CDCC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75" y="4361643"/>
            <a:ext cx="77369" cy="95683"/>
          </a:xfrm>
          <a:custGeom xmlns:a="http://schemas.openxmlformats.org/drawingml/2006/main">
            <a:pathLst>
              <a:path w="77369" h="95683">
                <a:moveTo>
                  <a:pt x="16492" y="32482"/>
                </a:moveTo>
                <a:cubicBezTo>
                  <a:pt x="16492" y="27978"/>
                  <a:pt x="17623" y="23395"/>
                  <a:pt x="19867" y="18743"/>
                </a:cubicBezTo>
                <a:cubicBezTo>
                  <a:pt x="22129" y="14097"/>
                  <a:pt x="26069" y="9798"/>
                  <a:pt x="31706" y="5851"/>
                </a:cubicBezTo>
                <a:cubicBezTo>
                  <a:pt x="37344" y="1903"/>
                  <a:pt x="44185" y="0"/>
                  <a:pt x="52212" y="142"/>
                </a:cubicBezTo>
                <a:cubicBezTo>
                  <a:pt x="60950" y="142"/>
                  <a:pt x="67299" y="2045"/>
                  <a:pt x="71240" y="5851"/>
                </a:cubicBezTo>
                <a:cubicBezTo>
                  <a:pt x="75180" y="9656"/>
                  <a:pt x="77223" y="13883"/>
                  <a:pt x="77369" y="18535"/>
                </a:cubicBezTo>
                <a:cubicBezTo>
                  <a:pt x="77369" y="23039"/>
                  <a:pt x="76165" y="26352"/>
                  <a:pt x="73775" y="28470"/>
                </a:cubicBezTo>
                <a:cubicBezTo>
                  <a:pt x="71386" y="30579"/>
                  <a:pt x="68704" y="31712"/>
                  <a:pt x="65748" y="31847"/>
                </a:cubicBezTo>
                <a:cubicBezTo>
                  <a:pt x="63906" y="31847"/>
                  <a:pt x="62227" y="31285"/>
                  <a:pt x="60677" y="30158"/>
                </a:cubicBezTo>
                <a:cubicBezTo>
                  <a:pt x="59126" y="29032"/>
                  <a:pt x="58268" y="27200"/>
                  <a:pt x="58141" y="24665"/>
                </a:cubicBezTo>
                <a:cubicBezTo>
                  <a:pt x="58141" y="22404"/>
                  <a:pt x="58779" y="20438"/>
                  <a:pt x="60038" y="18743"/>
                </a:cubicBezTo>
                <a:cubicBezTo>
                  <a:pt x="61297" y="17054"/>
                  <a:pt x="62501" y="15784"/>
                  <a:pt x="63632" y="14938"/>
                </a:cubicBezTo>
                <a:cubicBezTo>
                  <a:pt x="64763" y="14097"/>
                  <a:pt x="65675" y="13675"/>
                  <a:pt x="66369" y="13675"/>
                </a:cubicBezTo>
                <a:cubicBezTo>
                  <a:pt x="66514" y="13675"/>
                  <a:pt x="66588" y="13604"/>
                  <a:pt x="66588" y="13462"/>
                </a:cubicBezTo>
                <a:cubicBezTo>
                  <a:pt x="66588" y="13042"/>
                  <a:pt x="66095" y="12407"/>
                  <a:pt x="65110" y="11558"/>
                </a:cubicBezTo>
                <a:cubicBezTo>
                  <a:pt x="64125" y="10710"/>
                  <a:pt x="62355" y="9941"/>
                  <a:pt x="59819" y="9236"/>
                </a:cubicBezTo>
                <a:cubicBezTo>
                  <a:pt x="57283" y="8530"/>
                  <a:pt x="54529" y="8103"/>
                  <a:pt x="51573" y="7967"/>
                </a:cubicBezTo>
                <a:cubicBezTo>
                  <a:pt x="44823" y="7967"/>
                  <a:pt x="39880" y="9798"/>
                  <a:pt x="36778" y="13462"/>
                </a:cubicBezTo>
                <a:cubicBezTo>
                  <a:pt x="33695" y="17125"/>
                  <a:pt x="32053" y="20859"/>
                  <a:pt x="31925" y="24665"/>
                </a:cubicBezTo>
                <a:cubicBezTo>
                  <a:pt x="31925" y="28184"/>
                  <a:pt x="33257" y="30650"/>
                  <a:pt x="35939" y="32061"/>
                </a:cubicBezTo>
                <a:cubicBezTo>
                  <a:pt x="38620" y="33472"/>
                  <a:pt x="42488" y="34669"/>
                  <a:pt x="47560" y="35652"/>
                </a:cubicBezTo>
                <a:cubicBezTo>
                  <a:pt x="52632" y="36643"/>
                  <a:pt x="56298" y="37697"/>
                  <a:pt x="58561" y="38823"/>
                </a:cubicBezTo>
                <a:cubicBezTo>
                  <a:pt x="67864" y="42915"/>
                  <a:pt x="72498" y="49678"/>
                  <a:pt x="72498" y="59111"/>
                </a:cubicBezTo>
                <a:cubicBezTo>
                  <a:pt x="72498" y="63061"/>
                  <a:pt x="71732" y="67009"/>
                  <a:pt x="70181" y="70950"/>
                </a:cubicBezTo>
                <a:cubicBezTo>
                  <a:pt x="68631" y="74897"/>
                  <a:pt x="66296" y="78845"/>
                  <a:pt x="63194" y="82785"/>
                </a:cubicBezTo>
                <a:cubicBezTo>
                  <a:pt x="60111" y="86734"/>
                  <a:pt x="55678" y="89833"/>
                  <a:pt x="49895" y="92093"/>
                </a:cubicBezTo>
                <a:cubicBezTo>
                  <a:pt x="44112" y="94344"/>
                  <a:pt x="37489" y="95541"/>
                  <a:pt x="30028" y="95683"/>
                </a:cubicBezTo>
                <a:cubicBezTo>
                  <a:pt x="19174" y="95683"/>
                  <a:pt x="11493" y="93638"/>
                  <a:pt x="6987" y="89555"/>
                </a:cubicBezTo>
                <a:cubicBezTo>
                  <a:pt x="2481" y="85466"/>
                  <a:pt x="146" y="80676"/>
                  <a:pt x="0" y="75182"/>
                </a:cubicBezTo>
                <a:cubicBezTo>
                  <a:pt x="0" y="69687"/>
                  <a:pt x="1496" y="65739"/>
                  <a:pt x="4451" y="63345"/>
                </a:cubicBezTo>
                <a:cubicBezTo>
                  <a:pt x="7407" y="60950"/>
                  <a:pt x="10508" y="59746"/>
                  <a:pt x="13755" y="59746"/>
                </a:cubicBezTo>
                <a:cubicBezTo>
                  <a:pt x="15853" y="59746"/>
                  <a:pt x="17824" y="60381"/>
                  <a:pt x="19666" y="61649"/>
                </a:cubicBezTo>
                <a:cubicBezTo>
                  <a:pt x="21490" y="62917"/>
                  <a:pt x="22476" y="65106"/>
                  <a:pt x="22621" y="68205"/>
                </a:cubicBezTo>
                <a:cubicBezTo>
                  <a:pt x="22621" y="71869"/>
                  <a:pt x="21363" y="74968"/>
                  <a:pt x="18827" y="77506"/>
                </a:cubicBezTo>
                <a:cubicBezTo>
                  <a:pt x="16291" y="80041"/>
                  <a:pt x="14102" y="81309"/>
                  <a:pt x="12260" y="81309"/>
                </a:cubicBezTo>
                <a:cubicBezTo>
                  <a:pt x="11986" y="81454"/>
                  <a:pt x="11767" y="81525"/>
                  <a:pt x="11639" y="81525"/>
                </a:cubicBezTo>
                <a:cubicBezTo>
                  <a:pt x="11493" y="81525"/>
                  <a:pt x="11420" y="81660"/>
                  <a:pt x="11420" y="81944"/>
                </a:cubicBezTo>
                <a:cubicBezTo>
                  <a:pt x="11566" y="82366"/>
                  <a:pt x="12114" y="82928"/>
                  <a:pt x="13117" y="83634"/>
                </a:cubicBezTo>
                <a:cubicBezTo>
                  <a:pt x="14102" y="84340"/>
                  <a:pt x="16291" y="85259"/>
                  <a:pt x="19666" y="86385"/>
                </a:cubicBezTo>
                <a:cubicBezTo>
                  <a:pt x="23041" y="87511"/>
                  <a:pt x="26927" y="88001"/>
                  <a:pt x="31287" y="87859"/>
                </a:cubicBezTo>
                <a:cubicBezTo>
                  <a:pt x="36358" y="87859"/>
                  <a:pt x="40737" y="87089"/>
                  <a:pt x="44404" y="85537"/>
                </a:cubicBezTo>
                <a:cubicBezTo>
                  <a:pt x="48052" y="83989"/>
                  <a:pt x="50734" y="82016"/>
                  <a:pt x="52431" y="79622"/>
                </a:cubicBezTo>
                <a:cubicBezTo>
                  <a:pt x="54109" y="77220"/>
                  <a:pt x="55313" y="75039"/>
                  <a:pt x="56025" y="73066"/>
                </a:cubicBezTo>
                <a:cubicBezTo>
                  <a:pt x="56718" y="71092"/>
                  <a:pt x="57083" y="69331"/>
                  <a:pt x="57083" y="67784"/>
                </a:cubicBezTo>
                <a:cubicBezTo>
                  <a:pt x="57083" y="63836"/>
                  <a:pt x="55605" y="60879"/>
                  <a:pt x="52632" y="58905"/>
                </a:cubicBezTo>
                <a:cubicBezTo>
                  <a:pt x="49676" y="56931"/>
                  <a:pt x="46301" y="55734"/>
                  <a:pt x="42488" y="55313"/>
                </a:cubicBezTo>
                <a:cubicBezTo>
                  <a:pt x="38694" y="54886"/>
                  <a:pt x="34534" y="53832"/>
                  <a:pt x="30028" y="52142"/>
                </a:cubicBezTo>
                <a:cubicBezTo>
                  <a:pt x="25504" y="50446"/>
                  <a:pt x="22202" y="47981"/>
                  <a:pt x="20086" y="44745"/>
                </a:cubicBezTo>
                <a:cubicBezTo>
                  <a:pt x="17696" y="41218"/>
                  <a:pt x="16492" y="37135"/>
                  <a:pt x="16492" y="324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13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FBF824BC-1A5D-491A-BB8E-1C848C22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81" y="4387389"/>
            <a:ext cx="51409" cy="99525"/>
          </a:xfrm>
          <a:custGeom xmlns:a="http://schemas.openxmlformats.org/drawingml/2006/main">
            <a:pathLst>
              <a:path w="51409" h="99525">
                <a:moveTo>
                  <a:pt x="19429" y="13155"/>
                </a:moveTo>
                <a:lnTo>
                  <a:pt x="17495" y="13898"/>
                </a:lnTo>
                <a:cubicBezTo>
                  <a:pt x="16090" y="14396"/>
                  <a:pt x="14102" y="14894"/>
                  <a:pt x="11511" y="15393"/>
                </a:cubicBezTo>
                <a:cubicBezTo>
                  <a:pt x="8921" y="15892"/>
                  <a:pt x="6038" y="16242"/>
                  <a:pt x="2846" y="16441"/>
                </a:cubicBezTo>
                <a:lnTo>
                  <a:pt x="0" y="16441"/>
                </a:lnTo>
                <a:lnTo>
                  <a:pt x="0" y="9565"/>
                </a:lnTo>
                <a:lnTo>
                  <a:pt x="2846" y="9565"/>
                </a:lnTo>
                <a:cubicBezTo>
                  <a:pt x="7534" y="9364"/>
                  <a:pt x="11858" y="8624"/>
                  <a:pt x="15853" y="7326"/>
                </a:cubicBezTo>
                <a:cubicBezTo>
                  <a:pt x="19830" y="6029"/>
                  <a:pt x="22622" y="4832"/>
                  <a:pt x="24209" y="3741"/>
                </a:cubicBezTo>
                <a:cubicBezTo>
                  <a:pt x="25814" y="2645"/>
                  <a:pt x="27200" y="1547"/>
                  <a:pt x="28405" y="450"/>
                </a:cubicBezTo>
                <a:cubicBezTo>
                  <a:pt x="28605" y="150"/>
                  <a:pt x="29189" y="0"/>
                  <a:pt x="30192" y="0"/>
                </a:cubicBezTo>
                <a:cubicBezTo>
                  <a:pt x="31086" y="0"/>
                  <a:pt x="31944" y="299"/>
                  <a:pt x="32728" y="899"/>
                </a:cubicBezTo>
                <a:lnTo>
                  <a:pt x="32728" y="45581"/>
                </a:lnTo>
                <a:lnTo>
                  <a:pt x="32874" y="90411"/>
                </a:lnTo>
                <a:cubicBezTo>
                  <a:pt x="33586" y="91110"/>
                  <a:pt x="34188" y="91559"/>
                  <a:pt x="34680" y="91757"/>
                </a:cubicBezTo>
                <a:cubicBezTo>
                  <a:pt x="35173" y="91958"/>
                  <a:pt x="36377" y="92157"/>
                  <a:pt x="38256" y="92356"/>
                </a:cubicBezTo>
                <a:cubicBezTo>
                  <a:pt x="40153" y="92557"/>
                  <a:pt x="43236" y="92655"/>
                  <a:pt x="47523" y="92655"/>
                </a:cubicBezTo>
                <a:lnTo>
                  <a:pt x="51409" y="92655"/>
                </a:lnTo>
                <a:lnTo>
                  <a:pt x="51409" y="99525"/>
                </a:lnTo>
                <a:lnTo>
                  <a:pt x="49767" y="99525"/>
                </a:lnTo>
                <a:cubicBezTo>
                  <a:pt x="47669" y="99226"/>
                  <a:pt x="39752" y="99076"/>
                  <a:pt x="26015" y="99076"/>
                </a:cubicBezTo>
                <a:cubicBezTo>
                  <a:pt x="12460" y="99076"/>
                  <a:pt x="4634" y="99226"/>
                  <a:pt x="2554" y="99525"/>
                </a:cubicBezTo>
                <a:lnTo>
                  <a:pt x="748" y="99525"/>
                </a:lnTo>
                <a:lnTo>
                  <a:pt x="748" y="92655"/>
                </a:lnTo>
                <a:lnTo>
                  <a:pt x="4634" y="92655"/>
                </a:lnTo>
                <a:cubicBezTo>
                  <a:pt x="6841" y="92655"/>
                  <a:pt x="8720" y="92655"/>
                  <a:pt x="10325" y="92655"/>
                </a:cubicBezTo>
                <a:cubicBezTo>
                  <a:pt x="11912" y="92655"/>
                  <a:pt x="13153" y="92606"/>
                  <a:pt x="14047" y="92505"/>
                </a:cubicBezTo>
                <a:cubicBezTo>
                  <a:pt x="14959" y="92407"/>
                  <a:pt x="15744" y="92257"/>
                  <a:pt x="16455" y="92057"/>
                </a:cubicBezTo>
                <a:cubicBezTo>
                  <a:pt x="17148" y="91858"/>
                  <a:pt x="17531" y="91757"/>
                  <a:pt x="17641" y="91757"/>
                </a:cubicBezTo>
                <a:cubicBezTo>
                  <a:pt x="17732" y="91757"/>
                  <a:pt x="18043" y="91509"/>
                  <a:pt x="18535" y="91010"/>
                </a:cubicBezTo>
                <a:cubicBezTo>
                  <a:pt x="19027" y="90512"/>
                  <a:pt x="19338" y="90311"/>
                  <a:pt x="19429" y="90411"/>
                </a:cubicBezTo>
                <a:lnTo>
                  <a:pt x="19429" y="131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14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F3FF0479-874A-4FC6-8B5B-5A182AD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473" y="4429635"/>
            <a:ext cx="27912" cy="66722"/>
          </a:xfrm>
          <a:custGeom xmlns:a="http://schemas.openxmlformats.org/drawingml/2006/main">
            <a:pathLst>
              <a:path w="27912" h="66722">
                <a:moveTo>
                  <a:pt x="0" y="18179"/>
                </a:moveTo>
                <a:cubicBezTo>
                  <a:pt x="0" y="18179"/>
                  <a:pt x="0" y="16419"/>
                  <a:pt x="0" y="12898"/>
                </a:cubicBezTo>
                <a:cubicBezTo>
                  <a:pt x="0" y="9370"/>
                  <a:pt x="1131" y="6341"/>
                  <a:pt x="3393" y="3806"/>
                </a:cubicBezTo>
                <a:cubicBezTo>
                  <a:pt x="5637" y="1268"/>
                  <a:pt x="8665" y="0"/>
                  <a:pt x="12478" y="0"/>
                </a:cubicBezTo>
                <a:cubicBezTo>
                  <a:pt x="16419" y="0"/>
                  <a:pt x="19939" y="1761"/>
                  <a:pt x="23041" y="5287"/>
                </a:cubicBezTo>
                <a:cubicBezTo>
                  <a:pt x="26142" y="8808"/>
                  <a:pt x="27766" y="15007"/>
                  <a:pt x="27912" y="23886"/>
                </a:cubicBezTo>
                <a:cubicBezTo>
                  <a:pt x="27912" y="28819"/>
                  <a:pt x="27273" y="33608"/>
                  <a:pt x="25996" y="38259"/>
                </a:cubicBezTo>
                <a:cubicBezTo>
                  <a:pt x="24737" y="42906"/>
                  <a:pt x="23260" y="46925"/>
                  <a:pt x="21563" y="50304"/>
                </a:cubicBezTo>
                <a:cubicBezTo>
                  <a:pt x="19885" y="53688"/>
                  <a:pt x="18043" y="56574"/>
                  <a:pt x="16072" y="58969"/>
                </a:cubicBezTo>
                <a:cubicBezTo>
                  <a:pt x="14102" y="61370"/>
                  <a:pt x="12405" y="63273"/>
                  <a:pt x="11001" y="64677"/>
                </a:cubicBezTo>
                <a:cubicBezTo>
                  <a:pt x="9596" y="66088"/>
                  <a:pt x="8665" y="66722"/>
                  <a:pt x="8246" y="66580"/>
                </a:cubicBezTo>
                <a:cubicBezTo>
                  <a:pt x="7698" y="66580"/>
                  <a:pt x="6768" y="65945"/>
                  <a:pt x="5510" y="64677"/>
                </a:cubicBezTo>
                <a:cubicBezTo>
                  <a:pt x="4232" y="63408"/>
                  <a:pt x="3594" y="62496"/>
                  <a:pt x="3594" y="61934"/>
                </a:cubicBezTo>
                <a:cubicBezTo>
                  <a:pt x="3594" y="61370"/>
                  <a:pt x="4379" y="60237"/>
                  <a:pt x="5929" y="58548"/>
                </a:cubicBezTo>
                <a:cubicBezTo>
                  <a:pt x="7479" y="56860"/>
                  <a:pt x="9231" y="54742"/>
                  <a:pt x="11220" y="52206"/>
                </a:cubicBezTo>
                <a:cubicBezTo>
                  <a:pt x="13190" y="49669"/>
                  <a:pt x="15014" y="46150"/>
                  <a:pt x="16711" y="41638"/>
                </a:cubicBezTo>
                <a:cubicBezTo>
                  <a:pt x="18389" y="37134"/>
                  <a:pt x="19520" y="31989"/>
                  <a:pt x="20086" y="26210"/>
                </a:cubicBezTo>
                <a:lnTo>
                  <a:pt x="20086" y="23672"/>
                </a:lnTo>
                <a:lnTo>
                  <a:pt x="19885" y="23886"/>
                </a:lnTo>
                <a:cubicBezTo>
                  <a:pt x="19593" y="24030"/>
                  <a:pt x="19246" y="24165"/>
                  <a:pt x="18826" y="24307"/>
                </a:cubicBezTo>
                <a:cubicBezTo>
                  <a:pt x="18389" y="24449"/>
                  <a:pt x="17969" y="24663"/>
                  <a:pt x="17550" y="24942"/>
                </a:cubicBezTo>
                <a:cubicBezTo>
                  <a:pt x="17130" y="25227"/>
                  <a:pt x="16492" y="25362"/>
                  <a:pt x="15652" y="25362"/>
                </a:cubicBezTo>
                <a:cubicBezTo>
                  <a:pt x="14795" y="25362"/>
                  <a:pt x="13956" y="25433"/>
                  <a:pt x="13116" y="25575"/>
                </a:cubicBezTo>
                <a:cubicBezTo>
                  <a:pt x="9304" y="25575"/>
                  <a:pt x="6203" y="24378"/>
                  <a:pt x="3813" y="21983"/>
                </a:cubicBezTo>
                <a:lnTo>
                  <a:pt x="0" y="181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15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64E9CD21-DF5B-4468-B237-6EB0661A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377" y="4361785"/>
            <a:ext cx="91507" cy="95749"/>
          </a:xfrm>
          <a:custGeom xmlns:a="http://schemas.openxmlformats.org/drawingml/2006/main">
            <a:pathLst>
              <a:path w="91507" h="95749">
                <a:moveTo>
                  <a:pt x="65931" y="21985"/>
                </a:moveTo>
                <a:cubicBezTo>
                  <a:pt x="64526" y="21985"/>
                  <a:pt x="60786" y="21208"/>
                  <a:pt x="54729" y="19662"/>
                </a:cubicBezTo>
                <a:cubicBezTo>
                  <a:pt x="48672" y="18108"/>
                  <a:pt x="44239" y="17331"/>
                  <a:pt x="41412" y="17331"/>
                </a:cubicBezTo>
                <a:cubicBezTo>
                  <a:pt x="38603" y="17331"/>
                  <a:pt x="36194" y="17617"/>
                  <a:pt x="34242" y="18179"/>
                </a:cubicBezTo>
                <a:cubicBezTo>
                  <a:pt x="32254" y="18743"/>
                  <a:pt x="30630" y="19447"/>
                  <a:pt x="29371" y="20295"/>
                </a:cubicBezTo>
                <a:cubicBezTo>
                  <a:pt x="28095" y="21137"/>
                  <a:pt x="27255" y="21914"/>
                  <a:pt x="26835" y="22620"/>
                </a:cubicBezTo>
                <a:cubicBezTo>
                  <a:pt x="26416" y="23324"/>
                  <a:pt x="25923" y="24101"/>
                  <a:pt x="25358" y="24942"/>
                </a:cubicBezTo>
                <a:lnTo>
                  <a:pt x="24920" y="25790"/>
                </a:lnTo>
                <a:cubicBezTo>
                  <a:pt x="24500" y="26210"/>
                  <a:pt x="23460" y="26425"/>
                  <a:pt x="21764" y="26425"/>
                </a:cubicBezTo>
                <a:cubicBezTo>
                  <a:pt x="18790" y="26425"/>
                  <a:pt x="17331" y="25862"/>
                  <a:pt x="17331" y="24736"/>
                </a:cubicBezTo>
                <a:cubicBezTo>
                  <a:pt x="17331" y="24030"/>
                  <a:pt x="17531" y="23039"/>
                  <a:pt x="17951" y="21771"/>
                </a:cubicBezTo>
                <a:cubicBezTo>
                  <a:pt x="19794" y="16277"/>
                  <a:pt x="22822" y="11559"/>
                  <a:pt x="27036" y="7611"/>
                </a:cubicBezTo>
                <a:cubicBezTo>
                  <a:pt x="31269" y="3663"/>
                  <a:pt x="35921" y="1270"/>
                  <a:pt x="40992" y="429"/>
                </a:cubicBezTo>
                <a:cubicBezTo>
                  <a:pt x="42689" y="143"/>
                  <a:pt x="43875" y="0"/>
                  <a:pt x="44586" y="0"/>
                </a:cubicBezTo>
                <a:cubicBezTo>
                  <a:pt x="48107" y="0"/>
                  <a:pt x="51281" y="1199"/>
                  <a:pt x="54109" y="3592"/>
                </a:cubicBezTo>
                <a:cubicBezTo>
                  <a:pt x="56918" y="5993"/>
                  <a:pt x="59600" y="8317"/>
                  <a:pt x="62136" y="10568"/>
                </a:cubicBezTo>
                <a:cubicBezTo>
                  <a:pt x="64672" y="12829"/>
                  <a:pt x="67335" y="14025"/>
                  <a:pt x="70163" y="14161"/>
                </a:cubicBezTo>
                <a:cubicBezTo>
                  <a:pt x="73264" y="14161"/>
                  <a:pt x="76365" y="11838"/>
                  <a:pt x="79467" y="7191"/>
                </a:cubicBezTo>
                <a:cubicBezTo>
                  <a:pt x="82568" y="2538"/>
                  <a:pt x="84174" y="213"/>
                  <a:pt x="84320" y="213"/>
                </a:cubicBezTo>
                <a:cubicBezTo>
                  <a:pt x="84466" y="71"/>
                  <a:pt x="85524" y="0"/>
                  <a:pt x="87494" y="0"/>
                </a:cubicBezTo>
                <a:lnTo>
                  <a:pt x="90249" y="0"/>
                </a:lnTo>
                <a:cubicBezTo>
                  <a:pt x="91088" y="848"/>
                  <a:pt x="91507" y="1412"/>
                  <a:pt x="91507" y="1697"/>
                </a:cubicBezTo>
                <a:cubicBezTo>
                  <a:pt x="91507" y="2260"/>
                  <a:pt x="91161" y="3244"/>
                  <a:pt x="90449" y="4654"/>
                </a:cubicBezTo>
                <a:cubicBezTo>
                  <a:pt x="89756" y="6064"/>
                  <a:pt x="88771" y="7540"/>
                  <a:pt x="87494" y="9094"/>
                </a:cubicBezTo>
                <a:cubicBezTo>
                  <a:pt x="86235" y="10639"/>
                  <a:pt x="85031" y="12194"/>
                  <a:pt x="83900" y="13741"/>
                </a:cubicBezTo>
                <a:cubicBezTo>
                  <a:pt x="82769" y="15293"/>
                  <a:pt x="81784" y="16632"/>
                  <a:pt x="80944" y="17760"/>
                </a:cubicBezTo>
                <a:lnTo>
                  <a:pt x="79467" y="19662"/>
                </a:lnTo>
                <a:cubicBezTo>
                  <a:pt x="73410" y="26845"/>
                  <a:pt x="63814" y="36359"/>
                  <a:pt x="50716" y="48195"/>
                </a:cubicBezTo>
                <a:cubicBezTo>
                  <a:pt x="37617" y="60033"/>
                  <a:pt x="29517" y="67642"/>
                  <a:pt x="26416" y="71021"/>
                </a:cubicBezTo>
                <a:lnTo>
                  <a:pt x="23880" y="73558"/>
                </a:lnTo>
                <a:lnTo>
                  <a:pt x="27036" y="73772"/>
                </a:lnTo>
                <a:cubicBezTo>
                  <a:pt x="30138" y="73772"/>
                  <a:pt x="34662" y="74542"/>
                  <a:pt x="40573" y="76094"/>
                </a:cubicBezTo>
                <a:cubicBezTo>
                  <a:pt x="46483" y="77649"/>
                  <a:pt x="50935" y="78418"/>
                  <a:pt x="53890" y="78418"/>
                </a:cubicBezTo>
                <a:cubicBezTo>
                  <a:pt x="59235" y="78418"/>
                  <a:pt x="64179" y="77077"/>
                  <a:pt x="68685" y="74405"/>
                </a:cubicBezTo>
                <a:cubicBezTo>
                  <a:pt x="73191" y="71727"/>
                  <a:pt x="76147" y="68206"/>
                  <a:pt x="77570" y="63836"/>
                </a:cubicBezTo>
                <a:cubicBezTo>
                  <a:pt x="78117" y="62568"/>
                  <a:pt x="78610" y="61791"/>
                  <a:pt x="79047" y="61507"/>
                </a:cubicBezTo>
                <a:cubicBezTo>
                  <a:pt x="79467" y="61229"/>
                  <a:pt x="80525" y="61087"/>
                  <a:pt x="82204" y="61087"/>
                </a:cubicBezTo>
                <a:cubicBezTo>
                  <a:pt x="84885" y="61087"/>
                  <a:pt x="86235" y="61791"/>
                  <a:pt x="86235" y="63203"/>
                </a:cubicBezTo>
                <a:cubicBezTo>
                  <a:pt x="86235" y="63910"/>
                  <a:pt x="86162" y="64543"/>
                  <a:pt x="86016" y="65106"/>
                </a:cubicBezTo>
                <a:cubicBezTo>
                  <a:pt x="83626" y="73843"/>
                  <a:pt x="78975" y="81096"/>
                  <a:pt x="72060" y="86876"/>
                </a:cubicBezTo>
                <a:cubicBezTo>
                  <a:pt x="65164" y="92648"/>
                  <a:pt x="58250" y="95613"/>
                  <a:pt x="51354" y="95749"/>
                </a:cubicBezTo>
                <a:cubicBezTo>
                  <a:pt x="47687" y="95749"/>
                  <a:pt x="44440" y="94550"/>
                  <a:pt x="41631" y="92157"/>
                </a:cubicBezTo>
                <a:cubicBezTo>
                  <a:pt x="38803" y="89762"/>
                  <a:pt x="36067" y="87368"/>
                  <a:pt x="33385" y="84973"/>
                </a:cubicBezTo>
                <a:cubicBezTo>
                  <a:pt x="30703" y="82580"/>
                  <a:pt x="28040" y="81383"/>
                  <a:pt x="25358" y="81383"/>
                </a:cubicBezTo>
                <a:cubicBezTo>
                  <a:pt x="19155" y="81383"/>
                  <a:pt x="13591" y="85608"/>
                  <a:pt x="8665" y="94060"/>
                </a:cubicBezTo>
                <a:cubicBezTo>
                  <a:pt x="7808" y="95185"/>
                  <a:pt x="6604" y="95749"/>
                  <a:pt x="5053" y="95749"/>
                </a:cubicBezTo>
                <a:lnTo>
                  <a:pt x="4013" y="95749"/>
                </a:lnTo>
                <a:lnTo>
                  <a:pt x="1258" y="95749"/>
                </a:lnTo>
                <a:cubicBezTo>
                  <a:pt x="419" y="94908"/>
                  <a:pt x="0" y="94273"/>
                  <a:pt x="0" y="93846"/>
                </a:cubicBezTo>
                <a:cubicBezTo>
                  <a:pt x="0" y="91736"/>
                  <a:pt x="4068" y="85679"/>
                  <a:pt x="12241" y="75674"/>
                </a:cubicBezTo>
                <a:cubicBezTo>
                  <a:pt x="17750" y="69331"/>
                  <a:pt x="27036" y="60175"/>
                  <a:pt x="40153" y="48195"/>
                </a:cubicBezTo>
                <a:cubicBezTo>
                  <a:pt x="53252" y="36216"/>
                  <a:pt x="61351" y="28605"/>
                  <a:pt x="64453" y="25364"/>
                </a:cubicBezTo>
                <a:cubicBezTo>
                  <a:pt x="66149" y="23110"/>
                  <a:pt x="66642" y="21985"/>
                  <a:pt x="65931" y="219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16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B487EE3B-4B2B-419C-9BC1-F70A3F1C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638" y="4387389"/>
            <a:ext cx="51409" cy="99525"/>
          </a:xfrm>
          <a:custGeom xmlns:a="http://schemas.openxmlformats.org/drawingml/2006/main">
            <a:pathLst>
              <a:path w="51409" h="99525">
                <a:moveTo>
                  <a:pt x="19429" y="13155"/>
                </a:moveTo>
                <a:lnTo>
                  <a:pt x="17477" y="13898"/>
                </a:lnTo>
                <a:cubicBezTo>
                  <a:pt x="16090" y="14396"/>
                  <a:pt x="14083" y="14894"/>
                  <a:pt x="11511" y="15393"/>
                </a:cubicBezTo>
                <a:cubicBezTo>
                  <a:pt x="8903" y="15892"/>
                  <a:pt x="6020" y="16242"/>
                  <a:pt x="2828" y="16441"/>
                </a:cubicBezTo>
                <a:lnTo>
                  <a:pt x="0" y="16441"/>
                </a:lnTo>
                <a:lnTo>
                  <a:pt x="0" y="9565"/>
                </a:lnTo>
                <a:lnTo>
                  <a:pt x="2828" y="9565"/>
                </a:lnTo>
                <a:cubicBezTo>
                  <a:pt x="7516" y="9364"/>
                  <a:pt x="11840" y="8624"/>
                  <a:pt x="15835" y="7326"/>
                </a:cubicBezTo>
                <a:cubicBezTo>
                  <a:pt x="19812" y="6029"/>
                  <a:pt x="22603" y="4832"/>
                  <a:pt x="24209" y="3741"/>
                </a:cubicBezTo>
                <a:cubicBezTo>
                  <a:pt x="25796" y="2645"/>
                  <a:pt x="27182" y="1547"/>
                  <a:pt x="28386" y="450"/>
                </a:cubicBezTo>
                <a:cubicBezTo>
                  <a:pt x="28587" y="150"/>
                  <a:pt x="29189" y="0"/>
                  <a:pt x="30174" y="0"/>
                </a:cubicBezTo>
                <a:cubicBezTo>
                  <a:pt x="31086" y="0"/>
                  <a:pt x="31925" y="299"/>
                  <a:pt x="32710" y="899"/>
                </a:cubicBezTo>
                <a:lnTo>
                  <a:pt x="32710" y="45581"/>
                </a:lnTo>
                <a:lnTo>
                  <a:pt x="32874" y="90411"/>
                </a:lnTo>
                <a:cubicBezTo>
                  <a:pt x="33567" y="91110"/>
                  <a:pt x="34169" y="91559"/>
                  <a:pt x="34662" y="91757"/>
                </a:cubicBezTo>
                <a:cubicBezTo>
                  <a:pt x="35155" y="91958"/>
                  <a:pt x="36358" y="92157"/>
                  <a:pt x="38256" y="92356"/>
                </a:cubicBezTo>
                <a:cubicBezTo>
                  <a:pt x="40153" y="92557"/>
                  <a:pt x="43236" y="92655"/>
                  <a:pt x="47505" y="92655"/>
                </a:cubicBezTo>
                <a:lnTo>
                  <a:pt x="51409" y="92655"/>
                </a:lnTo>
                <a:lnTo>
                  <a:pt x="51409" y="99525"/>
                </a:lnTo>
                <a:lnTo>
                  <a:pt x="49749" y="99525"/>
                </a:lnTo>
                <a:cubicBezTo>
                  <a:pt x="47669" y="99226"/>
                  <a:pt x="39752" y="99076"/>
                  <a:pt x="25996" y="99076"/>
                </a:cubicBezTo>
                <a:cubicBezTo>
                  <a:pt x="12441" y="99076"/>
                  <a:pt x="4634" y="99226"/>
                  <a:pt x="2536" y="99525"/>
                </a:cubicBezTo>
                <a:lnTo>
                  <a:pt x="748" y="99525"/>
                </a:lnTo>
                <a:lnTo>
                  <a:pt x="748" y="92655"/>
                </a:lnTo>
                <a:lnTo>
                  <a:pt x="4634" y="92655"/>
                </a:lnTo>
                <a:cubicBezTo>
                  <a:pt x="6823" y="92655"/>
                  <a:pt x="8702" y="92655"/>
                  <a:pt x="10308" y="92655"/>
                </a:cubicBezTo>
                <a:cubicBezTo>
                  <a:pt x="11895" y="92655"/>
                  <a:pt x="13135" y="92606"/>
                  <a:pt x="14047" y="92505"/>
                </a:cubicBezTo>
                <a:cubicBezTo>
                  <a:pt x="14941" y="92407"/>
                  <a:pt x="15744" y="92257"/>
                  <a:pt x="16437" y="92057"/>
                </a:cubicBezTo>
                <a:cubicBezTo>
                  <a:pt x="17130" y="91858"/>
                  <a:pt x="17531" y="91757"/>
                  <a:pt x="17623" y="91757"/>
                </a:cubicBezTo>
                <a:cubicBezTo>
                  <a:pt x="17732" y="91757"/>
                  <a:pt x="18024" y="91509"/>
                  <a:pt x="18517" y="91010"/>
                </a:cubicBezTo>
                <a:cubicBezTo>
                  <a:pt x="19027" y="90512"/>
                  <a:pt x="19319" y="90311"/>
                  <a:pt x="19429" y="90411"/>
                </a:cubicBezTo>
                <a:lnTo>
                  <a:pt x="19429" y="131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17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4765FDC8-30E5-4393-B9EC-E10DC704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75" y="4583618"/>
            <a:ext cx="77351" cy="95661"/>
          </a:xfrm>
          <a:custGeom xmlns:a="http://schemas.openxmlformats.org/drawingml/2006/main">
            <a:pathLst>
              <a:path w="77351" h="95661">
                <a:moveTo>
                  <a:pt x="16492" y="32475"/>
                </a:moveTo>
                <a:cubicBezTo>
                  <a:pt x="16492" y="27970"/>
                  <a:pt x="17623" y="23388"/>
                  <a:pt x="19867" y="18741"/>
                </a:cubicBezTo>
                <a:cubicBezTo>
                  <a:pt x="22129" y="14089"/>
                  <a:pt x="26069" y="9791"/>
                  <a:pt x="31706" y="5851"/>
                </a:cubicBezTo>
                <a:cubicBezTo>
                  <a:pt x="37344" y="1903"/>
                  <a:pt x="44185" y="0"/>
                  <a:pt x="52212" y="142"/>
                </a:cubicBezTo>
                <a:cubicBezTo>
                  <a:pt x="60932" y="142"/>
                  <a:pt x="67281" y="2045"/>
                  <a:pt x="71221" y="5851"/>
                </a:cubicBezTo>
                <a:cubicBezTo>
                  <a:pt x="75162" y="9656"/>
                  <a:pt x="77205" y="13881"/>
                  <a:pt x="77351" y="18528"/>
                </a:cubicBezTo>
                <a:cubicBezTo>
                  <a:pt x="77351" y="23039"/>
                  <a:pt x="76165" y="26345"/>
                  <a:pt x="73757" y="28461"/>
                </a:cubicBezTo>
                <a:cubicBezTo>
                  <a:pt x="71367" y="30579"/>
                  <a:pt x="68685" y="31705"/>
                  <a:pt x="65730" y="31847"/>
                </a:cubicBezTo>
                <a:cubicBezTo>
                  <a:pt x="63906" y="31847"/>
                  <a:pt x="62209" y="31276"/>
                  <a:pt x="60659" y="30150"/>
                </a:cubicBezTo>
                <a:cubicBezTo>
                  <a:pt x="59108" y="29025"/>
                  <a:pt x="58268" y="27193"/>
                  <a:pt x="58123" y="24657"/>
                </a:cubicBezTo>
                <a:cubicBezTo>
                  <a:pt x="58123" y="22404"/>
                  <a:pt x="58761" y="20431"/>
                  <a:pt x="60020" y="18741"/>
                </a:cubicBezTo>
                <a:cubicBezTo>
                  <a:pt x="61297" y="17054"/>
                  <a:pt x="62483" y="15784"/>
                  <a:pt x="63614" y="14936"/>
                </a:cubicBezTo>
                <a:cubicBezTo>
                  <a:pt x="64745" y="14089"/>
                  <a:pt x="65657" y="13668"/>
                  <a:pt x="66369" y="13668"/>
                </a:cubicBezTo>
                <a:cubicBezTo>
                  <a:pt x="66496" y="13668"/>
                  <a:pt x="66569" y="13596"/>
                  <a:pt x="66569" y="13454"/>
                </a:cubicBezTo>
                <a:cubicBezTo>
                  <a:pt x="66569" y="13033"/>
                  <a:pt x="66077" y="12400"/>
                  <a:pt x="65091" y="11559"/>
                </a:cubicBezTo>
                <a:cubicBezTo>
                  <a:pt x="64106" y="10710"/>
                  <a:pt x="62355" y="9933"/>
                  <a:pt x="59819" y="9229"/>
                </a:cubicBezTo>
                <a:cubicBezTo>
                  <a:pt x="57265" y="8531"/>
                  <a:pt x="54529" y="8102"/>
                  <a:pt x="51573" y="7960"/>
                </a:cubicBezTo>
                <a:cubicBezTo>
                  <a:pt x="44805" y="7960"/>
                  <a:pt x="39880" y="9791"/>
                  <a:pt x="36778" y="13454"/>
                </a:cubicBezTo>
                <a:cubicBezTo>
                  <a:pt x="33677" y="17125"/>
                  <a:pt x="32053" y="20852"/>
                  <a:pt x="31925" y="24657"/>
                </a:cubicBezTo>
                <a:cubicBezTo>
                  <a:pt x="31925" y="28176"/>
                  <a:pt x="33257" y="30643"/>
                  <a:pt x="35939" y="32053"/>
                </a:cubicBezTo>
                <a:cubicBezTo>
                  <a:pt x="38602" y="33465"/>
                  <a:pt x="42488" y="34662"/>
                  <a:pt x="47560" y="35645"/>
                </a:cubicBezTo>
                <a:cubicBezTo>
                  <a:pt x="52632" y="36636"/>
                  <a:pt x="56298" y="37690"/>
                  <a:pt x="58542" y="38816"/>
                </a:cubicBezTo>
                <a:cubicBezTo>
                  <a:pt x="67846" y="42900"/>
                  <a:pt x="72498" y="49663"/>
                  <a:pt x="72498" y="59104"/>
                </a:cubicBezTo>
                <a:cubicBezTo>
                  <a:pt x="72498" y="63052"/>
                  <a:pt x="71714" y="66994"/>
                  <a:pt x="70163" y="70942"/>
                </a:cubicBezTo>
                <a:cubicBezTo>
                  <a:pt x="68613" y="74882"/>
                  <a:pt x="66296" y="78830"/>
                  <a:pt x="63194" y="82771"/>
                </a:cubicBezTo>
                <a:cubicBezTo>
                  <a:pt x="60093" y="86719"/>
                  <a:pt x="55660" y="89818"/>
                  <a:pt x="49877" y="92071"/>
                </a:cubicBezTo>
                <a:cubicBezTo>
                  <a:pt x="44112" y="94330"/>
                  <a:pt x="37489" y="95527"/>
                  <a:pt x="30010" y="95661"/>
                </a:cubicBezTo>
                <a:cubicBezTo>
                  <a:pt x="19155" y="95661"/>
                  <a:pt x="11493" y="93624"/>
                  <a:pt x="6969" y="89534"/>
                </a:cubicBezTo>
                <a:cubicBezTo>
                  <a:pt x="2481" y="85451"/>
                  <a:pt x="146" y="80662"/>
                  <a:pt x="0" y="75167"/>
                </a:cubicBezTo>
                <a:cubicBezTo>
                  <a:pt x="0" y="69672"/>
                  <a:pt x="1478" y="65724"/>
                  <a:pt x="4433" y="63331"/>
                </a:cubicBezTo>
                <a:cubicBezTo>
                  <a:pt x="7407" y="60936"/>
                  <a:pt x="10508" y="59739"/>
                  <a:pt x="13737" y="59739"/>
                </a:cubicBezTo>
                <a:cubicBezTo>
                  <a:pt x="15853" y="59739"/>
                  <a:pt x="17824" y="60374"/>
                  <a:pt x="19666" y="61642"/>
                </a:cubicBezTo>
                <a:cubicBezTo>
                  <a:pt x="21490" y="62910"/>
                  <a:pt x="22476" y="65092"/>
                  <a:pt x="22621" y="68191"/>
                </a:cubicBezTo>
                <a:cubicBezTo>
                  <a:pt x="22621" y="71854"/>
                  <a:pt x="21344" y="74954"/>
                  <a:pt x="18809" y="77489"/>
                </a:cubicBezTo>
                <a:cubicBezTo>
                  <a:pt x="16273" y="80027"/>
                  <a:pt x="14102" y="81295"/>
                  <a:pt x="12260" y="81295"/>
                </a:cubicBezTo>
                <a:cubicBezTo>
                  <a:pt x="11986" y="81439"/>
                  <a:pt x="11767" y="81510"/>
                  <a:pt x="11639" y="81510"/>
                </a:cubicBezTo>
                <a:cubicBezTo>
                  <a:pt x="11493" y="81510"/>
                  <a:pt x="11420" y="81645"/>
                  <a:pt x="11420" y="81930"/>
                </a:cubicBezTo>
                <a:cubicBezTo>
                  <a:pt x="11566" y="82352"/>
                  <a:pt x="12114" y="82913"/>
                  <a:pt x="13098" y="83619"/>
                </a:cubicBezTo>
                <a:cubicBezTo>
                  <a:pt x="14102" y="84325"/>
                  <a:pt x="16273" y="85238"/>
                  <a:pt x="19666" y="86370"/>
                </a:cubicBezTo>
                <a:cubicBezTo>
                  <a:pt x="23041" y="87496"/>
                  <a:pt x="26909" y="87987"/>
                  <a:pt x="31287" y="87844"/>
                </a:cubicBezTo>
                <a:cubicBezTo>
                  <a:pt x="36358" y="87844"/>
                  <a:pt x="40719" y="87067"/>
                  <a:pt x="44386" y="85522"/>
                </a:cubicBezTo>
                <a:cubicBezTo>
                  <a:pt x="48052" y="83975"/>
                  <a:pt x="50734" y="82001"/>
                  <a:pt x="52413" y="79608"/>
                </a:cubicBezTo>
                <a:cubicBezTo>
                  <a:pt x="54109" y="77212"/>
                  <a:pt x="55313" y="75025"/>
                  <a:pt x="56006" y="73051"/>
                </a:cubicBezTo>
                <a:cubicBezTo>
                  <a:pt x="56718" y="71084"/>
                  <a:pt x="57065" y="69317"/>
                  <a:pt x="57065" y="67770"/>
                </a:cubicBezTo>
                <a:cubicBezTo>
                  <a:pt x="57065" y="63822"/>
                  <a:pt x="55587" y="60864"/>
                  <a:pt x="52632" y="58891"/>
                </a:cubicBezTo>
                <a:cubicBezTo>
                  <a:pt x="49676" y="56924"/>
                  <a:pt x="46283" y="55727"/>
                  <a:pt x="42488" y="55299"/>
                </a:cubicBezTo>
                <a:cubicBezTo>
                  <a:pt x="38675" y="54879"/>
                  <a:pt x="34516" y="53824"/>
                  <a:pt x="30010" y="52128"/>
                </a:cubicBezTo>
                <a:cubicBezTo>
                  <a:pt x="25504" y="50439"/>
                  <a:pt x="22202" y="47974"/>
                  <a:pt x="20086" y="44730"/>
                </a:cubicBezTo>
                <a:cubicBezTo>
                  <a:pt x="17696" y="41211"/>
                  <a:pt x="16492" y="37127"/>
                  <a:pt x="16492" y="324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18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1FF8C680-AD6E-4460-A081-4E25A731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310" y="4606821"/>
            <a:ext cx="128031" cy="102047"/>
          </a:xfrm>
          <a:custGeom xmlns:a="http://schemas.openxmlformats.org/drawingml/2006/main">
            <a:pathLst>
              <a:path w="128031" h="102047">
                <a:moveTo>
                  <a:pt x="30320" y="6876"/>
                </a:moveTo>
                <a:cubicBezTo>
                  <a:pt x="30028" y="6876"/>
                  <a:pt x="29627" y="6876"/>
                  <a:pt x="29116" y="6876"/>
                </a:cubicBezTo>
                <a:cubicBezTo>
                  <a:pt x="26635" y="6876"/>
                  <a:pt x="25139" y="6826"/>
                  <a:pt x="24646" y="6726"/>
                </a:cubicBezTo>
                <a:cubicBezTo>
                  <a:pt x="24154" y="6626"/>
                  <a:pt x="23899" y="6079"/>
                  <a:pt x="23899" y="5081"/>
                </a:cubicBezTo>
                <a:cubicBezTo>
                  <a:pt x="23899" y="2393"/>
                  <a:pt x="24446" y="748"/>
                  <a:pt x="25540" y="149"/>
                </a:cubicBezTo>
                <a:cubicBezTo>
                  <a:pt x="25741" y="49"/>
                  <a:pt x="30575" y="0"/>
                  <a:pt x="40025" y="0"/>
                </a:cubicBezTo>
                <a:cubicBezTo>
                  <a:pt x="47706" y="0"/>
                  <a:pt x="52084" y="0"/>
                  <a:pt x="53179" y="0"/>
                </a:cubicBezTo>
                <a:cubicBezTo>
                  <a:pt x="54274" y="0"/>
                  <a:pt x="54985" y="299"/>
                  <a:pt x="55277" y="897"/>
                </a:cubicBezTo>
                <a:cubicBezTo>
                  <a:pt x="76293" y="50304"/>
                  <a:pt x="87001" y="75650"/>
                  <a:pt x="87403" y="76947"/>
                </a:cubicBezTo>
                <a:lnTo>
                  <a:pt x="95466" y="45122"/>
                </a:lnTo>
                <a:cubicBezTo>
                  <a:pt x="100738" y="24108"/>
                  <a:pt x="103384" y="12897"/>
                  <a:pt x="103384" y="11507"/>
                </a:cubicBezTo>
                <a:cubicBezTo>
                  <a:pt x="103384" y="8815"/>
                  <a:pt x="100191" y="7275"/>
                  <a:pt x="93825" y="6876"/>
                </a:cubicBezTo>
                <a:cubicBezTo>
                  <a:pt x="91435" y="6876"/>
                  <a:pt x="90230" y="6327"/>
                  <a:pt x="90230" y="5230"/>
                </a:cubicBezTo>
                <a:cubicBezTo>
                  <a:pt x="90230" y="5029"/>
                  <a:pt x="90340" y="4431"/>
                  <a:pt x="90541" y="3433"/>
                </a:cubicBezTo>
                <a:cubicBezTo>
                  <a:pt x="90942" y="1844"/>
                  <a:pt x="91234" y="897"/>
                  <a:pt x="91435" y="598"/>
                </a:cubicBezTo>
                <a:cubicBezTo>
                  <a:pt x="91635" y="299"/>
                  <a:pt x="92128" y="99"/>
                  <a:pt x="92930" y="0"/>
                </a:cubicBezTo>
                <a:cubicBezTo>
                  <a:pt x="93222" y="0"/>
                  <a:pt x="94773" y="49"/>
                  <a:pt x="97564" y="149"/>
                </a:cubicBezTo>
                <a:cubicBezTo>
                  <a:pt x="100337" y="248"/>
                  <a:pt x="104479" y="348"/>
                  <a:pt x="109952" y="449"/>
                </a:cubicBezTo>
                <a:cubicBezTo>
                  <a:pt x="114932" y="449"/>
                  <a:pt x="118726" y="398"/>
                  <a:pt x="121317" y="299"/>
                </a:cubicBezTo>
                <a:cubicBezTo>
                  <a:pt x="123908" y="199"/>
                  <a:pt x="125403" y="149"/>
                  <a:pt x="125804" y="149"/>
                </a:cubicBezTo>
                <a:cubicBezTo>
                  <a:pt x="127282" y="149"/>
                  <a:pt x="128031" y="647"/>
                  <a:pt x="128031" y="1646"/>
                </a:cubicBezTo>
                <a:cubicBezTo>
                  <a:pt x="128031" y="3833"/>
                  <a:pt x="127629" y="5330"/>
                  <a:pt x="126845" y="6128"/>
                </a:cubicBezTo>
                <a:cubicBezTo>
                  <a:pt x="126644" y="6626"/>
                  <a:pt x="125549" y="6876"/>
                  <a:pt x="123561" y="6876"/>
                </a:cubicBezTo>
                <a:cubicBezTo>
                  <a:pt x="116482" y="7275"/>
                  <a:pt x="112050" y="9264"/>
                  <a:pt x="110261" y="12849"/>
                </a:cubicBezTo>
                <a:lnTo>
                  <a:pt x="87987" y="100999"/>
                </a:lnTo>
                <a:cubicBezTo>
                  <a:pt x="87786" y="101698"/>
                  <a:pt x="86746" y="102047"/>
                  <a:pt x="84849" y="102047"/>
                </a:cubicBezTo>
                <a:cubicBezTo>
                  <a:pt x="83462" y="102047"/>
                  <a:pt x="82605" y="101946"/>
                  <a:pt x="82313" y="101747"/>
                </a:cubicBezTo>
                <a:cubicBezTo>
                  <a:pt x="82021" y="101448"/>
                  <a:pt x="75599" y="86363"/>
                  <a:pt x="63048" y="56475"/>
                </a:cubicBezTo>
                <a:lnTo>
                  <a:pt x="44076" y="11807"/>
                </a:lnTo>
                <a:lnTo>
                  <a:pt x="34352" y="50652"/>
                </a:lnTo>
                <a:cubicBezTo>
                  <a:pt x="27876" y="76150"/>
                  <a:pt x="24646" y="89347"/>
                  <a:pt x="24646" y="90245"/>
                </a:cubicBezTo>
                <a:cubicBezTo>
                  <a:pt x="25139" y="93531"/>
                  <a:pt x="28733" y="95178"/>
                  <a:pt x="35410" y="95178"/>
                </a:cubicBezTo>
                <a:lnTo>
                  <a:pt x="36906" y="95178"/>
                </a:lnTo>
                <a:cubicBezTo>
                  <a:pt x="37489" y="95676"/>
                  <a:pt x="37782" y="96075"/>
                  <a:pt x="37782" y="96375"/>
                </a:cubicBezTo>
                <a:cubicBezTo>
                  <a:pt x="37782" y="96666"/>
                  <a:pt x="37690" y="97614"/>
                  <a:pt x="37489" y="99210"/>
                </a:cubicBezTo>
                <a:cubicBezTo>
                  <a:pt x="37088" y="100507"/>
                  <a:pt x="36596" y="101448"/>
                  <a:pt x="35994" y="102047"/>
                </a:cubicBezTo>
                <a:lnTo>
                  <a:pt x="34060" y="102047"/>
                </a:lnTo>
                <a:cubicBezTo>
                  <a:pt x="30977" y="101848"/>
                  <a:pt x="25595" y="101747"/>
                  <a:pt x="17915" y="101747"/>
                </a:cubicBezTo>
                <a:cubicBezTo>
                  <a:pt x="15142" y="101747"/>
                  <a:pt x="12588" y="101747"/>
                  <a:pt x="10307" y="101747"/>
                </a:cubicBezTo>
                <a:cubicBezTo>
                  <a:pt x="8009" y="101747"/>
                  <a:pt x="6166" y="101747"/>
                  <a:pt x="4780" y="101747"/>
                </a:cubicBezTo>
                <a:cubicBezTo>
                  <a:pt x="3375" y="101747"/>
                  <a:pt x="2536" y="101797"/>
                  <a:pt x="2226" y="101897"/>
                </a:cubicBezTo>
                <a:cubicBezTo>
                  <a:pt x="748" y="101897"/>
                  <a:pt x="0" y="101448"/>
                  <a:pt x="0" y="100558"/>
                </a:cubicBezTo>
                <a:cubicBezTo>
                  <a:pt x="0" y="100158"/>
                  <a:pt x="146" y="99361"/>
                  <a:pt x="438" y="98162"/>
                </a:cubicBezTo>
                <a:cubicBezTo>
                  <a:pt x="748" y="96966"/>
                  <a:pt x="985" y="96274"/>
                  <a:pt x="1186" y="96075"/>
                </a:cubicBezTo>
                <a:cubicBezTo>
                  <a:pt x="1387" y="95477"/>
                  <a:pt x="2536" y="95178"/>
                  <a:pt x="4615" y="95178"/>
                </a:cubicBezTo>
                <a:cubicBezTo>
                  <a:pt x="11402" y="94877"/>
                  <a:pt x="15780" y="92932"/>
                  <a:pt x="17769" y="89347"/>
                </a:cubicBezTo>
                <a:cubicBezTo>
                  <a:pt x="18170" y="88749"/>
                  <a:pt x="21709" y="74954"/>
                  <a:pt x="28386" y="47959"/>
                </a:cubicBezTo>
                <a:lnTo>
                  <a:pt x="38530" y="7324"/>
                </a:lnTo>
                <a:cubicBezTo>
                  <a:pt x="38329" y="7226"/>
                  <a:pt x="35592" y="7076"/>
                  <a:pt x="30320" y="68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19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154F38A7-CFE8-4480-9FC4-C7B14CD3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413" y="4651602"/>
            <a:ext cx="27894" cy="66708"/>
          </a:xfrm>
          <a:custGeom xmlns:a="http://schemas.openxmlformats.org/drawingml/2006/main">
            <a:pathLst>
              <a:path w="27894" h="66708">
                <a:moveTo>
                  <a:pt x="0" y="18170"/>
                </a:moveTo>
                <a:cubicBezTo>
                  <a:pt x="0" y="18170"/>
                  <a:pt x="0" y="16412"/>
                  <a:pt x="0" y="12891"/>
                </a:cubicBezTo>
                <a:cubicBezTo>
                  <a:pt x="0" y="9363"/>
                  <a:pt x="1131" y="6334"/>
                  <a:pt x="3375" y="3799"/>
                </a:cubicBezTo>
                <a:cubicBezTo>
                  <a:pt x="5637" y="1268"/>
                  <a:pt x="8665" y="0"/>
                  <a:pt x="12460" y="0"/>
                </a:cubicBezTo>
                <a:cubicBezTo>
                  <a:pt x="16419" y="0"/>
                  <a:pt x="19940" y="1759"/>
                  <a:pt x="23041" y="5280"/>
                </a:cubicBezTo>
                <a:cubicBezTo>
                  <a:pt x="26142" y="8801"/>
                  <a:pt x="27747" y="15000"/>
                  <a:pt x="27894" y="23879"/>
                </a:cubicBezTo>
                <a:cubicBezTo>
                  <a:pt x="27894" y="28812"/>
                  <a:pt x="27255" y="33601"/>
                  <a:pt x="25996" y="38245"/>
                </a:cubicBezTo>
                <a:cubicBezTo>
                  <a:pt x="24719" y="42899"/>
                  <a:pt x="23242" y="46911"/>
                  <a:pt x="21545" y="50297"/>
                </a:cubicBezTo>
                <a:cubicBezTo>
                  <a:pt x="19867" y="53673"/>
                  <a:pt x="18043" y="56560"/>
                  <a:pt x="16054" y="58955"/>
                </a:cubicBezTo>
                <a:cubicBezTo>
                  <a:pt x="14102" y="61355"/>
                  <a:pt x="12405" y="63251"/>
                  <a:pt x="11001" y="64663"/>
                </a:cubicBezTo>
                <a:cubicBezTo>
                  <a:pt x="9578" y="66073"/>
                  <a:pt x="8665" y="66708"/>
                  <a:pt x="8246" y="66566"/>
                </a:cubicBezTo>
                <a:cubicBezTo>
                  <a:pt x="7680" y="66566"/>
                  <a:pt x="6768" y="65931"/>
                  <a:pt x="5491" y="64663"/>
                </a:cubicBezTo>
                <a:cubicBezTo>
                  <a:pt x="4232" y="63395"/>
                  <a:pt x="3594" y="62483"/>
                  <a:pt x="3594" y="61919"/>
                </a:cubicBezTo>
                <a:cubicBezTo>
                  <a:pt x="3594" y="61355"/>
                  <a:pt x="4360" y="60223"/>
                  <a:pt x="5911" y="58533"/>
                </a:cubicBezTo>
                <a:cubicBezTo>
                  <a:pt x="7461" y="56846"/>
                  <a:pt x="9231" y="54730"/>
                  <a:pt x="11201" y="52192"/>
                </a:cubicBezTo>
                <a:cubicBezTo>
                  <a:pt x="13171" y="49662"/>
                  <a:pt x="15014" y="46135"/>
                  <a:pt x="16693" y="41631"/>
                </a:cubicBezTo>
                <a:cubicBezTo>
                  <a:pt x="18389" y="37120"/>
                  <a:pt x="19520" y="31975"/>
                  <a:pt x="20086" y="26203"/>
                </a:cubicBezTo>
                <a:lnTo>
                  <a:pt x="20086" y="23665"/>
                </a:lnTo>
                <a:lnTo>
                  <a:pt x="19867" y="23879"/>
                </a:lnTo>
                <a:cubicBezTo>
                  <a:pt x="19593" y="24016"/>
                  <a:pt x="19228" y="24158"/>
                  <a:pt x="18809" y="24300"/>
                </a:cubicBezTo>
                <a:cubicBezTo>
                  <a:pt x="18389" y="24442"/>
                  <a:pt x="17969" y="24649"/>
                  <a:pt x="17550" y="24935"/>
                </a:cubicBezTo>
                <a:cubicBezTo>
                  <a:pt x="17130" y="25212"/>
                  <a:pt x="16492" y="25355"/>
                  <a:pt x="15634" y="25355"/>
                </a:cubicBezTo>
                <a:cubicBezTo>
                  <a:pt x="14795" y="25355"/>
                  <a:pt x="13956" y="25426"/>
                  <a:pt x="13098" y="25568"/>
                </a:cubicBezTo>
                <a:cubicBezTo>
                  <a:pt x="9304" y="25568"/>
                  <a:pt x="6203" y="24371"/>
                  <a:pt x="3794" y="21976"/>
                </a:cubicBezTo>
                <a:lnTo>
                  <a:pt x="0" y="1817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20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C776E241-FF44-4522-BBCD-80183201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298" y="4583760"/>
            <a:ext cx="91507" cy="95735"/>
          </a:xfrm>
          <a:custGeom xmlns:a="http://schemas.openxmlformats.org/drawingml/2006/main">
            <a:pathLst>
              <a:path w="91507" h="95735">
                <a:moveTo>
                  <a:pt x="65949" y="21978"/>
                </a:moveTo>
                <a:cubicBezTo>
                  <a:pt x="64526" y="21978"/>
                  <a:pt x="60805" y="21208"/>
                  <a:pt x="54748" y="19654"/>
                </a:cubicBezTo>
                <a:cubicBezTo>
                  <a:pt x="48691" y="18108"/>
                  <a:pt x="44239" y="17331"/>
                  <a:pt x="41430" y="17331"/>
                </a:cubicBezTo>
                <a:cubicBezTo>
                  <a:pt x="38603" y="17331"/>
                  <a:pt x="36213" y="17609"/>
                  <a:pt x="34242" y="18179"/>
                </a:cubicBezTo>
                <a:cubicBezTo>
                  <a:pt x="32272" y="18741"/>
                  <a:pt x="30649" y="19440"/>
                  <a:pt x="29390" y="20288"/>
                </a:cubicBezTo>
                <a:cubicBezTo>
                  <a:pt x="28113" y="21137"/>
                  <a:pt x="27273" y="21907"/>
                  <a:pt x="26836" y="22612"/>
                </a:cubicBezTo>
                <a:cubicBezTo>
                  <a:pt x="26416" y="23317"/>
                  <a:pt x="25924" y="24094"/>
                  <a:pt x="25376" y="24942"/>
                </a:cubicBezTo>
                <a:lnTo>
                  <a:pt x="24939" y="25783"/>
                </a:lnTo>
                <a:cubicBezTo>
                  <a:pt x="24519" y="26203"/>
                  <a:pt x="23460" y="26418"/>
                  <a:pt x="21782" y="26418"/>
                </a:cubicBezTo>
                <a:cubicBezTo>
                  <a:pt x="18809" y="26418"/>
                  <a:pt x="17331" y="25854"/>
                  <a:pt x="17331" y="24729"/>
                </a:cubicBezTo>
                <a:cubicBezTo>
                  <a:pt x="17331" y="24023"/>
                  <a:pt x="17550" y="23039"/>
                  <a:pt x="17970" y="21771"/>
                </a:cubicBezTo>
                <a:cubicBezTo>
                  <a:pt x="19812" y="16277"/>
                  <a:pt x="22840" y="11551"/>
                  <a:pt x="27055" y="7611"/>
                </a:cubicBezTo>
                <a:cubicBezTo>
                  <a:pt x="31287" y="3663"/>
                  <a:pt x="35939" y="1268"/>
                  <a:pt x="41011" y="427"/>
                </a:cubicBezTo>
                <a:cubicBezTo>
                  <a:pt x="42707" y="143"/>
                  <a:pt x="43893" y="0"/>
                  <a:pt x="44605" y="0"/>
                </a:cubicBezTo>
                <a:cubicBezTo>
                  <a:pt x="48125" y="0"/>
                  <a:pt x="51300" y="1197"/>
                  <a:pt x="54109" y="3592"/>
                </a:cubicBezTo>
                <a:cubicBezTo>
                  <a:pt x="56919" y="5986"/>
                  <a:pt x="59600" y="8317"/>
                  <a:pt x="62136" y="10568"/>
                </a:cubicBezTo>
                <a:cubicBezTo>
                  <a:pt x="64672" y="12819"/>
                  <a:pt x="67354" y="14018"/>
                  <a:pt x="70163" y="14161"/>
                </a:cubicBezTo>
                <a:cubicBezTo>
                  <a:pt x="73264" y="14161"/>
                  <a:pt x="76366" y="11836"/>
                  <a:pt x="79467" y="7184"/>
                </a:cubicBezTo>
                <a:cubicBezTo>
                  <a:pt x="82568" y="2538"/>
                  <a:pt x="84192" y="214"/>
                  <a:pt x="84338" y="214"/>
                </a:cubicBezTo>
                <a:cubicBezTo>
                  <a:pt x="84466" y="71"/>
                  <a:pt x="85524" y="0"/>
                  <a:pt x="87494" y="0"/>
                </a:cubicBezTo>
                <a:lnTo>
                  <a:pt x="90249" y="0"/>
                </a:lnTo>
                <a:cubicBezTo>
                  <a:pt x="91088" y="848"/>
                  <a:pt x="91507" y="1411"/>
                  <a:pt x="91507" y="1690"/>
                </a:cubicBezTo>
                <a:cubicBezTo>
                  <a:pt x="91507" y="2259"/>
                  <a:pt x="91161" y="3242"/>
                  <a:pt x="90468" y="4654"/>
                </a:cubicBezTo>
                <a:cubicBezTo>
                  <a:pt x="89756" y="6057"/>
                  <a:pt x="88771" y="7540"/>
                  <a:pt x="87494" y="9087"/>
                </a:cubicBezTo>
                <a:cubicBezTo>
                  <a:pt x="86235" y="10639"/>
                  <a:pt x="85031" y="12186"/>
                  <a:pt x="83900" y="13739"/>
                </a:cubicBezTo>
                <a:cubicBezTo>
                  <a:pt x="82769" y="15286"/>
                  <a:pt x="81803" y="16625"/>
                  <a:pt x="80945" y="17753"/>
                </a:cubicBezTo>
                <a:lnTo>
                  <a:pt x="79467" y="19654"/>
                </a:lnTo>
                <a:cubicBezTo>
                  <a:pt x="73410" y="26837"/>
                  <a:pt x="63833" y="36351"/>
                  <a:pt x="50716" y="48188"/>
                </a:cubicBezTo>
                <a:cubicBezTo>
                  <a:pt x="37617" y="60016"/>
                  <a:pt x="29518" y="67628"/>
                  <a:pt x="26416" y="71006"/>
                </a:cubicBezTo>
                <a:lnTo>
                  <a:pt x="23880" y="73544"/>
                </a:lnTo>
                <a:lnTo>
                  <a:pt x="27055" y="73757"/>
                </a:lnTo>
                <a:cubicBezTo>
                  <a:pt x="30156" y="73757"/>
                  <a:pt x="34662" y="74534"/>
                  <a:pt x="40591" y="76079"/>
                </a:cubicBezTo>
                <a:cubicBezTo>
                  <a:pt x="46502" y="77634"/>
                  <a:pt x="50935" y="78404"/>
                  <a:pt x="53890" y="78404"/>
                </a:cubicBezTo>
                <a:cubicBezTo>
                  <a:pt x="59254" y="78404"/>
                  <a:pt x="64180" y="77070"/>
                  <a:pt x="68685" y="74390"/>
                </a:cubicBezTo>
                <a:cubicBezTo>
                  <a:pt x="73192" y="71712"/>
                  <a:pt x="76165" y="68191"/>
                  <a:pt x="77570" y="63822"/>
                </a:cubicBezTo>
                <a:cubicBezTo>
                  <a:pt x="78136" y="62554"/>
                  <a:pt x="78628" y="61777"/>
                  <a:pt x="79048" y="61500"/>
                </a:cubicBezTo>
                <a:cubicBezTo>
                  <a:pt x="79467" y="61215"/>
                  <a:pt x="80525" y="61080"/>
                  <a:pt x="82222" y="61080"/>
                </a:cubicBezTo>
                <a:cubicBezTo>
                  <a:pt x="84885" y="61080"/>
                  <a:pt x="86235" y="61777"/>
                  <a:pt x="86235" y="63189"/>
                </a:cubicBezTo>
                <a:cubicBezTo>
                  <a:pt x="86235" y="63893"/>
                  <a:pt x="86163" y="64528"/>
                  <a:pt x="86016" y="65092"/>
                </a:cubicBezTo>
                <a:cubicBezTo>
                  <a:pt x="83627" y="73828"/>
                  <a:pt x="78975" y="81082"/>
                  <a:pt x="72078" y="86861"/>
                </a:cubicBezTo>
                <a:cubicBezTo>
                  <a:pt x="65164" y="92633"/>
                  <a:pt x="58269" y="95590"/>
                  <a:pt x="51354" y="95735"/>
                </a:cubicBezTo>
                <a:cubicBezTo>
                  <a:pt x="47687" y="95735"/>
                  <a:pt x="44459" y="94536"/>
                  <a:pt x="41631" y="92143"/>
                </a:cubicBezTo>
                <a:cubicBezTo>
                  <a:pt x="38821" y="89747"/>
                  <a:pt x="36067" y="87354"/>
                  <a:pt x="33403" y="84958"/>
                </a:cubicBezTo>
                <a:cubicBezTo>
                  <a:pt x="30722" y="82565"/>
                  <a:pt x="28040" y="81368"/>
                  <a:pt x="25376" y="81368"/>
                </a:cubicBezTo>
                <a:cubicBezTo>
                  <a:pt x="19174" y="81368"/>
                  <a:pt x="13609" y="85593"/>
                  <a:pt x="8665" y="94046"/>
                </a:cubicBezTo>
                <a:cubicBezTo>
                  <a:pt x="7827" y="95171"/>
                  <a:pt x="6622" y="95735"/>
                  <a:pt x="5072" y="95735"/>
                </a:cubicBezTo>
                <a:lnTo>
                  <a:pt x="4032" y="95735"/>
                </a:lnTo>
                <a:lnTo>
                  <a:pt x="1277" y="95735"/>
                </a:lnTo>
                <a:cubicBezTo>
                  <a:pt x="419" y="94886"/>
                  <a:pt x="0" y="94259"/>
                  <a:pt x="0" y="93832"/>
                </a:cubicBezTo>
                <a:cubicBezTo>
                  <a:pt x="0" y="91721"/>
                  <a:pt x="4086" y="85664"/>
                  <a:pt x="12260" y="75660"/>
                </a:cubicBezTo>
                <a:cubicBezTo>
                  <a:pt x="17750" y="69317"/>
                  <a:pt x="27055" y="60161"/>
                  <a:pt x="40171" y="48188"/>
                </a:cubicBezTo>
                <a:cubicBezTo>
                  <a:pt x="53270" y="36209"/>
                  <a:pt x="61370" y="28606"/>
                  <a:pt x="64472" y="25362"/>
                </a:cubicBezTo>
                <a:cubicBezTo>
                  <a:pt x="66149" y="23110"/>
                  <a:pt x="66642" y="21978"/>
                  <a:pt x="65949" y="219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21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9A041A59-61FC-4BC0-9F4D-3C58AA2C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788" y="4606821"/>
            <a:ext cx="128049" cy="102047"/>
          </a:xfrm>
          <a:custGeom xmlns:a="http://schemas.openxmlformats.org/drawingml/2006/main">
            <a:pathLst>
              <a:path w="128049" h="102047">
                <a:moveTo>
                  <a:pt x="30320" y="6876"/>
                </a:moveTo>
                <a:cubicBezTo>
                  <a:pt x="30028" y="6876"/>
                  <a:pt x="29627" y="6876"/>
                  <a:pt x="29134" y="6876"/>
                </a:cubicBezTo>
                <a:cubicBezTo>
                  <a:pt x="26635" y="6876"/>
                  <a:pt x="25139" y="6826"/>
                  <a:pt x="24646" y="6726"/>
                </a:cubicBezTo>
                <a:cubicBezTo>
                  <a:pt x="24154" y="6626"/>
                  <a:pt x="23898" y="6079"/>
                  <a:pt x="23898" y="5081"/>
                </a:cubicBezTo>
                <a:cubicBezTo>
                  <a:pt x="23898" y="2393"/>
                  <a:pt x="24446" y="748"/>
                  <a:pt x="25540" y="149"/>
                </a:cubicBezTo>
                <a:cubicBezTo>
                  <a:pt x="25741" y="49"/>
                  <a:pt x="30575" y="0"/>
                  <a:pt x="40044" y="0"/>
                </a:cubicBezTo>
                <a:cubicBezTo>
                  <a:pt x="47706" y="0"/>
                  <a:pt x="52084" y="0"/>
                  <a:pt x="53197" y="0"/>
                </a:cubicBezTo>
                <a:cubicBezTo>
                  <a:pt x="54273" y="0"/>
                  <a:pt x="54985" y="299"/>
                  <a:pt x="55277" y="897"/>
                </a:cubicBezTo>
                <a:cubicBezTo>
                  <a:pt x="76293" y="50304"/>
                  <a:pt x="87002" y="75650"/>
                  <a:pt x="87403" y="76947"/>
                </a:cubicBezTo>
                <a:lnTo>
                  <a:pt x="95467" y="45122"/>
                </a:lnTo>
                <a:cubicBezTo>
                  <a:pt x="100757" y="24108"/>
                  <a:pt x="103384" y="12897"/>
                  <a:pt x="103384" y="11507"/>
                </a:cubicBezTo>
                <a:cubicBezTo>
                  <a:pt x="103384" y="8815"/>
                  <a:pt x="100210" y="7275"/>
                  <a:pt x="93825" y="6876"/>
                </a:cubicBezTo>
                <a:cubicBezTo>
                  <a:pt x="91435" y="6876"/>
                  <a:pt x="90231" y="6327"/>
                  <a:pt x="90231" y="5230"/>
                </a:cubicBezTo>
                <a:cubicBezTo>
                  <a:pt x="90231" y="5029"/>
                  <a:pt x="90340" y="4431"/>
                  <a:pt x="90540" y="3433"/>
                </a:cubicBezTo>
                <a:cubicBezTo>
                  <a:pt x="90942" y="1844"/>
                  <a:pt x="91234" y="897"/>
                  <a:pt x="91435" y="598"/>
                </a:cubicBezTo>
                <a:cubicBezTo>
                  <a:pt x="91635" y="299"/>
                  <a:pt x="92128" y="99"/>
                  <a:pt x="92931" y="0"/>
                </a:cubicBezTo>
                <a:cubicBezTo>
                  <a:pt x="93222" y="0"/>
                  <a:pt x="94773" y="49"/>
                  <a:pt x="97564" y="149"/>
                </a:cubicBezTo>
                <a:cubicBezTo>
                  <a:pt x="100355" y="248"/>
                  <a:pt x="104478" y="348"/>
                  <a:pt x="109969" y="449"/>
                </a:cubicBezTo>
                <a:cubicBezTo>
                  <a:pt x="114950" y="449"/>
                  <a:pt x="118726" y="398"/>
                  <a:pt x="121317" y="299"/>
                </a:cubicBezTo>
                <a:cubicBezTo>
                  <a:pt x="123907" y="199"/>
                  <a:pt x="125403" y="149"/>
                  <a:pt x="125805" y="149"/>
                </a:cubicBezTo>
                <a:cubicBezTo>
                  <a:pt x="127300" y="149"/>
                  <a:pt x="128049" y="647"/>
                  <a:pt x="128049" y="1646"/>
                </a:cubicBezTo>
                <a:cubicBezTo>
                  <a:pt x="128049" y="3833"/>
                  <a:pt x="127647" y="5330"/>
                  <a:pt x="126844" y="6128"/>
                </a:cubicBezTo>
                <a:cubicBezTo>
                  <a:pt x="126644" y="6626"/>
                  <a:pt x="125549" y="6876"/>
                  <a:pt x="123561" y="6876"/>
                </a:cubicBezTo>
                <a:cubicBezTo>
                  <a:pt x="116483" y="7275"/>
                  <a:pt x="112049" y="9264"/>
                  <a:pt x="110262" y="12849"/>
                </a:cubicBezTo>
                <a:lnTo>
                  <a:pt x="88005" y="100999"/>
                </a:lnTo>
                <a:cubicBezTo>
                  <a:pt x="87804" y="101698"/>
                  <a:pt x="86746" y="102047"/>
                  <a:pt x="84867" y="102047"/>
                </a:cubicBezTo>
                <a:cubicBezTo>
                  <a:pt x="83462" y="102047"/>
                  <a:pt x="82623" y="101946"/>
                  <a:pt x="82313" y="101747"/>
                </a:cubicBezTo>
                <a:cubicBezTo>
                  <a:pt x="82021" y="101448"/>
                  <a:pt x="75600" y="86363"/>
                  <a:pt x="63048" y="56475"/>
                </a:cubicBezTo>
                <a:lnTo>
                  <a:pt x="44076" y="11807"/>
                </a:lnTo>
                <a:lnTo>
                  <a:pt x="34370" y="50652"/>
                </a:lnTo>
                <a:cubicBezTo>
                  <a:pt x="27876" y="76150"/>
                  <a:pt x="24646" y="89347"/>
                  <a:pt x="24646" y="90245"/>
                </a:cubicBezTo>
                <a:cubicBezTo>
                  <a:pt x="25139" y="93531"/>
                  <a:pt x="28733" y="95178"/>
                  <a:pt x="35410" y="95178"/>
                </a:cubicBezTo>
                <a:lnTo>
                  <a:pt x="36906" y="95178"/>
                </a:lnTo>
                <a:cubicBezTo>
                  <a:pt x="37490" y="95676"/>
                  <a:pt x="37799" y="96075"/>
                  <a:pt x="37799" y="96375"/>
                </a:cubicBezTo>
                <a:cubicBezTo>
                  <a:pt x="37799" y="96666"/>
                  <a:pt x="37690" y="97614"/>
                  <a:pt x="37490" y="99210"/>
                </a:cubicBezTo>
                <a:cubicBezTo>
                  <a:pt x="37107" y="100507"/>
                  <a:pt x="36596" y="101448"/>
                  <a:pt x="36012" y="102047"/>
                </a:cubicBezTo>
                <a:lnTo>
                  <a:pt x="34060" y="102047"/>
                </a:lnTo>
                <a:cubicBezTo>
                  <a:pt x="30977" y="101848"/>
                  <a:pt x="25595" y="101747"/>
                  <a:pt x="17933" y="101747"/>
                </a:cubicBezTo>
                <a:cubicBezTo>
                  <a:pt x="15142" y="101747"/>
                  <a:pt x="12606" y="101747"/>
                  <a:pt x="10308" y="101747"/>
                </a:cubicBezTo>
                <a:cubicBezTo>
                  <a:pt x="8009" y="101747"/>
                  <a:pt x="6166" y="101747"/>
                  <a:pt x="4780" y="101747"/>
                </a:cubicBezTo>
                <a:cubicBezTo>
                  <a:pt x="3375" y="101747"/>
                  <a:pt x="2536" y="101797"/>
                  <a:pt x="2244" y="101897"/>
                </a:cubicBezTo>
                <a:cubicBezTo>
                  <a:pt x="748" y="101897"/>
                  <a:pt x="0" y="101448"/>
                  <a:pt x="0" y="100558"/>
                </a:cubicBezTo>
                <a:cubicBezTo>
                  <a:pt x="0" y="100158"/>
                  <a:pt x="146" y="99361"/>
                  <a:pt x="438" y="98162"/>
                </a:cubicBezTo>
                <a:cubicBezTo>
                  <a:pt x="748" y="96966"/>
                  <a:pt x="985" y="96274"/>
                  <a:pt x="1186" y="96075"/>
                </a:cubicBezTo>
                <a:cubicBezTo>
                  <a:pt x="1387" y="95477"/>
                  <a:pt x="2536" y="95178"/>
                  <a:pt x="4634" y="95178"/>
                </a:cubicBezTo>
                <a:cubicBezTo>
                  <a:pt x="11402" y="94877"/>
                  <a:pt x="15780" y="92932"/>
                  <a:pt x="17787" y="89347"/>
                </a:cubicBezTo>
                <a:cubicBezTo>
                  <a:pt x="18170" y="88749"/>
                  <a:pt x="21709" y="74954"/>
                  <a:pt x="28387" y="47959"/>
                </a:cubicBezTo>
                <a:lnTo>
                  <a:pt x="38548" y="7324"/>
                </a:lnTo>
                <a:cubicBezTo>
                  <a:pt x="38347" y="7226"/>
                  <a:pt x="35611" y="7076"/>
                  <a:pt x="30320" y="687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22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1F3D1C1E-7770-4A49-9FA6-F87C939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259" y="4353369"/>
            <a:ext cx="147605" cy="148873"/>
          </a:xfrm>
          <a:custGeom xmlns:a="http://schemas.openxmlformats.org/drawingml/2006/main">
            <a:pathLst>
              <a:path w="147605" h="148873">
                <a:moveTo>
                  <a:pt x="21764" y="12884"/>
                </a:moveTo>
                <a:cubicBezTo>
                  <a:pt x="20779" y="11895"/>
                  <a:pt x="19994" y="11260"/>
                  <a:pt x="19429" y="10982"/>
                </a:cubicBezTo>
                <a:cubicBezTo>
                  <a:pt x="18863" y="10696"/>
                  <a:pt x="17750" y="10490"/>
                  <a:pt x="16054" y="10348"/>
                </a:cubicBezTo>
                <a:cubicBezTo>
                  <a:pt x="14376" y="10205"/>
                  <a:pt x="11329" y="9997"/>
                  <a:pt x="6968" y="9713"/>
                </a:cubicBezTo>
                <a:lnTo>
                  <a:pt x="0" y="9713"/>
                </a:lnTo>
                <a:lnTo>
                  <a:pt x="0" y="0"/>
                </a:lnTo>
                <a:lnTo>
                  <a:pt x="2335" y="0"/>
                </a:lnTo>
                <a:cubicBezTo>
                  <a:pt x="5291" y="419"/>
                  <a:pt x="15415" y="635"/>
                  <a:pt x="32746" y="635"/>
                </a:cubicBezTo>
                <a:cubicBezTo>
                  <a:pt x="51737" y="635"/>
                  <a:pt x="61881" y="419"/>
                  <a:pt x="63139" y="0"/>
                </a:cubicBezTo>
                <a:lnTo>
                  <a:pt x="65474" y="0"/>
                </a:lnTo>
                <a:lnTo>
                  <a:pt x="65474" y="9713"/>
                </a:lnTo>
                <a:lnTo>
                  <a:pt x="58506" y="9713"/>
                </a:lnTo>
                <a:cubicBezTo>
                  <a:pt x="52868" y="9855"/>
                  <a:pt x="49275" y="10063"/>
                  <a:pt x="47724" y="10348"/>
                </a:cubicBezTo>
                <a:cubicBezTo>
                  <a:pt x="46192" y="10625"/>
                  <a:pt x="44914" y="11473"/>
                  <a:pt x="43929" y="12884"/>
                </a:cubicBezTo>
                <a:lnTo>
                  <a:pt x="43711" y="55963"/>
                </a:lnTo>
                <a:lnTo>
                  <a:pt x="43711" y="82778"/>
                </a:lnTo>
                <a:cubicBezTo>
                  <a:pt x="43711" y="97137"/>
                  <a:pt x="44276" y="107414"/>
                  <a:pt x="45407" y="113606"/>
                </a:cubicBezTo>
                <a:cubicBezTo>
                  <a:pt x="46538" y="119806"/>
                  <a:pt x="49348" y="125294"/>
                  <a:pt x="53854" y="130083"/>
                </a:cubicBezTo>
                <a:cubicBezTo>
                  <a:pt x="60184" y="136132"/>
                  <a:pt x="67864" y="139161"/>
                  <a:pt x="76876" y="139161"/>
                </a:cubicBezTo>
                <a:cubicBezTo>
                  <a:pt x="86016" y="139161"/>
                  <a:pt x="94262" y="136346"/>
                  <a:pt x="101578" y="130716"/>
                </a:cubicBezTo>
                <a:cubicBezTo>
                  <a:pt x="108893" y="125079"/>
                  <a:pt x="113472" y="116707"/>
                  <a:pt x="115297" y="105582"/>
                </a:cubicBezTo>
                <a:cubicBezTo>
                  <a:pt x="115862" y="102348"/>
                  <a:pt x="116154" y="86370"/>
                  <a:pt x="116154" y="57652"/>
                </a:cubicBezTo>
                <a:lnTo>
                  <a:pt x="116154" y="17951"/>
                </a:lnTo>
                <a:cubicBezTo>
                  <a:pt x="115297" y="16539"/>
                  <a:pt x="114603" y="15485"/>
                  <a:pt x="114038" y="14781"/>
                </a:cubicBezTo>
                <a:cubicBezTo>
                  <a:pt x="113472" y="14075"/>
                  <a:pt x="111775" y="13091"/>
                  <a:pt x="108966" y="11821"/>
                </a:cubicBezTo>
                <a:cubicBezTo>
                  <a:pt x="106157" y="10561"/>
                  <a:pt x="102490" y="9855"/>
                  <a:pt x="97984" y="9713"/>
                </a:cubicBezTo>
                <a:lnTo>
                  <a:pt x="94408" y="9713"/>
                </a:lnTo>
                <a:lnTo>
                  <a:pt x="94408" y="0"/>
                </a:lnTo>
                <a:lnTo>
                  <a:pt x="96305" y="0"/>
                </a:lnTo>
                <a:cubicBezTo>
                  <a:pt x="98422" y="419"/>
                  <a:pt x="106650" y="635"/>
                  <a:pt x="121007" y="635"/>
                </a:cubicBezTo>
                <a:cubicBezTo>
                  <a:pt x="135364" y="635"/>
                  <a:pt x="143592" y="419"/>
                  <a:pt x="145708" y="0"/>
                </a:cubicBezTo>
                <a:lnTo>
                  <a:pt x="147605" y="0"/>
                </a:lnTo>
                <a:lnTo>
                  <a:pt x="147605" y="9713"/>
                </a:lnTo>
                <a:lnTo>
                  <a:pt x="144030" y="9713"/>
                </a:lnTo>
                <a:cubicBezTo>
                  <a:pt x="133740" y="10277"/>
                  <a:pt x="127775" y="13020"/>
                  <a:pt x="126078" y="17951"/>
                </a:cubicBezTo>
                <a:lnTo>
                  <a:pt x="125859" y="59975"/>
                </a:lnTo>
                <a:cubicBezTo>
                  <a:pt x="125713" y="88828"/>
                  <a:pt x="125440" y="104251"/>
                  <a:pt x="125020" y="106217"/>
                </a:cubicBezTo>
                <a:cubicBezTo>
                  <a:pt x="125020" y="106360"/>
                  <a:pt x="124874" y="106992"/>
                  <a:pt x="124601" y="108120"/>
                </a:cubicBezTo>
                <a:cubicBezTo>
                  <a:pt x="121773" y="120505"/>
                  <a:pt x="115862" y="130360"/>
                  <a:pt x="106850" y="137679"/>
                </a:cubicBezTo>
                <a:cubicBezTo>
                  <a:pt x="97856" y="145004"/>
                  <a:pt x="87859" y="148731"/>
                  <a:pt x="76876" y="148873"/>
                </a:cubicBezTo>
                <a:cubicBezTo>
                  <a:pt x="64909" y="148873"/>
                  <a:pt x="53434" y="145004"/>
                  <a:pt x="42452" y="137258"/>
                </a:cubicBezTo>
                <a:cubicBezTo>
                  <a:pt x="31469" y="129519"/>
                  <a:pt x="24720" y="118323"/>
                  <a:pt x="22184" y="103687"/>
                </a:cubicBezTo>
                <a:cubicBezTo>
                  <a:pt x="22037" y="102419"/>
                  <a:pt x="21892" y="86932"/>
                  <a:pt x="21764" y="57223"/>
                </a:cubicBezTo>
                <a:lnTo>
                  <a:pt x="21764" y="128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23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383B72F2-031E-4BB5-A5DB-8808475D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976" y="4348723"/>
            <a:ext cx="93971" cy="153520"/>
          </a:xfrm>
          <a:custGeom xmlns:a="http://schemas.openxmlformats.org/drawingml/2006/main">
            <a:pathLst>
              <a:path w="93971" h="153520">
                <a:moveTo>
                  <a:pt x="0" y="41810"/>
                </a:moveTo>
                <a:cubicBezTo>
                  <a:pt x="0" y="30130"/>
                  <a:pt x="4014" y="20273"/>
                  <a:pt x="12041" y="12250"/>
                </a:cubicBezTo>
                <a:cubicBezTo>
                  <a:pt x="20067" y="4227"/>
                  <a:pt x="29280" y="213"/>
                  <a:pt x="39697" y="213"/>
                </a:cubicBezTo>
                <a:lnTo>
                  <a:pt x="42652" y="213"/>
                </a:lnTo>
                <a:cubicBezTo>
                  <a:pt x="54620" y="213"/>
                  <a:pt x="65036" y="4646"/>
                  <a:pt x="73903" y="13518"/>
                </a:cubicBezTo>
                <a:lnTo>
                  <a:pt x="78336" y="6968"/>
                </a:lnTo>
                <a:cubicBezTo>
                  <a:pt x="79047" y="5985"/>
                  <a:pt x="79759" y="4924"/>
                  <a:pt x="80452" y="3798"/>
                </a:cubicBezTo>
                <a:cubicBezTo>
                  <a:pt x="81164" y="2672"/>
                  <a:pt x="81857" y="1760"/>
                  <a:pt x="82569" y="1054"/>
                </a:cubicBezTo>
                <a:lnTo>
                  <a:pt x="83207" y="213"/>
                </a:lnTo>
                <a:cubicBezTo>
                  <a:pt x="83334" y="213"/>
                  <a:pt x="83626" y="213"/>
                  <a:pt x="84046" y="213"/>
                </a:cubicBezTo>
                <a:cubicBezTo>
                  <a:pt x="84465" y="213"/>
                  <a:pt x="84885" y="142"/>
                  <a:pt x="85305" y="0"/>
                </a:cubicBezTo>
                <a:lnTo>
                  <a:pt x="86162" y="0"/>
                </a:lnTo>
                <a:cubicBezTo>
                  <a:pt x="86582" y="0"/>
                  <a:pt x="87220" y="421"/>
                  <a:pt x="88060" y="1268"/>
                </a:cubicBezTo>
                <a:lnTo>
                  <a:pt x="88060" y="51316"/>
                </a:lnTo>
                <a:lnTo>
                  <a:pt x="86782" y="52584"/>
                </a:lnTo>
                <a:lnTo>
                  <a:pt x="82988" y="52584"/>
                </a:lnTo>
                <a:cubicBezTo>
                  <a:pt x="81438" y="52584"/>
                  <a:pt x="80525" y="52370"/>
                  <a:pt x="80252" y="51951"/>
                </a:cubicBezTo>
                <a:cubicBezTo>
                  <a:pt x="79960" y="51522"/>
                  <a:pt x="79613" y="50119"/>
                  <a:pt x="79193" y="47724"/>
                </a:cubicBezTo>
                <a:cubicBezTo>
                  <a:pt x="76804" y="29988"/>
                  <a:pt x="69689" y="18228"/>
                  <a:pt x="57867" y="12456"/>
                </a:cubicBezTo>
                <a:cubicBezTo>
                  <a:pt x="52650" y="10205"/>
                  <a:pt x="47377" y="9080"/>
                  <a:pt x="42014" y="9080"/>
                </a:cubicBezTo>
                <a:cubicBezTo>
                  <a:pt x="34552" y="9080"/>
                  <a:pt x="28514" y="11615"/>
                  <a:pt x="23862" y="16683"/>
                </a:cubicBezTo>
                <a:cubicBezTo>
                  <a:pt x="19210" y="21750"/>
                  <a:pt x="16893" y="27664"/>
                  <a:pt x="16893" y="34419"/>
                </a:cubicBezTo>
                <a:cubicBezTo>
                  <a:pt x="16893" y="39208"/>
                  <a:pt x="18097" y="43570"/>
                  <a:pt x="20487" y="47510"/>
                </a:cubicBezTo>
                <a:cubicBezTo>
                  <a:pt x="22877" y="51458"/>
                  <a:pt x="26252" y="54624"/>
                  <a:pt x="30612" y="57017"/>
                </a:cubicBezTo>
                <a:cubicBezTo>
                  <a:pt x="32035" y="57581"/>
                  <a:pt x="38074" y="59197"/>
                  <a:pt x="48782" y="61869"/>
                </a:cubicBezTo>
                <a:cubicBezTo>
                  <a:pt x="59473" y="64549"/>
                  <a:pt x="65402" y="66168"/>
                  <a:pt x="66514" y="66729"/>
                </a:cubicBezTo>
                <a:cubicBezTo>
                  <a:pt x="74542" y="69829"/>
                  <a:pt x="81091" y="75103"/>
                  <a:pt x="86162" y="82565"/>
                </a:cubicBezTo>
                <a:cubicBezTo>
                  <a:pt x="91234" y="90026"/>
                  <a:pt x="93824" y="98684"/>
                  <a:pt x="93971" y="108539"/>
                </a:cubicBezTo>
                <a:cubicBezTo>
                  <a:pt x="93971" y="119941"/>
                  <a:pt x="90304" y="130217"/>
                  <a:pt x="82988" y="139376"/>
                </a:cubicBezTo>
                <a:cubicBezTo>
                  <a:pt x="75673" y="148525"/>
                  <a:pt x="65328" y="153171"/>
                  <a:pt x="51957" y="153306"/>
                </a:cubicBezTo>
                <a:cubicBezTo>
                  <a:pt x="44075" y="153306"/>
                  <a:pt x="37033" y="152109"/>
                  <a:pt x="30831" y="149721"/>
                </a:cubicBezTo>
                <a:cubicBezTo>
                  <a:pt x="24628" y="147328"/>
                  <a:pt x="20341" y="145148"/>
                  <a:pt x="17951" y="143174"/>
                </a:cubicBezTo>
                <a:lnTo>
                  <a:pt x="14157" y="140215"/>
                </a:lnTo>
                <a:cubicBezTo>
                  <a:pt x="13591" y="140921"/>
                  <a:pt x="12533" y="142326"/>
                  <a:pt x="10982" y="144442"/>
                </a:cubicBezTo>
                <a:cubicBezTo>
                  <a:pt x="9432" y="146551"/>
                  <a:pt x="8027" y="148525"/>
                  <a:pt x="6768" y="150349"/>
                </a:cubicBezTo>
                <a:cubicBezTo>
                  <a:pt x="5491" y="152181"/>
                  <a:pt x="4852" y="153171"/>
                  <a:pt x="4852" y="153306"/>
                </a:cubicBezTo>
                <a:cubicBezTo>
                  <a:pt x="4579" y="153448"/>
                  <a:pt x="3867" y="153520"/>
                  <a:pt x="2755" y="153520"/>
                </a:cubicBezTo>
                <a:lnTo>
                  <a:pt x="1897" y="153520"/>
                </a:lnTo>
                <a:cubicBezTo>
                  <a:pt x="1478" y="153520"/>
                  <a:pt x="839" y="153100"/>
                  <a:pt x="0" y="152252"/>
                </a:cubicBezTo>
                <a:lnTo>
                  <a:pt x="0" y="127545"/>
                </a:lnTo>
                <a:cubicBezTo>
                  <a:pt x="0" y="110792"/>
                  <a:pt x="73" y="102276"/>
                  <a:pt x="219" y="101997"/>
                </a:cubicBezTo>
                <a:cubicBezTo>
                  <a:pt x="492" y="101293"/>
                  <a:pt x="1897" y="100936"/>
                  <a:pt x="4433" y="100936"/>
                </a:cubicBezTo>
                <a:lnTo>
                  <a:pt x="7188" y="100936"/>
                </a:lnTo>
                <a:cubicBezTo>
                  <a:pt x="8027" y="101784"/>
                  <a:pt x="8447" y="102696"/>
                  <a:pt x="8447" y="103686"/>
                </a:cubicBezTo>
                <a:cubicBezTo>
                  <a:pt x="8447" y="108190"/>
                  <a:pt x="9140" y="112622"/>
                  <a:pt x="10563" y="116991"/>
                </a:cubicBezTo>
                <a:cubicBezTo>
                  <a:pt x="11967" y="121353"/>
                  <a:pt x="14357" y="125642"/>
                  <a:pt x="17732" y="129869"/>
                </a:cubicBezTo>
                <a:cubicBezTo>
                  <a:pt x="21126" y="134094"/>
                  <a:pt x="25759" y="137473"/>
                  <a:pt x="31670" y="140001"/>
                </a:cubicBezTo>
                <a:cubicBezTo>
                  <a:pt x="37581" y="142539"/>
                  <a:pt x="44623" y="143807"/>
                  <a:pt x="52795" y="143807"/>
                </a:cubicBezTo>
                <a:cubicBezTo>
                  <a:pt x="59418" y="143807"/>
                  <a:pt x="65110" y="141127"/>
                  <a:pt x="69908" y="135784"/>
                </a:cubicBezTo>
                <a:cubicBezTo>
                  <a:pt x="74687" y="130431"/>
                  <a:pt x="77077" y="123882"/>
                  <a:pt x="77077" y="116143"/>
                </a:cubicBezTo>
                <a:cubicBezTo>
                  <a:pt x="77077" y="110094"/>
                  <a:pt x="75526" y="104599"/>
                  <a:pt x="72425" y="99675"/>
                </a:cubicBezTo>
                <a:cubicBezTo>
                  <a:pt x="69342" y="94744"/>
                  <a:pt x="65256" y="91365"/>
                  <a:pt x="60184" y="89534"/>
                </a:cubicBezTo>
                <a:cubicBezTo>
                  <a:pt x="52303" y="87567"/>
                  <a:pt x="47085" y="86228"/>
                  <a:pt x="44549" y="85522"/>
                </a:cubicBezTo>
                <a:cubicBezTo>
                  <a:pt x="43856" y="85380"/>
                  <a:pt x="41959" y="84958"/>
                  <a:pt x="38858" y="84254"/>
                </a:cubicBezTo>
                <a:cubicBezTo>
                  <a:pt x="35757" y="83555"/>
                  <a:pt x="33440" y="82992"/>
                  <a:pt x="31889" y="82565"/>
                </a:cubicBezTo>
                <a:cubicBezTo>
                  <a:pt x="30338" y="82143"/>
                  <a:pt x="28076" y="81368"/>
                  <a:pt x="25139" y="80240"/>
                </a:cubicBezTo>
                <a:cubicBezTo>
                  <a:pt x="22183" y="79115"/>
                  <a:pt x="19848" y="77854"/>
                  <a:pt x="18170" y="76442"/>
                </a:cubicBezTo>
                <a:cubicBezTo>
                  <a:pt x="16473" y="75032"/>
                  <a:pt x="14430" y="73343"/>
                  <a:pt x="12041" y="71376"/>
                </a:cubicBezTo>
                <a:cubicBezTo>
                  <a:pt x="9632" y="69402"/>
                  <a:pt x="7753" y="66943"/>
                  <a:pt x="6331" y="63986"/>
                </a:cubicBezTo>
                <a:cubicBezTo>
                  <a:pt x="2116" y="57088"/>
                  <a:pt x="0" y="49698"/>
                  <a:pt x="0" y="4181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24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C9BC06F9-E588-470C-A7C5-16BC76EB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479" y="4353369"/>
            <a:ext cx="143792" cy="144228"/>
          </a:xfrm>
          <a:custGeom xmlns:a="http://schemas.openxmlformats.org/drawingml/2006/main">
            <a:pathLst>
              <a:path w="143792" h="144228">
                <a:moveTo>
                  <a:pt x="21746" y="12884"/>
                </a:moveTo>
                <a:cubicBezTo>
                  <a:pt x="20761" y="11895"/>
                  <a:pt x="19994" y="11260"/>
                  <a:pt x="19429" y="10982"/>
                </a:cubicBezTo>
                <a:cubicBezTo>
                  <a:pt x="18863" y="10696"/>
                  <a:pt x="17732" y="10490"/>
                  <a:pt x="16036" y="10348"/>
                </a:cubicBezTo>
                <a:cubicBezTo>
                  <a:pt x="14357" y="10205"/>
                  <a:pt x="11329" y="9997"/>
                  <a:pt x="6968" y="9713"/>
                </a:cubicBezTo>
                <a:lnTo>
                  <a:pt x="0" y="9713"/>
                </a:lnTo>
                <a:lnTo>
                  <a:pt x="0" y="0"/>
                </a:lnTo>
                <a:lnTo>
                  <a:pt x="42433" y="0"/>
                </a:lnTo>
                <a:cubicBezTo>
                  <a:pt x="66514" y="143"/>
                  <a:pt x="79960" y="214"/>
                  <a:pt x="82769" y="214"/>
                </a:cubicBezTo>
                <a:cubicBezTo>
                  <a:pt x="85578" y="214"/>
                  <a:pt x="88552" y="635"/>
                  <a:pt x="91635" y="1476"/>
                </a:cubicBezTo>
                <a:cubicBezTo>
                  <a:pt x="97692" y="2744"/>
                  <a:pt x="103676" y="5209"/>
                  <a:pt x="109587" y="8872"/>
                </a:cubicBezTo>
                <a:cubicBezTo>
                  <a:pt x="115497" y="12528"/>
                  <a:pt x="121134" y="17317"/>
                  <a:pt x="126480" y="23231"/>
                </a:cubicBezTo>
                <a:cubicBezTo>
                  <a:pt x="131843" y="29140"/>
                  <a:pt x="135984" y="36393"/>
                  <a:pt x="138939" y="44980"/>
                </a:cubicBezTo>
                <a:cubicBezTo>
                  <a:pt x="141895" y="53568"/>
                  <a:pt x="143519" y="62995"/>
                  <a:pt x="143792" y="73272"/>
                </a:cubicBezTo>
                <a:cubicBezTo>
                  <a:pt x="143792" y="91017"/>
                  <a:pt x="138593" y="106502"/>
                  <a:pt x="128176" y="119735"/>
                </a:cubicBezTo>
                <a:cubicBezTo>
                  <a:pt x="117759" y="132969"/>
                  <a:pt x="104241" y="140921"/>
                  <a:pt x="87640" y="143594"/>
                </a:cubicBezTo>
                <a:cubicBezTo>
                  <a:pt x="85797" y="143878"/>
                  <a:pt x="70729" y="144085"/>
                  <a:pt x="42433" y="144228"/>
                </a:cubicBezTo>
                <a:lnTo>
                  <a:pt x="0" y="144228"/>
                </a:lnTo>
                <a:lnTo>
                  <a:pt x="0" y="134514"/>
                </a:lnTo>
                <a:lnTo>
                  <a:pt x="6968" y="134514"/>
                </a:lnTo>
                <a:cubicBezTo>
                  <a:pt x="12880" y="134372"/>
                  <a:pt x="16473" y="134166"/>
                  <a:pt x="17732" y="133881"/>
                </a:cubicBezTo>
                <a:cubicBezTo>
                  <a:pt x="18991" y="133602"/>
                  <a:pt x="20341" y="132755"/>
                  <a:pt x="21746" y="131343"/>
                </a:cubicBezTo>
                <a:lnTo>
                  <a:pt x="21746" y="12884"/>
                </a:lnTo>
                <a:moveTo>
                  <a:pt x="119510" y="72852"/>
                </a:moveTo>
                <a:cubicBezTo>
                  <a:pt x="119510" y="58636"/>
                  <a:pt x="117960" y="47163"/>
                  <a:pt x="114877" y="38431"/>
                </a:cubicBezTo>
                <a:cubicBezTo>
                  <a:pt x="111775" y="29702"/>
                  <a:pt x="106284" y="22598"/>
                  <a:pt x="98404" y="17103"/>
                </a:cubicBezTo>
                <a:cubicBezTo>
                  <a:pt x="90796" y="12179"/>
                  <a:pt x="81091" y="9713"/>
                  <a:pt x="69269" y="9713"/>
                </a:cubicBezTo>
                <a:lnTo>
                  <a:pt x="62282" y="9713"/>
                </a:lnTo>
                <a:lnTo>
                  <a:pt x="56371" y="9713"/>
                </a:lnTo>
                <a:cubicBezTo>
                  <a:pt x="48490" y="9713"/>
                  <a:pt x="44276" y="10348"/>
                  <a:pt x="43710" y="11616"/>
                </a:cubicBezTo>
                <a:cubicBezTo>
                  <a:pt x="43291" y="12179"/>
                  <a:pt x="43072" y="32168"/>
                  <a:pt x="43072" y="71582"/>
                </a:cubicBezTo>
                <a:cubicBezTo>
                  <a:pt x="43072" y="111283"/>
                  <a:pt x="43145" y="131343"/>
                  <a:pt x="43291" y="131770"/>
                </a:cubicBezTo>
                <a:cubicBezTo>
                  <a:pt x="43418" y="133175"/>
                  <a:pt x="44549" y="133952"/>
                  <a:pt x="46666" y="134094"/>
                </a:cubicBezTo>
                <a:cubicBezTo>
                  <a:pt x="48764" y="134230"/>
                  <a:pt x="55185" y="134372"/>
                  <a:pt x="65876" y="134514"/>
                </a:cubicBezTo>
                <a:lnTo>
                  <a:pt x="68211" y="134514"/>
                </a:lnTo>
                <a:cubicBezTo>
                  <a:pt x="83134" y="134514"/>
                  <a:pt x="94737" y="131066"/>
                  <a:pt x="103037" y="124167"/>
                </a:cubicBezTo>
                <a:cubicBezTo>
                  <a:pt x="109532" y="118816"/>
                  <a:pt x="113892" y="112061"/>
                  <a:pt x="116136" y="103893"/>
                </a:cubicBezTo>
                <a:cubicBezTo>
                  <a:pt x="118379" y="95727"/>
                  <a:pt x="119510" y="85380"/>
                  <a:pt x="119510" y="728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25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EEAFDD2A-F8FD-4AF6-A079-5BEC929F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66" y="4429841"/>
            <a:ext cx="51354" cy="99432"/>
          </a:xfrm>
          <a:custGeom xmlns:a="http://schemas.openxmlformats.org/drawingml/2006/main">
            <a:pathLst>
              <a:path w="51354" h="99432">
                <a:moveTo>
                  <a:pt x="19411" y="13140"/>
                </a:moveTo>
                <a:lnTo>
                  <a:pt x="17459" y="13881"/>
                </a:lnTo>
                <a:cubicBezTo>
                  <a:pt x="16073" y="14381"/>
                  <a:pt x="14084" y="14879"/>
                  <a:pt x="11493" y="15379"/>
                </a:cubicBezTo>
                <a:cubicBezTo>
                  <a:pt x="8903" y="15877"/>
                  <a:pt x="6021" y="16225"/>
                  <a:pt x="2828" y="16426"/>
                </a:cubicBezTo>
                <a:lnTo>
                  <a:pt x="0" y="16426"/>
                </a:lnTo>
                <a:lnTo>
                  <a:pt x="0" y="9556"/>
                </a:lnTo>
                <a:lnTo>
                  <a:pt x="2828" y="9556"/>
                </a:lnTo>
                <a:cubicBezTo>
                  <a:pt x="7516" y="9357"/>
                  <a:pt x="11840" y="8609"/>
                  <a:pt x="15817" y="7319"/>
                </a:cubicBezTo>
                <a:cubicBezTo>
                  <a:pt x="19812" y="6022"/>
                  <a:pt x="22585" y="4831"/>
                  <a:pt x="24190" y="3734"/>
                </a:cubicBezTo>
                <a:cubicBezTo>
                  <a:pt x="25777" y="2636"/>
                  <a:pt x="27164" y="1547"/>
                  <a:pt x="28368" y="449"/>
                </a:cubicBezTo>
                <a:cubicBezTo>
                  <a:pt x="28569" y="150"/>
                  <a:pt x="29171" y="0"/>
                  <a:pt x="30156" y="0"/>
                </a:cubicBezTo>
                <a:cubicBezTo>
                  <a:pt x="31050" y="0"/>
                  <a:pt x="31907" y="299"/>
                  <a:pt x="32692" y="897"/>
                </a:cubicBezTo>
                <a:lnTo>
                  <a:pt x="32692" y="45537"/>
                </a:lnTo>
                <a:lnTo>
                  <a:pt x="32838" y="90325"/>
                </a:lnTo>
                <a:cubicBezTo>
                  <a:pt x="33531" y="91022"/>
                  <a:pt x="34133" y="91473"/>
                  <a:pt x="34644" y="91672"/>
                </a:cubicBezTo>
                <a:cubicBezTo>
                  <a:pt x="35136" y="91863"/>
                  <a:pt x="36322" y="92064"/>
                  <a:pt x="38220" y="92263"/>
                </a:cubicBezTo>
                <a:cubicBezTo>
                  <a:pt x="40116" y="92463"/>
                  <a:pt x="43200" y="92562"/>
                  <a:pt x="47469" y="92562"/>
                </a:cubicBezTo>
                <a:lnTo>
                  <a:pt x="51354" y="92562"/>
                </a:lnTo>
                <a:lnTo>
                  <a:pt x="51354" y="99432"/>
                </a:lnTo>
                <a:lnTo>
                  <a:pt x="49712" y="99432"/>
                </a:lnTo>
                <a:cubicBezTo>
                  <a:pt x="47615" y="99133"/>
                  <a:pt x="39715" y="98983"/>
                  <a:pt x="25978" y="98983"/>
                </a:cubicBezTo>
                <a:cubicBezTo>
                  <a:pt x="12442" y="98983"/>
                  <a:pt x="4634" y="99133"/>
                  <a:pt x="2536" y="99432"/>
                </a:cubicBezTo>
                <a:lnTo>
                  <a:pt x="748" y="99432"/>
                </a:lnTo>
                <a:lnTo>
                  <a:pt x="748" y="92562"/>
                </a:lnTo>
                <a:lnTo>
                  <a:pt x="4634" y="92562"/>
                </a:lnTo>
                <a:cubicBezTo>
                  <a:pt x="6823" y="92562"/>
                  <a:pt x="8702" y="92562"/>
                  <a:pt x="10308" y="92562"/>
                </a:cubicBezTo>
                <a:cubicBezTo>
                  <a:pt x="11895" y="92562"/>
                  <a:pt x="13136" y="92513"/>
                  <a:pt x="14029" y="92412"/>
                </a:cubicBezTo>
                <a:cubicBezTo>
                  <a:pt x="14923" y="92314"/>
                  <a:pt x="15725" y="92162"/>
                  <a:pt x="16419" y="91964"/>
                </a:cubicBezTo>
                <a:cubicBezTo>
                  <a:pt x="17112" y="91772"/>
                  <a:pt x="17514" y="91672"/>
                  <a:pt x="17605" y="91672"/>
                </a:cubicBezTo>
                <a:cubicBezTo>
                  <a:pt x="17715" y="91672"/>
                  <a:pt x="18006" y="91422"/>
                  <a:pt x="18517" y="90924"/>
                </a:cubicBezTo>
                <a:cubicBezTo>
                  <a:pt x="19010" y="90424"/>
                  <a:pt x="19302" y="90225"/>
                  <a:pt x="19411" y="90325"/>
                </a:cubicBezTo>
                <a:lnTo>
                  <a:pt x="19411" y="131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26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99251450-C4E7-4284-8F72-484969F2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617" y="4011675"/>
            <a:ext cx="1223431" cy="182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Intrinsic Reward</a:t>
            </a:r>
          </a:p>
        </p:txBody>
      </p:sp>
      <p:sp>
        <p:nvSpPr>
          <p:cNvPr id="127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8D7892F6-5219-40DF-91B3-B4D26CD9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998" y="4433590"/>
            <a:ext cx="308528" cy="95"/>
          </a:xfrm>
          <a:custGeom xmlns:a="http://schemas.openxmlformats.org/drawingml/2006/main">
            <a:pathLst>
              <a:path w="308528" h="95">
                <a:moveTo>
                  <a:pt x="0" y="0"/>
                </a:moveTo>
                <a:lnTo>
                  <a:pt x="3085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28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359C610D-FDBB-4387-BD6D-B50ABF48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85" y="4387889"/>
            <a:ext cx="91380" cy="91400"/>
          </a:xfrm>
          <a:custGeom xmlns:a="http://schemas.openxmlformats.org/drawingml/2006/main">
            <a:pathLst>
              <a:path w="91380" h="91400">
                <a:moveTo>
                  <a:pt x="91380" y="45701"/>
                </a:moveTo>
                <a:lnTo>
                  <a:pt x="0" y="91400"/>
                </a:lnTo>
                <a:lnTo>
                  <a:pt x="22840" y="45701"/>
                </a:lnTo>
                <a:lnTo>
                  <a:pt x="0" y="0"/>
                </a:lnTo>
                <a:lnTo>
                  <a:pt x="91380" y="457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B3143DDA-6C3A-4C7D-AF6E-B29EFFE8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85" y="4387889"/>
            <a:ext cx="91380" cy="91400"/>
          </a:xfrm>
          <a:custGeom xmlns:a="http://schemas.openxmlformats.org/drawingml/2006/main">
            <a:pathLst>
              <a:path w="91380" h="91400">
                <a:moveTo>
                  <a:pt x="91380" y="45701"/>
                </a:moveTo>
                <a:lnTo>
                  <a:pt x="0" y="0"/>
                </a:lnTo>
                <a:lnTo>
                  <a:pt x="22840" y="45701"/>
                </a:lnTo>
                <a:lnTo>
                  <a:pt x="0" y="914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30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76F908DB-7D22-46DF-A9C5-EC0DDCE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998" y="4655551"/>
            <a:ext cx="308528" cy="95"/>
          </a:xfrm>
          <a:custGeom xmlns:a="http://schemas.openxmlformats.org/drawingml/2006/main">
            <a:pathLst>
              <a:path w="308528" h="95">
                <a:moveTo>
                  <a:pt x="0" y="0"/>
                </a:moveTo>
                <a:lnTo>
                  <a:pt x="3085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31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4A3CBB89-038F-44D6-96C0-138BDEAA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85" y="4609857"/>
            <a:ext cx="91380" cy="91392"/>
          </a:xfrm>
          <a:custGeom xmlns:a="http://schemas.openxmlformats.org/drawingml/2006/main">
            <a:pathLst>
              <a:path w="91380" h="91392">
                <a:moveTo>
                  <a:pt x="91380" y="45694"/>
                </a:moveTo>
                <a:lnTo>
                  <a:pt x="0" y="91392"/>
                </a:lnTo>
                <a:lnTo>
                  <a:pt x="22840" y="45694"/>
                </a:lnTo>
                <a:lnTo>
                  <a:pt x="0" y="0"/>
                </a:lnTo>
                <a:lnTo>
                  <a:pt x="91380" y="456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55FC6896-2CC1-4A0B-BA3C-0848CF33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85" y="4609857"/>
            <a:ext cx="91380" cy="91392"/>
          </a:xfrm>
          <a:custGeom xmlns:a="http://schemas.openxmlformats.org/drawingml/2006/main">
            <a:pathLst>
              <a:path w="91380" h="91392">
                <a:moveTo>
                  <a:pt x="91380" y="45694"/>
                </a:moveTo>
                <a:lnTo>
                  <a:pt x="0" y="0"/>
                </a:lnTo>
                <a:lnTo>
                  <a:pt x="22840" y="45694"/>
                </a:lnTo>
                <a:lnTo>
                  <a:pt x="0" y="913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33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AC263A05-3E0E-4600-9014-5C0081C8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254" y="3773951"/>
            <a:ext cx="86454" cy="96039"/>
          </a:xfrm>
          <a:custGeom xmlns:a="http://schemas.openxmlformats.org/drawingml/2006/main">
            <a:pathLst>
              <a:path w="86454" h="96039">
                <a:moveTo>
                  <a:pt x="0" y="33044"/>
                </a:moveTo>
                <a:cubicBezTo>
                  <a:pt x="128" y="32623"/>
                  <a:pt x="273" y="32061"/>
                  <a:pt x="420" y="31355"/>
                </a:cubicBezTo>
                <a:cubicBezTo>
                  <a:pt x="566" y="30649"/>
                  <a:pt x="912" y="29103"/>
                  <a:pt x="1478" y="26708"/>
                </a:cubicBezTo>
                <a:cubicBezTo>
                  <a:pt x="2043" y="24307"/>
                  <a:pt x="2736" y="22128"/>
                  <a:pt x="3594" y="20152"/>
                </a:cubicBezTo>
                <a:cubicBezTo>
                  <a:pt x="4433" y="18178"/>
                  <a:pt x="5491" y="15855"/>
                  <a:pt x="6750" y="13175"/>
                </a:cubicBezTo>
                <a:cubicBezTo>
                  <a:pt x="8027" y="10497"/>
                  <a:pt x="9432" y="8386"/>
                  <a:pt x="10982" y="6834"/>
                </a:cubicBezTo>
                <a:cubicBezTo>
                  <a:pt x="12533" y="5287"/>
                  <a:pt x="14376" y="3733"/>
                  <a:pt x="16492" y="2188"/>
                </a:cubicBezTo>
                <a:cubicBezTo>
                  <a:pt x="18590" y="633"/>
                  <a:pt x="20925" y="0"/>
                  <a:pt x="23461" y="285"/>
                </a:cubicBezTo>
                <a:cubicBezTo>
                  <a:pt x="27547" y="285"/>
                  <a:pt x="31141" y="1126"/>
                  <a:pt x="34242" y="2821"/>
                </a:cubicBezTo>
                <a:cubicBezTo>
                  <a:pt x="37344" y="4510"/>
                  <a:pt x="39515" y="6064"/>
                  <a:pt x="40792" y="7467"/>
                </a:cubicBezTo>
                <a:cubicBezTo>
                  <a:pt x="42069" y="8879"/>
                  <a:pt x="42835" y="10289"/>
                  <a:pt x="43109" y="11701"/>
                </a:cubicBezTo>
                <a:cubicBezTo>
                  <a:pt x="43401" y="12542"/>
                  <a:pt x="43601" y="12962"/>
                  <a:pt x="43747" y="12962"/>
                </a:cubicBezTo>
                <a:cubicBezTo>
                  <a:pt x="43893" y="12962"/>
                  <a:pt x="44459" y="12471"/>
                  <a:pt x="45444" y="11486"/>
                </a:cubicBezTo>
                <a:cubicBezTo>
                  <a:pt x="52212" y="4161"/>
                  <a:pt x="60020" y="491"/>
                  <a:pt x="68905" y="491"/>
                </a:cubicBezTo>
                <a:lnTo>
                  <a:pt x="69543" y="491"/>
                </a:lnTo>
                <a:cubicBezTo>
                  <a:pt x="76293" y="491"/>
                  <a:pt x="81383" y="3384"/>
                  <a:pt x="84757" y="9164"/>
                </a:cubicBezTo>
                <a:cubicBezTo>
                  <a:pt x="85889" y="11837"/>
                  <a:pt x="86454" y="14445"/>
                  <a:pt x="86454" y="16981"/>
                </a:cubicBezTo>
                <a:cubicBezTo>
                  <a:pt x="86454" y="21208"/>
                  <a:pt x="85524" y="24592"/>
                  <a:pt x="83700" y="27130"/>
                </a:cubicBezTo>
                <a:cubicBezTo>
                  <a:pt x="81875" y="29665"/>
                  <a:pt x="80033" y="31284"/>
                  <a:pt x="78208" y="31989"/>
                </a:cubicBezTo>
                <a:cubicBezTo>
                  <a:pt x="76366" y="32694"/>
                  <a:pt x="74615" y="32980"/>
                  <a:pt x="72918" y="32838"/>
                </a:cubicBezTo>
                <a:cubicBezTo>
                  <a:pt x="70109" y="32838"/>
                  <a:pt x="67846" y="32061"/>
                  <a:pt x="66150" y="30506"/>
                </a:cubicBezTo>
                <a:cubicBezTo>
                  <a:pt x="64471" y="28961"/>
                  <a:pt x="63614" y="26916"/>
                  <a:pt x="63614" y="24378"/>
                </a:cubicBezTo>
                <a:cubicBezTo>
                  <a:pt x="63614" y="17616"/>
                  <a:pt x="67573" y="13104"/>
                  <a:pt x="75454" y="10853"/>
                </a:cubicBezTo>
                <a:cubicBezTo>
                  <a:pt x="72352" y="9021"/>
                  <a:pt x="69817" y="8102"/>
                  <a:pt x="67846" y="8102"/>
                </a:cubicBezTo>
                <a:cubicBezTo>
                  <a:pt x="59947" y="8102"/>
                  <a:pt x="52704" y="13318"/>
                  <a:pt x="46064" y="23743"/>
                </a:cubicBezTo>
                <a:cubicBezTo>
                  <a:pt x="44659" y="26004"/>
                  <a:pt x="43601" y="28326"/>
                  <a:pt x="42908" y="30720"/>
                </a:cubicBezTo>
                <a:cubicBezTo>
                  <a:pt x="42197" y="33115"/>
                  <a:pt x="39806" y="42487"/>
                  <a:pt x="35720" y="58834"/>
                </a:cubicBezTo>
                <a:cubicBezTo>
                  <a:pt x="30922" y="78566"/>
                  <a:pt x="28186" y="89063"/>
                  <a:pt x="27474" y="90331"/>
                </a:cubicBezTo>
                <a:cubicBezTo>
                  <a:pt x="25650" y="94137"/>
                  <a:pt x="22603" y="96039"/>
                  <a:pt x="18389" y="96039"/>
                </a:cubicBezTo>
                <a:cubicBezTo>
                  <a:pt x="16547" y="96039"/>
                  <a:pt x="15069" y="95613"/>
                  <a:pt x="13938" y="94772"/>
                </a:cubicBezTo>
                <a:cubicBezTo>
                  <a:pt x="12825" y="93923"/>
                  <a:pt x="12041" y="93075"/>
                  <a:pt x="11621" y="92234"/>
                </a:cubicBezTo>
                <a:cubicBezTo>
                  <a:pt x="11201" y="91385"/>
                  <a:pt x="11055" y="90681"/>
                  <a:pt x="11201" y="90118"/>
                </a:cubicBezTo>
                <a:cubicBezTo>
                  <a:pt x="11201" y="88286"/>
                  <a:pt x="14011" y="76165"/>
                  <a:pt x="19648" y="53759"/>
                </a:cubicBezTo>
                <a:cubicBezTo>
                  <a:pt x="25285" y="31355"/>
                  <a:pt x="28113" y="18884"/>
                  <a:pt x="28113" y="16348"/>
                </a:cubicBezTo>
                <a:cubicBezTo>
                  <a:pt x="28113" y="10853"/>
                  <a:pt x="26270" y="8102"/>
                  <a:pt x="22603" y="8102"/>
                </a:cubicBezTo>
                <a:cubicBezTo>
                  <a:pt x="19648" y="8102"/>
                  <a:pt x="17112" y="10076"/>
                  <a:pt x="14996" y="14024"/>
                </a:cubicBezTo>
                <a:cubicBezTo>
                  <a:pt x="12898" y="17971"/>
                  <a:pt x="11201" y="22270"/>
                  <a:pt x="9924" y="26916"/>
                </a:cubicBezTo>
                <a:cubicBezTo>
                  <a:pt x="8665" y="31568"/>
                  <a:pt x="7881" y="34106"/>
                  <a:pt x="7607" y="34525"/>
                </a:cubicBezTo>
                <a:cubicBezTo>
                  <a:pt x="7316" y="34812"/>
                  <a:pt x="6185" y="34947"/>
                  <a:pt x="4214" y="34947"/>
                </a:cubicBezTo>
                <a:lnTo>
                  <a:pt x="1259" y="34947"/>
                </a:lnTo>
                <a:cubicBezTo>
                  <a:pt x="420" y="34106"/>
                  <a:pt x="0" y="33471"/>
                  <a:pt x="0" y="330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34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182087B6-CB04-4675-8D80-BB355F1F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516" y="3799840"/>
            <a:ext cx="51409" cy="99532"/>
          </a:xfrm>
          <a:custGeom xmlns:a="http://schemas.openxmlformats.org/drawingml/2006/main">
            <a:pathLst>
              <a:path w="51409" h="99532">
                <a:moveTo>
                  <a:pt x="19429" y="13148"/>
                </a:moveTo>
                <a:lnTo>
                  <a:pt x="17495" y="13896"/>
                </a:lnTo>
                <a:cubicBezTo>
                  <a:pt x="16090" y="14396"/>
                  <a:pt x="14102" y="14894"/>
                  <a:pt x="11511" y="15394"/>
                </a:cubicBezTo>
                <a:cubicBezTo>
                  <a:pt x="8921" y="15892"/>
                  <a:pt x="6038" y="16240"/>
                  <a:pt x="2846" y="16441"/>
                </a:cubicBezTo>
                <a:lnTo>
                  <a:pt x="0" y="16441"/>
                </a:lnTo>
                <a:lnTo>
                  <a:pt x="0" y="9563"/>
                </a:lnTo>
                <a:lnTo>
                  <a:pt x="2846" y="9563"/>
                </a:lnTo>
                <a:cubicBezTo>
                  <a:pt x="7534" y="9364"/>
                  <a:pt x="11858" y="8616"/>
                  <a:pt x="15853" y="7326"/>
                </a:cubicBezTo>
                <a:cubicBezTo>
                  <a:pt x="19831" y="6029"/>
                  <a:pt x="22622" y="4831"/>
                  <a:pt x="24227" y="3735"/>
                </a:cubicBezTo>
                <a:cubicBezTo>
                  <a:pt x="25814" y="2636"/>
                  <a:pt x="27201" y="1547"/>
                  <a:pt x="28405" y="449"/>
                </a:cubicBezTo>
                <a:cubicBezTo>
                  <a:pt x="28605" y="150"/>
                  <a:pt x="29207" y="0"/>
                  <a:pt x="30193" y="0"/>
                </a:cubicBezTo>
                <a:cubicBezTo>
                  <a:pt x="31086" y="0"/>
                  <a:pt x="31944" y="299"/>
                  <a:pt x="32728" y="897"/>
                </a:cubicBezTo>
                <a:lnTo>
                  <a:pt x="32728" y="45578"/>
                </a:lnTo>
                <a:lnTo>
                  <a:pt x="32892" y="90418"/>
                </a:lnTo>
                <a:cubicBezTo>
                  <a:pt x="33586" y="91108"/>
                  <a:pt x="34188" y="91559"/>
                  <a:pt x="34681" y="91757"/>
                </a:cubicBezTo>
                <a:cubicBezTo>
                  <a:pt x="35173" y="91956"/>
                  <a:pt x="36377" y="92157"/>
                  <a:pt x="38256" y="92356"/>
                </a:cubicBezTo>
                <a:cubicBezTo>
                  <a:pt x="40154" y="92554"/>
                  <a:pt x="43236" y="92655"/>
                  <a:pt x="47524" y="92655"/>
                </a:cubicBezTo>
                <a:lnTo>
                  <a:pt x="51409" y="92655"/>
                </a:lnTo>
                <a:lnTo>
                  <a:pt x="51409" y="99532"/>
                </a:lnTo>
                <a:lnTo>
                  <a:pt x="49767" y="99532"/>
                </a:lnTo>
                <a:cubicBezTo>
                  <a:pt x="47670" y="99233"/>
                  <a:pt x="39752" y="99084"/>
                  <a:pt x="26015" y="99084"/>
                </a:cubicBezTo>
                <a:cubicBezTo>
                  <a:pt x="12460" y="99084"/>
                  <a:pt x="4634" y="99233"/>
                  <a:pt x="2554" y="99532"/>
                </a:cubicBezTo>
                <a:lnTo>
                  <a:pt x="748" y="99532"/>
                </a:lnTo>
                <a:lnTo>
                  <a:pt x="748" y="92655"/>
                </a:lnTo>
                <a:lnTo>
                  <a:pt x="4634" y="92655"/>
                </a:lnTo>
                <a:cubicBezTo>
                  <a:pt x="6823" y="92655"/>
                  <a:pt x="8720" y="92655"/>
                  <a:pt x="10308" y="92655"/>
                </a:cubicBezTo>
                <a:cubicBezTo>
                  <a:pt x="11913" y="92655"/>
                  <a:pt x="13153" y="92606"/>
                  <a:pt x="14047" y="92506"/>
                </a:cubicBezTo>
                <a:cubicBezTo>
                  <a:pt x="14941" y="92405"/>
                  <a:pt x="15744" y="92255"/>
                  <a:pt x="16437" y="92056"/>
                </a:cubicBezTo>
                <a:cubicBezTo>
                  <a:pt x="17149" y="91858"/>
                  <a:pt x="17550" y="91757"/>
                  <a:pt x="17641" y="91757"/>
                </a:cubicBezTo>
                <a:cubicBezTo>
                  <a:pt x="17732" y="91757"/>
                  <a:pt x="18043" y="91507"/>
                  <a:pt x="18535" y="91010"/>
                </a:cubicBezTo>
                <a:cubicBezTo>
                  <a:pt x="19046" y="90517"/>
                  <a:pt x="19338" y="90318"/>
                  <a:pt x="19429" y="90418"/>
                </a:cubicBezTo>
                <a:lnTo>
                  <a:pt x="19429" y="131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35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74CFF152-2AF8-4519-8994-DE303DB2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25" y="3842084"/>
            <a:ext cx="27894" cy="66730"/>
          </a:xfrm>
          <a:custGeom xmlns:a="http://schemas.openxmlformats.org/drawingml/2006/main">
            <a:pathLst>
              <a:path w="27894" h="66730">
                <a:moveTo>
                  <a:pt x="0" y="18179"/>
                </a:moveTo>
                <a:cubicBezTo>
                  <a:pt x="0" y="18179"/>
                  <a:pt x="0" y="16419"/>
                  <a:pt x="0" y="12900"/>
                </a:cubicBezTo>
                <a:cubicBezTo>
                  <a:pt x="0" y="9371"/>
                  <a:pt x="1113" y="6343"/>
                  <a:pt x="3375" y="3806"/>
                </a:cubicBezTo>
                <a:cubicBezTo>
                  <a:pt x="5637" y="1270"/>
                  <a:pt x="8665" y="0"/>
                  <a:pt x="12460" y="0"/>
                </a:cubicBezTo>
                <a:cubicBezTo>
                  <a:pt x="16419" y="0"/>
                  <a:pt x="19939" y="1761"/>
                  <a:pt x="23023" y="5289"/>
                </a:cubicBezTo>
                <a:cubicBezTo>
                  <a:pt x="26124" y="8808"/>
                  <a:pt x="27747" y="15009"/>
                  <a:pt x="27894" y="23887"/>
                </a:cubicBezTo>
                <a:cubicBezTo>
                  <a:pt x="27894" y="28818"/>
                  <a:pt x="27255" y="33615"/>
                  <a:pt x="25996" y="38261"/>
                </a:cubicBezTo>
                <a:cubicBezTo>
                  <a:pt x="24719" y="42915"/>
                  <a:pt x="23242" y="46927"/>
                  <a:pt x="21563" y="50311"/>
                </a:cubicBezTo>
                <a:cubicBezTo>
                  <a:pt x="19867" y="53690"/>
                  <a:pt x="18024" y="56583"/>
                  <a:pt x="16054" y="58976"/>
                </a:cubicBezTo>
                <a:cubicBezTo>
                  <a:pt x="14083" y="61372"/>
                  <a:pt x="12387" y="63274"/>
                  <a:pt x="10982" y="64684"/>
                </a:cubicBezTo>
                <a:cubicBezTo>
                  <a:pt x="9578" y="66097"/>
                  <a:pt x="8665" y="66730"/>
                  <a:pt x="8246" y="66587"/>
                </a:cubicBezTo>
                <a:cubicBezTo>
                  <a:pt x="7680" y="66587"/>
                  <a:pt x="6750" y="65954"/>
                  <a:pt x="5491" y="64684"/>
                </a:cubicBezTo>
                <a:cubicBezTo>
                  <a:pt x="4214" y="63416"/>
                  <a:pt x="3575" y="62497"/>
                  <a:pt x="3575" y="61934"/>
                </a:cubicBezTo>
                <a:cubicBezTo>
                  <a:pt x="3575" y="61372"/>
                  <a:pt x="4360" y="60246"/>
                  <a:pt x="5911" y="58557"/>
                </a:cubicBezTo>
                <a:cubicBezTo>
                  <a:pt x="7461" y="56860"/>
                  <a:pt x="9212" y="54751"/>
                  <a:pt x="11201" y="52213"/>
                </a:cubicBezTo>
                <a:cubicBezTo>
                  <a:pt x="13171" y="49678"/>
                  <a:pt x="14996" y="46157"/>
                  <a:pt x="16693" y="41645"/>
                </a:cubicBezTo>
                <a:cubicBezTo>
                  <a:pt x="18389" y="37136"/>
                  <a:pt x="19501" y="31989"/>
                  <a:pt x="20067" y="26210"/>
                </a:cubicBezTo>
                <a:lnTo>
                  <a:pt x="20067" y="23674"/>
                </a:lnTo>
                <a:lnTo>
                  <a:pt x="19867" y="23887"/>
                </a:lnTo>
                <a:cubicBezTo>
                  <a:pt x="19575" y="24030"/>
                  <a:pt x="19228" y="24172"/>
                  <a:pt x="18808" y="24307"/>
                </a:cubicBezTo>
                <a:cubicBezTo>
                  <a:pt x="18389" y="24451"/>
                  <a:pt x="17951" y="24665"/>
                  <a:pt x="17531" y="24942"/>
                </a:cubicBezTo>
                <a:cubicBezTo>
                  <a:pt x="17112" y="25226"/>
                  <a:pt x="16474" y="25371"/>
                  <a:pt x="15634" y="25371"/>
                </a:cubicBezTo>
                <a:cubicBezTo>
                  <a:pt x="14795" y="25371"/>
                  <a:pt x="13938" y="25442"/>
                  <a:pt x="13098" y="25577"/>
                </a:cubicBezTo>
                <a:cubicBezTo>
                  <a:pt x="9285" y="25577"/>
                  <a:pt x="6185" y="24380"/>
                  <a:pt x="3794" y="21985"/>
                </a:cubicBezTo>
                <a:lnTo>
                  <a:pt x="0" y="181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36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C3731AFC-F845-45D3-B826-EB998D5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896" y="3842297"/>
            <a:ext cx="214558" cy="25364"/>
          </a:xfrm>
          <a:custGeom xmlns:a="http://schemas.openxmlformats.org/drawingml/2006/main">
            <a:pathLst>
              <a:path w="214558" h="25364">
                <a:moveTo>
                  <a:pt x="0" y="12686"/>
                </a:moveTo>
                <a:cubicBezTo>
                  <a:pt x="0" y="9301"/>
                  <a:pt x="1204" y="6343"/>
                  <a:pt x="3594" y="3806"/>
                </a:cubicBezTo>
                <a:cubicBezTo>
                  <a:pt x="5984" y="1270"/>
                  <a:pt x="9012" y="0"/>
                  <a:pt x="12679" y="0"/>
                </a:cubicBezTo>
                <a:cubicBezTo>
                  <a:pt x="16073" y="0"/>
                  <a:pt x="19028" y="1128"/>
                  <a:pt x="21563" y="3386"/>
                </a:cubicBezTo>
                <a:cubicBezTo>
                  <a:pt x="24099" y="5637"/>
                  <a:pt x="25431" y="8665"/>
                  <a:pt x="25577" y="12471"/>
                </a:cubicBezTo>
                <a:cubicBezTo>
                  <a:pt x="25577" y="15992"/>
                  <a:pt x="24373" y="19027"/>
                  <a:pt x="21983" y="21566"/>
                </a:cubicBezTo>
                <a:cubicBezTo>
                  <a:pt x="19593" y="24094"/>
                  <a:pt x="16565" y="25364"/>
                  <a:pt x="12898" y="25364"/>
                </a:cubicBezTo>
                <a:cubicBezTo>
                  <a:pt x="9231" y="25364"/>
                  <a:pt x="6203" y="24167"/>
                  <a:pt x="3813" y="21772"/>
                </a:cubicBezTo>
                <a:cubicBezTo>
                  <a:pt x="1405" y="19378"/>
                  <a:pt x="146" y="16348"/>
                  <a:pt x="0" y="12686"/>
                </a:cubicBezTo>
                <a:moveTo>
                  <a:pt x="94481" y="12686"/>
                </a:moveTo>
                <a:cubicBezTo>
                  <a:pt x="94481" y="9301"/>
                  <a:pt x="95685" y="6343"/>
                  <a:pt x="98075" y="3806"/>
                </a:cubicBezTo>
                <a:cubicBezTo>
                  <a:pt x="100483" y="1270"/>
                  <a:pt x="103512" y="0"/>
                  <a:pt x="107161" y="0"/>
                </a:cubicBezTo>
                <a:cubicBezTo>
                  <a:pt x="110554" y="0"/>
                  <a:pt x="113509" y="1128"/>
                  <a:pt x="116045" y="3386"/>
                </a:cubicBezTo>
                <a:cubicBezTo>
                  <a:pt x="118581" y="5637"/>
                  <a:pt x="119931" y="8665"/>
                  <a:pt x="120058" y="12471"/>
                </a:cubicBezTo>
                <a:cubicBezTo>
                  <a:pt x="120058" y="15992"/>
                  <a:pt x="118872" y="19027"/>
                  <a:pt x="116483" y="21566"/>
                </a:cubicBezTo>
                <a:cubicBezTo>
                  <a:pt x="114075" y="24094"/>
                  <a:pt x="111046" y="25364"/>
                  <a:pt x="107379" y="25364"/>
                </a:cubicBezTo>
                <a:cubicBezTo>
                  <a:pt x="103713" y="25364"/>
                  <a:pt x="100684" y="24167"/>
                  <a:pt x="98294" y="21772"/>
                </a:cubicBezTo>
                <a:cubicBezTo>
                  <a:pt x="95904" y="19378"/>
                  <a:pt x="94627" y="16348"/>
                  <a:pt x="94481" y="12686"/>
                </a:cubicBezTo>
                <a:moveTo>
                  <a:pt x="188981" y="12686"/>
                </a:moveTo>
                <a:cubicBezTo>
                  <a:pt x="188981" y="9301"/>
                  <a:pt x="190167" y="6343"/>
                  <a:pt x="192575" y="3806"/>
                </a:cubicBezTo>
                <a:cubicBezTo>
                  <a:pt x="194965" y="1270"/>
                  <a:pt x="197993" y="0"/>
                  <a:pt x="201660" y="0"/>
                </a:cubicBezTo>
                <a:cubicBezTo>
                  <a:pt x="205035" y="0"/>
                  <a:pt x="207990" y="1128"/>
                  <a:pt x="210526" y="3386"/>
                </a:cubicBezTo>
                <a:cubicBezTo>
                  <a:pt x="213062" y="5637"/>
                  <a:pt x="214412" y="8665"/>
                  <a:pt x="214558" y="12471"/>
                </a:cubicBezTo>
                <a:cubicBezTo>
                  <a:pt x="214558" y="15992"/>
                  <a:pt x="213353" y="19027"/>
                  <a:pt x="210964" y="21566"/>
                </a:cubicBezTo>
                <a:cubicBezTo>
                  <a:pt x="208556" y="24094"/>
                  <a:pt x="205527" y="25364"/>
                  <a:pt x="201861" y="25364"/>
                </a:cubicBezTo>
                <a:cubicBezTo>
                  <a:pt x="198212" y="25364"/>
                  <a:pt x="195183" y="24167"/>
                  <a:pt x="192775" y="21772"/>
                </a:cubicBezTo>
                <a:cubicBezTo>
                  <a:pt x="190385" y="19378"/>
                  <a:pt x="189127" y="16348"/>
                  <a:pt x="188981" y="1268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37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E8EF9362-7D35-4EAD-851A-C11327E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865" y="3842084"/>
            <a:ext cx="27912" cy="66730"/>
          </a:xfrm>
          <a:custGeom xmlns:a="http://schemas.openxmlformats.org/drawingml/2006/main">
            <a:pathLst>
              <a:path w="27912" h="66730">
                <a:moveTo>
                  <a:pt x="0" y="18179"/>
                </a:moveTo>
                <a:cubicBezTo>
                  <a:pt x="0" y="18179"/>
                  <a:pt x="0" y="16419"/>
                  <a:pt x="0" y="12900"/>
                </a:cubicBezTo>
                <a:cubicBezTo>
                  <a:pt x="0" y="9371"/>
                  <a:pt x="1131" y="6343"/>
                  <a:pt x="3393" y="3806"/>
                </a:cubicBezTo>
                <a:cubicBezTo>
                  <a:pt x="5637" y="1270"/>
                  <a:pt x="8665" y="0"/>
                  <a:pt x="12478" y="0"/>
                </a:cubicBezTo>
                <a:cubicBezTo>
                  <a:pt x="16419" y="0"/>
                  <a:pt x="19940" y="1761"/>
                  <a:pt x="23041" y="5289"/>
                </a:cubicBezTo>
                <a:cubicBezTo>
                  <a:pt x="26142" y="8808"/>
                  <a:pt x="27766" y="15009"/>
                  <a:pt x="27912" y="23887"/>
                </a:cubicBezTo>
                <a:cubicBezTo>
                  <a:pt x="27912" y="28818"/>
                  <a:pt x="27273" y="33615"/>
                  <a:pt x="25996" y="38261"/>
                </a:cubicBezTo>
                <a:cubicBezTo>
                  <a:pt x="24738" y="42915"/>
                  <a:pt x="23260" y="46927"/>
                  <a:pt x="21563" y="50311"/>
                </a:cubicBezTo>
                <a:cubicBezTo>
                  <a:pt x="19885" y="53690"/>
                  <a:pt x="18043" y="56583"/>
                  <a:pt x="16072" y="58976"/>
                </a:cubicBezTo>
                <a:cubicBezTo>
                  <a:pt x="14102" y="61372"/>
                  <a:pt x="12405" y="63274"/>
                  <a:pt x="11000" y="64684"/>
                </a:cubicBezTo>
                <a:cubicBezTo>
                  <a:pt x="9578" y="66097"/>
                  <a:pt x="8665" y="66730"/>
                  <a:pt x="8246" y="66587"/>
                </a:cubicBezTo>
                <a:cubicBezTo>
                  <a:pt x="7680" y="66587"/>
                  <a:pt x="6768" y="65954"/>
                  <a:pt x="5509" y="64684"/>
                </a:cubicBezTo>
                <a:cubicBezTo>
                  <a:pt x="4232" y="63416"/>
                  <a:pt x="3594" y="62497"/>
                  <a:pt x="3594" y="61934"/>
                </a:cubicBezTo>
                <a:cubicBezTo>
                  <a:pt x="3594" y="61372"/>
                  <a:pt x="4378" y="60246"/>
                  <a:pt x="5929" y="58557"/>
                </a:cubicBezTo>
                <a:cubicBezTo>
                  <a:pt x="7480" y="56860"/>
                  <a:pt x="9231" y="54751"/>
                  <a:pt x="11219" y="52213"/>
                </a:cubicBezTo>
                <a:cubicBezTo>
                  <a:pt x="13172" y="49678"/>
                  <a:pt x="15014" y="46157"/>
                  <a:pt x="16710" y="41645"/>
                </a:cubicBezTo>
                <a:cubicBezTo>
                  <a:pt x="18389" y="37136"/>
                  <a:pt x="19520" y="31989"/>
                  <a:pt x="20086" y="26210"/>
                </a:cubicBezTo>
                <a:lnTo>
                  <a:pt x="20086" y="23674"/>
                </a:lnTo>
                <a:lnTo>
                  <a:pt x="19885" y="23887"/>
                </a:lnTo>
                <a:cubicBezTo>
                  <a:pt x="19593" y="24030"/>
                  <a:pt x="19246" y="24172"/>
                  <a:pt x="18809" y="24307"/>
                </a:cubicBezTo>
                <a:cubicBezTo>
                  <a:pt x="18389" y="24451"/>
                  <a:pt x="17970" y="24665"/>
                  <a:pt x="17550" y="24942"/>
                </a:cubicBezTo>
                <a:cubicBezTo>
                  <a:pt x="17130" y="25226"/>
                  <a:pt x="16492" y="25371"/>
                  <a:pt x="15634" y="25371"/>
                </a:cubicBezTo>
                <a:cubicBezTo>
                  <a:pt x="14795" y="25371"/>
                  <a:pt x="13956" y="25442"/>
                  <a:pt x="13098" y="25577"/>
                </a:cubicBezTo>
                <a:cubicBezTo>
                  <a:pt x="9304" y="25577"/>
                  <a:pt x="6202" y="24380"/>
                  <a:pt x="3813" y="21985"/>
                </a:cubicBezTo>
                <a:lnTo>
                  <a:pt x="0" y="181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38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56ECDC56-6445-4990-AFA3-2B73AA5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813" y="3773951"/>
            <a:ext cx="86454" cy="96039"/>
          </a:xfrm>
          <a:custGeom xmlns:a="http://schemas.openxmlformats.org/drawingml/2006/main">
            <a:pathLst>
              <a:path w="86454" h="96039">
                <a:moveTo>
                  <a:pt x="0" y="33044"/>
                </a:moveTo>
                <a:cubicBezTo>
                  <a:pt x="146" y="32623"/>
                  <a:pt x="292" y="32061"/>
                  <a:pt x="438" y="31355"/>
                </a:cubicBezTo>
                <a:cubicBezTo>
                  <a:pt x="584" y="30649"/>
                  <a:pt x="930" y="29103"/>
                  <a:pt x="1496" y="26708"/>
                </a:cubicBezTo>
                <a:cubicBezTo>
                  <a:pt x="2043" y="24307"/>
                  <a:pt x="2754" y="22128"/>
                  <a:pt x="3612" y="20152"/>
                </a:cubicBezTo>
                <a:cubicBezTo>
                  <a:pt x="4451" y="18178"/>
                  <a:pt x="5509" y="15855"/>
                  <a:pt x="6768" y="13175"/>
                </a:cubicBezTo>
                <a:cubicBezTo>
                  <a:pt x="8045" y="10497"/>
                  <a:pt x="9450" y="8386"/>
                  <a:pt x="11000" y="6834"/>
                </a:cubicBezTo>
                <a:cubicBezTo>
                  <a:pt x="12551" y="5287"/>
                  <a:pt x="14375" y="3733"/>
                  <a:pt x="16492" y="2188"/>
                </a:cubicBezTo>
                <a:cubicBezTo>
                  <a:pt x="18608" y="633"/>
                  <a:pt x="20943" y="0"/>
                  <a:pt x="23479" y="285"/>
                </a:cubicBezTo>
                <a:cubicBezTo>
                  <a:pt x="27547" y="285"/>
                  <a:pt x="31159" y="1126"/>
                  <a:pt x="34260" y="2821"/>
                </a:cubicBezTo>
                <a:cubicBezTo>
                  <a:pt x="37362" y="4510"/>
                  <a:pt x="39533" y="6064"/>
                  <a:pt x="40810" y="7467"/>
                </a:cubicBezTo>
                <a:cubicBezTo>
                  <a:pt x="42069" y="8879"/>
                  <a:pt x="42853" y="10289"/>
                  <a:pt x="43126" y="11701"/>
                </a:cubicBezTo>
                <a:cubicBezTo>
                  <a:pt x="43418" y="12542"/>
                  <a:pt x="43619" y="12962"/>
                  <a:pt x="43765" y="12962"/>
                </a:cubicBezTo>
                <a:cubicBezTo>
                  <a:pt x="43911" y="12962"/>
                  <a:pt x="44459" y="12471"/>
                  <a:pt x="45462" y="11486"/>
                </a:cubicBezTo>
                <a:cubicBezTo>
                  <a:pt x="52212" y="4161"/>
                  <a:pt x="60038" y="491"/>
                  <a:pt x="68923" y="491"/>
                </a:cubicBezTo>
                <a:lnTo>
                  <a:pt x="69543" y="491"/>
                </a:lnTo>
                <a:cubicBezTo>
                  <a:pt x="76311" y="491"/>
                  <a:pt x="81383" y="3384"/>
                  <a:pt x="84776" y="9164"/>
                </a:cubicBezTo>
                <a:cubicBezTo>
                  <a:pt x="85889" y="11837"/>
                  <a:pt x="86454" y="14445"/>
                  <a:pt x="86454" y="16981"/>
                </a:cubicBezTo>
                <a:cubicBezTo>
                  <a:pt x="86454" y="21208"/>
                  <a:pt x="85542" y="24592"/>
                  <a:pt x="83718" y="27130"/>
                </a:cubicBezTo>
                <a:cubicBezTo>
                  <a:pt x="81893" y="29665"/>
                  <a:pt x="80051" y="31284"/>
                  <a:pt x="78208" y="31989"/>
                </a:cubicBezTo>
                <a:cubicBezTo>
                  <a:pt x="76384" y="32694"/>
                  <a:pt x="74614" y="32980"/>
                  <a:pt x="72936" y="32838"/>
                </a:cubicBezTo>
                <a:cubicBezTo>
                  <a:pt x="70108" y="32838"/>
                  <a:pt x="67864" y="32061"/>
                  <a:pt x="66168" y="30506"/>
                </a:cubicBezTo>
                <a:cubicBezTo>
                  <a:pt x="64471" y="28961"/>
                  <a:pt x="63632" y="26916"/>
                  <a:pt x="63632" y="24378"/>
                </a:cubicBezTo>
                <a:cubicBezTo>
                  <a:pt x="63632" y="17616"/>
                  <a:pt x="67572" y="13104"/>
                  <a:pt x="75472" y="10853"/>
                </a:cubicBezTo>
                <a:cubicBezTo>
                  <a:pt x="72370" y="9021"/>
                  <a:pt x="69835" y="8102"/>
                  <a:pt x="67864" y="8102"/>
                </a:cubicBezTo>
                <a:cubicBezTo>
                  <a:pt x="59965" y="8102"/>
                  <a:pt x="52704" y="13318"/>
                  <a:pt x="46082" y="23743"/>
                </a:cubicBezTo>
                <a:cubicBezTo>
                  <a:pt x="44678" y="26004"/>
                  <a:pt x="43619" y="28326"/>
                  <a:pt x="42926" y="30720"/>
                </a:cubicBezTo>
                <a:cubicBezTo>
                  <a:pt x="42214" y="33115"/>
                  <a:pt x="39825" y="42487"/>
                  <a:pt x="35720" y="58834"/>
                </a:cubicBezTo>
                <a:cubicBezTo>
                  <a:pt x="30940" y="78566"/>
                  <a:pt x="28186" y="89063"/>
                  <a:pt x="27492" y="90331"/>
                </a:cubicBezTo>
                <a:cubicBezTo>
                  <a:pt x="25650" y="94137"/>
                  <a:pt x="22621" y="96039"/>
                  <a:pt x="18389" y="96039"/>
                </a:cubicBezTo>
                <a:cubicBezTo>
                  <a:pt x="16565" y="96039"/>
                  <a:pt x="15087" y="95613"/>
                  <a:pt x="13956" y="94772"/>
                </a:cubicBezTo>
                <a:cubicBezTo>
                  <a:pt x="12825" y="93923"/>
                  <a:pt x="12059" y="93075"/>
                  <a:pt x="11639" y="92234"/>
                </a:cubicBezTo>
                <a:cubicBezTo>
                  <a:pt x="11219" y="91385"/>
                  <a:pt x="11074" y="90681"/>
                  <a:pt x="11219" y="90118"/>
                </a:cubicBezTo>
                <a:cubicBezTo>
                  <a:pt x="11219" y="88286"/>
                  <a:pt x="14029" y="76165"/>
                  <a:pt x="19666" y="53759"/>
                </a:cubicBezTo>
                <a:cubicBezTo>
                  <a:pt x="25304" y="31355"/>
                  <a:pt x="28131" y="18884"/>
                  <a:pt x="28131" y="16348"/>
                </a:cubicBezTo>
                <a:cubicBezTo>
                  <a:pt x="28131" y="10853"/>
                  <a:pt x="26288" y="8102"/>
                  <a:pt x="22621" y="8102"/>
                </a:cubicBezTo>
                <a:cubicBezTo>
                  <a:pt x="19666" y="8102"/>
                  <a:pt x="17130" y="10076"/>
                  <a:pt x="15014" y="14024"/>
                </a:cubicBezTo>
                <a:cubicBezTo>
                  <a:pt x="12898" y="17971"/>
                  <a:pt x="11219" y="22270"/>
                  <a:pt x="9943" y="26916"/>
                </a:cubicBezTo>
                <a:cubicBezTo>
                  <a:pt x="8683" y="31568"/>
                  <a:pt x="7899" y="34106"/>
                  <a:pt x="7607" y="34525"/>
                </a:cubicBezTo>
                <a:cubicBezTo>
                  <a:pt x="7333" y="34812"/>
                  <a:pt x="6202" y="34947"/>
                  <a:pt x="4232" y="34947"/>
                </a:cubicBezTo>
                <a:lnTo>
                  <a:pt x="1277" y="34947"/>
                </a:lnTo>
                <a:cubicBezTo>
                  <a:pt x="438" y="34106"/>
                  <a:pt x="0" y="33471"/>
                  <a:pt x="0" y="330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39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B5FDF19D-DC5E-4356-B91C-C6FE9C0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321" y="3797295"/>
            <a:ext cx="128067" cy="102077"/>
          </a:xfrm>
          <a:custGeom xmlns:a="http://schemas.openxmlformats.org/drawingml/2006/main">
            <a:pathLst>
              <a:path w="128067" h="102077">
                <a:moveTo>
                  <a:pt x="30339" y="6878"/>
                </a:moveTo>
                <a:cubicBezTo>
                  <a:pt x="30029" y="6878"/>
                  <a:pt x="29645" y="6878"/>
                  <a:pt x="29153" y="6878"/>
                </a:cubicBezTo>
                <a:cubicBezTo>
                  <a:pt x="26653" y="6878"/>
                  <a:pt x="25157" y="6829"/>
                  <a:pt x="24665" y="6728"/>
                </a:cubicBezTo>
                <a:cubicBezTo>
                  <a:pt x="24154" y="6628"/>
                  <a:pt x="23917" y="6081"/>
                  <a:pt x="23917" y="5083"/>
                </a:cubicBezTo>
                <a:cubicBezTo>
                  <a:pt x="23917" y="2395"/>
                  <a:pt x="24464" y="750"/>
                  <a:pt x="25559" y="152"/>
                </a:cubicBezTo>
                <a:cubicBezTo>
                  <a:pt x="25760" y="51"/>
                  <a:pt x="30594" y="0"/>
                  <a:pt x="40044" y="0"/>
                </a:cubicBezTo>
                <a:cubicBezTo>
                  <a:pt x="47724" y="0"/>
                  <a:pt x="52103" y="0"/>
                  <a:pt x="53197" y="0"/>
                </a:cubicBezTo>
                <a:cubicBezTo>
                  <a:pt x="54310" y="0"/>
                  <a:pt x="55003" y="301"/>
                  <a:pt x="55295" y="900"/>
                </a:cubicBezTo>
                <a:cubicBezTo>
                  <a:pt x="76311" y="50320"/>
                  <a:pt x="87020" y="75674"/>
                  <a:pt x="87422" y="76971"/>
                </a:cubicBezTo>
                <a:lnTo>
                  <a:pt x="95503" y="45139"/>
                </a:lnTo>
                <a:cubicBezTo>
                  <a:pt x="100776" y="24115"/>
                  <a:pt x="103420" y="12907"/>
                  <a:pt x="103420" y="11510"/>
                </a:cubicBezTo>
                <a:cubicBezTo>
                  <a:pt x="103420" y="8822"/>
                  <a:pt x="100228" y="7277"/>
                  <a:pt x="93861" y="6878"/>
                </a:cubicBezTo>
                <a:cubicBezTo>
                  <a:pt x="91453" y="6878"/>
                  <a:pt x="90267" y="6328"/>
                  <a:pt x="90267" y="5232"/>
                </a:cubicBezTo>
                <a:cubicBezTo>
                  <a:pt x="90267" y="5039"/>
                  <a:pt x="90377" y="4440"/>
                  <a:pt x="90559" y="3442"/>
                </a:cubicBezTo>
                <a:cubicBezTo>
                  <a:pt x="90961" y="1846"/>
                  <a:pt x="91271" y="900"/>
                  <a:pt x="91453" y="600"/>
                </a:cubicBezTo>
                <a:cubicBezTo>
                  <a:pt x="91654" y="301"/>
                  <a:pt x="92165" y="100"/>
                  <a:pt x="92949" y="0"/>
                </a:cubicBezTo>
                <a:cubicBezTo>
                  <a:pt x="93259" y="0"/>
                  <a:pt x="94792" y="51"/>
                  <a:pt x="97583" y="152"/>
                </a:cubicBezTo>
                <a:cubicBezTo>
                  <a:pt x="100374" y="250"/>
                  <a:pt x="104515" y="351"/>
                  <a:pt x="109988" y="451"/>
                </a:cubicBezTo>
                <a:cubicBezTo>
                  <a:pt x="114969" y="451"/>
                  <a:pt x="118763" y="399"/>
                  <a:pt x="121354" y="301"/>
                </a:cubicBezTo>
                <a:cubicBezTo>
                  <a:pt x="123944" y="201"/>
                  <a:pt x="125440" y="152"/>
                  <a:pt x="125841" y="152"/>
                </a:cubicBezTo>
                <a:cubicBezTo>
                  <a:pt x="127337" y="152"/>
                  <a:pt x="128067" y="650"/>
                  <a:pt x="128067" y="1647"/>
                </a:cubicBezTo>
                <a:cubicBezTo>
                  <a:pt x="128067" y="3842"/>
                  <a:pt x="127666" y="5331"/>
                  <a:pt x="126881" y="6130"/>
                </a:cubicBezTo>
                <a:cubicBezTo>
                  <a:pt x="126680" y="6628"/>
                  <a:pt x="125586" y="6878"/>
                  <a:pt x="123598" y="6878"/>
                </a:cubicBezTo>
                <a:cubicBezTo>
                  <a:pt x="116519" y="7277"/>
                  <a:pt x="112086" y="9273"/>
                  <a:pt x="110298" y="12856"/>
                </a:cubicBezTo>
                <a:lnTo>
                  <a:pt x="88024" y="101028"/>
                </a:lnTo>
                <a:cubicBezTo>
                  <a:pt x="87823" y="101727"/>
                  <a:pt x="86783" y="102077"/>
                  <a:pt x="84886" y="102077"/>
                </a:cubicBezTo>
                <a:cubicBezTo>
                  <a:pt x="83499" y="102077"/>
                  <a:pt x="82641" y="101977"/>
                  <a:pt x="82350" y="101778"/>
                </a:cubicBezTo>
                <a:cubicBezTo>
                  <a:pt x="82040" y="101478"/>
                  <a:pt x="75618" y="86385"/>
                  <a:pt x="63067" y="56497"/>
                </a:cubicBezTo>
                <a:lnTo>
                  <a:pt x="44094" y="11809"/>
                </a:lnTo>
                <a:lnTo>
                  <a:pt x="34371" y="50669"/>
                </a:lnTo>
                <a:cubicBezTo>
                  <a:pt x="27894" y="76172"/>
                  <a:pt x="24665" y="89371"/>
                  <a:pt x="24665" y="90269"/>
                </a:cubicBezTo>
                <a:cubicBezTo>
                  <a:pt x="25157" y="93555"/>
                  <a:pt x="28751" y="95200"/>
                  <a:pt x="35410" y="95200"/>
                </a:cubicBezTo>
                <a:lnTo>
                  <a:pt x="36906" y="95200"/>
                </a:lnTo>
                <a:cubicBezTo>
                  <a:pt x="37508" y="95700"/>
                  <a:pt x="37818" y="96097"/>
                  <a:pt x="37818" y="96397"/>
                </a:cubicBezTo>
                <a:cubicBezTo>
                  <a:pt x="37818" y="96696"/>
                  <a:pt x="37709" y="97644"/>
                  <a:pt x="37508" y="99234"/>
                </a:cubicBezTo>
                <a:cubicBezTo>
                  <a:pt x="37107" y="100530"/>
                  <a:pt x="36614" y="101478"/>
                  <a:pt x="36012" y="102077"/>
                </a:cubicBezTo>
                <a:lnTo>
                  <a:pt x="34078" y="102077"/>
                </a:lnTo>
                <a:cubicBezTo>
                  <a:pt x="30977" y="101877"/>
                  <a:pt x="25614" y="101778"/>
                  <a:pt x="17933" y="101778"/>
                </a:cubicBezTo>
                <a:cubicBezTo>
                  <a:pt x="15142" y="101778"/>
                  <a:pt x="12606" y="101778"/>
                  <a:pt x="10308" y="101778"/>
                </a:cubicBezTo>
                <a:cubicBezTo>
                  <a:pt x="8027" y="101778"/>
                  <a:pt x="6185" y="101778"/>
                  <a:pt x="4780" y="101778"/>
                </a:cubicBezTo>
                <a:cubicBezTo>
                  <a:pt x="3394" y="101778"/>
                  <a:pt x="2536" y="101828"/>
                  <a:pt x="2244" y="101928"/>
                </a:cubicBezTo>
                <a:cubicBezTo>
                  <a:pt x="748" y="101928"/>
                  <a:pt x="0" y="101478"/>
                  <a:pt x="0" y="100580"/>
                </a:cubicBezTo>
                <a:cubicBezTo>
                  <a:pt x="0" y="100182"/>
                  <a:pt x="146" y="99383"/>
                  <a:pt x="456" y="98194"/>
                </a:cubicBezTo>
                <a:cubicBezTo>
                  <a:pt x="748" y="96995"/>
                  <a:pt x="1004" y="96298"/>
                  <a:pt x="1204" y="96097"/>
                </a:cubicBezTo>
                <a:cubicBezTo>
                  <a:pt x="1405" y="95499"/>
                  <a:pt x="2536" y="95200"/>
                  <a:pt x="4634" y="95200"/>
                </a:cubicBezTo>
                <a:cubicBezTo>
                  <a:pt x="11402" y="94901"/>
                  <a:pt x="15799" y="92963"/>
                  <a:pt x="17787" y="89371"/>
                </a:cubicBezTo>
                <a:cubicBezTo>
                  <a:pt x="18189" y="88773"/>
                  <a:pt x="21728" y="74975"/>
                  <a:pt x="28405" y="47974"/>
                </a:cubicBezTo>
                <a:lnTo>
                  <a:pt x="38566" y="7326"/>
                </a:lnTo>
                <a:cubicBezTo>
                  <a:pt x="38365" y="7226"/>
                  <a:pt x="35611" y="7077"/>
                  <a:pt x="30339" y="68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40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D0889493-130C-4C50-B621-8B26D0F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68" y="758139"/>
            <a:ext cx="3528" cy="124163"/>
          </a:xfrm>
          <a:custGeom xmlns:a="http://schemas.openxmlformats.org/drawingml/2006/main">
            <a:pathLst>
              <a:path w="3528" h="124163">
                <a:moveTo>
                  <a:pt x="0" y="0"/>
                </a:moveTo>
                <a:lnTo>
                  <a:pt x="3528" y="124163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41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D92C7E7E-DFBF-4F2F-A129-7E80C7C0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41" y="858148"/>
            <a:ext cx="91400" cy="92711"/>
          </a:xfrm>
          <a:custGeom xmlns:a="http://schemas.openxmlformats.org/drawingml/2006/main">
            <a:pathLst>
              <a:path w="91400" h="92711">
                <a:moveTo>
                  <a:pt x="48180" y="92711"/>
                </a:moveTo>
                <a:lnTo>
                  <a:pt x="0" y="2609"/>
                </a:lnTo>
                <a:lnTo>
                  <a:pt x="46356" y="24154"/>
                </a:lnTo>
                <a:lnTo>
                  <a:pt x="91400" y="0"/>
                </a:lnTo>
                <a:lnTo>
                  <a:pt x="48180" y="927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5579FCF6-8EBE-4EFC-B8C4-9ABAA7D3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41" y="858148"/>
            <a:ext cx="91400" cy="92711"/>
          </a:xfrm>
          <a:custGeom xmlns:a="http://schemas.openxmlformats.org/drawingml/2006/main">
            <a:pathLst>
              <a:path w="91400" h="92711">
                <a:moveTo>
                  <a:pt x="48180" y="92711"/>
                </a:moveTo>
                <a:lnTo>
                  <a:pt x="91400" y="0"/>
                </a:lnTo>
                <a:lnTo>
                  <a:pt x="46356" y="24154"/>
                </a:lnTo>
                <a:lnTo>
                  <a:pt x="0" y="26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43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37D3978D-3C74-43EB-847E-E3BC12E4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163" y="841182"/>
            <a:ext cx="5743" cy="124163"/>
          </a:xfrm>
          <a:custGeom xmlns:a="http://schemas.openxmlformats.org/drawingml/2006/main">
            <a:pathLst>
              <a:path w="5743" h="124163">
                <a:moveTo>
                  <a:pt x="0" y="124163"/>
                </a:moveTo>
                <a:lnTo>
                  <a:pt x="5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44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B0596949-354E-4E42-8F30-7B3E52FA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293" y="772770"/>
            <a:ext cx="91267" cy="93350"/>
          </a:xfrm>
          <a:custGeom xmlns:a="http://schemas.openxmlformats.org/drawingml/2006/main">
            <a:pathLst>
              <a:path w="91267" h="93350">
                <a:moveTo>
                  <a:pt x="49877" y="0"/>
                </a:moveTo>
                <a:lnTo>
                  <a:pt x="91267" y="93350"/>
                </a:lnTo>
                <a:lnTo>
                  <a:pt x="46613" y="68412"/>
                </a:lnTo>
                <a:lnTo>
                  <a:pt x="0" y="89172"/>
                </a:lnTo>
                <a:lnTo>
                  <a:pt x="4987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C3FF2D23-2240-431C-A0DC-9FE0EA81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293" y="772770"/>
            <a:ext cx="91267" cy="93350"/>
          </a:xfrm>
          <a:custGeom xmlns:a="http://schemas.openxmlformats.org/drawingml/2006/main">
            <a:pathLst>
              <a:path w="91267" h="93350">
                <a:moveTo>
                  <a:pt x="49877" y="0"/>
                </a:moveTo>
                <a:lnTo>
                  <a:pt x="0" y="89172"/>
                </a:lnTo>
                <a:lnTo>
                  <a:pt x="46613" y="68412"/>
                </a:lnTo>
                <a:lnTo>
                  <a:pt x="91267" y="9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46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865AB5D2-0255-4F3F-9D95-9B121B5C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30" y="4172456"/>
            <a:ext cx="476567" cy="443928"/>
          </a:xfrm>
          <a:custGeom xmlns:a="http://schemas.openxmlformats.org/drawingml/2006/main">
            <a:pathLst>
              <a:path w="476567" h="443928">
                <a:moveTo>
                  <a:pt x="66587" y="0"/>
                </a:moveTo>
                <a:lnTo>
                  <a:pt x="409980" y="0"/>
                </a:lnTo>
                <a:cubicBezTo>
                  <a:pt x="418808" y="0"/>
                  <a:pt x="427304" y="1689"/>
                  <a:pt x="435462" y="5059"/>
                </a:cubicBezTo>
                <a:cubicBezTo>
                  <a:pt x="443622" y="8445"/>
                  <a:pt x="450819" y="13255"/>
                  <a:pt x="457062" y="19504"/>
                </a:cubicBezTo>
                <a:cubicBezTo>
                  <a:pt x="463312" y="25747"/>
                  <a:pt x="468123" y="32945"/>
                  <a:pt x="471499" y="41104"/>
                </a:cubicBezTo>
                <a:cubicBezTo>
                  <a:pt x="474878" y="49264"/>
                  <a:pt x="476567" y="57758"/>
                  <a:pt x="476567" y="66587"/>
                </a:cubicBezTo>
                <a:lnTo>
                  <a:pt x="476567" y="377334"/>
                </a:lnTo>
                <a:cubicBezTo>
                  <a:pt x="476567" y="386164"/>
                  <a:pt x="474878" y="394657"/>
                  <a:pt x="471499" y="402810"/>
                </a:cubicBezTo>
                <a:cubicBezTo>
                  <a:pt x="468123" y="410969"/>
                  <a:pt x="463312" y="418174"/>
                  <a:pt x="457062" y="424423"/>
                </a:cubicBezTo>
                <a:cubicBezTo>
                  <a:pt x="450819" y="430659"/>
                  <a:pt x="443622" y="435469"/>
                  <a:pt x="435462" y="438855"/>
                </a:cubicBezTo>
                <a:cubicBezTo>
                  <a:pt x="427304" y="442232"/>
                  <a:pt x="418808" y="443921"/>
                  <a:pt x="409980" y="443928"/>
                </a:cubicBezTo>
                <a:lnTo>
                  <a:pt x="66587" y="443928"/>
                </a:lnTo>
                <a:cubicBezTo>
                  <a:pt x="57758" y="443921"/>
                  <a:pt x="49264" y="442232"/>
                  <a:pt x="41104" y="438855"/>
                </a:cubicBezTo>
                <a:cubicBezTo>
                  <a:pt x="32945" y="435469"/>
                  <a:pt x="25746" y="430659"/>
                  <a:pt x="19506" y="424423"/>
                </a:cubicBezTo>
                <a:cubicBezTo>
                  <a:pt x="13263" y="418174"/>
                  <a:pt x="8445" y="410976"/>
                  <a:pt x="5068" y="402818"/>
                </a:cubicBezTo>
                <a:cubicBezTo>
                  <a:pt x="1689" y="394657"/>
                  <a:pt x="0" y="386164"/>
                  <a:pt x="0" y="377334"/>
                </a:cubicBezTo>
                <a:lnTo>
                  <a:pt x="0" y="66587"/>
                </a:lnTo>
                <a:cubicBezTo>
                  <a:pt x="0" y="57758"/>
                  <a:pt x="1689" y="49264"/>
                  <a:pt x="5068" y="41104"/>
                </a:cubicBezTo>
                <a:cubicBezTo>
                  <a:pt x="8445" y="32945"/>
                  <a:pt x="13263" y="25747"/>
                  <a:pt x="19506" y="19504"/>
                </a:cubicBezTo>
                <a:cubicBezTo>
                  <a:pt x="25746" y="13255"/>
                  <a:pt x="32945" y="8445"/>
                  <a:pt x="41104" y="5059"/>
                </a:cubicBezTo>
                <a:cubicBezTo>
                  <a:pt x="49264" y="1689"/>
                  <a:pt x="57758" y="0"/>
                  <a:pt x="66587" y="0"/>
                </a:cubicBezTo>
              </a:path>
            </a:pathLst>
          </a:custGeom>
          <a:solidFill xmlns:a="http://schemas.openxmlformats.org/drawingml/2006/main">
            <a:srgbClr val="FFF9D6"/>
          </a:solidFill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47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31959E8E-77A5-4AF7-810A-3DFA66FF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5" y="4309287"/>
            <a:ext cx="268274" cy="180614"/>
          </a:xfrm>
          <a:custGeom xmlns:a="http://schemas.openxmlformats.org/drawingml/2006/main">
            <a:pathLst>
              <a:path w="268274" h="180614">
                <a:moveTo>
                  <a:pt x="67073" y="14523"/>
                </a:moveTo>
                <a:cubicBezTo>
                  <a:pt x="67073" y="13469"/>
                  <a:pt x="62056" y="12763"/>
                  <a:pt x="52022" y="12414"/>
                </a:cubicBezTo>
                <a:cubicBezTo>
                  <a:pt x="47797" y="12414"/>
                  <a:pt x="45068" y="12328"/>
                  <a:pt x="43835" y="12150"/>
                </a:cubicBezTo>
                <a:cubicBezTo>
                  <a:pt x="42601" y="11971"/>
                  <a:pt x="41988" y="11095"/>
                  <a:pt x="41988" y="9506"/>
                </a:cubicBezTo>
                <a:cubicBezTo>
                  <a:pt x="41988" y="9335"/>
                  <a:pt x="42160" y="8366"/>
                  <a:pt x="42516" y="6606"/>
                </a:cubicBezTo>
                <a:cubicBezTo>
                  <a:pt x="42687" y="6079"/>
                  <a:pt x="42866" y="5458"/>
                  <a:pt x="43043" y="4752"/>
                </a:cubicBezTo>
                <a:cubicBezTo>
                  <a:pt x="43222" y="4055"/>
                  <a:pt x="43307" y="3612"/>
                  <a:pt x="43307" y="3435"/>
                </a:cubicBezTo>
                <a:cubicBezTo>
                  <a:pt x="43307" y="3256"/>
                  <a:pt x="43484" y="2822"/>
                  <a:pt x="43835" y="2116"/>
                </a:cubicBezTo>
                <a:cubicBezTo>
                  <a:pt x="44183" y="1410"/>
                  <a:pt x="44362" y="1148"/>
                  <a:pt x="44362" y="1324"/>
                </a:cubicBezTo>
                <a:cubicBezTo>
                  <a:pt x="44362" y="1496"/>
                  <a:pt x="44718" y="1324"/>
                  <a:pt x="45416" y="797"/>
                </a:cubicBezTo>
                <a:cubicBezTo>
                  <a:pt x="46122" y="262"/>
                  <a:pt x="46564" y="93"/>
                  <a:pt x="46743" y="262"/>
                </a:cubicBezTo>
                <a:cubicBezTo>
                  <a:pt x="46912" y="441"/>
                  <a:pt x="47618" y="441"/>
                  <a:pt x="48851" y="262"/>
                </a:cubicBezTo>
                <a:cubicBezTo>
                  <a:pt x="50085" y="93"/>
                  <a:pt x="51139" y="0"/>
                  <a:pt x="52022" y="0"/>
                </a:cubicBezTo>
                <a:cubicBezTo>
                  <a:pt x="53076" y="0"/>
                  <a:pt x="55713" y="0"/>
                  <a:pt x="59940" y="0"/>
                </a:cubicBezTo>
                <a:cubicBezTo>
                  <a:pt x="64165" y="0"/>
                  <a:pt x="68127" y="93"/>
                  <a:pt x="71827" y="262"/>
                </a:cubicBezTo>
                <a:cubicBezTo>
                  <a:pt x="85730" y="262"/>
                  <a:pt x="93739" y="262"/>
                  <a:pt x="95848" y="262"/>
                </a:cubicBezTo>
                <a:cubicBezTo>
                  <a:pt x="97966" y="262"/>
                  <a:pt x="99376" y="706"/>
                  <a:pt x="100074" y="1589"/>
                </a:cubicBezTo>
                <a:cubicBezTo>
                  <a:pt x="100253" y="2295"/>
                  <a:pt x="103510" y="27115"/>
                  <a:pt x="109844" y="76050"/>
                </a:cubicBezTo>
                <a:lnTo>
                  <a:pt x="119350" y="149721"/>
                </a:lnTo>
                <a:lnTo>
                  <a:pt x="125422" y="139952"/>
                </a:lnTo>
                <a:cubicBezTo>
                  <a:pt x="129648" y="133609"/>
                  <a:pt x="135286" y="124809"/>
                  <a:pt x="142326" y="113541"/>
                </a:cubicBezTo>
                <a:cubicBezTo>
                  <a:pt x="149366" y="102275"/>
                  <a:pt x="157113" y="89955"/>
                  <a:pt x="165556" y="76577"/>
                </a:cubicBezTo>
                <a:cubicBezTo>
                  <a:pt x="196364" y="27465"/>
                  <a:pt x="211941" y="2729"/>
                  <a:pt x="212299" y="2381"/>
                </a:cubicBezTo>
                <a:cubicBezTo>
                  <a:pt x="212476" y="2202"/>
                  <a:pt x="212740" y="1937"/>
                  <a:pt x="213089" y="1589"/>
                </a:cubicBezTo>
                <a:cubicBezTo>
                  <a:pt x="213439" y="1233"/>
                  <a:pt x="213795" y="969"/>
                  <a:pt x="214143" y="797"/>
                </a:cubicBezTo>
                <a:lnTo>
                  <a:pt x="215732" y="262"/>
                </a:lnTo>
                <a:lnTo>
                  <a:pt x="241081" y="262"/>
                </a:lnTo>
                <a:cubicBezTo>
                  <a:pt x="244073" y="262"/>
                  <a:pt x="247594" y="262"/>
                  <a:pt x="251642" y="262"/>
                </a:cubicBezTo>
                <a:cubicBezTo>
                  <a:pt x="255690" y="262"/>
                  <a:pt x="258241" y="179"/>
                  <a:pt x="259295" y="0"/>
                </a:cubicBezTo>
                <a:cubicBezTo>
                  <a:pt x="265281" y="0"/>
                  <a:pt x="268274" y="969"/>
                  <a:pt x="268274" y="2908"/>
                </a:cubicBezTo>
                <a:cubicBezTo>
                  <a:pt x="268274" y="3791"/>
                  <a:pt x="268012" y="5279"/>
                  <a:pt x="267485" y="7398"/>
                </a:cubicBezTo>
                <a:cubicBezTo>
                  <a:pt x="266955" y="9506"/>
                  <a:pt x="266693" y="10654"/>
                  <a:pt x="266693" y="10831"/>
                </a:cubicBezTo>
                <a:cubicBezTo>
                  <a:pt x="265987" y="11887"/>
                  <a:pt x="262730" y="12414"/>
                  <a:pt x="256922" y="12414"/>
                </a:cubicBezTo>
                <a:cubicBezTo>
                  <a:pt x="249882" y="12591"/>
                  <a:pt x="245392" y="12856"/>
                  <a:pt x="243455" y="13204"/>
                </a:cubicBezTo>
                <a:cubicBezTo>
                  <a:pt x="241515" y="13555"/>
                  <a:pt x="239934" y="14523"/>
                  <a:pt x="238700" y="16112"/>
                </a:cubicBezTo>
                <a:cubicBezTo>
                  <a:pt x="238173" y="16988"/>
                  <a:pt x="231837" y="41902"/>
                  <a:pt x="219688" y="90838"/>
                </a:cubicBezTo>
                <a:cubicBezTo>
                  <a:pt x="207545" y="139773"/>
                  <a:pt x="201381" y="164502"/>
                  <a:pt x="201209" y="165037"/>
                </a:cubicBezTo>
                <a:cubicBezTo>
                  <a:pt x="201209" y="165735"/>
                  <a:pt x="201295" y="166177"/>
                  <a:pt x="201473" y="166354"/>
                </a:cubicBezTo>
                <a:cubicBezTo>
                  <a:pt x="201645" y="166533"/>
                  <a:pt x="202265" y="166881"/>
                  <a:pt x="203320" y="167410"/>
                </a:cubicBezTo>
                <a:cubicBezTo>
                  <a:pt x="204374" y="167937"/>
                  <a:pt x="205870" y="168114"/>
                  <a:pt x="207809" y="167937"/>
                </a:cubicBezTo>
                <a:cubicBezTo>
                  <a:pt x="209747" y="167758"/>
                  <a:pt x="212647" y="167937"/>
                  <a:pt x="216524" y="168464"/>
                </a:cubicBezTo>
                <a:lnTo>
                  <a:pt x="224704" y="168464"/>
                </a:lnTo>
                <a:cubicBezTo>
                  <a:pt x="225766" y="170053"/>
                  <a:pt x="226293" y="171015"/>
                  <a:pt x="226293" y="171371"/>
                </a:cubicBezTo>
                <a:cubicBezTo>
                  <a:pt x="226293" y="174186"/>
                  <a:pt x="225675" y="176830"/>
                  <a:pt x="224442" y="179288"/>
                </a:cubicBezTo>
                <a:cubicBezTo>
                  <a:pt x="223564" y="180173"/>
                  <a:pt x="222154" y="180614"/>
                  <a:pt x="220215" y="180614"/>
                </a:cubicBezTo>
                <a:cubicBezTo>
                  <a:pt x="219339" y="180614"/>
                  <a:pt x="215732" y="180521"/>
                  <a:pt x="209391" y="180350"/>
                </a:cubicBezTo>
                <a:cubicBezTo>
                  <a:pt x="203055" y="180173"/>
                  <a:pt x="194961" y="180087"/>
                  <a:pt x="185097" y="180087"/>
                </a:cubicBezTo>
                <a:cubicBezTo>
                  <a:pt x="174366" y="180087"/>
                  <a:pt x="166262" y="180087"/>
                  <a:pt x="160811" y="180087"/>
                </a:cubicBezTo>
                <a:cubicBezTo>
                  <a:pt x="155353" y="180087"/>
                  <a:pt x="152266" y="180173"/>
                  <a:pt x="151567" y="180350"/>
                </a:cubicBezTo>
                <a:cubicBezTo>
                  <a:pt x="148576" y="180350"/>
                  <a:pt x="147080" y="179467"/>
                  <a:pt x="147080" y="177706"/>
                </a:cubicBezTo>
                <a:cubicBezTo>
                  <a:pt x="147080" y="177358"/>
                  <a:pt x="147249" y="176125"/>
                  <a:pt x="147607" y="174009"/>
                </a:cubicBezTo>
                <a:cubicBezTo>
                  <a:pt x="148311" y="171194"/>
                  <a:pt x="149010" y="169612"/>
                  <a:pt x="149716" y="169254"/>
                </a:cubicBezTo>
                <a:cubicBezTo>
                  <a:pt x="150422" y="168906"/>
                  <a:pt x="152445" y="168641"/>
                  <a:pt x="155794" y="168464"/>
                </a:cubicBezTo>
                <a:cubicBezTo>
                  <a:pt x="160539" y="168464"/>
                  <a:pt x="165828" y="168200"/>
                  <a:pt x="171635" y="167672"/>
                </a:cubicBezTo>
                <a:cubicBezTo>
                  <a:pt x="174101" y="167145"/>
                  <a:pt x="175769" y="166091"/>
                  <a:pt x="176652" y="164502"/>
                </a:cubicBezTo>
                <a:cubicBezTo>
                  <a:pt x="177002" y="163803"/>
                  <a:pt x="180344" y="150947"/>
                  <a:pt x="186686" y="125956"/>
                </a:cubicBezTo>
                <a:cubicBezTo>
                  <a:pt x="193021" y="100957"/>
                  <a:pt x="199272" y="76050"/>
                  <a:pt x="205429" y="51230"/>
                </a:cubicBezTo>
                <a:cubicBezTo>
                  <a:pt x="211593" y="26409"/>
                  <a:pt x="214671" y="13996"/>
                  <a:pt x="214671" y="13996"/>
                </a:cubicBezTo>
                <a:lnTo>
                  <a:pt x="163448" y="95590"/>
                </a:lnTo>
                <a:cubicBezTo>
                  <a:pt x="128942" y="150513"/>
                  <a:pt x="111256" y="178412"/>
                  <a:pt x="110371" y="179288"/>
                </a:cubicBezTo>
                <a:cubicBezTo>
                  <a:pt x="110022" y="179467"/>
                  <a:pt x="109674" y="179645"/>
                  <a:pt x="109317" y="179822"/>
                </a:cubicBezTo>
                <a:cubicBezTo>
                  <a:pt x="108441" y="180350"/>
                  <a:pt x="107029" y="180614"/>
                  <a:pt x="105091" y="180614"/>
                </a:cubicBezTo>
                <a:cubicBezTo>
                  <a:pt x="102455" y="180614"/>
                  <a:pt x="100864" y="179994"/>
                  <a:pt x="100337" y="178761"/>
                </a:cubicBezTo>
                <a:cubicBezTo>
                  <a:pt x="99989" y="178062"/>
                  <a:pt x="96382" y="150776"/>
                  <a:pt x="89514" y="96909"/>
                </a:cubicBezTo>
                <a:lnTo>
                  <a:pt x="79215" y="15848"/>
                </a:lnTo>
                <a:lnTo>
                  <a:pt x="61264" y="87140"/>
                </a:lnTo>
                <a:cubicBezTo>
                  <a:pt x="49464" y="133967"/>
                  <a:pt x="43570" y="158166"/>
                  <a:pt x="43570" y="159755"/>
                </a:cubicBezTo>
                <a:cubicBezTo>
                  <a:pt x="44624" y="165564"/>
                  <a:pt x="50960" y="168464"/>
                  <a:pt x="62583" y="168464"/>
                </a:cubicBezTo>
                <a:lnTo>
                  <a:pt x="65219" y="168464"/>
                </a:lnTo>
                <a:cubicBezTo>
                  <a:pt x="66281" y="169348"/>
                  <a:pt x="66894" y="170139"/>
                  <a:pt x="67073" y="170843"/>
                </a:cubicBezTo>
                <a:cubicBezTo>
                  <a:pt x="67244" y="171549"/>
                  <a:pt x="66980" y="173131"/>
                  <a:pt x="66281" y="175597"/>
                </a:cubicBezTo>
                <a:cubicBezTo>
                  <a:pt x="65577" y="178412"/>
                  <a:pt x="64871" y="179994"/>
                  <a:pt x="64165" y="180350"/>
                </a:cubicBezTo>
                <a:cubicBezTo>
                  <a:pt x="63461" y="180521"/>
                  <a:pt x="62490" y="180614"/>
                  <a:pt x="61264" y="180614"/>
                </a:cubicBezTo>
                <a:cubicBezTo>
                  <a:pt x="60908" y="180614"/>
                  <a:pt x="59854" y="180614"/>
                  <a:pt x="58093" y="180614"/>
                </a:cubicBezTo>
                <a:cubicBezTo>
                  <a:pt x="56333" y="180614"/>
                  <a:pt x="53341" y="180521"/>
                  <a:pt x="49114" y="180350"/>
                </a:cubicBezTo>
                <a:cubicBezTo>
                  <a:pt x="44889" y="180173"/>
                  <a:pt x="39259" y="180087"/>
                  <a:pt x="32219" y="180087"/>
                </a:cubicBezTo>
                <a:cubicBezTo>
                  <a:pt x="26938" y="180087"/>
                  <a:pt x="21479" y="180173"/>
                  <a:pt x="15842" y="180350"/>
                </a:cubicBezTo>
                <a:cubicBezTo>
                  <a:pt x="10212" y="180521"/>
                  <a:pt x="6956" y="180614"/>
                  <a:pt x="6073" y="180614"/>
                </a:cubicBezTo>
                <a:cubicBezTo>
                  <a:pt x="3435" y="180614"/>
                  <a:pt x="1760" y="180435"/>
                  <a:pt x="1056" y="180087"/>
                </a:cubicBezTo>
                <a:cubicBezTo>
                  <a:pt x="358" y="179730"/>
                  <a:pt x="0" y="178940"/>
                  <a:pt x="0" y="177706"/>
                </a:cubicBezTo>
                <a:cubicBezTo>
                  <a:pt x="0" y="177358"/>
                  <a:pt x="264" y="176125"/>
                  <a:pt x="792" y="174009"/>
                </a:cubicBezTo>
                <a:cubicBezTo>
                  <a:pt x="1319" y="171898"/>
                  <a:pt x="1760" y="170581"/>
                  <a:pt x="2118" y="170053"/>
                </a:cubicBezTo>
                <a:cubicBezTo>
                  <a:pt x="2466" y="168992"/>
                  <a:pt x="4404" y="168464"/>
                  <a:pt x="7925" y="168464"/>
                </a:cubicBezTo>
                <a:cubicBezTo>
                  <a:pt x="20246" y="168464"/>
                  <a:pt x="28078" y="164943"/>
                  <a:pt x="31427" y="157903"/>
                </a:cubicBezTo>
                <a:cubicBezTo>
                  <a:pt x="32126" y="156847"/>
                  <a:pt x="38205" y="133261"/>
                  <a:pt x="49641" y="87140"/>
                </a:cubicBezTo>
                <a:cubicBezTo>
                  <a:pt x="61087" y="41018"/>
                  <a:pt x="66894" y="16811"/>
                  <a:pt x="67073" y="145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148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2E1754E7-5E2A-4790-A6A0-90249BFC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553" y="4882869"/>
            <a:ext cx="1569" cy="151325"/>
          </a:xfrm>
          <a:custGeom xmlns:a="http://schemas.openxmlformats.org/drawingml/2006/main">
            <a:pathLst>
              <a:path w="1569" h="151325">
                <a:moveTo>
                  <a:pt x="1569" y="151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49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C6F68CD6-EE16-4780-B70B-3CC5BED4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109" y="4814322"/>
            <a:ext cx="91398" cy="91914"/>
          </a:xfrm>
          <a:custGeom xmlns:a="http://schemas.openxmlformats.org/drawingml/2006/main">
            <a:pathLst>
              <a:path w="91398" h="91914">
                <a:moveTo>
                  <a:pt x="44787" y="0"/>
                </a:moveTo>
                <a:lnTo>
                  <a:pt x="91398" y="90873"/>
                </a:lnTo>
                <a:lnTo>
                  <a:pt x="45444" y="68547"/>
                </a:lnTo>
                <a:lnTo>
                  <a:pt x="0" y="91914"/>
                </a:lnTo>
                <a:lnTo>
                  <a:pt x="4478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555EBF87-CD22-4CE8-AC57-FB624C9F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109" y="4814322"/>
            <a:ext cx="91398" cy="91914"/>
          </a:xfrm>
          <a:custGeom xmlns:a="http://schemas.openxmlformats.org/drawingml/2006/main">
            <a:pathLst>
              <a:path w="91398" h="91914">
                <a:moveTo>
                  <a:pt x="44787" y="0"/>
                </a:moveTo>
                <a:lnTo>
                  <a:pt x="0" y="91914"/>
                </a:lnTo>
                <a:lnTo>
                  <a:pt x="45444" y="68547"/>
                </a:lnTo>
                <a:lnTo>
                  <a:pt x="91398" y="908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51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FCF4F758-F511-457D-B7D7-CA885927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44" y="3694190"/>
            <a:ext cx="9285" cy="556084"/>
          </a:xfrm>
          <a:custGeom xmlns:a="http://schemas.openxmlformats.org/drawingml/2006/main">
            <a:pathLst>
              <a:path w="9285" h="556084">
                <a:moveTo>
                  <a:pt x="9285" y="5560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52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C420BDE8-2930-41E5-935C-EBC7C8AC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546" y="3625650"/>
            <a:ext cx="91271" cy="92174"/>
          </a:xfrm>
          <a:custGeom xmlns:a="http://schemas.openxmlformats.org/drawingml/2006/main">
            <a:pathLst>
              <a:path w="91271" h="92174">
                <a:moveTo>
                  <a:pt x="44130" y="0"/>
                </a:moveTo>
                <a:lnTo>
                  <a:pt x="91271" y="90607"/>
                </a:lnTo>
                <a:lnTo>
                  <a:pt x="45298" y="68540"/>
                </a:lnTo>
                <a:lnTo>
                  <a:pt x="0" y="92174"/>
                </a:lnTo>
                <a:lnTo>
                  <a:pt x="441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276BFE73-8451-4013-BFCF-6FDC2C5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546" y="3625650"/>
            <a:ext cx="91271" cy="92174"/>
          </a:xfrm>
          <a:custGeom xmlns:a="http://schemas.openxmlformats.org/drawingml/2006/main">
            <a:pathLst>
              <a:path w="91271" h="92174">
                <a:moveTo>
                  <a:pt x="44130" y="0"/>
                </a:moveTo>
                <a:lnTo>
                  <a:pt x="0" y="92174"/>
                </a:lnTo>
                <a:lnTo>
                  <a:pt x="45298" y="68540"/>
                </a:lnTo>
                <a:lnTo>
                  <a:pt x="91271" y="906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54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5B44514F-8B17-43F0-974F-6818703B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22" y="1639465"/>
            <a:ext cx="401" cy="285542"/>
          </a:xfrm>
          <a:custGeom xmlns:a="http://schemas.openxmlformats.org/drawingml/2006/main">
            <a:pathLst>
              <a:path w="401" h="285542">
                <a:moveTo>
                  <a:pt x="401" y="0"/>
                </a:moveTo>
                <a:lnTo>
                  <a:pt x="0" y="285542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55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7A9BA5A6-DA6E-4655-BAC0-C350BE07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622" y="1902166"/>
            <a:ext cx="91398" cy="91398"/>
          </a:xfrm>
          <a:custGeom xmlns:a="http://schemas.openxmlformats.org/drawingml/2006/main">
            <a:pathLst>
              <a:path w="91398" h="91398">
                <a:moveTo>
                  <a:pt x="45571" y="91398"/>
                </a:moveTo>
                <a:lnTo>
                  <a:pt x="0" y="0"/>
                </a:lnTo>
                <a:lnTo>
                  <a:pt x="45699" y="22840"/>
                </a:lnTo>
                <a:lnTo>
                  <a:pt x="91398" y="127"/>
                </a:lnTo>
                <a:lnTo>
                  <a:pt x="45571" y="913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0DE33887-0150-4ADC-9B32-8909610E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622" y="1902166"/>
            <a:ext cx="91398" cy="91398"/>
          </a:xfrm>
          <a:custGeom xmlns:a="http://schemas.openxmlformats.org/drawingml/2006/main">
            <a:pathLst>
              <a:path w="91398" h="91398">
                <a:moveTo>
                  <a:pt x="45571" y="91398"/>
                </a:moveTo>
                <a:lnTo>
                  <a:pt x="91398" y="127"/>
                </a:lnTo>
                <a:lnTo>
                  <a:pt x="45699" y="228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57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9D0EA22C-4A3B-4575-B3CB-E6C8E21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32" y="2873194"/>
            <a:ext cx="989654" cy="463631"/>
          </a:xfrm>
          <a:custGeom xmlns:a="http://schemas.openxmlformats.org/drawingml/2006/main">
            <a:pathLst>
              <a:path w="989654" h="463631">
                <a:moveTo>
                  <a:pt x="989654" y="463631"/>
                </a:moveTo>
                <a:lnTo>
                  <a:pt x="130524" y="463631"/>
                </a:lnTo>
                <a:cubicBezTo>
                  <a:pt x="43484" y="463631"/>
                  <a:pt x="0" y="420121"/>
                  <a:pt x="91" y="333065"/>
                </a:cubicBezTo>
                <a:lnTo>
                  <a:pt x="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58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2367A24F-A93D-4402-B19D-EEEED0D3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52" y="2804636"/>
            <a:ext cx="91402" cy="91398"/>
          </a:xfrm>
          <a:custGeom xmlns:a="http://schemas.openxmlformats.org/drawingml/2006/main">
            <a:pathLst>
              <a:path w="91402" h="91398">
                <a:moveTo>
                  <a:pt x="45829" y="0"/>
                </a:moveTo>
                <a:lnTo>
                  <a:pt x="91402" y="91398"/>
                </a:lnTo>
                <a:lnTo>
                  <a:pt x="45701" y="68558"/>
                </a:lnTo>
                <a:lnTo>
                  <a:pt x="0" y="91398"/>
                </a:lnTo>
                <a:lnTo>
                  <a:pt x="4582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0716F1D2-E6A6-46D7-9AA4-EE5229A0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52" y="2804636"/>
            <a:ext cx="91402" cy="91398"/>
          </a:xfrm>
          <a:custGeom xmlns:a="http://schemas.openxmlformats.org/drawingml/2006/main">
            <a:pathLst>
              <a:path w="91402" h="91398">
                <a:moveTo>
                  <a:pt x="45829" y="0"/>
                </a:moveTo>
                <a:lnTo>
                  <a:pt x="0" y="91398"/>
                </a:lnTo>
                <a:lnTo>
                  <a:pt x="45701" y="68558"/>
                </a:lnTo>
                <a:lnTo>
                  <a:pt x="91402" y="913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60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5446D6FB-B5F1-4270-8D3D-F1782115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63" y="3693807"/>
            <a:ext cx="442620" cy="80421"/>
          </a:xfrm>
          <a:custGeom xmlns:a="http://schemas.openxmlformats.org/drawingml/2006/main">
            <a:pathLst>
              <a:path w="442620" h="80421">
                <a:moveTo>
                  <a:pt x="0" y="80421"/>
                </a:moveTo>
                <a:lnTo>
                  <a:pt x="312055" y="80421"/>
                </a:lnTo>
                <a:cubicBezTo>
                  <a:pt x="399092" y="80421"/>
                  <a:pt x="442620" y="67016"/>
                  <a:pt x="442620" y="40208"/>
                </a:cubicBezTo>
                <a:lnTo>
                  <a:pt x="4424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61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3B6268D7-40A0-48B2-80D3-80876476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385" y="3625249"/>
            <a:ext cx="91398" cy="91398"/>
          </a:xfrm>
          <a:custGeom xmlns:a="http://schemas.openxmlformats.org/drawingml/2006/main">
            <a:pathLst>
              <a:path w="91398" h="91398">
                <a:moveTo>
                  <a:pt x="45571" y="0"/>
                </a:moveTo>
                <a:lnTo>
                  <a:pt x="91398" y="91398"/>
                </a:lnTo>
                <a:lnTo>
                  <a:pt x="45571" y="68558"/>
                </a:lnTo>
                <a:lnTo>
                  <a:pt x="0" y="91398"/>
                </a:lnTo>
                <a:lnTo>
                  <a:pt x="4557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F0DF94B8-F2F0-4733-A25C-55B7536B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385" y="3625249"/>
            <a:ext cx="91398" cy="91398"/>
          </a:xfrm>
          <a:custGeom xmlns:a="http://schemas.openxmlformats.org/drawingml/2006/main">
            <a:pathLst>
              <a:path w="91398" h="91398">
                <a:moveTo>
                  <a:pt x="45571" y="0"/>
                </a:moveTo>
                <a:lnTo>
                  <a:pt x="0" y="91398"/>
                </a:lnTo>
                <a:lnTo>
                  <a:pt x="45571" y="68558"/>
                </a:lnTo>
                <a:lnTo>
                  <a:pt x="91398" y="913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57">
            <a:solidFill>
              <a:srgbClr val="000000"/>
            </a:solidFill>
            <a:prstDash val="solid"/>
          </a:ln>
        </p:spPr>
      </p:sp>
      <p:sp>
        <p:nvSpPr>
          <p:cNvPr id="163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E9882355-2D73-40C6-9778-5374DCC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867" y="2967143"/>
            <a:ext cx="2274732" cy="182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Value Function Decomposition</a:t>
            </a:r>
          </a:p>
        </p:txBody>
      </p:sp>
      <p:sp>
        <p:nvSpPr>
          <p:cNvPr id="164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105DE551-7FAD-4A8E-9AEA-6FCC26A8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321" y="4588392"/>
            <a:ext cx="147605" cy="148875"/>
          </a:xfrm>
          <a:custGeom xmlns:a="http://schemas.openxmlformats.org/drawingml/2006/main">
            <a:pathLst>
              <a:path w="147605" h="148875">
                <a:moveTo>
                  <a:pt x="21763" y="12878"/>
                </a:moveTo>
                <a:cubicBezTo>
                  <a:pt x="20779" y="11895"/>
                  <a:pt x="19994" y="11260"/>
                  <a:pt x="19429" y="10982"/>
                </a:cubicBezTo>
                <a:cubicBezTo>
                  <a:pt x="18863" y="10696"/>
                  <a:pt x="17750" y="10483"/>
                  <a:pt x="16053" y="10348"/>
                </a:cubicBezTo>
                <a:cubicBezTo>
                  <a:pt x="14376" y="10205"/>
                  <a:pt x="11347" y="9992"/>
                  <a:pt x="6968" y="9713"/>
                </a:cubicBezTo>
                <a:lnTo>
                  <a:pt x="0" y="9713"/>
                </a:lnTo>
                <a:lnTo>
                  <a:pt x="0" y="0"/>
                </a:lnTo>
                <a:lnTo>
                  <a:pt x="2335" y="0"/>
                </a:lnTo>
                <a:cubicBezTo>
                  <a:pt x="5291" y="422"/>
                  <a:pt x="15415" y="635"/>
                  <a:pt x="32746" y="635"/>
                </a:cubicBezTo>
                <a:cubicBezTo>
                  <a:pt x="51737" y="635"/>
                  <a:pt x="61880" y="422"/>
                  <a:pt x="63139" y="0"/>
                </a:cubicBezTo>
                <a:lnTo>
                  <a:pt x="65474" y="0"/>
                </a:lnTo>
                <a:lnTo>
                  <a:pt x="65474" y="9713"/>
                </a:lnTo>
                <a:lnTo>
                  <a:pt x="58506" y="9713"/>
                </a:lnTo>
                <a:cubicBezTo>
                  <a:pt x="52868" y="9850"/>
                  <a:pt x="49275" y="10063"/>
                  <a:pt x="47724" y="10348"/>
                </a:cubicBezTo>
                <a:cubicBezTo>
                  <a:pt x="46191" y="10625"/>
                  <a:pt x="44914" y="11473"/>
                  <a:pt x="43929" y="12878"/>
                </a:cubicBezTo>
                <a:lnTo>
                  <a:pt x="43728" y="55956"/>
                </a:lnTo>
                <a:lnTo>
                  <a:pt x="43728" y="82778"/>
                </a:lnTo>
                <a:cubicBezTo>
                  <a:pt x="43728" y="97138"/>
                  <a:pt x="44276" y="107414"/>
                  <a:pt x="45407" y="113608"/>
                </a:cubicBezTo>
                <a:cubicBezTo>
                  <a:pt x="46538" y="119799"/>
                  <a:pt x="49347" y="125294"/>
                  <a:pt x="53854" y="130076"/>
                </a:cubicBezTo>
                <a:cubicBezTo>
                  <a:pt x="60184" y="136132"/>
                  <a:pt x="67864" y="139161"/>
                  <a:pt x="76876" y="139161"/>
                </a:cubicBezTo>
                <a:cubicBezTo>
                  <a:pt x="86016" y="139161"/>
                  <a:pt x="94262" y="136339"/>
                  <a:pt x="101578" y="130710"/>
                </a:cubicBezTo>
                <a:cubicBezTo>
                  <a:pt x="108911" y="125081"/>
                  <a:pt x="113472" y="116707"/>
                  <a:pt x="115315" y="105582"/>
                </a:cubicBezTo>
                <a:cubicBezTo>
                  <a:pt x="115880" y="102348"/>
                  <a:pt x="116154" y="86363"/>
                  <a:pt x="116154" y="57645"/>
                </a:cubicBezTo>
                <a:lnTo>
                  <a:pt x="116154" y="17944"/>
                </a:lnTo>
                <a:cubicBezTo>
                  <a:pt x="115315" y="16541"/>
                  <a:pt x="114603" y="15485"/>
                  <a:pt x="114038" y="14781"/>
                </a:cubicBezTo>
                <a:cubicBezTo>
                  <a:pt x="113472" y="14075"/>
                  <a:pt x="111794" y="13091"/>
                  <a:pt x="108966" y="11824"/>
                </a:cubicBezTo>
                <a:cubicBezTo>
                  <a:pt x="106157" y="10554"/>
                  <a:pt x="102490" y="9850"/>
                  <a:pt x="98002" y="9713"/>
                </a:cubicBezTo>
                <a:lnTo>
                  <a:pt x="94408" y="9713"/>
                </a:lnTo>
                <a:lnTo>
                  <a:pt x="94408" y="0"/>
                </a:lnTo>
                <a:lnTo>
                  <a:pt x="96305" y="0"/>
                </a:lnTo>
                <a:cubicBezTo>
                  <a:pt x="98421" y="422"/>
                  <a:pt x="106649" y="635"/>
                  <a:pt x="121006" y="635"/>
                </a:cubicBezTo>
                <a:cubicBezTo>
                  <a:pt x="135364" y="635"/>
                  <a:pt x="143610" y="422"/>
                  <a:pt x="145726" y="0"/>
                </a:cubicBezTo>
                <a:lnTo>
                  <a:pt x="147605" y="0"/>
                </a:lnTo>
                <a:lnTo>
                  <a:pt x="147605" y="9713"/>
                </a:lnTo>
                <a:lnTo>
                  <a:pt x="144030" y="9713"/>
                </a:lnTo>
                <a:cubicBezTo>
                  <a:pt x="133740" y="10277"/>
                  <a:pt x="127775" y="13020"/>
                  <a:pt x="126078" y="17944"/>
                </a:cubicBezTo>
                <a:lnTo>
                  <a:pt x="125859" y="59967"/>
                </a:lnTo>
                <a:cubicBezTo>
                  <a:pt x="125713" y="88830"/>
                  <a:pt x="125439" y="104243"/>
                  <a:pt x="125020" y="106217"/>
                </a:cubicBezTo>
                <a:cubicBezTo>
                  <a:pt x="125020" y="106360"/>
                  <a:pt x="124874" y="106987"/>
                  <a:pt x="124601" y="108120"/>
                </a:cubicBezTo>
                <a:cubicBezTo>
                  <a:pt x="121773" y="120505"/>
                  <a:pt x="115880" y="130360"/>
                  <a:pt x="106850" y="137679"/>
                </a:cubicBezTo>
                <a:cubicBezTo>
                  <a:pt x="97856" y="144998"/>
                  <a:pt x="87859" y="148731"/>
                  <a:pt x="76876" y="148875"/>
                </a:cubicBezTo>
                <a:cubicBezTo>
                  <a:pt x="64909" y="148875"/>
                  <a:pt x="53434" y="144998"/>
                  <a:pt x="42452" y="137258"/>
                </a:cubicBezTo>
                <a:cubicBezTo>
                  <a:pt x="31469" y="129512"/>
                  <a:pt x="24719" y="118324"/>
                  <a:pt x="22183" y="103679"/>
                </a:cubicBezTo>
                <a:cubicBezTo>
                  <a:pt x="22037" y="102412"/>
                  <a:pt x="21892" y="86927"/>
                  <a:pt x="21763" y="57224"/>
                </a:cubicBezTo>
                <a:lnTo>
                  <a:pt x="21763" y="12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65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2D71E943-440A-4850-95FD-D32A545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038" y="4583746"/>
            <a:ext cx="93970" cy="153521"/>
          </a:xfrm>
          <a:custGeom xmlns:a="http://schemas.openxmlformats.org/drawingml/2006/main">
            <a:pathLst>
              <a:path w="93970" h="153521">
                <a:moveTo>
                  <a:pt x="0" y="41810"/>
                </a:moveTo>
                <a:cubicBezTo>
                  <a:pt x="0" y="30123"/>
                  <a:pt x="4014" y="20268"/>
                  <a:pt x="12041" y="12243"/>
                </a:cubicBezTo>
                <a:cubicBezTo>
                  <a:pt x="20067" y="4220"/>
                  <a:pt x="29280" y="208"/>
                  <a:pt x="39697" y="208"/>
                </a:cubicBezTo>
                <a:lnTo>
                  <a:pt x="42652" y="208"/>
                </a:lnTo>
                <a:cubicBezTo>
                  <a:pt x="54620" y="208"/>
                  <a:pt x="65037" y="4646"/>
                  <a:pt x="73903" y="13511"/>
                </a:cubicBezTo>
                <a:lnTo>
                  <a:pt x="78336" y="6971"/>
                </a:lnTo>
                <a:cubicBezTo>
                  <a:pt x="79048" y="5980"/>
                  <a:pt x="79759" y="4924"/>
                  <a:pt x="80453" y="3798"/>
                </a:cubicBezTo>
                <a:cubicBezTo>
                  <a:pt x="81164" y="2672"/>
                  <a:pt x="81857" y="1760"/>
                  <a:pt x="82568" y="1054"/>
                </a:cubicBezTo>
                <a:lnTo>
                  <a:pt x="83207" y="208"/>
                </a:lnTo>
                <a:cubicBezTo>
                  <a:pt x="83353" y="208"/>
                  <a:pt x="83627" y="208"/>
                  <a:pt x="84046" y="208"/>
                </a:cubicBezTo>
                <a:cubicBezTo>
                  <a:pt x="84466" y="208"/>
                  <a:pt x="84885" y="135"/>
                  <a:pt x="85305" y="0"/>
                </a:cubicBezTo>
                <a:lnTo>
                  <a:pt x="86163" y="0"/>
                </a:lnTo>
                <a:cubicBezTo>
                  <a:pt x="86582" y="0"/>
                  <a:pt x="87221" y="421"/>
                  <a:pt x="88059" y="1270"/>
                </a:cubicBezTo>
                <a:lnTo>
                  <a:pt x="88059" y="51309"/>
                </a:lnTo>
                <a:lnTo>
                  <a:pt x="86801" y="52578"/>
                </a:lnTo>
                <a:lnTo>
                  <a:pt x="82988" y="52578"/>
                </a:lnTo>
                <a:cubicBezTo>
                  <a:pt x="81437" y="52578"/>
                  <a:pt x="80525" y="52370"/>
                  <a:pt x="80252" y="51943"/>
                </a:cubicBezTo>
                <a:cubicBezTo>
                  <a:pt x="79960" y="51522"/>
                  <a:pt x="79613" y="50119"/>
                  <a:pt x="79193" y="47724"/>
                </a:cubicBezTo>
                <a:cubicBezTo>
                  <a:pt x="76804" y="29988"/>
                  <a:pt x="69689" y="18228"/>
                  <a:pt x="57868" y="12456"/>
                </a:cubicBezTo>
                <a:cubicBezTo>
                  <a:pt x="52650" y="10205"/>
                  <a:pt x="47378" y="9080"/>
                  <a:pt x="42014" y="9080"/>
                </a:cubicBezTo>
                <a:cubicBezTo>
                  <a:pt x="34553" y="9080"/>
                  <a:pt x="28514" y="11616"/>
                  <a:pt x="23862" y="16683"/>
                </a:cubicBezTo>
                <a:cubicBezTo>
                  <a:pt x="19210" y="21750"/>
                  <a:pt x="16893" y="27664"/>
                  <a:pt x="16893" y="34419"/>
                </a:cubicBezTo>
                <a:cubicBezTo>
                  <a:pt x="16893" y="39208"/>
                  <a:pt x="18097" y="43570"/>
                  <a:pt x="20487" y="47510"/>
                </a:cubicBezTo>
                <a:cubicBezTo>
                  <a:pt x="22877" y="51451"/>
                  <a:pt x="26252" y="54624"/>
                  <a:pt x="30612" y="57017"/>
                </a:cubicBezTo>
                <a:cubicBezTo>
                  <a:pt x="32035" y="57581"/>
                  <a:pt x="38073" y="59197"/>
                  <a:pt x="48782" y="61870"/>
                </a:cubicBezTo>
                <a:cubicBezTo>
                  <a:pt x="59473" y="64542"/>
                  <a:pt x="65402" y="66168"/>
                  <a:pt x="66515" y="66730"/>
                </a:cubicBezTo>
                <a:cubicBezTo>
                  <a:pt x="74542" y="69824"/>
                  <a:pt x="81091" y="75104"/>
                  <a:pt x="86163" y="82565"/>
                </a:cubicBezTo>
                <a:cubicBezTo>
                  <a:pt x="91234" y="90026"/>
                  <a:pt x="93825" y="98684"/>
                  <a:pt x="93970" y="108539"/>
                </a:cubicBezTo>
                <a:cubicBezTo>
                  <a:pt x="93970" y="119941"/>
                  <a:pt x="90304" y="130218"/>
                  <a:pt x="82988" y="139369"/>
                </a:cubicBezTo>
                <a:cubicBezTo>
                  <a:pt x="75673" y="148518"/>
                  <a:pt x="65329" y="153164"/>
                  <a:pt x="51957" y="153306"/>
                </a:cubicBezTo>
                <a:cubicBezTo>
                  <a:pt x="44076" y="153306"/>
                  <a:pt x="37034" y="152109"/>
                  <a:pt x="30831" y="149716"/>
                </a:cubicBezTo>
                <a:cubicBezTo>
                  <a:pt x="24646" y="147321"/>
                  <a:pt x="20341" y="145141"/>
                  <a:pt x="17951" y="143174"/>
                </a:cubicBezTo>
                <a:lnTo>
                  <a:pt x="14157" y="140217"/>
                </a:lnTo>
                <a:cubicBezTo>
                  <a:pt x="13592" y="140921"/>
                  <a:pt x="12533" y="142326"/>
                  <a:pt x="10982" y="144435"/>
                </a:cubicBezTo>
                <a:cubicBezTo>
                  <a:pt x="9432" y="146551"/>
                  <a:pt x="8027" y="148518"/>
                  <a:pt x="6768" y="150349"/>
                </a:cubicBezTo>
                <a:cubicBezTo>
                  <a:pt x="5491" y="152181"/>
                  <a:pt x="4853" y="153164"/>
                  <a:pt x="4853" y="153306"/>
                </a:cubicBezTo>
                <a:cubicBezTo>
                  <a:pt x="4579" y="153450"/>
                  <a:pt x="3867" y="153521"/>
                  <a:pt x="2755" y="153521"/>
                </a:cubicBezTo>
                <a:lnTo>
                  <a:pt x="1898" y="153521"/>
                </a:lnTo>
                <a:cubicBezTo>
                  <a:pt x="1478" y="153521"/>
                  <a:pt x="839" y="153093"/>
                  <a:pt x="0" y="152252"/>
                </a:cubicBezTo>
                <a:lnTo>
                  <a:pt x="0" y="127545"/>
                </a:lnTo>
                <a:cubicBezTo>
                  <a:pt x="0" y="110792"/>
                  <a:pt x="73" y="102276"/>
                  <a:pt x="219" y="101990"/>
                </a:cubicBezTo>
                <a:cubicBezTo>
                  <a:pt x="493" y="101286"/>
                  <a:pt x="1898" y="100936"/>
                  <a:pt x="4433" y="100936"/>
                </a:cubicBezTo>
                <a:lnTo>
                  <a:pt x="7188" y="100936"/>
                </a:lnTo>
                <a:cubicBezTo>
                  <a:pt x="8027" y="101784"/>
                  <a:pt x="8447" y="102696"/>
                  <a:pt x="8447" y="103679"/>
                </a:cubicBezTo>
                <a:cubicBezTo>
                  <a:pt x="8447" y="108184"/>
                  <a:pt x="9158" y="112624"/>
                  <a:pt x="10563" y="116984"/>
                </a:cubicBezTo>
                <a:cubicBezTo>
                  <a:pt x="11968" y="121353"/>
                  <a:pt x="14357" y="125642"/>
                  <a:pt x="17751" y="129869"/>
                </a:cubicBezTo>
                <a:cubicBezTo>
                  <a:pt x="21126" y="134087"/>
                  <a:pt x="25759" y="137473"/>
                  <a:pt x="31670" y="140002"/>
                </a:cubicBezTo>
                <a:cubicBezTo>
                  <a:pt x="37581" y="142539"/>
                  <a:pt x="44623" y="143807"/>
                  <a:pt x="52796" y="143807"/>
                </a:cubicBezTo>
                <a:cubicBezTo>
                  <a:pt x="59418" y="143807"/>
                  <a:pt x="65110" y="141129"/>
                  <a:pt x="69908" y="135776"/>
                </a:cubicBezTo>
                <a:cubicBezTo>
                  <a:pt x="74688" y="130431"/>
                  <a:pt x="77077" y="123882"/>
                  <a:pt x="77077" y="116143"/>
                </a:cubicBezTo>
                <a:cubicBezTo>
                  <a:pt x="77077" y="110086"/>
                  <a:pt x="75526" y="104599"/>
                  <a:pt x="72444" y="99668"/>
                </a:cubicBezTo>
                <a:cubicBezTo>
                  <a:pt x="69342" y="94744"/>
                  <a:pt x="65256" y="91365"/>
                  <a:pt x="60184" y="89534"/>
                </a:cubicBezTo>
                <a:cubicBezTo>
                  <a:pt x="52303" y="87560"/>
                  <a:pt x="47104" y="86228"/>
                  <a:pt x="44568" y="85522"/>
                </a:cubicBezTo>
                <a:cubicBezTo>
                  <a:pt x="43857" y="85380"/>
                  <a:pt x="41959" y="84960"/>
                  <a:pt x="38858" y="84254"/>
                </a:cubicBezTo>
                <a:cubicBezTo>
                  <a:pt x="35757" y="83548"/>
                  <a:pt x="33440" y="82986"/>
                  <a:pt x="31889" y="82565"/>
                </a:cubicBezTo>
                <a:cubicBezTo>
                  <a:pt x="30338" y="82145"/>
                  <a:pt x="28095" y="81368"/>
                  <a:pt x="25139" y="80242"/>
                </a:cubicBezTo>
                <a:cubicBezTo>
                  <a:pt x="22184" y="79115"/>
                  <a:pt x="19848" y="77847"/>
                  <a:pt x="18170" y="76444"/>
                </a:cubicBezTo>
                <a:cubicBezTo>
                  <a:pt x="16474" y="75032"/>
                  <a:pt x="14431" y="73343"/>
                  <a:pt x="12041" y="71376"/>
                </a:cubicBezTo>
                <a:cubicBezTo>
                  <a:pt x="9651" y="69402"/>
                  <a:pt x="7753" y="66938"/>
                  <a:pt x="6349" y="63981"/>
                </a:cubicBezTo>
                <a:cubicBezTo>
                  <a:pt x="2116" y="57081"/>
                  <a:pt x="0" y="49692"/>
                  <a:pt x="0" y="4181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66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8D175C32-C0CA-4850-999D-5BC3E973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540" y="4588392"/>
            <a:ext cx="143793" cy="144229"/>
          </a:xfrm>
          <a:custGeom xmlns:a="http://schemas.openxmlformats.org/drawingml/2006/main">
            <a:pathLst>
              <a:path w="143793" h="144229">
                <a:moveTo>
                  <a:pt x="21746" y="12878"/>
                </a:moveTo>
                <a:cubicBezTo>
                  <a:pt x="20761" y="11895"/>
                  <a:pt x="19995" y="11260"/>
                  <a:pt x="19429" y="10982"/>
                </a:cubicBezTo>
                <a:cubicBezTo>
                  <a:pt x="18864" y="10696"/>
                  <a:pt x="17732" y="10483"/>
                  <a:pt x="16054" y="10348"/>
                </a:cubicBezTo>
                <a:cubicBezTo>
                  <a:pt x="14357" y="10205"/>
                  <a:pt x="11329" y="9992"/>
                  <a:pt x="6969" y="9713"/>
                </a:cubicBezTo>
                <a:lnTo>
                  <a:pt x="0" y="9713"/>
                </a:lnTo>
                <a:lnTo>
                  <a:pt x="0" y="0"/>
                </a:lnTo>
                <a:lnTo>
                  <a:pt x="42452" y="0"/>
                </a:lnTo>
                <a:cubicBezTo>
                  <a:pt x="66514" y="135"/>
                  <a:pt x="79960" y="206"/>
                  <a:pt x="82788" y="206"/>
                </a:cubicBezTo>
                <a:cubicBezTo>
                  <a:pt x="85597" y="206"/>
                  <a:pt x="88553" y="635"/>
                  <a:pt x="91635" y="1476"/>
                </a:cubicBezTo>
                <a:cubicBezTo>
                  <a:pt x="97710" y="2744"/>
                  <a:pt x="103676" y="5210"/>
                  <a:pt x="109587" y="8865"/>
                </a:cubicBezTo>
                <a:cubicBezTo>
                  <a:pt x="115516" y="12528"/>
                  <a:pt x="121135" y="17317"/>
                  <a:pt x="126480" y="23225"/>
                </a:cubicBezTo>
                <a:cubicBezTo>
                  <a:pt x="131843" y="29140"/>
                  <a:pt x="135985" y="36386"/>
                  <a:pt x="138940" y="44973"/>
                </a:cubicBezTo>
                <a:cubicBezTo>
                  <a:pt x="141914" y="53560"/>
                  <a:pt x="143519" y="62996"/>
                  <a:pt x="143793" y="73272"/>
                </a:cubicBezTo>
                <a:cubicBezTo>
                  <a:pt x="143793" y="91010"/>
                  <a:pt x="138593" y="106494"/>
                  <a:pt x="128176" y="119728"/>
                </a:cubicBezTo>
                <a:cubicBezTo>
                  <a:pt x="117760" y="132962"/>
                  <a:pt x="104241" y="140914"/>
                  <a:pt x="87640" y="143594"/>
                </a:cubicBezTo>
                <a:cubicBezTo>
                  <a:pt x="85798" y="143871"/>
                  <a:pt x="70729" y="144086"/>
                  <a:pt x="42452" y="144229"/>
                </a:cubicBezTo>
                <a:lnTo>
                  <a:pt x="0" y="144229"/>
                </a:lnTo>
                <a:lnTo>
                  <a:pt x="0" y="134514"/>
                </a:lnTo>
                <a:lnTo>
                  <a:pt x="6969" y="134514"/>
                </a:lnTo>
                <a:cubicBezTo>
                  <a:pt x="12880" y="134372"/>
                  <a:pt x="16474" y="134159"/>
                  <a:pt x="17732" y="133881"/>
                </a:cubicBezTo>
                <a:cubicBezTo>
                  <a:pt x="18991" y="133596"/>
                  <a:pt x="20341" y="132755"/>
                  <a:pt x="21746" y="131344"/>
                </a:cubicBezTo>
                <a:lnTo>
                  <a:pt x="21746" y="12878"/>
                </a:lnTo>
                <a:moveTo>
                  <a:pt x="119529" y="72852"/>
                </a:moveTo>
                <a:cubicBezTo>
                  <a:pt x="119529" y="58636"/>
                  <a:pt x="117960" y="47163"/>
                  <a:pt x="114877" y="38433"/>
                </a:cubicBezTo>
                <a:cubicBezTo>
                  <a:pt x="111776" y="29702"/>
                  <a:pt x="106285" y="22591"/>
                  <a:pt x="98404" y="17103"/>
                </a:cubicBezTo>
                <a:cubicBezTo>
                  <a:pt x="90796" y="12172"/>
                  <a:pt x="81091" y="9713"/>
                  <a:pt x="69269" y="9713"/>
                </a:cubicBezTo>
                <a:lnTo>
                  <a:pt x="62282" y="9713"/>
                </a:lnTo>
                <a:lnTo>
                  <a:pt x="56371" y="9713"/>
                </a:lnTo>
                <a:cubicBezTo>
                  <a:pt x="48490" y="9713"/>
                  <a:pt x="44276" y="10348"/>
                  <a:pt x="43711" y="11609"/>
                </a:cubicBezTo>
                <a:cubicBezTo>
                  <a:pt x="43291" y="12172"/>
                  <a:pt x="43072" y="32168"/>
                  <a:pt x="43072" y="71583"/>
                </a:cubicBezTo>
                <a:cubicBezTo>
                  <a:pt x="43072" y="111284"/>
                  <a:pt x="43145" y="131344"/>
                  <a:pt x="43291" y="131765"/>
                </a:cubicBezTo>
                <a:cubicBezTo>
                  <a:pt x="43437" y="133175"/>
                  <a:pt x="44550" y="133952"/>
                  <a:pt x="46666" y="134087"/>
                </a:cubicBezTo>
                <a:cubicBezTo>
                  <a:pt x="48782" y="134230"/>
                  <a:pt x="55186" y="134372"/>
                  <a:pt x="65876" y="134514"/>
                </a:cubicBezTo>
                <a:lnTo>
                  <a:pt x="68211" y="134514"/>
                </a:lnTo>
                <a:cubicBezTo>
                  <a:pt x="83134" y="134514"/>
                  <a:pt x="94737" y="131066"/>
                  <a:pt x="103037" y="124168"/>
                </a:cubicBezTo>
                <a:cubicBezTo>
                  <a:pt x="109532" y="118816"/>
                  <a:pt x="113892" y="112061"/>
                  <a:pt x="116136" y="103893"/>
                </a:cubicBezTo>
                <a:cubicBezTo>
                  <a:pt x="118398" y="95727"/>
                  <a:pt x="119529" y="85380"/>
                  <a:pt x="119529" y="728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67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74617965-5E63-4A05-B5F7-5EE676FB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757" y="4662321"/>
            <a:ext cx="127957" cy="101975"/>
          </a:xfrm>
          <a:custGeom xmlns:a="http://schemas.openxmlformats.org/drawingml/2006/main">
            <a:pathLst>
              <a:path w="127957" h="101975">
                <a:moveTo>
                  <a:pt x="30320" y="6868"/>
                </a:moveTo>
                <a:cubicBezTo>
                  <a:pt x="30010" y="6868"/>
                  <a:pt x="29608" y="6868"/>
                  <a:pt x="29116" y="6868"/>
                </a:cubicBezTo>
                <a:cubicBezTo>
                  <a:pt x="26635" y="6868"/>
                  <a:pt x="25139" y="6819"/>
                  <a:pt x="24646" y="6719"/>
                </a:cubicBezTo>
                <a:cubicBezTo>
                  <a:pt x="24135" y="6618"/>
                  <a:pt x="23898" y="6071"/>
                  <a:pt x="23898" y="5081"/>
                </a:cubicBezTo>
                <a:cubicBezTo>
                  <a:pt x="23898" y="2393"/>
                  <a:pt x="24446" y="748"/>
                  <a:pt x="25540" y="150"/>
                </a:cubicBezTo>
                <a:cubicBezTo>
                  <a:pt x="25741" y="49"/>
                  <a:pt x="30557" y="0"/>
                  <a:pt x="40026" y="0"/>
                </a:cubicBezTo>
                <a:cubicBezTo>
                  <a:pt x="47687" y="0"/>
                  <a:pt x="52066" y="0"/>
                  <a:pt x="53160" y="0"/>
                </a:cubicBezTo>
                <a:cubicBezTo>
                  <a:pt x="54255" y="0"/>
                  <a:pt x="54948" y="299"/>
                  <a:pt x="55259" y="897"/>
                </a:cubicBezTo>
                <a:cubicBezTo>
                  <a:pt x="76256" y="50267"/>
                  <a:pt x="86947" y="75594"/>
                  <a:pt x="87348" y="76891"/>
                </a:cubicBezTo>
                <a:lnTo>
                  <a:pt x="95412" y="45086"/>
                </a:lnTo>
                <a:cubicBezTo>
                  <a:pt x="100684" y="24086"/>
                  <a:pt x="103329" y="12890"/>
                  <a:pt x="103329" y="11500"/>
                </a:cubicBezTo>
                <a:cubicBezTo>
                  <a:pt x="103329" y="8815"/>
                  <a:pt x="100137" y="7268"/>
                  <a:pt x="93770" y="6868"/>
                </a:cubicBezTo>
                <a:cubicBezTo>
                  <a:pt x="91380" y="6868"/>
                  <a:pt x="90176" y="6319"/>
                  <a:pt x="90176" y="5230"/>
                </a:cubicBezTo>
                <a:cubicBezTo>
                  <a:pt x="90176" y="5029"/>
                  <a:pt x="90285" y="4431"/>
                  <a:pt x="90486" y="3433"/>
                </a:cubicBezTo>
                <a:cubicBezTo>
                  <a:pt x="90887" y="1844"/>
                  <a:pt x="91179" y="897"/>
                  <a:pt x="91380" y="598"/>
                </a:cubicBezTo>
                <a:cubicBezTo>
                  <a:pt x="91581" y="299"/>
                  <a:pt x="92073" y="99"/>
                  <a:pt x="92876" y="0"/>
                </a:cubicBezTo>
                <a:cubicBezTo>
                  <a:pt x="93168" y="0"/>
                  <a:pt x="94718" y="49"/>
                  <a:pt x="97510" y="150"/>
                </a:cubicBezTo>
                <a:cubicBezTo>
                  <a:pt x="100282" y="248"/>
                  <a:pt x="104405" y="348"/>
                  <a:pt x="109897" y="449"/>
                </a:cubicBezTo>
                <a:cubicBezTo>
                  <a:pt x="114877" y="449"/>
                  <a:pt x="118654" y="398"/>
                  <a:pt x="121244" y="299"/>
                </a:cubicBezTo>
                <a:cubicBezTo>
                  <a:pt x="123834" y="199"/>
                  <a:pt x="125312" y="150"/>
                  <a:pt x="125714" y="150"/>
                </a:cubicBezTo>
                <a:cubicBezTo>
                  <a:pt x="127209" y="150"/>
                  <a:pt x="127957" y="647"/>
                  <a:pt x="127957" y="1646"/>
                </a:cubicBezTo>
                <a:cubicBezTo>
                  <a:pt x="127957" y="3833"/>
                  <a:pt x="127556" y="5329"/>
                  <a:pt x="126753" y="6120"/>
                </a:cubicBezTo>
                <a:cubicBezTo>
                  <a:pt x="126571" y="6618"/>
                  <a:pt x="125458" y="6868"/>
                  <a:pt x="123469" y="6868"/>
                </a:cubicBezTo>
                <a:cubicBezTo>
                  <a:pt x="116409" y="7268"/>
                  <a:pt x="111976" y="9256"/>
                  <a:pt x="110189" y="12841"/>
                </a:cubicBezTo>
                <a:lnTo>
                  <a:pt x="87950" y="100928"/>
                </a:lnTo>
                <a:cubicBezTo>
                  <a:pt x="87749" y="101627"/>
                  <a:pt x="86692" y="101975"/>
                  <a:pt x="84812" y="101975"/>
                </a:cubicBezTo>
                <a:cubicBezTo>
                  <a:pt x="83408" y="101975"/>
                  <a:pt x="82569" y="101875"/>
                  <a:pt x="82277" y="101676"/>
                </a:cubicBezTo>
                <a:cubicBezTo>
                  <a:pt x="81967" y="101377"/>
                  <a:pt x="75545" y="86297"/>
                  <a:pt x="63012" y="56438"/>
                </a:cubicBezTo>
                <a:lnTo>
                  <a:pt x="44057" y="11800"/>
                </a:lnTo>
                <a:lnTo>
                  <a:pt x="34352" y="50617"/>
                </a:lnTo>
                <a:cubicBezTo>
                  <a:pt x="27876" y="76092"/>
                  <a:pt x="24646" y="89284"/>
                  <a:pt x="24646" y="90174"/>
                </a:cubicBezTo>
                <a:cubicBezTo>
                  <a:pt x="25139" y="93460"/>
                  <a:pt x="28733" y="95105"/>
                  <a:pt x="35392" y="95105"/>
                </a:cubicBezTo>
                <a:lnTo>
                  <a:pt x="36887" y="95105"/>
                </a:lnTo>
                <a:cubicBezTo>
                  <a:pt x="37490" y="95605"/>
                  <a:pt x="37782" y="95997"/>
                  <a:pt x="37782" y="96296"/>
                </a:cubicBezTo>
                <a:cubicBezTo>
                  <a:pt x="37782" y="96595"/>
                  <a:pt x="37690" y="97542"/>
                  <a:pt x="37490" y="99131"/>
                </a:cubicBezTo>
                <a:cubicBezTo>
                  <a:pt x="37089" y="100428"/>
                  <a:pt x="36596" y="101377"/>
                  <a:pt x="35993" y="101975"/>
                </a:cubicBezTo>
                <a:lnTo>
                  <a:pt x="34042" y="101975"/>
                </a:lnTo>
                <a:cubicBezTo>
                  <a:pt x="30958" y="101777"/>
                  <a:pt x="25595" y="101676"/>
                  <a:pt x="17915" y="101676"/>
                </a:cubicBezTo>
                <a:cubicBezTo>
                  <a:pt x="15142" y="101676"/>
                  <a:pt x="12606" y="101676"/>
                  <a:pt x="10308" y="101676"/>
                </a:cubicBezTo>
                <a:cubicBezTo>
                  <a:pt x="8027" y="101676"/>
                  <a:pt x="6185" y="101676"/>
                  <a:pt x="4798" y="101676"/>
                </a:cubicBezTo>
                <a:cubicBezTo>
                  <a:pt x="3393" y="101676"/>
                  <a:pt x="2554" y="101725"/>
                  <a:pt x="2244" y="101826"/>
                </a:cubicBezTo>
                <a:cubicBezTo>
                  <a:pt x="748" y="101826"/>
                  <a:pt x="0" y="101377"/>
                  <a:pt x="0" y="100479"/>
                </a:cubicBezTo>
                <a:cubicBezTo>
                  <a:pt x="0" y="100080"/>
                  <a:pt x="164" y="99281"/>
                  <a:pt x="456" y="98091"/>
                </a:cubicBezTo>
                <a:cubicBezTo>
                  <a:pt x="748" y="96895"/>
                  <a:pt x="1004" y="96196"/>
                  <a:pt x="1204" y="95997"/>
                </a:cubicBezTo>
                <a:cubicBezTo>
                  <a:pt x="1405" y="95404"/>
                  <a:pt x="2554" y="95105"/>
                  <a:pt x="4634" y="95105"/>
                </a:cubicBezTo>
                <a:cubicBezTo>
                  <a:pt x="11402" y="94806"/>
                  <a:pt x="15780" y="92868"/>
                  <a:pt x="17769" y="89284"/>
                </a:cubicBezTo>
                <a:cubicBezTo>
                  <a:pt x="18170" y="88685"/>
                  <a:pt x="21709" y="74903"/>
                  <a:pt x="28387" y="47930"/>
                </a:cubicBezTo>
                <a:lnTo>
                  <a:pt x="38529" y="7317"/>
                </a:lnTo>
                <a:cubicBezTo>
                  <a:pt x="38329" y="7219"/>
                  <a:pt x="35592" y="7069"/>
                  <a:pt x="30320" y="68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168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890B20E1-D569-4E8B-9FC7-8B4A919D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23" y="267290"/>
            <a:ext cx="6789477" cy="95"/>
          </a:xfrm>
          <a:custGeom xmlns:a="http://schemas.openxmlformats.org/drawingml/2006/main">
            <a:pathLst>
              <a:path w="6789477" h="95">
                <a:moveTo>
                  <a:pt x="0" y="0"/>
                </a:moveTo>
                <a:lnTo>
                  <a:pt x="6789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4">
            <a:solidFill>
              <a:srgbClr val="000000"/>
            </a:solidFill>
            <a:prstDash val="solid"/>
          </a:ln>
        </p:spPr>
      </p:sp>
      <p:sp>
        <p:nvSpPr>
          <p:cNvPr id="169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B6988656-40BF-4CCF-862D-2DEDC6DD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64" y="313254"/>
            <a:ext cx="1573433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Algorithm 1:</a:t>
            </a:r>
          </a:p>
        </p:txBody>
      </p:sp>
      <p:sp>
        <p:nvSpPr>
          <p:cNvPr id="170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03F875BF-2B94-4C70-83B8-A1D1FB15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629" y="313457"/>
            <a:ext cx="2995984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Discovery Procedure</a:t>
            </a:r>
          </a:p>
        </p:txBody>
      </p:sp>
      <p:sp>
        <p:nvSpPr>
          <p:cNvPr id="171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77E31922-4439-4C74-9482-9709378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23" y="656025"/>
            <a:ext cx="6789477" cy="95"/>
          </a:xfrm>
          <a:custGeom xmlns:a="http://schemas.openxmlformats.org/drawingml/2006/main">
            <a:pathLst>
              <a:path w="6789477" h="95">
                <a:moveTo>
                  <a:pt x="0" y="0"/>
                </a:moveTo>
                <a:lnTo>
                  <a:pt x="6789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172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529ACF43-2E62-4CE2-96AF-66F51141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7" y="748509"/>
            <a:ext cx="2116332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Factorize state space</a:t>
            </a:r>
          </a:p>
        </p:txBody>
      </p:sp>
      <p:sp>
        <p:nvSpPr>
          <p:cNvPr id="173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C6C508F8-C2BD-4D04-A5DF-5FDD8EF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7" y="1007569"/>
            <a:ext cx="208814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Factorize skill space</a:t>
            </a:r>
          </a:p>
        </p:txBody>
      </p:sp>
      <p:sp>
        <p:nvSpPr>
          <p:cNvPr id="174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8CF45B4C-50E8-4361-AA5D-9EFB9629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7" y="1266629"/>
            <a:ext cx="175071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Define skill prior</a:t>
            </a:r>
          </a:p>
        </p:txBody>
      </p:sp>
      <p:sp>
        <p:nvSpPr>
          <p:cNvPr id="175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2F2DE9D1-ECBE-4E14-91C7-306FF80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53" y="1266629"/>
            <a:ext cx="202102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weighting prior</a:t>
            </a:r>
          </a:p>
        </p:txBody>
      </p:sp>
      <p:sp>
        <p:nvSpPr>
          <p:cNvPr id="176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D8114F4D-999D-45D2-A505-F0BDF2B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8" y="1525690"/>
            <a:ext cx="1997451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Define style reward</a:t>
            </a:r>
          </a:p>
        </p:txBody>
      </p:sp>
      <p:sp>
        <p:nvSpPr>
          <p:cNvPr id="177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504C6D85-5B00-41F5-B8F1-0567BFA7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29" y="1619639"/>
            <a:ext cx="322660" cy="17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style</a:t>
            </a:r>
          </a:p>
        </p:txBody>
      </p:sp>
      <p:sp>
        <p:nvSpPr>
          <p:cNvPr id="178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AE95E5DA-A95C-46EE-9E90-A527409D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665" y="1525690"/>
            <a:ext cx="2619540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regularization reward</a:t>
            </a:r>
          </a:p>
        </p:txBody>
      </p:sp>
      <p:sp>
        <p:nvSpPr>
          <p:cNvPr id="179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8ACD8DB4-4AD0-4021-A985-C4000B8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044" y="1619639"/>
            <a:ext cx="215562" cy="17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</a:t>
            </a:r>
          </a:p>
        </p:txBody>
      </p:sp>
      <p:sp>
        <p:nvSpPr>
          <p:cNvPr id="180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F6BC09B4-A0A4-45C0-9A23-C9AA0D8F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8" y="1784750"/>
            <a:ext cx="3835793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Define symmetry mirroring functions</a:t>
            </a:r>
          </a:p>
        </p:txBody>
      </p:sp>
      <p:sp>
        <p:nvSpPr>
          <p:cNvPr id="181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AE0D16B8-7730-4AFB-AF51-73AC574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8" y="2043811"/>
            <a:ext cx="388985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 USD algorithm per factor USD</a:t>
            </a:r>
          </a:p>
        </p:txBody>
      </p:sp>
      <p:sp>
        <p:nvSpPr>
          <p:cNvPr id="182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75F59BAF-837A-4028-B8E5-F3434CBE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098" y="2043811"/>
            <a:ext cx="896753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METRA</a:t>
            </a:r>
          </a:p>
        </p:txBody>
      </p:sp>
      <p:sp>
        <p:nvSpPr>
          <p:cNvPr id="183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DB658A5E-60DD-4B56-9F64-75A562A6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81" y="2043811"/>
            <a:ext cx="79836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DIAYN</a:t>
            </a:r>
          </a:p>
        </p:txBody>
      </p:sp>
      <p:sp>
        <p:nvSpPr>
          <p:cNvPr id="184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037D1AB0-6C7C-4169-8E8B-8106B86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7" y="2493655"/>
            <a:ext cx="6533273" cy="95"/>
          </a:xfrm>
          <a:custGeom xmlns:a="http://schemas.openxmlformats.org/drawingml/2006/main">
            <a:pathLst>
              <a:path w="6533273" h="95">
                <a:moveTo>
                  <a:pt x="0" y="0"/>
                </a:moveTo>
                <a:lnTo>
                  <a:pt x="65332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185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53D368E2-689D-418A-A315-08AA2F6C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7" y="2561752"/>
            <a:ext cx="96797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Initialize</a:t>
            </a:r>
          </a:p>
        </p:txBody>
      </p:sp>
      <p:sp>
        <p:nvSpPr>
          <p:cNvPr id="186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FD30A9AD-F10F-4696-A47F-8C181633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732" y="2561935"/>
            <a:ext cx="64054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87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386CEEBB-0443-4558-9AA6-B1AE496F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570" y="2561933"/>
            <a:ext cx="64054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188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FF3BAE66-7E90-472C-BFED-EBCB53C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234" y="2655882"/>
            <a:ext cx="322660" cy="170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style</a:t>
            </a:r>
          </a:p>
        </p:txBody>
      </p:sp>
      <p:sp>
        <p:nvSpPr>
          <p:cNvPr id="189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8E3DD481-3A23-4116-8202-C971A764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7" y="2820810"/>
            <a:ext cx="583657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while</a:t>
            </a:r>
          </a:p>
        </p:txBody>
      </p:sp>
      <p:sp>
        <p:nvSpPr>
          <p:cNvPr id="190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2F3E8058-6333-4F00-AE19-0D1C19B1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136" y="2820993"/>
            <a:ext cx="1439930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converged</a:t>
            </a:r>
          </a:p>
        </p:txBody>
      </p:sp>
      <p:sp>
        <p:nvSpPr>
          <p:cNvPr id="191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FCA3E3E3-669B-40F6-9AD6-875966A8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95" y="2820810"/>
            <a:ext cx="270563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192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4E5057C1-6618-4F0B-A5EA-BAC99F3B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19" y="3080054"/>
            <a:ext cx="127415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skill</a:t>
            </a:r>
          </a:p>
        </p:txBody>
      </p:sp>
      <p:sp>
        <p:nvSpPr>
          <p:cNvPr id="193" name="pdf-text-90-0">
            <a:extLst xmlns:a="http://schemas.openxmlformats.org/drawingml/2006/main">
              <a:ext uri="{FF2B5EF4-FFF2-40B4-BE49-F238E27FC236}">
                <a16:creationId xmlns:a16="http://schemas.microsoft.com/office/drawing/2014/main" id="{8C7A2036-94F1-4198-9CB8-06A52A7C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06" y="3080054"/>
            <a:ext cx="1231114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weights</a:t>
            </a:r>
          </a:p>
        </p:txBody>
      </p:sp>
      <p:sp>
        <p:nvSpPr>
          <p:cNvPr id="194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1B7DC106-6C1A-44F2-8D43-E2EA52D8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858" y="3080054"/>
            <a:ext cx="558806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every</a:t>
            </a:r>
          </a:p>
        </p:txBody>
      </p:sp>
      <p:sp>
        <p:nvSpPr>
          <p:cNvPr id="195" name="pdf-text-99-0">
            <a:extLst xmlns:a="http://schemas.openxmlformats.org/drawingml/2006/main">
              <a:ext uri="{FF2B5EF4-FFF2-40B4-BE49-F238E27FC236}">
                <a16:creationId xmlns:a16="http://schemas.microsoft.com/office/drawing/2014/main" id="{828475A3-4995-4599-9720-21C091C5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361" y="3080054"/>
            <a:ext cx="512429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steps</a:t>
            </a:r>
          </a:p>
        </p:txBody>
      </p:sp>
      <p:sp>
        <p:nvSpPr>
          <p:cNvPr id="196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B3D00EB0-A117-46DF-8ED2-4662B931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20" y="3339114"/>
            <a:ext cx="1458888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action</a:t>
            </a:r>
          </a:p>
        </p:txBody>
      </p:sp>
      <p:sp>
        <p:nvSpPr>
          <p:cNvPr id="197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0E4DFABD-5E68-4837-B640-5D13242F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20" y="3635379"/>
            <a:ext cx="2672063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 on-policy samples</a:t>
            </a:r>
          </a:p>
        </p:txBody>
      </p:sp>
      <p:sp>
        <p:nvSpPr>
          <p:cNvPr id="198" name="pdf-text-125-0">
            <a:extLst xmlns:a="http://schemas.openxmlformats.org/drawingml/2006/main">
              <a:ext uri="{FF2B5EF4-FFF2-40B4-BE49-F238E27FC236}">
                <a16:creationId xmlns:a16="http://schemas.microsoft.com/office/drawing/2014/main" id="{6FA7F6CB-0DAD-4FA1-A684-D7866F95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21" y="3894439"/>
            <a:ext cx="4796083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Augment the dataset by mirroring each sample</a:t>
            </a:r>
          </a:p>
        </p:txBody>
      </p:sp>
      <p:sp>
        <p:nvSpPr>
          <p:cNvPr id="199" name="pdf-text-126-0">
            <a:extLst xmlns:a="http://schemas.openxmlformats.org/drawingml/2006/main">
              <a:ext uri="{FF2B5EF4-FFF2-40B4-BE49-F238E27FC236}">
                <a16:creationId xmlns:a16="http://schemas.microsoft.com/office/drawing/2014/main" id="{3616343E-F451-4ECF-BBCC-568D561E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21" y="4153500"/>
            <a:ext cx="1636701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all USD</a:t>
            </a:r>
          </a:p>
        </p:txBody>
      </p:sp>
      <p:sp>
        <p:nvSpPr>
          <p:cNvPr id="200" name="pdf-text-128-0">
            <a:extLst xmlns:a="http://schemas.openxmlformats.org/drawingml/2006/main">
              <a:ext uri="{FF2B5EF4-FFF2-40B4-BE49-F238E27FC236}">
                <a16:creationId xmlns:a16="http://schemas.microsoft.com/office/drawing/2014/main" id="{D9AA6330-EA3B-4C70-BDA6-F7976AB0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201" y="4153500"/>
            <a:ext cx="369974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201" name="pdf-text-131-0">
            <a:extLst xmlns:a="http://schemas.openxmlformats.org/drawingml/2006/main">
              <a:ext uri="{FF2B5EF4-FFF2-40B4-BE49-F238E27FC236}">
                <a16:creationId xmlns:a16="http://schemas.microsoft.com/office/drawing/2014/main" id="{9C5C572D-D32E-4F17-9776-C65F652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179" y="4153500"/>
            <a:ext cx="2910599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the augmented samples</a:t>
            </a:r>
          </a:p>
        </p:txBody>
      </p:sp>
      <p:sp>
        <p:nvSpPr>
          <p:cNvPr id="202" name="pdf-text-132-0">
            <a:extLst xmlns:a="http://schemas.openxmlformats.org/drawingml/2006/main">
              <a:ext uri="{FF2B5EF4-FFF2-40B4-BE49-F238E27FC236}">
                <a16:creationId xmlns:a16="http://schemas.microsoft.com/office/drawing/2014/main" id="{F72B1E83-5A24-4D0C-90DA-D961DDE1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20" y="4412560"/>
            <a:ext cx="2135550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 advantages</a:t>
            </a:r>
          </a:p>
        </p:txBody>
      </p:sp>
      <p:sp>
        <p:nvSpPr>
          <p:cNvPr id="203" name="pdf-text-135-0">
            <a:extLst xmlns:a="http://schemas.openxmlformats.org/drawingml/2006/main">
              <a:ext uri="{FF2B5EF4-FFF2-40B4-BE49-F238E27FC236}">
                <a16:creationId xmlns:a16="http://schemas.microsoft.com/office/drawing/2014/main" id="{10F829CD-B1E1-4691-A3FB-E57209EF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553" y="4412560"/>
            <a:ext cx="3448652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 each factorized value function</a:t>
            </a:r>
          </a:p>
        </p:txBody>
      </p:sp>
      <p:sp>
        <p:nvSpPr>
          <p:cNvPr id="204" name="pdf-text-136-0">
            <a:extLst xmlns:a="http://schemas.openxmlformats.org/drawingml/2006/main">
              <a:ext uri="{FF2B5EF4-FFF2-40B4-BE49-F238E27FC236}">
                <a16:creationId xmlns:a16="http://schemas.microsoft.com/office/drawing/2014/main" id="{12E27A09-7F7C-4692-A77C-47718463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20" y="4735000"/>
            <a:ext cx="3907532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 weighted sum of advantages</a:t>
            </a:r>
          </a:p>
        </p:txBody>
      </p:sp>
      <p:sp>
        <p:nvSpPr>
          <p:cNvPr id="205" name="pdf-text-148-0">
            <a:extLst xmlns:a="http://schemas.openxmlformats.org/drawingml/2006/main">
              <a:ext uri="{FF2B5EF4-FFF2-40B4-BE49-F238E27FC236}">
                <a16:creationId xmlns:a16="http://schemas.microsoft.com/office/drawing/2014/main" id="{2F6A82CC-F6B8-49F9-810A-2EB4B355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19" y="4994062"/>
            <a:ext cx="739948" cy="25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sp>
        <p:nvSpPr>
          <p:cNvPr id="206" name="pdf-text-151-0">
            <a:extLst xmlns:a="http://schemas.openxmlformats.org/drawingml/2006/main">
              <a:ext uri="{FF2B5EF4-FFF2-40B4-BE49-F238E27FC236}">
                <a16:creationId xmlns:a16="http://schemas.microsoft.com/office/drawing/2014/main" id="{0FE4720F-B351-4316-87E1-844E065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461" y="4994062"/>
            <a:ext cx="903670" cy="25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 on</a:t>
            </a:r>
          </a:p>
        </p:txBody>
      </p:sp>
      <p:sp>
        <p:nvSpPr>
          <p:cNvPr id="207" name="pdf-text-153-0">
            <a:extLst xmlns:a="http://schemas.openxmlformats.org/drawingml/2006/main">
              <a:ext uri="{FF2B5EF4-FFF2-40B4-BE49-F238E27FC236}">
                <a16:creationId xmlns:a16="http://schemas.microsoft.com/office/drawing/2014/main" id="{23A5FBD5-2F26-4C71-95C3-5DF8E420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700" y="4994062"/>
            <a:ext cx="3479652" cy="25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using any on-policy RL algorithm</a:t>
            </a:r>
          </a:p>
        </p:txBody>
      </p:sp>
      <p:sp>
        <p:nvSpPr>
          <p:cNvPr id="208" name="pdf-text-154-0">
            <a:extLst xmlns:a="http://schemas.openxmlformats.org/drawingml/2006/main">
              <a:ext uri="{FF2B5EF4-FFF2-40B4-BE49-F238E27FC236}">
                <a16:creationId xmlns:a16="http://schemas.microsoft.com/office/drawing/2014/main" id="{83D9F229-79C5-45B8-95DE-15544555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26" y="5252939"/>
            <a:ext cx="119062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end  while</a:t>
            </a:r>
          </a:p>
        </p:txBody>
      </p:sp>
      <p:sp>
        <p:nvSpPr>
          <p:cNvPr id="209" name="pdf-path-306">
            <a:extLst xmlns:a="http://schemas.openxmlformats.org/drawingml/2006/main">
              <a:ext uri="{FF2B5EF4-FFF2-40B4-BE49-F238E27FC236}">
                <a16:creationId xmlns:a16="http://schemas.microsoft.com/office/drawing/2014/main" id="{CB001AB2-BBBD-4028-9189-9AA07EA5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23" y="5567039"/>
            <a:ext cx="6789477" cy="95"/>
          </a:xfrm>
          <a:custGeom xmlns:a="http://schemas.openxmlformats.org/drawingml/2006/main">
            <a:pathLst>
              <a:path w="6789477" h="95">
                <a:moveTo>
                  <a:pt x="0" y="0"/>
                </a:moveTo>
                <a:lnTo>
                  <a:pt x="6789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210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C5D671DC-1B77-4ABA-89BA-F0AA06CE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653" y="764324"/>
            <a:ext cx="163207" cy="186406"/>
          </a:xfrm>
          <a:custGeom xmlns:a="http://schemas.openxmlformats.org/drawingml/2006/main">
            <a:pathLst>
              <a:path w="163207" h="186406">
                <a:moveTo>
                  <a:pt x="25365" y="124350"/>
                </a:moveTo>
                <a:cubicBezTo>
                  <a:pt x="36636" y="119225"/>
                  <a:pt x="37406" y="114616"/>
                  <a:pt x="37406" y="114104"/>
                </a:cubicBezTo>
                <a:cubicBezTo>
                  <a:pt x="37406" y="112563"/>
                  <a:pt x="36123" y="112309"/>
                  <a:pt x="34587" y="112309"/>
                </a:cubicBezTo>
                <a:cubicBezTo>
                  <a:pt x="24852" y="112309"/>
                  <a:pt x="0" y="124092"/>
                  <a:pt x="0" y="148719"/>
                </a:cubicBezTo>
                <a:cubicBezTo>
                  <a:pt x="0" y="167187"/>
                  <a:pt x="22034" y="186406"/>
                  <a:pt x="53548" y="186406"/>
                </a:cubicBezTo>
                <a:cubicBezTo>
                  <a:pt x="97104" y="186406"/>
                  <a:pt x="145786" y="156925"/>
                  <a:pt x="145786" y="122302"/>
                </a:cubicBezTo>
                <a:cubicBezTo>
                  <a:pt x="145786" y="97691"/>
                  <a:pt x="119397" y="86150"/>
                  <a:pt x="99154" y="77432"/>
                </a:cubicBezTo>
                <a:cubicBezTo>
                  <a:pt x="90443" y="73843"/>
                  <a:pt x="66872" y="63843"/>
                  <a:pt x="66872" y="43842"/>
                </a:cubicBezTo>
                <a:cubicBezTo>
                  <a:pt x="66872" y="35123"/>
                  <a:pt x="71481" y="25635"/>
                  <a:pt x="77889" y="20760"/>
                </a:cubicBezTo>
                <a:cubicBezTo>
                  <a:pt x="83781" y="16400"/>
                  <a:pt x="95310" y="14352"/>
                  <a:pt x="103509" y="14352"/>
                </a:cubicBezTo>
                <a:cubicBezTo>
                  <a:pt x="106839" y="14352"/>
                  <a:pt x="117344" y="14864"/>
                  <a:pt x="127849" y="19223"/>
                </a:cubicBezTo>
                <a:cubicBezTo>
                  <a:pt x="133487" y="21530"/>
                  <a:pt x="140919" y="24607"/>
                  <a:pt x="140919" y="36148"/>
                </a:cubicBezTo>
                <a:cubicBezTo>
                  <a:pt x="140919" y="39482"/>
                  <a:pt x="140148" y="42559"/>
                  <a:pt x="139890" y="42813"/>
                </a:cubicBezTo>
                <a:cubicBezTo>
                  <a:pt x="139636" y="43842"/>
                  <a:pt x="139378" y="45378"/>
                  <a:pt x="139378" y="46148"/>
                </a:cubicBezTo>
                <a:cubicBezTo>
                  <a:pt x="139378" y="46918"/>
                  <a:pt x="139890" y="47943"/>
                  <a:pt x="141943" y="47943"/>
                </a:cubicBezTo>
                <a:cubicBezTo>
                  <a:pt x="145274" y="47943"/>
                  <a:pt x="153472" y="44096"/>
                  <a:pt x="157569" y="40507"/>
                </a:cubicBezTo>
                <a:cubicBezTo>
                  <a:pt x="160388" y="37688"/>
                  <a:pt x="163207" y="34607"/>
                  <a:pt x="163207" y="24865"/>
                </a:cubicBezTo>
                <a:cubicBezTo>
                  <a:pt x="163207" y="12045"/>
                  <a:pt x="154755" y="8202"/>
                  <a:pt x="148605" y="5384"/>
                </a:cubicBezTo>
                <a:cubicBezTo>
                  <a:pt x="136305" y="0"/>
                  <a:pt x="124518" y="0"/>
                  <a:pt x="120933" y="0"/>
                </a:cubicBezTo>
                <a:cubicBezTo>
                  <a:pt x="86600" y="0"/>
                  <a:pt x="44580" y="25635"/>
                  <a:pt x="44580" y="55124"/>
                </a:cubicBezTo>
                <a:cubicBezTo>
                  <a:pt x="44580" y="76920"/>
                  <a:pt x="69175" y="87433"/>
                  <a:pt x="79680" y="91792"/>
                </a:cubicBezTo>
                <a:cubicBezTo>
                  <a:pt x="98641" y="99998"/>
                  <a:pt x="123494" y="111027"/>
                  <a:pt x="123494" y="133585"/>
                </a:cubicBezTo>
                <a:cubicBezTo>
                  <a:pt x="123494" y="142819"/>
                  <a:pt x="118626" y="155900"/>
                  <a:pt x="107863" y="163082"/>
                </a:cubicBezTo>
                <a:cubicBezTo>
                  <a:pt x="97871" y="169752"/>
                  <a:pt x="80708" y="172058"/>
                  <a:pt x="70969" y="172058"/>
                </a:cubicBezTo>
                <a:cubicBezTo>
                  <a:pt x="44322" y="172058"/>
                  <a:pt x="22288" y="154876"/>
                  <a:pt x="22288" y="137432"/>
                </a:cubicBezTo>
                <a:cubicBezTo>
                  <a:pt x="22288" y="132814"/>
                  <a:pt x="23312" y="128455"/>
                  <a:pt x="25365" y="1243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59FE9864-342F-4EB5-A51B-CDF4AE80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020" y="849145"/>
            <a:ext cx="175252" cy="63303"/>
          </a:xfrm>
          <a:custGeom xmlns:a="http://schemas.openxmlformats.org/drawingml/2006/main">
            <a:pathLst>
              <a:path w="175252" h="63303">
                <a:moveTo>
                  <a:pt x="166796" y="11021"/>
                </a:moveTo>
                <a:cubicBezTo>
                  <a:pt x="170385" y="11021"/>
                  <a:pt x="175252" y="11021"/>
                  <a:pt x="175252" y="5638"/>
                </a:cubicBezTo>
                <a:cubicBezTo>
                  <a:pt x="175252" y="0"/>
                  <a:pt x="169614" y="0"/>
                  <a:pt x="165771" y="0"/>
                </a:cubicBezTo>
                <a:lnTo>
                  <a:pt x="9481" y="0"/>
                </a:lnTo>
                <a:cubicBezTo>
                  <a:pt x="5638" y="0"/>
                  <a:pt x="0" y="0"/>
                  <a:pt x="0" y="5638"/>
                </a:cubicBezTo>
                <a:cubicBezTo>
                  <a:pt x="0" y="11021"/>
                  <a:pt x="5125" y="11021"/>
                  <a:pt x="8456" y="11021"/>
                </a:cubicBezTo>
                <a:lnTo>
                  <a:pt x="166796" y="11021"/>
                </a:lnTo>
                <a:moveTo>
                  <a:pt x="165771" y="63303"/>
                </a:moveTo>
                <a:cubicBezTo>
                  <a:pt x="169614" y="63303"/>
                  <a:pt x="175252" y="63303"/>
                  <a:pt x="175252" y="57670"/>
                </a:cubicBezTo>
                <a:cubicBezTo>
                  <a:pt x="175252" y="52286"/>
                  <a:pt x="170385" y="52286"/>
                  <a:pt x="166796" y="52286"/>
                </a:cubicBezTo>
                <a:lnTo>
                  <a:pt x="8456" y="52286"/>
                </a:lnTo>
                <a:cubicBezTo>
                  <a:pt x="5125" y="52286"/>
                  <a:pt x="0" y="52286"/>
                  <a:pt x="0" y="57670"/>
                </a:cubicBezTo>
                <a:cubicBezTo>
                  <a:pt x="0" y="63303"/>
                  <a:pt x="5638" y="63303"/>
                  <a:pt x="9481" y="63303"/>
                </a:cubicBezTo>
                <a:lnTo>
                  <a:pt x="165771" y="63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1DCEC70A-87D7-4997-9005-D7F4436B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234" y="764324"/>
            <a:ext cx="163207" cy="186406"/>
          </a:xfrm>
          <a:custGeom xmlns:a="http://schemas.openxmlformats.org/drawingml/2006/main">
            <a:pathLst>
              <a:path w="163207" h="186406">
                <a:moveTo>
                  <a:pt x="25365" y="124350"/>
                </a:moveTo>
                <a:cubicBezTo>
                  <a:pt x="36636" y="119225"/>
                  <a:pt x="37406" y="114616"/>
                  <a:pt x="37406" y="114104"/>
                </a:cubicBezTo>
                <a:cubicBezTo>
                  <a:pt x="37406" y="112563"/>
                  <a:pt x="36123" y="112309"/>
                  <a:pt x="34587" y="112309"/>
                </a:cubicBezTo>
                <a:cubicBezTo>
                  <a:pt x="24852" y="112309"/>
                  <a:pt x="0" y="124092"/>
                  <a:pt x="0" y="148719"/>
                </a:cubicBezTo>
                <a:cubicBezTo>
                  <a:pt x="0" y="167187"/>
                  <a:pt x="22034" y="186406"/>
                  <a:pt x="53548" y="186406"/>
                </a:cubicBezTo>
                <a:cubicBezTo>
                  <a:pt x="97104" y="186406"/>
                  <a:pt x="145786" y="156925"/>
                  <a:pt x="145786" y="122302"/>
                </a:cubicBezTo>
                <a:cubicBezTo>
                  <a:pt x="145786" y="97691"/>
                  <a:pt x="119397" y="86150"/>
                  <a:pt x="99154" y="77432"/>
                </a:cubicBezTo>
                <a:cubicBezTo>
                  <a:pt x="90443" y="73843"/>
                  <a:pt x="66872" y="63843"/>
                  <a:pt x="66872" y="43842"/>
                </a:cubicBezTo>
                <a:cubicBezTo>
                  <a:pt x="66872" y="35123"/>
                  <a:pt x="71481" y="25635"/>
                  <a:pt x="77889" y="20760"/>
                </a:cubicBezTo>
                <a:cubicBezTo>
                  <a:pt x="83781" y="16400"/>
                  <a:pt x="95310" y="14352"/>
                  <a:pt x="103509" y="14352"/>
                </a:cubicBezTo>
                <a:cubicBezTo>
                  <a:pt x="106839" y="14352"/>
                  <a:pt x="117344" y="14864"/>
                  <a:pt x="127849" y="19223"/>
                </a:cubicBezTo>
                <a:cubicBezTo>
                  <a:pt x="133487" y="21530"/>
                  <a:pt x="140919" y="24607"/>
                  <a:pt x="140919" y="36148"/>
                </a:cubicBezTo>
                <a:cubicBezTo>
                  <a:pt x="140919" y="39482"/>
                  <a:pt x="140148" y="42559"/>
                  <a:pt x="139890" y="42813"/>
                </a:cubicBezTo>
                <a:cubicBezTo>
                  <a:pt x="139636" y="43842"/>
                  <a:pt x="139378" y="45378"/>
                  <a:pt x="139378" y="46148"/>
                </a:cubicBezTo>
                <a:cubicBezTo>
                  <a:pt x="139378" y="46918"/>
                  <a:pt x="139890" y="47943"/>
                  <a:pt x="141943" y="47943"/>
                </a:cubicBezTo>
                <a:cubicBezTo>
                  <a:pt x="145274" y="47943"/>
                  <a:pt x="153472" y="44096"/>
                  <a:pt x="157569" y="40507"/>
                </a:cubicBezTo>
                <a:cubicBezTo>
                  <a:pt x="160388" y="37688"/>
                  <a:pt x="163207" y="34607"/>
                  <a:pt x="163207" y="24865"/>
                </a:cubicBezTo>
                <a:cubicBezTo>
                  <a:pt x="163207" y="12045"/>
                  <a:pt x="154755" y="8202"/>
                  <a:pt x="148605" y="5384"/>
                </a:cubicBezTo>
                <a:cubicBezTo>
                  <a:pt x="136305" y="0"/>
                  <a:pt x="124518" y="0"/>
                  <a:pt x="120933" y="0"/>
                </a:cubicBezTo>
                <a:cubicBezTo>
                  <a:pt x="86600" y="0"/>
                  <a:pt x="44580" y="25635"/>
                  <a:pt x="44580" y="55124"/>
                </a:cubicBezTo>
                <a:cubicBezTo>
                  <a:pt x="44580" y="76920"/>
                  <a:pt x="69175" y="87433"/>
                  <a:pt x="79680" y="91792"/>
                </a:cubicBezTo>
                <a:cubicBezTo>
                  <a:pt x="98641" y="99998"/>
                  <a:pt x="123494" y="111027"/>
                  <a:pt x="123494" y="133585"/>
                </a:cubicBezTo>
                <a:cubicBezTo>
                  <a:pt x="123494" y="142819"/>
                  <a:pt x="118626" y="155900"/>
                  <a:pt x="107863" y="163082"/>
                </a:cubicBezTo>
                <a:cubicBezTo>
                  <a:pt x="97871" y="169752"/>
                  <a:pt x="80708" y="172058"/>
                  <a:pt x="70969" y="172058"/>
                </a:cubicBezTo>
                <a:cubicBezTo>
                  <a:pt x="44322" y="172058"/>
                  <a:pt x="22288" y="154876"/>
                  <a:pt x="22288" y="137432"/>
                </a:cubicBezTo>
                <a:cubicBezTo>
                  <a:pt x="22288" y="132814"/>
                  <a:pt x="23312" y="128455"/>
                  <a:pt x="25365" y="1243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C2AEAAB4-A5B1-47DF-9C0A-DFDDB06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480" y="859840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09"/>
                  <a:pt x="6151" y="11009"/>
                  <a:pt x="0" y="11009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8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2"/>
                  <a:pt x="23744" y="112912"/>
                  <a:pt x="33309" y="112912"/>
                </a:cubicBezTo>
                <a:cubicBezTo>
                  <a:pt x="42875" y="112912"/>
                  <a:pt x="56199" y="112912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958550CD-C620-4EED-B152-F08FBF8E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35" y="817119"/>
            <a:ext cx="127083" cy="127357"/>
          </a:xfrm>
          <a:custGeom xmlns:a="http://schemas.openxmlformats.org/drawingml/2006/main">
            <a:pathLst>
              <a:path w="127083" h="127357">
                <a:moveTo>
                  <a:pt x="123498" y="11533"/>
                </a:moveTo>
                <a:cubicBezTo>
                  <a:pt x="126317" y="8714"/>
                  <a:pt x="127083" y="7432"/>
                  <a:pt x="127083" y="5638"/>
                </a:cubicBezTo>
                <a:cubicBezTo>
                  <a:pt x="127083" y="2307"/>
                  <a:pt x="124523" y="0"/>
                  <a:pt x="121704" y="0"/>
                </a:cubicBezTo>
                <a:cubicBezTo>
                  <a:pt x="119655" y="0"/>
                  <a:pt x="119397" y="516"/>
                  <a:pt x="116324" y="3331"/>
                </a:cubicBezTo>
                <a:lnTo>
                  <a:pt x="63542" y="55863"/>
                </a:lnTo>
                <a:lnTo>
                  <a:pt x="8456" y="1028"/>
                </a:lnTo>
                <a:cubicBezTo>
                  <a:pt x="7174" y="0"/>
                  <a:pt x="5896" y="0"/>
                  <a:pt x="5638" y="0"/>
                </a:cubicBezTo>
                <a:cubicBezTo>
                  <a:pt x="2565" y="0"/>
                  <a:pt x="0" y="2565"/>
                  <a:pt x="0" y="5638"/>
                </a:cubicBezTo>
                <a:cubicBezTo>
                  <a:pt x="0" y="7690"/>
                  <a:pt x="1028" y="8714"/>
                  <a:pt x="3843" y="11533"/>
                </a:cubicBezTo>
                <a:lnTo>
                  <a:pt x="55856" y="63553"/>
                </a:lnTo>
                <a:lnTo>
                  <a:pt x="3843" y="115573"/>
                </a:lnTo>
                <a:cubicBezTo>
                  <a:pt x="258" y="119159"/>
                  <a:pt x="0" y="120441"/>
                  <a:pt x="0" y="121723"/>
                </a:cubicBezTo>
                <a:cubicBezTo>
                  <a:pt x="0" y="124796"/>
                  <a:pt x="2565" y="127357"/>
                  <a:pt x="5638" y="127357"/>
                </a:cubicBezTo>
                <a:cubicBezTo>
                  <a:pt x="5896" y="127357"/>
                  <a:pt x="7174" y="127357"/>
                  <a:pt x="8456" y="126591"/>
                </a:cubicBezTo>
                <a:lnTo>
                  <a:pt x="63542" y="71497"/>
                </a:lnTo>
                <a:lnTo>
                  <a:pt x="117091" y="124796"/>
                </a:lnTo>
                <a:cubicBezTo>
                  <a:pt x="118631" y="126332"/>
                  <a:pt x="119397" y="127357"/>
                  <a:pt x="121704" y="127357"/>
                </a:cubicBezTo>
                <a:cubicBezTo>
                  <a:pt x="124523" y="127357"/>
                  <a:pt x="127083" y="125054"/>
                  <a:pt x="127083" y="121723"/>
                </a:cubicBezTo>
                <a:cubicBezTo>
                  <a:pt x="127083" y="120699"/>
                  <a:pt x="126571" y="119159"/>
                  <a:pt x="125805" y="118646"/>
                </a:cubicBezTo>
                <a:cubicBezTo>
                  <a:pt x="125293" y="117622"/>
                  <a:pt x="79943" y="72264"/>
                  <a:pt x="71232" y="63807"/>
                </a:cubicBezTo>
                <a:lnTo>
                  <a:pt x="123498" y="11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3A13A726-61BF-4D85-B352-13ACDC33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630" y="866765"/>
            <a:ext cx="27672" cy="27668"/>
          </a:xfrm>
          <a:custGeom xmlns:a="http://schemas.openxmlformats.org/drawingml/2006/main">
            <a:pathLst>
              <a:path w="27672" h="27668">
                <a:moveTo>
                  <a:pt x="27672" y="13836"/>
                </a:moveTo>
                <a:cubicBezTo>
                  <a:pt x="27672" y="6404"/>
                  <a:pt x="21776" y="0"/>
                  <a:pt x="13836" y="0"/>
                </a:cubicBezTo>
                <a:cubicBezTo>
                  <a:pt x="5892" y="0"/>
                  <a:pt x="0" y="6404"/>
                  <a:pt x="0" y="13836"/>
                </a:cubicBezTo>
                <a:cubicBezTo>
                  <a:pt x="0" y="21264"/>
                  <a:pt x="5892" y="27668"/>
                  <a:pt x="13836" y="27668"/>
                </a:cubicBezTo>
                <a:cubicBezTo>
                  <a:pt x="21776" y="27668"/>
                  <a:pt x="27672" y="21264"/>
                  <a:pt x="27672" y="138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51439C6F-623A-4816-B69B-5B2E645D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976" y="866765"/>
            <a:ext cx="27672" cy="27668"/>
          </a:xfrm>
          <a:custGeom xmlns:a="http://schemas.openxmlformats.org/drawingml/2006/main">
            <a:pathLst>
              <a:path w="27672" h="27668">
                <a:moveTo>
                  <a:pt x="27672" y="13836"/>
                </a:moveTo>
                <a:cubicBezTo>
                  <a:pt x="27672" y="6404"/>
                  <a:pt x="21776" y="0"/>
                  <a:pt x="13836" y="0"/>
                </a:cubicBezTo>
                <a:cubicBezTo>
                  <a:pt x="5892" y="0"/>
                  <a:pt x="0" y="6404"/>
                  <a:pt x="0" y="13836"/>
                </a:cubicBezTo>
                <a:cubicBezTo>
                  <a:pt x="0" y="21264"/>
                  <a:pt x="5892" y="27668"/>
                  <a:pt x="13836" y="27668"/>
                </a:cubicBezTo>
                <a:cubicBezTo>
                  <a:pt x="21776" y="27668"/>
                  <a:pt x="27672" y="21264"/>
                  <a:pt x="27672" y="138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C247EFC3-5432-416A-858F-0AC2D219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067" y="866765"/>
            <a:ext cx="27672" cy="27668"/>
          </a:xfrm>
          <a:custGeom xmlns:a="http://schemas.openxmlformats.org/drawingml/2006/main">
            <a:pathLst>
              <a:path w="27672" h="27668">
                <a:moveTo>
                  <a:pt x="27672" y="13836"/>
                </a:moveTo>
                <a:cubicBezTo>
                  <a:pt x="27672" y="6404"/>
                  <a:pt x="21776" y="0"/>
                  <a:pt x="13836" y="0"/>
                </a:cubicBezTo>
                <a:cubicBezTo>
                  <a:pt x="5892" y="0"/>
                  <a:pt x="0" y="6404"/>
                  <a:pt x="0" y="13836"/>
                </a:cubicBezTo>
                <a:cubicBezTo>
                  <a:pt x="0" y="21264"/>
                  <a:pt x="5892" y="27668"/>
                  <a:pt x="13836" y="27668"/>
                </a:cubicBezTo>
                <a:cubicBezTo>
                  <a:pt x="21776" y="27668"/>
                  <a:pt x="27672" y="21264"/>
                  <a:pt x="27672" y="138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0C0F36DE-401E-4722-A257-DD660729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899" y="817119"/>
            <a:ext cx="127083" cy="127357"/>
          </a:xfrm>
          <a:custGeom xmlns:a="http://schemas.openxmlformats.org/drawingml/2006/main">
            <a:pathLst>
              <a:path w="127083" h="127357">
                <a:moveTo>
                  <a:pt x="123498" y="11533"/>
                </a:moveTo>
                <a:cubicBezTo>
                  <a:pt x="126317" y="8714"/>
                  <a:pt x="127083" y="7432"/>
                  <a:pt x="127083" y="5638"/>
                </a:cubicBezTo>
                <a:cubicBezTo>
                  <a:pt x="127083" y="2307"/>
                  <a:pt x="124523" y="0"/>
                  <a:pt x="121704" y="0"/>
                </a:cubicBezTo>
                <a:cubicBezTo>
                  <a:pt x="119655" y="0"/>
                  <a:pt x="119397" y="516"/>
                  <a:pt x="116324" y="3331"/>
                </a:cubicBezTo>
                <a:lnTo>
                  <a:pt x="63542" y="55863"/>
                </a:lnTo>
                <a:lnTo>
                  <a:pt x="8456" y="1028"/>
                </a:lnTo>
                <a:cubicBezTo>
                  <a:pt x="7174" y="0"/>
                  <a:pt x="5896" y="0"/>
                  <a:pt x="5638" y="0"/>
                </a:cubicBezTo>
                <a:cubicBezTo>
                  <a:pt x="2565" y="0"/>
                  <a:pt x="0" y="2565"/>
                  <a:pt x="0" y="5638"/>
                </a:cubicBezTo>
                <a:cubicBezTo>
                  <a:pt x="0" y="7690"/>
                  <a:pt x="1028" y="8714"/>
                  <a:pt x="3843" y="11533"/>
                </a:cubicBezTo>
                <a:lnTo>
                  <a:pt x="55856" y="63553"/>
                </a:lnTo>
                <a:lnTo>
                  <a:pt x="3843" y="115573"/>
                </a:lnTo>
                <a:cubicBezTo>
                  <a:pt x="258" y="119159"/>
                  <a:pt x="0" y="120441"/>
                  <a:pt x="0" y="121723"/>
                </a:cubicBezTo>
                <a:cubicBezTo>
                  <a:pt x="0" y="124796"/>
                  <a:pt x="2565" y="127357"/>
                  <a:pt x="5638" y="127357"/>
                </a:cubicBezTo>
                <a:cubicBezTo>
                  <a:pt x="5896" y="127357"/>
                  <a:pt x="7174" y="127357"/>
                  <a:pt x="8456" y="126591"/>
                </a:cubicBezTo>
                <a:lnTo>
                  <a:pt x="63542" y="71497"/>
                </a:lnTo>
                <a:lnTo>
                  <a:pt x="117091" y="124796"/>
                </a:lnTo>
                <a:cubicBezTo>
                  <a:pt x="118631" y="126332"/>
                  <a:pt x="119397" y="127357"/>
                  <a:pt x="121704" y="127357"/>
                </a:cubicBezTo>
                <a:cubicBezTo>
                  <a:pt x="124523" y="127357"/>
                  <a:pt x="127083" y="125054"/>
                  <a:pt x="127083" y="121723"/>
                </a:cubicBezTo>
                <a:cubicBezTo>
                  <a:pt x="127083" y="120699"/>
                  <a:pt x="126571" y="119159"/>
                  <a:pt x="125805" y="118646"/>
                </a:cubicBezTo>
                <a:cubicBezTo>
                  <a:pt x="125293" y="117622"/>
                  <a:pt x="79943" y="72264"/>
                  <a:pt x="71232" y="63807"/>
                </a:cubicBezTo>
                <a:lnTo>
                  <a:pt x="123498" y="11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D681EA9D-E205-465E-AEDF-132A5044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473" y="764324"/>
            <a:ext cx="163207" cy="186406"/>
          </a:xfrm>
          <a:custGeom xmlns:a="http://schemas.openxmlformats.org/drawingml/2006/main">
            <a:pathLst>
              <a:path w="163207" h="186406">
                <a:moveTo>
                  <a:pt x="25365" y="124350"/>
                </a:moveTo>
                <a:cubicBezTo>
                  <a:pt x="36636" y="119225"/>
                  <a:pt x="37406" y="114616"/>
                  <a:pt x="37406" y="114104"/>
                </a:cubicBezTo>
                <a:cubicBezTo>
                  <a:pt x="37406" y="112563"/>
                  <a:pt x="36123" y="112309"/>
                  <a:pt x="34587" y="112309"/>
                </a:cubicBezTo>
                <a:cubicBezTo>
                  <a:pt x="24852" y="112309"/>
                  <a:pt x="0" y="124092"/>
                  <a:pt x="0" y="148719"/>
                </a:cubicBezTo>
                <a:cubicBezTo>
                  <a:pt x="0" y="167187"/>
                  <a:pt x="22034" y="186406"/>
                  <a:pt x="53548" y="186406"/>
                </a:cubicBezTo>
                <a:cubicBezTo>
                  <a:pt x="97104" y="186406"/>
                  <a:pt x="145786" y="156925"/>
                  <a:pt x="145786" y="122302"/>
                </a:cubicBezTo>
                <a:cubicBezTo>
                  <a:pt x="145786" y="97691"/>
                  <a:pt x="119396" y="86150"/>
                  <a:pt x="99153" y="77432"/>
                </a:cubicBezTo>
                <a:cubicBezTo>
                  <a:pt x="90443" y="73843"/>
                  <a:pt x="66872" y="63843"/>
                  <a:pt x="66872" y="43842"/>
                </a:cubicBezTo>
                <a:cubicBezTo>
                  <a:pt x="66872" y="35123"/>
                  <a:pt x="71481" y="25635"/>
                  <a:pt x="77889" y="20760"/>
                </a:cubicBezTo>
                <a:cubicBezTo>
                  <a:pt x="83781" y="16400"/>
                  <a:pt x="95310" y="14352"/>
                  <a:pt x="103509" y="14352"/>
                </a:cubicBezTo>
                <a:cubicBezTo>
                  <a:pt x="106839" y="14352"/>
                  <a:pt x="117344" y="14864"/>
                  <a:pt x="127849" y="19223"/>
                </a:cubicBezTo>
                <a:cubicBezTo>
                  <a:pt x="133487" y="21530"/>
                  <a:pt x="140919" y="24607"/>
                  <a:pt x="140919" y="36148"/>
                </a:cubicBezTo>
                <a:cubicBezTo>
                  <a:pt x="140919" y="39482"/>
                  <a:pt x="140148" y="42559"/>
                  <a:pt x="139890" y="42813"/>
                </a:cubicBezTo>
                <a:cubicBezTo>
                  <a:pt x="139636" y="43842"/>
                  <a:pt x="139378" y="45378"/>
                  <a:pt x="139378" y="46148"/>
                </a:cubicBezTo>
                <a:cubicBezTo>
                  <a:pt x="139378" y="46918"/>
                  <a:pt x="139890" y="47943"/>
                  <a:pt x="141943" y="47943"/>
                </a:cubicBezTo>
                <a:cubicBezTo>
                  <a:pt x="145274" y="47943"/>
                  <a:pt x="153472" y="44096"/>
                  <a:pt x="157569" y="40507"/>
                </a:cubicBezTo>
                <a:cubicBezTo>
                  <a:pt x="160388" y="37688"/>
                  <a:pt x="163207" y="34607"/>
                  <a:pt x="163207" y="24865"/>
                </a:cubicBezTo>
                <a:cubicBezTo>
                  <a:pt x="163207" y="12045"/>
                  <a:pt x="154755" y="8202"/>
                  <a:pt x="148604" y="5384"/>
                </a:cubicBezTo>
                <a:cubicBezTo>
                  <a:pt x="136305" y="0"/>
                  <a:pt x="124518" y="0"/>
                  <a:pt x="120933" y="0"/>
                </a:cubicBezTo>
                <a:cubicBezTo>
                  <a:pt x="86600" y="0"/>
                  <a:pt x="44580" y="25635"/>
                  <a:pt x="44580" y="55124"/>
                </a:cubicBezTo>
                <a:cubicBezTo>
                  <a:pt x="44580" y="76920"/>
                  <a:pt x="69175" y="87433"/>
                  <a:pt x="79680" y="91792"/>
                </a:cubicBezTo>
                <a:cubicBezTo>
                  <a:pt x="98641" y="99998"/>
                  <a:pt x="123494" y="111027"/>
                  <a:pt x="123494" y="133585"/>
                </a:cubicBezTo>
                <a:cubicBezTo>
                  <a:pt x="123494" y="142819"/>
                  <a:pt x="118626" y="155900"/>
                  <a:pt x="107863" y="163082"/>
                </a:cubicBezTo>
                <a:cubicBezTo>
                  <a:pt x="97871" y="169752"/>
                  <a:pt x="80708" y="172058"/>
                  <a:pt x="70969" y="172058"/>
                </a:cubicBezTo>
                <a:cubicBezTo>
                  <a:pt x="44322" y="172058"/>
                  <a:pt x="22288" y="154876"/>
                  <a:pt x="22288" y="137432"/>
                </a:cubicBezTo>
                <a:cubicBezTo>
                  <a:pt x="22288" y="132814"/>
                  <a:pt x="23312" y="128455"/>
                  <a:pt x="25365" y="1243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1C430801-0FCA-4579-9CD3-E4535C9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144" y="856838"/>
            <a:ext cx="157997" cy="116598"/>
          </a:xfrm>
          <a:custGeom xmlns:a="http://schemas.openxmlformats.org/drawingml/2006/main">
            <a:pathLst>
              <a:path w="157997" h="116598">
                <a:moveTo>
                  <a:pt x="135963" y="18784"/>
                </a:moveTo>
                <a:cubicBezTo>
                  <a:pt x="137842" y="11614"/>
                  <a:pt x="141259" y="7347"/>
                  <a:pt x="154242" y="6834"/>
                </a:cubicBezTo>
                <a:cubicBezTo>
                  <a:pt x="155266" y="6834"/>
                  <a:pt x="157997" y="6662"/>
                  <a:pt x="157997" y="2734"/>
                </a:cubicBezTo>
                <a:cubicBezTo>
                  <a:pt x="157997" y="1027"/>
                  <a:pt x="156973" y="0"/>
                  <a:pt x="155266" y="0"/>
                </a:cubicBezTo>
                <a:cubicBezTo>
                  <a:pt x="151166" y="0"/>
                  <a:pt x="141087" y="685"/>
                  <a:pt x="136990" y="685"/>
                </a:cubicBezTo>
                <a:lnTo>
                  <a:pt x="127594" y="513"/>
                </a:lnTo>
                <a:cubicBezTo>
                  <a:pt x="124519" y="513"/>
                  <a:pt x="120933" y="0"/>
                  <a:pt x="118029" y="0"/>
                </a:cubicBezTo>
                <a:cubicBezTo>
                  <a:pt x="115126" y="0"/>
                  <a:pt x="114270" y="2221"/>
                  <a:pt x="114270" y="4272"/>
                </a:cubicBezTo>
                <a:cubicBezTo>
                  <a:pt x="114270" y="6834"/>
                  <a:pt x="117005" y="6834"/>
                  <a:pt x="118371" y="6834"/>
                </a:cubicBezTo>
                <a:cubicBezTo>
                  <a:pt x="126398" y="7006"/>
                  <a:pt x="129643" y="9224"/>
                  <a:pt x="129643" y="13662"/>
                </a:cubicBezTo>
                <a:cubicBezTo>
                  <a:pt x="129643" y="14345"/>
                  <a:pt x="129473" y="15370"/>
                  <a:pt x="129302" y="16394"/>
                </a:cubicBezTo>
                <a:lnTo>
                  <a:pt x="110512" y="91332"/>
                </a:lnTo>
                <a:lnTo>
                  <a:pt x="63882" y="3075"/>
                </a:lnTo>
                <a:cubicBezTo>
                  <a:pt x="62175" y="172"/>
                  <a:pt x="62003" y="0"/>
                  <a:pt x="57903" y="0"/>
                </a:cubicBezTo>
                <a:lnTo>
                  <a:pt x="33307" y="0"/>
                </a:lnTo>
                <a:cubicBezTo>
                  <a:pt x="30062" y="0"/>
                  <a:pt x="27500" y="0"/>
                  <a:pt x="27500" y="4272"/>
                </a:cubicBezTo>
                <a:cubicBezTo>
                  <a:pt x="27500" y="6834"/>
                  <a:pt x="29890" y="6834"/>
                  <a:pt x="33820" y="6834"/>
                </a:cubicBezTo>
                <a:cubicBezTo>
                  <a:pt x="34845" y="6834"/>
                  <a:pt x="40652" y="6834"/>
                  <a:pt x="44751" y="7689"/>
                </a:cubicBezTo>
                <a:lnTo>
                  <a:pt x="22204" y="97647"/>
                </a:lnTo>
                <a:cubicBezTo>
                  <a:pt x="20496" y="104134"/>
                  <a:pt x="17934" y="109256"/>
                  <a:pt x="3756" y="109766"/>
                </a:cubicBezTo>
                <a:cubicBezTo>
                  <a:pt x="1536" y="109766"/>
                  <a:pt x="0" y="110963"/>
                  <a:pt x="0" y="114208"/>
                </a:cubicBezTo>
                <a:cubicBezTo>
                  <a:pt x="170" y="114891"/>
                  <a:pt x="342" y="116598"/>
                  <a:pt x="2904" y="116598"/>
                </a:cubicBezTo>
                <a:cubicBezTo>
                  <a:pt x="7003" y="116598"/>
                  <a:pt x="17080" y="115915"/>
                  <a:pt x="21179" y="115915"/>
                </a:cubicBezTo>
                <a:lnTo>
                  <a:pt x="30575" y="116087"/>
                </a:lnTo>
                <a:cubicBezTo>
                  <a:pt x="33649" y="116087"/>
                  <a:pt x="37234" y="116598"/>
                  <a:pt x="40141" y="116598"/>
                </a:cubicBezTo>
                <a:cubicBezTo>
                  <a:pt x="43727" y="116598"/>
                  <a:pt x="43897" y="113012"/>
                  <a:pt x="43897" y="112159"/>
                </a:cubicBezTo>
                <a:cubicBezTo>
                  <a:pt x="43386" y="109766"/>
                  <a:pt x="41676" y="109766"/>
                  <a:pt x="39627" y="109766"/>
                </a:cubicBezTo>
                <a:cubicBezTo>
                  <a:pt x="31769" y="109597"/>
                  <a:pt x="28354" y="107377"/>
                  <a:pt x="28354" y="102938"/>
                </a:cubicBezTo>
                <a:cubicBezTo>
                  <a:pt x="28354" y="101914"/>
                  <a:pt x="28524" y="101231"/>
                  <a:pt x="29038" y="99354"/>
                </a:cubicBezTo>
                <a:lnTo>
                  <a:pt x="50900" y="12125"/>
                </a:lnTo>
                <a:lnTo>
                  <a:pt x="104536" y="113694"/>
                </a:lnTo>
                <a:cubicBezTo>
                  <a:pt x="105730" y="116087"/>
                  <a:pt x="106071" y="116598"/>
                  <a:pt x="108463" y="116598"/>
                </a:cubicBezTo>
                <a:cubicBezTo>
                  <a:pt x="111367" y="116598"/>
                  <a:pt x="111708" y="115746"/>
                  <a:pt x="112391" y="112670"/>
                </a:cubicBezTo>
                <a:lnTo>
                  <a:pt x="135963" y="18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9CCAAA58-7D7A-4657-8448-EA65248B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318" y="1029140"/>
            <a:ext cx="191137" cy="174897"/>
          </a:xfrm>
          <a:custGeom xmlns:a="http://schemas.openxmlformats.org/drawingml/2006/main">
            <a:pathLst>
              <a:path w="191137" h="174897">
                <a:moveTo>
                  <a:pt x="112223" y="85322"/>
                </a:moveTo>
                <a:cubicBezTo>
                  <a:pt x="129902" y="85834"/>
                  <a:pt x="130156" y="87624"/>
                  <a:pt x="130668" y="90185"/>
                </a:cubicBezTo>
                <a:cubicBezTo>
                  <a:pt x="130926" y="91463"/>
                  <a:pt x="131438" y="92234"/>
                  <a:pt x="133745" y="92234"/>
                </a:cubicBezTo>
                <a:cubicBezTo>
                  <a:pt x="138354" y="92234"/>
                  <a:pt x="146811" y="87370"/>
                  <a:pt x="146811" y="82249"/>
                </a:cubicBezTo>
                <a:cubicBezTo>
                  <a:pt x="146811" y="75333"/>
                  <a:pt x="136052" y="74305"/>
                  <a:pt x="130414" y="74050"/>
                </a:cubicBezTo>
                <a:cubicBezTo>
                  <a:pt x="129902" y="74050"/>
                  <a:pt x="125035" y="73792"/>
                  <a:pt x="125035" y="73538"/>
                </a:cubicBezTo>
                <a:cubicBezTo>
                  <a:pt x="125035" y="73026"/>
                  <a:pt x="125547" y="72768"/>
                  <a:pt x="125801" y="72256"/>
                </a:cubicBezTo>
                <a:cubicBezTo>
                  <a:pt x="142456" y="57138"/>
                  <a:pt x="191137" y="5125"/>
                  <a:pt x="191137" y="1540"/>
                </a:cubicBezTo>
                <a:cubicBezTo>
                  <a:pt x="191137" y="516"/>
                  <a:pt x="189854" y="0"/>
                  <a:pt x="188831" y="0"/>
                </a:cubicBezTo>
                <a:cubicBezTo>
                  <a:pt x="187294" y="0"/>
                  <a:pt x="181144" y="1282"/>
                  <a:pt x="172946" y="7178"/>
                </a:cubicBezTo>
                <a:cubicBezTo>
                  <a:pt x="164748" y="7178"/>
                  <a:pt x="157828" y="6408"/>
                  <a:pt x="141173" y="3589"/>
                </a:cubicBezTo>
                <a:cubicBezTo>
                  <a:pt x="129390" y="1282"/>
                  <a:pt x="120675" y="0"/>
                  <a:pt x="111453" y="0"/>
                </a:cubicBezTo>
                <a:cubicBezTo>
                  <a:pt x="82503" y="0"/>
                  <a:pt x="57904" y="17425"/>
                  <a:pt x="48423" y="27930"/>
                </a:cubicBezTo>
                <a:cubicBezTo>
                  <a:pt x="42274" y="35104"/>
                  <a:pt x="39714" y="42790"/>
                  <a:pt x="39714" y="44326"/>
                </a:cubicBezTo>
                <a:cubicBezTo>
                  <a:pt x="39714" y="44584"/>
                  <a:pt x="39714" y="45867"/>
                  <a:pt x="42274" y="45867"/>
                </a:cubicBezTo>
                <a:cubicBezTo>
                  <a:pt x="47145" y="45867"/>
                  <a:pt x="62259" y="38181"/>
                  <a:pt x="64566" y="31519"/>
                </a:cubicBezTo>
                <a:cubicBezTo>
                  <a:pt x="67897" y="21526"/>
                  <a:pt x="71482" y="15888"/>
                  <a:pt x="90189" y="15888"/>
                </a:cubicBezTo>
                <a:cubicBezTo>
                  <a:pt x="99412" y="15888"/>
                  <a:pt x="111711" y="17937"/>
                  <a:pt x="120422" y="19474"/>
                </a:cubicBezTo>
                <a:cubicBezTo>
                  <a:pt x="127595" y="21014"/>
                  <a:pt x="139637" y="23062"/>
                  <a:pt x="149372" y="23062"/>
                </a:cubicBezTo>
                <a:cubicBezTo>
                  <a:pt x="152448" y="23062"/>
                  <a:pt x="155267" y="23062"/>
                  <a:pt x="158340" y="22292"/>
                </a:cubicBezTo>
                <a:cubicBezTo>
                  <a:pt x="141173" y="41511"/>
                  <a:pt x="141173" y="42024"/>
                  <a:pt x="109916" y="73792"/>
                </a:cubicBezTo>
                <a:lnTo>
                  <a:pt x="83781" y="73792"/>
                </a:lnTo>
                <a:cubicBezTo>
                  <a:pt x="69434" y="73792"/>
                  <a:pt x="66614" y="81995"/>
                  <a:pt x="66614" y="83019"/>
                </a:cubicBezTo>
                <a:cubicBezTo>
                  <a:pt x="66614" y="85322"/>
                  <a:pt x="68667" y="85322"/>
                  <a:pt x="73277" y="85322"/>
                </a:cubicBezTo>
                <a:lnTo>
                  <a:pt x="97617" y="85322"/>
                </a:lnTo>
                <a:lnTo>
                  <a:pt x="58674" y="121403"/>
                </a:lnTo>
                <a:lnTo>
                  <a:pt x="12041" y="161065"/>
                </a:lnTo>
                <a:cubicBezTo>
                  <a:pt x="8456" y="164138"/>
                  <a:pt x="2307" y="169263"/>
                  <a:pt x="1283" y="170287"/>
                </a:cubicBezTo>
                <a:cubicBezTo>
                  <a:pt x="1283" y="170542"/>
                  <a:pt x="0" y="172082"/>
                  <a:pt x="0" y="173360"/>
                </a:cubicBezTo>
                <a:cubicBezTo>
                  <a:pt x="0" y="174385"/>
                  <a:pt x="1283" y="174897"/>
                  <a:pt x="2307" y="174897"/>
                </a:cubicBezTo>
                <a:cubicBezTo>
                  <a:pt x="3331" y="174897"/>
                  <a:pt x="7428" y="174130"/>
                  <a:pt x="13578" y="170799"/>
                </a:cubicBezTo>
                <a:cubicBezTo>
                  <a:pt x="18445" y="167981"/>
                  <a:pt x="22547" y="167723"/>
                  <a:pt x="28184" y="167723"/>
                </a:cubicBezTo>
                <a:cubicBezTo>
                  <a:pt x="40484" y="167723"/>
                  <a:pt x="59186" y="170029"/>
                  <a:pt x="72252" y="171570"/>
                </a:cubicBezTo>
                <a:cubicBezTo>
                  <a:pt x="84293" y="173106"/>
                  <a:pt x="101460" y="174897"/>
                  <a:pt x="112736" y="174897"/>
                </a:cubicBezTo>
                <a:cubicBezTo>
                  <a:pt x="118627" y="174897"/>
                  <a:pt x="133487" y="174897"/>
                  <a:pt x="154497" y="157734"/>
                </a:cubicBezTo>
                <a:cubicBezTo>
                  <a:pt x="170894" y="144172"/>
                  <a:pt x="176019" y="124726"/>
                  <a:pt x="176019" y="123193"/>
                </a:cubicBezTo>
                <a:cubicBezTo>
                  <a:pt x="176019" y="121657"/>
                  <a:pt x="173970" y="121657"/>
                  <a:pt x="173458" y="121657"/>
                </a:cubicBezTo>
                <a:cubicBezTo>
                  <a:pt x="168079" y="121657"/>
                  <a:pt x="153215" y="129589"/>
                  <a:pt x="151166" y="135985"/>
                </a:cubicBezTo>
                <a:cubicBezTo>
                  <a:pt x="149630" y="141103"/>
                  <a:pt x="147835" y="146220"/>
                  <a:pt x="143737" y="152616"/>
                </a:cubicBezTo>
                <a:cubicBezTo>
                  <a:pt x="139382" y="159012"/>
                  <a:pt x="138866" y="159012"/>
                  <a:pt x="133999" y="159012"/>
                </a:cubicBezTo>
                <a:cubicBezTo>
                  <a:pt x="126825" y="159012"/>
                  <a:pt x="112989" y="157988"/>
                  <a:pt x="94544" y="155685"/>
                </a:cubicBezTo>
                <a:cubicBezTo>
                  <a:pt x="81221" y="153895"/>
                  <a:pt x="62771" y="151850"/>
                  <a:pt x="49448" y="151850"/>
                </a:cubicBezTo>
                <a:cubicBezTo>
                  <a:pt x="47657" y="151850"/>
                  <a:pt x="41762" y="151850"/>
                  <a:pt x="36640" y="152874"/>
                </a:cubicBezTo>
                <a:lnTo>
                  <a:pt x="112223" y="853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C4CB4209-C81D-4C6B-AE49-561800CD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879" y="1108206"/>
            <a:ext cx="175252" cy="63303"/>
          </a:xfrm>
          <a:custGeom xmlns:a="http://schemas.openxmlformats.org/drawingml/2006/main">
            <a:pathLst>
              <a:path w="175252" h="63303">
                <a:moveTo>
                  <a:pt x="166796" y="11021"/>
                </a:moveTo>
                <a:cubicBezTo>
                  <a:pt x="170385" y="11021"/>
                  <a:pt x="175252" y="11021"/>
                  <a:pt x="175252" y="5638"/>
                </a:cubicBezTo>
                <a:cubicBezTo>
                  <a:pt x="175252" y="0"/>
                  <a:pt x="169614" y="0"/>
                  <a:pt x="165771" y="0"/>
                </a:cubicBezTo>
                <a:lnTo>
                  <a:pt x="9481" y="0"/>
                </a:lnTo>
                <a:cubicBezTo>
                  <a:pt x="5638" y="0"/>
                  <a:pt x="0" y="0"/>
                  <a:pt x="0" y="5638"/>
                </a:cubicBezTo>
                <a:cubicBezTo>
                  <a:pt x="0" y="11021"/>
                  <a:pt x="5125" y="11021"/>
                  <a:pt x="8456" y="11021"/>
                </a:cubicBezTo>
                <a:lnTo>
                  <a:pt x="166796" y="11021"/>
                </a:lnTo>
                <a:moveTo>
                  <a:pt x="165771" y="63303"/>
                </a:moveTo>
                <a:cubicBezTo>
                  <a:pt x="169614" y="63303"/>
                  <a:pt x="175252" y="63303"/>
                  <a:pt x="175252" y="57670"/>
                </a:cubicBezTo>
                <a:cubicBezTo>
                  <a:pt x="175252" y="52286"/>
                  <a:pt x="170385" y="52286"/>
                  <a:pt x="166796" y="52286"/>
                </a:cubicBezTo>
                <a:lnTo>
                  <a:pt x="8456" y="52286"/>
                </a:lnTo>
                <a:cubicBezTo>
                  <a:pt x="5125" y="52286"/>
                  <a:pt x="0" y="52286"/>
                  <a:pt x="0" y="57670"/>
                </a:cubicBezTo>
                <a:cubicBezTo>
                  <a:pt x="0" y="63303"/>
                  <a:pt x="5638" y="63303"/>
                  <a:pt x="9481" y="63303"/>
                </a:cubicBezTo>
                <a:lnTo>
                  <a:pt x="165771" y="63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25C556CF-7D46-4EA3-BF46-F647A4C7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988" y="1029140"/>
            <a:ext cx="191137" cy="174897"/>
          </a:xfrm>
          <a:custGeom xmlns:a="http://schemas.openxmlformats.org/drawingml/2006/main">
            <a:pathLst>
              <a:path w="191137" h="174897">
                <a:moveTo>
                  <a:pt x="112223" y="85322"/>
                </a:moveTo>
                <a:cubicBezTo>
                  <a:pt x="129902" y="85834"/>
                  <a:pt x="130156" y="87624"/>
                  <a:pt x="130668" y="90185"/>
                </a:cubicBezTo>
                <a:cubicBezTo>
                  <a:pt x="130926" y="91463"/>
                  <a:pt x="131438" y="92234"/>
                  <a:pt x="133745" y="92234"/>
                </a:cubicBezTo>
                <a:cubicBezTo>
                  <a:pt x="138354" y="92234"/>
                  <a:pt x="146811" y="87370"/>
                  <a:pt x="146811" y="82249"/>
                </a:cubicBezTo>
                <a:cubicBezTo>
                  <a:pt x="146811" y="75333"/>
                  <a:pt x="136052" y="74305"/>
                  <a:pt x="130414" y="74050"/>
                </a:cubicBezTo>
                <a:cubicBezTo>
                  <a:pt x="129902" y="74050"/>
                  <a:pt x="125035" y="73792"/>
                  <a:pt x="125035" y="73538"/>
                </a:cubicBezTo>
                <a:cubicBezTo>
                  <a:pt x="125035" y="73026"/>
                  <a:pt x="125547" y="72768"/>
                  <a:pt x="125801" y="72256"/>
                </a:cubicBezTo>
                <a:cubicBezTo>
                  <a:pt x="142456" y="57138"/>
                  <a:pt x="191137" y="5125"/>
                  <a:pt x="191137" y="1540"/>
                </a:cubicBezTo>
                <a:cubicBezTo>
                  <a:pt x="191137" y="516"/>
                  <a:pt x="189854" y="0"/>
                  <a:pt x="188831" y="0"/>
                </a:cubicBezTo>
                <a:cubicBezTo>
                  <a:pt x="187294" y="0"/>
                  <a:pt x="181144" y="1282"/>
                  <a:pt x="172946" y="7178"/>
                </a:cubicBezTo>
                <a:cubicBezTo>
                  <a:pt x="164748" y="7178"/>
                  <a:pt x="157828" y="6408"/>
                  <a:pt x="141173" y="3589"/>
                </a:cubicBezTo>
                <a:cubicBezTo>
                  <a:pt x="129390" y="1282"/>
                  <a:pt x="120675" y="0"/>
                  <a:pt x="111453" y="0"/>
                </a:cubicBezTo>
                <a:cubicBezTo>
                  <a:pt x="82503" y="0"/>
                  <a:pt x="57904" y="17425"/>
                  <a:pt x="48423" y="27930"/>
                </a:cubicBezTo>
                <a:cubicBezTo>
                  <a:pt x="42274" y="35104"/>
                  <a:pt x="39714" y="42790"/>
                  <a:pt x="39714" y="44326"/>
                </a:cubicBezTo>
                <a:cubicBezTo>
                  <a:pt x="39714" y="44584"/>
                  <a:pt x="39714" y="45867"/>
                  <a:pt x="42274" y="45867"/>
                </a:cubicBezTo>
                <a:cubicBezTo>
                  <a:pt x="47145" y="45867"/>
                  <a:pt x="62259" y="38181"/>
                  <a:pt x="64566" y="31519"/>
                </a:cubicBezTo>
                <a:cubicBezTo>
                  <a:pt x="67897" y="21526"/>
                  <a:pt x="71482" y="15888"/>
                  <a:pt x="90189" y="15888"/>
                </a:cubicBezTo>
                <a:cubicBezTo>
                  <a:pt x="99412" y="15888"/>
                  <a:pt x="111711" y="17937"/>
                  <a:pt x="120422" y="19474"/>
                </a:cubicBezTo>
                <a:cubicBezTo>
                  <a:pt x="127595" y="21014"/>
                  <a:pt x="139637" y="23062"/>
                  <a:pt x="149372" y="23062"/>
                </a:cubicBezTo>
                <a:cubicBezTo>
                  <a:pt x="152448" y="23062"/>
                  <a:pt x="155267" y="23062"/>
                  <a:pt x="158340" y="22292"/>
                </a:cubicBezTo>
                <a:cubicBezTo>
                  <a:pt x="141173" y="41511"/>
                  <a:pt x="141173" y="42024"/>
                  <a:pt x="109916" y="73792"/>
                </a:cubicBezTo>
                <a:lnTo>
                  <a:pt x="83781" y="73792"/>
                </a:lnTo>
                <a:cubicBezTo>
                  <a:pt x="69434" y="73792"/>
                  <a:pt x="66614" y="81995"/>
                  <a:pt x="66614" y="83019"/>
                </a:cubicBezTo>
                <a:cubicBezTo>
                  <a:pt x="66614" y="85322"/>
                  <a:pt x="68667" y="85322"/>
                  <a:pt x="73277" y="85322"/>
                </a:cubicBezTo>
                <a:lnTo>
                  <a:pt x="97617" y="85322"/>
                </a:lnTo>
                <a:lnTo>
                  <a:pt x="58674" y="121403"/>
                </a:lnTo>
                <a:lnTo>
                  <a:pt x="12041" y="161065"/>
                </a:lnTo>
                <a:cubicBezTo>
                  <a:pt x="8456" y="164138"/>
                  <a:pt x="2307" y="169263"/>
                  <a:pt x="1283" y="170287"/>
                </a:cubicBezTo>
                <a:cubicBezTo>
                  <a:pt x="1283" y="170542"/>
                  <a:pt x="0" y="172082"/>
                  <a:pt x="0" y="173360"/>
                </a:cubicBezTo>
                <a:cubicBezTo>
                  <a:pt x="0" y="174385"/>
                  <a:pt x="1283" y="174897"/>
                  <a:pt x="2307" y="174897"/>
                </a:cubicBezTo>
                <a:cubicBezTo>
                  <a:pt x="3331" y="174897"/>
                  <a:pt x="7428" y="174130"/>
                  <a:pt x="13578" y="170799"/>
                </a:cubicBezTo>
                <a:cubicBezTo>
                  <a:pt x="18445" y="167981"/>
                  <a:pt x="22547" y="167723"/>
                  <a:pt x="28184" y="167723"/>
                </a:cubicBezTo>
                <a:cubicBezTo>
                  <a:pt x="40484" y="167723"/>
                  <a:pt x="59186" y="170029"/>
                  <a:pt x="72252" y="171570"/>
                </a:cubicBezTo>
                <a:cubicBezTo>
                  <a:pt x="84293" y="173106"/>
                  <a:pt x="101460" y="174897"/>
                  <a:pt x="112736" y="174897"/>
                </a:cubicBezTo>
                <a:cubicBezTo>
                  <a:pt x="118627" y="174897"/>
                  <a:pt x="133487" y="174897"/>
                  <a:pt x="154497" y="157734"/>
                </a:cubicBezTo>
                <a:cubicBezTo>
                  <a:pt x="170894" y="144172"/>
                  <a:pt x="176019" y="124726"/>
                  <a:pt x="176019" y="123193"/>
                </a:cubicBezTo>
                <a:cubicBezTo>
                  <a:pt x="176019" y="121657"/>
                  <a:pt x="173970" y="121657"/>
                  <a:pt x="173458" y="121657"/>
                </a:cubicBezTo>
                <a:cubicBezTo>
                  <a:pt x="168079" y="121657"/>
                  <a:pt x="153215" y="129589"/>
                  <a:pt x="151166" y="135985"/>
                </a:cubicBezTo>
                <a:cubicBezTo>
                  <a:pt x="149630" y="141103"/>
                  <a:pt x="147835" y="146220"/>
                  <a:pt x="143737" y="152616"/>
                </a:cubicBezTo>
                <a:cubicBezTo>
                  <a:pt x="139382" y="159012"/>
                  <a:pt x="138866" y="159012"/>
                  <a:pt x="133999" y="159012"/>
                </a:cubicBezTo>
                <a:cubicBezTo>
                  <a:pt x="126825" y="159012"/>
                  <a:pt x="112989" y="157988"/>
                  <a:pt x="94544" y="155685"/>
                </a:cubicBezTo>
                <a:cubicBezTo>
                  <a:pt x="81221" y="153895"/>
                  <a:pt x="62771" y="151850"/>
                  <a:pt x="49448" y="151850"/>
                </a:cubicBezTo>
                <a:cubicBezTo>
                  <a:pt x="47657" y="151850"/>
                  <a:pt x="41762" y="151850"/>
                  <a:pt x="36640" y="152874"/>
                </a:cubicBezTo>
                <a:lnTo>
                  <a:pt x="112223" y="853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21B1D034-FB35-4C43-8E02-4965A3D0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029" y="1118901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09"/>
                  <a:pt x="6151" y="11009"/>
                  <a:pt x="0" y="11009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8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2"/>
                  <a:pt x="23744" y="112912"/>
                  <a:pt x="33309" y="112912"/>
                </a:cubicBezTo>
                <a:cubicBezTo>
                  <a:pt x="42875" y="112912"/>
                  <a:pt x="56199" y="112912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06576623-1B37-4466-9007-CFE87FDC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185" y="1076179"/>
            <a:ext cx="127083" cy="127357"/>
          </a:xfrm>
          <a:custGeom xmlns:a="http://schemas.openxmlformats.org/drawingml/2006/main">
            <a:pathLst>
              <a:path w="127083" h="127357">
                <a:moveTo>
                  <a:pt x="123498" y="11533"/>
                </a:moveTo>
                <a:cubicBezTo>
                  <a:pt x="126317" y="8714"/>
                  <a:pt x="127083" y="7432"/>
                  <a:pt x="127083" y="5638"/>
                </a:cubicBezTo>
                <a:cubicBezTo>
                  <a:pt x="127083" y="2307"/>
                  <a:pt x="124523" y="0"/>
                  <a:pt x="121704" y="0"/>
                </a:cubicBezTo>
                <a:cubicBezTo>
                  <a:pt x="119655" y="0"/>
                  <a:pt x="119397" y="516"/>
                  <a:pt x="116324" y="3331"/>
                </a:cubicBezTo>
                <a:lnTo>
                  <a:pt x="63542" y="55863"/>
                </a:lnTo>
                <a:lnTo>
                  <a:pt x="8456" y="1028"/>
                </a:lnTo>
                <a:cubicBezTo>
                  <a:pt x="7174" y="0"/>
                  <a:pt x="5896" y="0"/>
                  <a:pt x="5638" y="0"/>
                </a:cubicBezTo>
                <a:cubicBezTo>
                  <a:pt x="2565" y="0"/>
                  <a:pt x="0" y="2565"/>
                  <a:pt x="0" y="5638"/>
                </a:cubicBezTo>
                <a:cubicBezTo>
                  <a:pt x="0" y="7690"/>
                  <a:pt x="1028" y="8714"/>
                  <a:pt x="3843" y="11533"/>
                </a:cubicBezTo>
                <a:lnTo>
                  <a:pt x="55856" y="63553"/>
                </a:lnTo>
                <a:lnTo>
                  <a:pt x="3843" y="115573"/>
                </a:lnTo>
                <a:cubicBezTo>
                  <a:pt x="258" y="119159"/>
                  <a:pt x="0" y="120441"/>
                  <a:pt x="0" y="121723"/>
                </a:cubicBezTo>
                <a:cubicBezTo>
                  <a:pt x="0" y="124796"/>
                  <a:pt x="2565" y="127357"/>
                  <a:pt x="5638" y="127357"/>
                </a:cubicBezTo>
                <a:cubicBezTo>
                  <a:pt x="5896" y="127357"/>
                  <a:pt x="7174" y="127357"/>
                  <a:pt x="8456" y="126591"/>
                </a:cubicBezTo>
                <a:lnTo>
                  <a:pt x="63542" y="71497"/>
                </a:lnTo>
                <a:lnTo>
                  <a:pt x="117091" y="124796"/>
                </a:lnTo>
                <a:cubicBezTo>
                  <a:pt x="118631" y="126332"/>
                  <a:pt x="119397" y="127357"/>
                  <a:pt x="121704" y="127357"/>
                </a:cubicBezTo>
                <a:cubicBezTo>
                  <a:pt x="124523" y="127357"/>
                  <a:pt x="127083" y="125054"/>
                  <a:pt x="127083" y="121723"/>
                </a:cubicBezTo>
                <a:cubicBezTo>
                  <a:pt x="127083" y="120699"/>
                  <a:pt x="126571" y="119159"/>
                  <a:pt x="125805" y="118646"/>
                </a:cubicBezTo>
                <a:cubicBezTo>
                  <a:pt x="125293" y="117622"/>
                  <a:pt x="79943" y="72264"/>
                  <a:pt x="71232" y="63807"/>
                </a:cubicBezTo>
                <a:lnTo>
                  <a:pt x="123498" y="11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1BBE9507-6F2E-4536-8A7A-41120A0E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180" y="1125826"/>
            <a:ext cx="27672" cy="27668"/>
          </a:xfrm>
          <a:custGeom xmlns:a="http://schemas.openxmlformats.org/drawingml/2006/main">
            <a:pathLst>
              <a:path w="27672" h="27668">
                <a:moveTo>
                  <a:pt x="27672" y="13836"/>
                </a:moveTo>
                <a:cubicBezTo>
                  <a:pt x="27672" y="6404"/>
                  <a:pt x="21776" y="0"/>
                  <a:pt x="13836" y="0"/>
                </a:cubicBezTo>
                <a:cubicBezTo>
                  <a:pt x="5892" y="0"/>
                  <a:pt x="0" y="6404"/>
                  <a:pt x="0" y="13836"/>
                </a:cubicBezTo>
                <a:cubicBezTo>
                  <a:pt x="0" y="21264"/>
                  <a:pt x="5892" y="27668"/>
                  <a:pt x="13836" y="27668"/>
                </a:cubicBezTo>
                <a:cubicBezTo>
                  <a:pt x="21776" y="27668"/>
                  <a:pt x="27672" y="21264"/>
                  <a:pt x="27672" y="138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E670CE3C-FCBF-406F-9003-F8D12D1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526" y="1125826"/>
            <a:ext cx="27672" cy="27668"/>
          </a:xfrm>
          <a:custGeom xmlns:a="http://schemas.openxmlformats.org/drawingml/2006/main">
            <a:pathLst>
              <a:path w="27672" h="27668">
                <a:moveTo>
                  <a:pt x="27672" y="13836"/>
                </a:moveTo>
                <a:cubicBezTo>
                  <a:pt x="27672" y="6404"/>
                  <a:pt x="21776" y="0"/>
                  <a:pt x="13836" y="0"/>
                </a:cubicBezTo>
                <a:cubicBezTo>
                  <a:pt x="5892" y="0"/>
                  <a:pt x="0" y="6404"/>
                  <a:pt x="0" y="13836"/>
                </a:cubicBezTo>
                <a:cubicBezTo>
                  <a:pt x="0" y="21264"/>
                  <a:pt x="5892" y="27668"/>
                  <a:pt x="13836" y="27668"/>
                </a:cubicBezTo>
                <a:cubicBezTo>
                  <a:pt x="21776" y="27668"/>
                  <a:pt x="27672" y="21264"/>
                  <a:pt x="27672" y="138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64A888AA-C7DC-4FCC-8557-816B3D0B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616" y="1125826"/>
            <a:ext cx="27672" cy="27668"/>
          </a:xfrm>
          <a:custGeom xmlns:a="http://schemas.openxmlformats.org/drawingml/2006/main">
            <a:pathLst>
              <a:path w="27672" h="27668">
                <a:moveTo>
                  <a:pt x="27672" y="13836"/>
                </a:moveTo>
                <a:cubicBezTo>
                  <a:pt x="27672" y="6404"/>
                  <a:pt x="21776" y="0"/>
                  <a:pt x="13836" y="0"/>
                </a:cubicBezTo>
                <a:cubicBezTo>
                  <a:pt x="5892" y="0"/>
                  <a:pt x="0" y="6404"/>
                  <a:pt x="0" y="13836"/>
                </a:cubicBezTo>
                <a:cubicBezTo>
                  <a:pt x="0" y="21264"/>
                  <a:pt x="5892" y="27668"/>
                  <a:pt x="13836" y="27668"/>
                </a:cubicBezTo>
                <a:cubicBezTo>
                  <a:pt x="21776" y="27668"/>
                  <a:pt x="27672" y="21264"/>
                  <a:pt x="27672" y="138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3E620B94-FAD8-4A09-82DB-901E564A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449" y="1076179"/>
            <a:ext cx="127083" cy="127357"/>
          </a:xfrm>
          <a:custGeom xmlns:a="http://schemas.openxmlformats.org/drawingml/2006/main">
            <a:pathLst>
              <a:path w="127083" h="127357">
                <a:moveTo>
                  <a:pt x="123498" y="11533"/>
                </a:moveTo>
                <a:cubicBezTo>
                  <a:pt x="126317" y="8714"/>
                  <a:pt x="127083" y="7432"/>
                  <a:pt x="127083" y="5638"/>
                </a:cubicBezTo>
                <a:cubicBezTo>
                  <a:pt x="127083" y="2307"/>
                  <a:pt x="124523" y="0"/>
                  <a:pt x="121704" y="0"/>
                </a:cubicBezTo>
                <a:cubicBezTo>
                  <a:pt x="119655" y="0"/>
                  <a:pt x="119397" y="516"/>
                  <a:pt x="116324" y="3331"/>
                </a:cubicBezTo>
                <a:lnTo>
                  <a:pt x="63542" y="55863"/>
                </a:lnTo>
                <a:lnTo>
                  <a:pt x="8456" y="1028"/>
                </a:lnTo>
                <a:cubicBezTo>
                  <a:pt x="7174" y="0"/>
                  <a:pt x="5896" y="0"/>
                  <a:pt x="5638" y="0"/>
                </a:cubicBezTo>
                <a:cubicBezTo>
                  <a:pt x="2565" y="0"/>
                  <a:pt x="0" y="2565"/>
                  <a:pt x="0" y="5638"/>
                </a:cubicBezTo>
                <a:cubicBezTo>
                  <a:pt x="0" y="7690"/>
                  <a:pt x="1028" y="8714"/>
                  <a:pt x="3843" y="11533"/>
                </a:cubicBezTo>
                <a:lnTo>
                  <a:pt x="55856" y="63553"/>
                </a:lnTo>
                <a:lnTo>
                  <a:pt x="3843" y="115573"/>
                </a:lnTo>
                <a:cubicBezTo>
                  <a:pt x="258" y="119159"/>
                  <a:pt x="0" y="120441"/>
                  <a:pt x="0" y="121723"/>
                </a:cubicBezTo>
                <a:cubicBezTo>
                  <a:pt x="0" y="124796"/>
                  <a:pt x="2565" y="127357"/>
                  <a:pt x="5638" y="127357"/>
                </a:cubicBezTo>
                <a:cubicBezTo>
                  <a:pt x="5896" y="127357"/>
                  <a:pt x="7174" y="127357"/>
                  <a:pt x="8456" y="126591"/>
                </a:cubicBezTo>
                <a:lnTo>
                  <a:pt x="63542" y="71497"/>
                </a:lnTo>
                <a:lnTo>
                  <a:pt x="117091" y="124796"/>
                </a:lnTo>
                <a:cubicBezTo>
                  <a:pt x="118631" y="126332"/>
                  <a:pt x="119397" y="127357"/>
                  <a:pt x="121704" y="127357"/>
                </a:cubicBezTo>
                <a:cubicBezTo>
                  <a:pt x="124523" y="127357"/>
                  <a:pt x="127083" y="125054"/>
                  <a:pt x="127083" y="121723"/>
                </a:cubicBezTo>
                <a:cubicBezTo>
                  <a:pt x="127083" y="120699"/>
                  <a:pt x="126571" y="119159"/>
                  <a:pt x="125805" y="118646"/>
                </a:cubicBezTo>
                <a:cubicBezTo>
                  <a:pt x="125293" y="117622"/>
                  <a:pt x="79943" y="72264"/>
                  <a:pt x="71232" y="63807"/>
                </a:cubicBezTo>
                <a:lnTo>
                  <a:pt x="123498" y="11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BC75EC18-D7CD-45DE-A347-ED47BF4F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889" y="1029140"/>
            <a:ext cx="191137" cy="174897"/>
          </a:xfrm>
          <a:custGeom xmlns:a="http://schemas.openxmlformats.org/drawingml/2006/main">
            <a:pathLst>
              <a:path w="191137" h="174897">
                <a:moveTo>
                  <a:pt x="112223" y="85322"/>
                </a:moveTo>
                <a:cubicBezTo>
                  <a:pt x="129902" y="85834"/>
                  <a:pt x="130156" y="87624"/>
                  <a:pt x="130668" y="90185"/>
                </a:cubicBezTo>
                <a:cubicBezTo>
                  <a:pt x="130926" y="91463"/>
                  <a:pt x="131438" y="92234"/>
                  <a:pt x="133745" y="92234"/>
                </a:cubicBezTo>
                <a:cubicBezTo>
                  <a:pt x="138354" y="92234"/>
                  <a:pt x="146811" y="87370"/>
                  <a:pt x="146811" y="82249"/>
                </a:cubicBezTo>
                <a:cubicBezTo>
                  <a:pt x="146811" y="75333"/>
                  <a:pt x="136052" y="74305"/>
                  <a:pt x="130414" y="74050"/>
                </a:cubicBezTo>
                <a:cubicBezTo>
                  <a:pt x="129902" y="74050"/>
                  <a:pt x="125035" y="73792"/>
                  <a:pt x="125035" y="73538"/>
                </a:cubicBezTo>
                <a:cubicBezTo>
                  <a:pt x="125035" y="73026"/>
                  <a:pt x="125547" y="72768"/>
                  <a:pt x="125801" y="72256"/>
                </a:cubicBezTo>
                <a:cubicBezTo>
                  <a:pt x="142456" y="57138"/>
                  <a:pt x="191137" y="5125"/>
                  <a:pt x="191137" y="1540"/>
                </a:cubicBezTo>
                <a:cubicBezTo>
                  <a:pt x="191137" y="516"/>
                  <a:pt x="189854" y="0"/>
                  <a:pt x="188831" y="0"/>
                </a:cubicBezTo>
                <a:cubicBezTo>
                  <a:pt x="187294" y="0"/>
                  <a:pt x="181144" y="1282"/>
                  <a:pt x="172946" y="7178"/>
                </a:cubicBezTo>
                <a:cubicBezTo>
                  <a:pt x="164748" y="7178"/>
                  <a:pt x="157828" y="6408"/>
                  <a:pt x="141173" y="3589"/>
                </a:cubicBezTo>
                <a:cubicBezTo>
                  <a:pt x="129390" y="1282"/>
                  <a:pt x="120675" y="0"/>
                  <a:pt x="111453" y="0"/>
                </a:cubicBezTo>
                <a:cubicBezTo>
                  <a:pt x="82503" y="0"/>
                  <a:pt x="57904" y="17425"/>
                  <a:pt x="48423" y="27930"/>
                </a:cubicBezTo>
                <a:cubicBezTo>
                  <a:pt x="42274" y="35104"/>
                  <a:pt x="39714" y="42790"/>
                  <a:pt x="39714" y="44326"/>
                </a:cubicBezTo>
                <a:cubicBezTo>
                  <a:pt x="39714" y="44584"/>
                  <a:pt x="39714" y="45867"/>
                  <a:pt x="42274" y="45867"/>
                </a:cubicBezTo>
                <a:cubicBezTo>
                  <a:pt x="47145" y="45867"/>
                  <a:pt x="62259" y="38181"/>
                  <a:pt x="64566" y="31519"/>
                </a:cubicBezTo>
                <a:cubicBezTo>
                  <a:pt x="67897" y="21526"/>
                  <a:pt x="71482" y="15888"/>
                  <a:pt x="90189" y="15888"/>
                </a:cubicBezTo>
                <a:cubicBezTo>
                  <a:pt x="99412" y="15888"/>
                  <a:pt x="111711" y="17937"/>
                  <a:pt x="120422" y="19474"/>
                </a:cubicBezTo>
                <a:cubicBezTo>
                  <a:pt x="127595" y="21014"/>
                  <a:pt x="139637" y="23062"/>
                  <a:pt x="149372" y="23062"/>
                </a:cubicBezTo>
                <a:cubicBezTo>
                  <a:pt x="152448" y="23062"/>
                  <a:pt x="155267" y="23062"/>
                  <a:pt x="158340" y="22292"/>
                </a:cubicBezTo>
                <a:cubicBezTo>
                  <a:pt x="141173" y="41511"/>
                  <a:pt x="141173" y="42024"/>
                  <a:pt x="109916" y="73792"/>
                </a:cubicBezTo>
                <a:lnTo>
                  <a:pt x="83781" y="73792"/>
                </a:lnTo>
                <a:cubicBezTo>
                  <a:pt x="69434" y="73792"/>
                  <a:pt x="66614" y="81995"/>
                  <a:pt x="66614" y="83019"/>
                </a:cubicBezTo>
                <a:cubicBezTo>
                  <a:pt x="66614" y="85322"/>
                  <a:pt x="68667" y="85322"/>
                  <a:pt x="73277" y="85322"/>
                </a:cubicBezTo>
                <a:lnTo>
                  <a:pt x="97617" y="85322"/>
                </a:lnTo>
                <a:lnTo>
                  <a:pt x="58674" y="121403"/>
                </a:lnTo>
                <a:lnTo>
                  <a:pt x="12041" y="161065"/>
                </a:lnTo>
                <a:cubicBezTo>
                  <a:pt x="8456" y="164138"/>
                  <a:pt x="2307" y="169263"/>
                  <a:pt x="1283" y="170287"/>
                </a:cubicBezTo>
                <a:cubicBezTo>
                  <a:pt x="1283" y="170542"/>
                  <a:pt x="0" y="172082"/>
                  <a:pt x="0" y="173360"/>
                </a:cubicBezTo>
                <a:cubicBezTo>
                  <a:pt x="0" y="174385"/>
                  <a:pt x="1283" y="174897"/>
                  <a:pt x="2307" y="174897"/>
                </a:cubicBezTo>
                <a:cubicBezTo>
                  <a:pt x="3331" y="174897"/>
                  <a:pt x="7428" y="174130"/>
                  <a:pt x="13578" y="170799"/>
                </a:cubicBezTo>
                <a:cubicBezTo>
                  <a:pt x="18445" y="167981"/>
                  <a:pt x="22547" y="167723"/>
                  <a:pt x="28184" y="167723"/>
                </a:cubicBezTo>
                <a:cubicBezTo>
                  <a:pt x="40484" y="167723"/>
                  <a:pt x="59186" y="170029"/>
                  <a:pt x="72252" y="171570"/>
                </a:cubicBezTo>
                <a:cubicBezTo>
                  <a:pt x="84293" y="173106"/>
                  <a:pt x="101460" y="174897"/>
                  <a:pt x="112736" y="174897"/>
                </a:cubicBezTo>
                <a:cubicBezTo>
                  <a:pt x="118627" y="174897"/>
                  <a:pt x="133487" y="174897"/>
                  <a:pt x="154497" y="157734"/>
                </a:cubicBezTo>
                <a:cubicBezTo>
                  <a:pt x="170894" y="144172"/>
                  <a:pt x="176019" y="124726"/>
                  <a:pt x="176019" y="123193"/>
                </a:cubicBezTo>
                <a:cubicBezTo>
                  <a:pt x="176019" y="121657"/>
                  <a:pt x="173970" y="121657"/>
                  <a:pt x="173458" y="121657"/>
                </a:cubicBezTo>
                <a:cubicBezTo>
                  <a:pt x="168079" y="121657"/>
                  <a:pt x="153215" y="129589"/>
                  <a:pt x="151166" y="135985"/>
                </a:cubicBezTo>
                <a:cubicBezTo>
                  <a:pt x="149630" y="141103"/>
                  <a:pt x="147835" y="146220"/>
                  <a:pt x="143737" y="152616"/>
                </a:cubicBezTo>
                <a:cubicBezTo>
                  <a:pt x="139382" y="159012"/>
                  <a:pt x="138866" y="159012"/>
                  <a:pt x="133999" y="159012"/>
                </a:cubicBezTo>
                <a:cubicBezTo>
                  <a:pt x="126825" y="159012"/>
                  <a:pt x="112989" y="157988"/>
                  <a:pt x="94544" y="155685"/>
                </a:cubicBezTo>
                <a:cubicBezTo>
                  <a:pt x="81221" y="153895"/>
                  <a:pt x="62771" y="151850"/>
                  <a:pt x="49448" y="151850"/>
                </a:cubicBezTo>
                <a:cubicBezTo>
                  <a:pt x="47657" y="151850"/>
                  <a:pt x="41762" y="151850"/>
                  <a:pt x="36640" y="152874"/>
                </a:cubicBezTo>
                <a:lnTo>
                  <a:pt x="112223" y="853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64C49E0F-79D2-4601-9740-35D6FE7F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355" y="1115899"/>
            <a:ext cx="157997" cy="116598"/>
          </a:xfrm>
          <a:custGeom xmlns:a="http://schemas.openxmlformats.org/drawingml/2006/main">
            <a:pathLst>
              <a:path w="157997" h="116598">
                <a:moveTo>
                  <a:pt x="135963" y="18784"/>
                </a:moveTo>
                <a:cubicBezTo>
                  <a:pt x="137842" y="11614"/>
                  <a:pt x="141259" y="7347"/>
                  <a:pt x="154242" y="6834"/>
                </a:cubicBezTo>
                <a:cubicBezTo>
                  <a:pt x="155266" y="6834"/>
                  <a:pt x="157997" y="6662"/>
                  <a:pt x="157997" y="2734"/>
                </a:cubicBezTo>
                <a:cubicBezTo>
                  <a:pt x="157997" y="1027"/>
                  <a:pt x="156973" y="0"/>
                  <a:pt x="155266" y="0"/>
                </a:cubicBezTo>
                <a:cubicBezTo>
                  <a:pt x="151166" y="0"/>
                  <a:pt x="141087" y="685"/>
                  <a:pt x="136990" y="685"/>
                </a:cubicBezTo>
                <a:lnTo>
                  <a:pt x="127594" y="513"/>
                </a:lnTo>
                <a:cubicBezTo>
                  <a:pt x="124519" y="513"/>
                  <a:pt x="120933" y="0"/>
                  <a:pt x="118029" y="0"/>
                </a:cubicBezTo>
                <a:cubicBezTo>
                  <a:pt x="115126" y="0"/>
                  <a:pt x="114270" y="2221"/>
                  <a:pt x="114270" y="4272"/>
                </a:cubicBezTo>
                <a:cubicBezTo>
                  <a:pt x="114270" y="6834"/>
                  <a:pt x="117005" y="6834"/>
                  <a:pt x="118371" y="6834"/>
                </a:cubicBezTo>
                <a:cubicBezTo>
                  <a:pt x="126398" y="7006"/>
                  <a:pt x="129643" y="9224"/>
                  <a:pt x="129643" y="13662"/>
                </a:cubicBezTo>
                <a:cubicBezTo>
                  <a:pt x="129643" y="14345"/>
                  <a:pt x="129473" y="15370"/>
                  <a:pt x="129302" y="16394"/>
                </a:cubicBezTo>
                <a:lnTo>
                  <a:pt x="110512" y="91332"/>
                </a:lnTo>
                <a:lnTo>
                  <a:pt x="63882" y="3075"/>
                </a:lnTo>
                <a:cubicBezTo>
                  <a:pt x="62175" y="172"/>
                  <a:pt x="62003" y="0"/>
                  <a:pt x="57903" y="0"/>
                </a:cubicBezTo>
                <a:lnTo>
                  <a:pt x="33307" y="0"/>
                </a:lnTo>
                <a:cubicBezTo>
                  <a:pt x="30062" y="0"/>
                  <a:pt x="27500" y="0"/>
                  <a:pt x="27500" y="4272"/>
                </a:cubicBezTo>
                <a:cubicBezTo>
                  <a:pt x="27500" y="6834"/>
                  <a:pt x="29890" y="6834"/>
                  <a:pt x="33820" y="6834"/>
                </a:cubicBezTo>
                <a:cubicBezTo>
                  <a:pt x="34845" y="6834"/>
                  <a:pt x="40652" y="6834"/>
                  <a:pt x="44751" y="7689"/>
                </a:cubicBezTo>
                <a:lnTo>
                  <a:pt x="22204" y="97647"/>
                </a:lnTo>
                <a:cubicBezTo>
                  <a:pt x="20496" y="104134"/>
                  <a:pt x="17934" y="109256"/>
                  <a:pt x="3756" y="109766"/>
                </a:cubicBezTo>
                <a:cubicBezTo>
                  <a:pt x="1536" y="109766"/>
                  <a:pt x="0" y="110963"/>
                  <a:pt x="0" y="114208"/>
                </a:cubicBezTo>
                <a:cubicBezTo>
                  <a:pt x="170" y="114891"/>
                  <a:pt x="342" y="116598"/>
                  <a:pt x="2904" y="116598"/>
                </a:cubicBezTo>
                <a:cubicBezTo>
                  <a:pt x="7003" y="116598"/>
                  <a:pt x="17080" y="115915"/>
                  <a:pt x="21179" y="115915"/>
                </a:cubicBezTo>
                <a:lnTo>
                  <a:pt x="30575" y="116087"/>
                </a:lnTo>
                <a:cubicBezTo>
                  <a:pt x="33649" y="116087"/>
                  <a:pt x="37234" y="116598"/>
                  <a:pt x="40141" y="116598"/>
                </a:cubicBezTo>
                <a:cubicBezTo>
                  <a:pt x="43727" y="116598"/>
                  <a:pt x="43897" y="113012"/>
                  <a:pt x="43897" y="112159"/>
                </a:cubicBezTo>
                <a:cubicBezTo>
                  <a:pt x="43386" y="109766"/>
                  <a:pt x="41676" y="109766"/>
                  <a:pt x="39627" y="109766"/>
                </a:cubicBezTo>
                <a:cubicBezTo>
                  <a:pt x="31769" y="109597"/>
                  <a:pt x="28354" y="107377"/>
                  <a:pt x="28354" y="102938"/>
                </a:cubicBezTo>
                <a:cubicBezTo>
                  <a:pt x="28354" y="101914"/>
                  <a:pt x="28524" y="101231"/>
                  <a:pt x="29038" y="99354"/>
                </a:cubicBezTo>
                <a:lnTo>
                  <a:pt x="50900" y="12125"/>
                </a:lnTo>
                <a:lnTo>
                  <a:pt x="104536" y="113694"/>
                </a:lnTo>
                <a:cubicBezTo>
                  <a:pt x="105730" y="116087"/>
                  <a:pt x="106071" y="116598"/>
                  <a:pt x="108463" y="116598"/>
                </a:cubicBezTo>
                <a:cubicBezTo>
                  <a:pt x="111367" y="116598"/>
                  <a:pt x="111708" y="115746"/>
                  <a:pt x="112391" y="112670"/>
                </a:cubicBezTo>
                <a:lnTo>
                  <a:pt x="135963" y="18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6F8346B3-0843-451D-B612-E1E7A904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9739" y="1349752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7"/>
                  <a:pt x="5892" y="155197"/>
                </a:cubicBezTo>
                <a:cubicBezTo>
                  <a:pt x="3073" y="155197"/>
                  <a:pt x="0" y="155197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7"/>
                </a:cubicBezTo>
                <a:cubicBezTo>
                  <a:pt x="55598" y="155197"/>
                  <a:pt x="53037" y="155197"/>
                  <a:pt x="48682" y="155197"/>
                </a:cubicBezTo>
                <a:cubicBezTo>
                  <a:pt x="36640" y="155197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2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7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8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4"/>
                  <a:pt x="82503" y="109694"/>
                  <a:pt x="73023" y="109694"/>
                </a:cubicBezTo>
                <a:cubicBezTo>
                  <a:pt x="56368" y="109694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188D341D-7485-435C-B491-9BA6058A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236" y="1270936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8"/>
                  <a:pt x="60723" y="251097"/>
                  <a:pt x="59183" y="249307"/>
                </a:cubicBezTo>
                <a:cubicBezTo>
                  <a:pt x="26132" y="219070"/>
                  <a:pt x="16139" y="172950"/>
                  <a:pt x="16139" y="128115"/>
                </a:cubicBezTo>
                <a:cubicBezTo>
                  <a:pt x="16139" y="88398"/>
                  <a:pt x="23828" y="40229"/>
                  <a:pt x="59953" y="5896"/>
                </a:cubicBezTo>
                <a:cubicBezTo>
                  <a:pt x="60977" y="4871"/>
                  <a:pt x="61489" y="4101"/>
                  <a:pt x="61489" y="2819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7"/>
                </a:cubicBezTo>
                <a:cubicBezTo>
                  <a:pt x="31515" y="237262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37400F60-C031-4F5A-91E9-8DC3E526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532" y="1347250"/>
            <a:ext cx="130414" cy="117849"/>
          </a:xfrm>
          <a:custGeom xmlns:a="http://schemas.openxmlformats.org/drawingml/2006/main">
            <a:pathLst>
              <a:path w="130414" h="117849">
                <a:moveTo>
                  <a:pt x="34333" y="90693"/>
                </a:moveTo>
                <a:cubicBezTo>
                  <a:pt x="44068" y="81471"/>
                  <a:pt x="56368" y="72248"/>
                  <a:pt x="69691" y="62255"/>
                </a:cubicBezTo>
                <a:cubicBezTo>
                  <a:pt x="78913" y="55598"/>
                  <a:pt x="97104" y="42020"/>
                  <a:pt x="106073" y="33567"/>
                </a:cubicBezTo>
                <a:cubicBezTo>
                  <a:pt x="119651" y="20498"/>
                  <a:pt x="130414" y="7432"/>
                  <a:pt x="130414" y="4101"/>
                </a:cubicBezTo>
                <a:cubicBezTo>
                  <a:pt x="130414" y="0"/>
                  <a:pt x="126312" y="0"/>
                  <a:pt x="123752" y="0"/>
                </a:cubicBezTo>
                <a:cubicBezTo>
                  <a:pt x="119139" y="0"/>
                  <a:pt x="119139" y="258"/>
                  <a:pt x="116320" y="4359"/>
                </a:cubicBezTo>
                <a:cubicBezTo>
                  <a:pt x="111198" y="12299"/>
                  <a:pt x="106073" y="16913"/>
                  <a:pt x="100694" y="16913"/>
                </a:cubicBezTo>
                <a:cubicBezTo>
                  <a:pt x="94032" y="16913"/>
                  <a:pt x="87624" y="12557"/>
                  <a:pt x="83527" y="9739"/>
                </a:cubicBezTo>
                <a:cubicBezTo>
                  <a:pt x="74817" y="4101"/>
                  <a:pt x="68667" y="0"/>
                  <a:pt x="59186" y="0"/>
                </a:cubicBezTo>
                <a:cubicBezTo>
                  <a:pt x="35616" y="0"/>
                  <a:pt x="20752" y="23062"/>
                  <a:pt x="20752" y="31003"/>
                </a:cubicBezTo>
                <a:cubicBezTo>
                  <a:pt x="20752" y="35104"/>
                  <a:pt x="24852" y="35104"/>
                  <a:pt x="27160" y="35104"/>
                </a:cubicBezTo>
                <a:cubicBezTo>
                  <a:pt x="29978" y="35104"/>
                  <a:pt x="31515" y="35104"/>
                  <a:pt x="33051" y="32797"/>
                </a:cubicBezTo>
                <a:cubicBezTo>
                  <a:pt x="34333" y="31261"/>
                  <a:pt x="35358" y="29978"/>
                  <a:pt x="42789" y="29466"/>
                </a:cubicBezTo>
                <a:cubicBezTo>
                  <a:pt x="52012" y="28954"/>
                  <a:pt x="60981" y="29212"/>
                  <a:pt x="70204" y="28700"/>
                </a:cubicBezTo>
                <a:cubicBezTo>
                  <a:pt x="95310" y="27159"/>
                  <a:pt x="74817" y="27672"/>
                  <a:pt x="96080" y="27159"/>
                </a:cubicBezTo>
                <a:cubicBezTo>
                  <a:pt x="86346" y="36382"/>
                  <a:pt x="74047" y="45605"/>
                  <a:pt x="60723" y="55598"/>
                </a:cubicBezTo>
                <a:cubicBezTo>
                  <a:pt x="51500" y="62255"/>
                  <a:pt x="33309" y="75833"/>
                  <a:pt x="24340" y="84289"/>
                </a:cubicBezTo>
                <a:cubicBezTo>
                  <a:pt x="10763" y="97355"/>
                  <a:pt x="0" y="110421"/>
                  <a:pt x="0" y="113752"/>
                </a:cubicBezTo>
                <a:cubicBezTo>
                  <a:pt x="0" y="117849"/>
                  <a:pt x="4101" y="117849"/>
                  <a:pt x="6662" y="117849"/>
                </a:cubicBezTo>
                <a:cubicBezTo>
                  <a:pt x="10505" y="117849"/>
                  <a:pt x="11016" y="117849"/>
                  <a:pt x="13066" y="115034"/>
                </a:cubicBezTo>
                <a:cubicBezTo>
                  <a:pt x="21522" y="103247"/>
                  <a:pt x="31257" y="100940"/>
                  <a:pt x="36128" y="100940"/>
                </a:cubicBezTo>
                <a:cubicBezTo>
                  <a:pt x="42531" y="100940"/>
                  <a:pt x="48935" y="104783"/>
                  <a:pt x="54831" y="108884"/>
                </a:cubicBezTo>
                <a:cubicBezTo>
                  <a:pt x="66102" y="116571"/>
                  <a:pt x="71997" y="117849"/>
                  <a:pt x="78147" y="117849"/>
                </a:cubicBezTo>
                <a:cubicBezTo>
                  <a:pt x="107868" y="117849"/>
                  <a:pt x="127083" y="86592"/>
                  <a:pt x="127083" y="76603"/>
                </a:cubicBezTo>
                <a:cubicBezTo>
                  <a:pt x="127083" y="72502"/>
                  <a:pt x="122727" y="72502"/>
                  <a:pt x="120679" y="72502"/>
                </a:cubicBezTo>
                <a:cubicBezTo>
                  <a:pt x="117602" y="72502"/>
                  <a:pt x="115554" y="72502"/>
                  <a:pt x="114271" y="75833"/>
                </a:cubicBezTo>
                <a:cubicBezTo>
                  <a:pt x="112223" y="80701"/>
                  <a:pt x="109658" y="87104"/>
                  <a:pt x="86346" y="88641"/>
                </a:cubicBezTo>
                <a:cubicBezTo>
                  <a:pt x="82757" y="88899"/>
                  <a:pt x="74300" y="88641"/>
                  <a:pt x="70715" y="88899"/>
                </a:cubicBezTo>
                <a:cubicBezTo>
                  <a:pt x="43302" y="90693"/>
                  <a:pt x="42789" y="90693"/>
                  <a:pt x="34333" y="906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F9B68CE4-1B31-4798-85FE-27285993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567" y="1270936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3"/>
                  <a:pt x="0" y="2819"/>
                </a:cubicBezTo>
                <a:cubicBezTo>
                  <a:pt x="0" y="4101"/>
                  <a:pt x="512" y="4871"/>
                  <a:pt x="2302" y="6666"/>
                </a:cubicBezTo>
                <a:cubicBezTo>
                  <a:pt x="17166" y="19990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8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2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636C2500-B8DA-4C02-A2C2-E28705BF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785" y="1349752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7"/>
                  <a:pt x="5892" y="155197"/>
                </a:cubicBezTo>
                <a:cubicBezTo>
                  <a:pt x="3073" y="155197"/>
                  <a:pt x="0" y="155197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7"/>
                </a:cubicBezTo>
                <a:cubicBezTo>
                  <a:pt x="55598" y="155197"/>
                  <a:pt x="53037" y="155197"/>
                  <a:pt x="48682" y="155197"/>
                </a:cubicBezTo>
                <a:cubicBezTo>
                  <a:pt x="36640" y="155197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2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7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8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4"/>
                  <a:pt x="82503" y="109694"/>
                  <a:pt x="73023" y="109694"/>
                </a:cubicBezTo>
                <a:cubicBezTo>
                  <a:pt x="56368" y="109694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694FC6DD-F305-442D-9CF0-CEFEA48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282" y="1270936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8"/>
                  <a:pt x="60723" y="251097"/>
                  <a:pt x="59183" y="249307"/>
                </a:cubicBezTo>
                <a:cubicBezTo>
                  <a:pt x="26132" y="219070"/>
                  <a:pt x="16139" y="172950"/>
                  <a:pt x="16139" y="128115"/>
                </a:cubicBezTo>
                <a:cubicBezTo>
                  <a:pt x="16139" y="88398"/>
                  <a:pt x="23828" y="40229"/>
                  <a:pt x="59953" y="5896"/>
                </a:cubicBezTo>
                <a:cubicBezTo>
                  <a:pt x="60977" y="4871"/>
                  <a:pt x="61489" y="4101"/>
                  <a:pt x="61489" y="2819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7"/>
                </a:cubicBezTo>
                <a:cubicBezTo>
                  <a:pt x="31515" y="237262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A74CB55F-CC8B-4B4E-A75D-C1E0C580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651" y="1285198"/>
            <a:ext cx="130672" cy="181152"/>
          </a:xfrm>
          <a:custGeom xmlns:a="http://schemas.openxmlformats.org/drawingml/2006/main">
            <a:pathLst>
              <a:path w="130672" h="181152">
                <a:moveTo>
                  <a:pt x="79942" y="103774"/>
                </a:moveTo>
                <a:cubicBezTo>
                  <a:pt x="94802" y="141951"/>
                  <a:pt x="104537" y="170647"/>
                  <a:pt x="106843" y="173978"/>
                </a:cubicBezTo>
                <a:cubicBezTo>
                  <a:pt x="111968" y="180640"/>
                  <a:pt x="114017" y="180640"/>
                  <a:pt x="121704" y="180640"/>
                </a:cubicBezTo>
                <a:lnTo>
                  <a:pt x="127595" y="180640"/>
                </a:lnTo>
                <a:cubicBezTo>
                  <a:pt x="129390" y="180386"/>
                  <a:pt x="130672" y="179615"/>
                  <a:pt x="130672" y="177825"/>
                </a:cubicBezTo>
                <a:cubicBezTo>
                  <a:pt x="130672" y="176542"/>
                  <a:pt x="130160" y="176030"/>
                  <a:pt x="129135" y="175006"/>
                </a:cubicBezTo>
                <a:cubicBezTo>
                  <a:pt x="126059" y="171675"/>
                  <a:pt x="124780" y="168344"/>
                  <a:pt x="123239" y="163985"/>
                </a:cubicBezTo>
                <a:lnTo>
                  <a:pt x="68666" y="17425"/>
                </a:lnTo>
                <a:cubicBezTo>
                  <a:pt x="62775" y="1794"/>
                  <a:pt x="45862" y="0"/>
                  <a:pt x="36640" y="0"/>
                </a:cubicBezTo>
                <a:cubicBezTo>
                  <a:pt x="34333" y="0"/>
                  <a:pt x="31002" y="0"/>
                  <a:pt x="31002" y="3331"/>
                </a:cubicBezTo>
                <a:cubicBezTo>
                  <a:pt x="31002" y="5896"/>
                  <a:pt x="33055" y="6150"/>
                  <a:pt x="35873" y="6408"/>
                </a:cubicBezTo>
                <a:cubicBezTo>
                  <a:pt x="43559" y="7690"/>
                  <a:pt x="46632" y="14864"/>
                  <a:pt x="50475" y="24345"/>
                </a:cubicBezTo>
                <a:lnTo>
                  <a:pt x="76865" y="95318"/>
                </a:lnTo>
                <a:lnTo>
                  <a:pt x="4613" y="165013"/>
                </a:lnTo>
                <a:cubicBezTo>
                  <a:pt x="2052" y="167574"/>
                  <a:pt x="0" y="169369"/>
                  <a:pt x="0" y="173212"/>
                </a:cubicBezTo>
                <a:cubicBezTo>
                  <a:pt x="0" y="178591"/>
                  <a:pt x="4613" y="181152"/>
                  <a:pt x="8202" y="181152"/>
                </a:cubicBezTo>
                <a:cubicBezTo>
                  <a:pt x="12557" y="181152"/>
                  <a:pt x="15630" y="177309"/>
                  <a:pt x="16654" y="176285"/>
                </a:cubicBezTo>
                <a:lnTo>
                  <a:pt x="79942" y="1037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ADD723CB-EED7-4BD2-9FBB-D5A22F58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270" y="1270936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3"/>
                  <a:pt x="0" y="2819"/>
                </a:cubicBezTo>
                <a:cubicBezTo>
                  <a:pt x="0" y="4101"/>
                  <a:pt x="512" y="4871"/>
                  <a:pt x="2302" y="6666"/>
                </a:cubicBezTo>
                <a:cubicBezTo>
                  <a:pt x="17166" y="19990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8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2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2119AE46-279D-4788-AE5A-3666A87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346" y="1608812"/>
            <a:ext cx="107356" cy="116097"/>
          </a:xfrm>
          <a:custGeom xmlns:a="http://schemas.openxmlformats.org/drawingml/2006/main">
            <a:pathLst>
              <a:path w="107356" h="116097">
                <a:moveTo>
                  <a:pt x="96080" y="9508"/>
                </a:moveTo>
                <a:cubicBezTo>
                  <a:pt x="87624" y="11048"/>
                  <a:pt x="83269" y="18223"/>
                  <a:pt x="83269" y="23602"/>
                </a:cubicBezTo>
                <a:cubicBezTo>
                  <a:pt x="83269" y="28469"/>
                  <a:pt x="86858" y="32824"/>
                  <a:pt x="93262" y="32824"/>
                </a:cubicBezTo>
                <a:cubicBezTo>
                  <a:pt x="100182" y="32824"/>
                  <a:pt x="107356" y="26933"/>
                  <a:pt x="107356" y="17452"/>
                </a:cubicBezTo>
                <a:cubicBezTo>
                  <a:pt x="107356" y="7440"/>
                  <a:pt x="98129" y="0"/>
                  <a:pt x="85576" y="0"/>
                </a:cubicBezTo>
                <a:cubicBezTo>
                  <a:pt x="66360" y="0"/>
                  <a:pt x="55598" y="14380"/>
                  <a:pt x="52013" y="19247"/>
                </a:cubicBezTo>
                <a:cubicBezTo>
                  <a:pt x="48935" y="5125"/>
                  <a:pt x="37406" y="0"/>
                  <a:pt x="27672" y="0"/>
                </a:cubicBezTo>
                <a:cubicBezTo>
                  <a:pt x="18449" y="0"/>
                  <a:pt x="12554" y="5638"/>
                  <a:pt x="8198" y="14633"/>
                </a:cubicBezTo>
                <a:cubicBezTo>
                  <a:pt x="3331" y="23860"/>
                  <a:pt x="0" y="38462"/>
                  <a:pt x="0" y="39486"/>
                </a:cubicBezTo>
                <a:cubicBezTo>
                  <a:pt x="0" y="41793"/>
                  <a:pt x="1795" y="42563"/>
                  <a:pt x="3589" y="42563"/>
                </a:cubicBezTo>
                <a:cubicBezTo>
                  <a:pt x="6404" y="42563"/>
                  <a:pt x="6920" y="41281"/>
                  <a:pt x="8198" y="36155"/>
                </a:cubicBezTo>
                <a:cubicBezTo>
                  <a:pt x="13066" y="15916"/>
                  <a:pt x="18449" y="6408"/>
                  <a:pt x="27160" y="6408"/>
                </a:cubicBezTo>
                <a:cubicBezTo>
                  <a:pt x="34846" y="6408"/>
                  <a:pt x="34846" y="14633"/>
                  <a:pt x="34846" y="18476"/>
                </a:cubicBezTo>
                <a:cubicBezTo>
                  <a:pt x="34846" y="23860"/>
                  <a:pt x="32797" y="31800"/>
                  <a:pt x="31257" y="38462"/>
                </a:cubicBezTo>
                <a:cubicBezTo>
                  <a:pt x="29466" y="45124"/>
                  <a:pt x="26902" y="56141"/>
                  <a:pt x="25877" y="59218"/>
                </a:cubicBezTo>
                <a:lnTo>
                  <a:pt x="15630" y="101237"/>
                </a:lnTo>
                <a:cubicBezTo>
                  <a:pt x="13836" y="107387"/>
                  <a:pt x="13836" y="107899"/>
                  <a:pt x="13836" y="108669"/>
                </a:cubicBezTo>
                <a:cubicBezTo>
                  <a:pt x="13836" y="112000"/>
                  <a:pt x="16142" y="116097"/>
                  <a:pt x="21780" y="116097"/>
                </a:cubicBezTo>
                <a:cubicBezTo>
                  <a:pt x="29978" y="116097"/>
                  <a:pt x="31773" y="109182"/>
                  <a:pt x="33563" y="101750"/>
                </a:cubicBezTo>
                <a:cubicBezTo>
                  <a:pt x="36640" y="90732"/>
                  <a:pt x="36640" y="90220"/>
                  <a:pt x="39201" y="79715"/>
                </a:cubicBezTo>
                <a:cubicBezTo>
                  <a:pt x="48682" y="41281"/>
                  <a:pt x="50218" y="35131"/>
                  <a:pt x="50730" y="33853"/>
                </a:cubicBezTo>
                <a:cubicBezTo>
                  <a:pt x="52267" y="30776"/>
                  <a:pt x="64054" y="6408"/>
                  <a:pt x="85321" y="6408"/>
                </a:cubicBezTo>
                <a:cubicBezTo>
                  <a:pt x="91214" y="6408"/>
                  <a:pt x="94799" y="8476"/>
                  <a:pt x="96080" y="95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F17C7AB8-EF4A-4331-BA33-EE98C52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661" y="1608812"/>
            <a:ext cx="107356" cy="116097"/>
          </a:xfrm>
          <a:custGeom xmlns:a="http://schemas.openxmlformats.org/drawingml/2006/main">
            <a:pathLst>
              <a:path w="107356" h="116097">
                <a:moveTo>
                  <a:pt x="96080" y="9508"/>
                </a:moveTo>
                <a:cubicBezTo>
                  <a:pt x="87624" y="11048"/>
                  <a:pt x="83269" y="18223"/>
                  <a:pt x="83269" y="23602"/>
                </a:cubicBezTo>
                <a:cubicBezTo>
                  <a:pt x="83269" y="28469"/>
                  <a:pt x="86858" y="32824"/>
                  <a:pt x="93262" y="32824"/>
                </a:cubicBezTo>
                <a:cubicBezTo>
                  <a:pt x="100182" y="32824"/>
                  <a:pt x="107356" y="26933"/>
                  <a:pt x="107356" y="17452"/>
                </a:cubicBezTo>
                <a:cubicBezTo>
                  <a:pt x="107356" y="7440"/>
                  <a:pt x="98129" y="0"/>
                  <a:pt x="85576" y="0"/>
                </a:cubicBezTo>
                <a:cubicBezTo>
                  <a:pt x="66360" y="0"/>
                  <a:pt x="55598" y="14380"/>
                  <a:pt x="52013" y="19247"/>
                </a:cubicBezTo>
                <a:cubicBezTo>
                  <a:pt x="48935" y="5125"/>
                  <a:pt x="37406" y="0"/>
                  <a:pt x="27672" y="0"/>
                </a:cubicBezTo>
                <a:cubicBezTo>
                  <a:pt x="18449" y="0"/>
                  <a:pt x="12554" y="5638"/>
                  <a:pt x="8198" y="14633"/>
                </a:cubicBezTo>
                <a:cubicBezTo>
                  <a:pt x="3331" y="23860"/>
                  <a:pt x="0" y="38462"/>
                  <a:pt x="0" y="39486"/>
                </a:cubicBezTo>
                <a:cubicBezTo>
                  <a:pt x="0" y="41793"/>
                  <a:pt x="1795" y="42563"/>
                  <a:pt x="3589" y="42563"/>
                </a:cubicBezTo>
                <a:cubicBezTo>
                  <a:pt x="6404" y="42563"/>
                  <a:pt x="6920" y="41281"/>
                  <a:pt x="8198" y="36155"/>
                </a:cubicBezTo>
                <a:cubicBezTo>
                  <a:pt x="13066" y="15916"/>
                  <a:pt x="18449" y="6408"/>
                  <a:pt x="27160" y="6408"/>
                </a:cubicBezTo>
                <a:cubicBezTo>
                  <a:pt x="34846" y="6408"/>
                  <a:pt x="34846" y="14633"/>
                  <a:pt x="34846" y="18476"/>
                </a:cubicBezTo>
                <a:cubicBezTo>
                  <a:pt x="34846" y="23860"/>
                  <a:pt x="32797" y="31800"/>
                  <a:pt x="31257" y="38462"/>
                </a:cubicBezTo>
                <a:cubicBezTo>
                  <a:pt x="29466" y="45124"/>
                  <a:pt x="26902" y="56141"/>
                  <a:pt x="25877" y="59218"/>
                </a:cubicBezTo>
                <a:lnTo>
                  <a:pt x="15630" y="101237"/>
                </a:lnTo>
                <a:cubicBezTo>
                  <a:pt x="13836" y="107387"/>
                  <a:pt x="13836" y="107899"/>
                  <a:pt x="13836" y="108669"/>
                </a:cubicBezTo>
                <a:cubicBezTo>
                  <a:pt x="13836" y="112000"/>
                  <a:pt x="16142" y="116097"/>
                  <a:pt x="21780" y="116097"/>
                </a:cubicBezTo>
                <a:cubicBezTo>
                  <a:pt x="29978" y="116097"/>
                  <a:pt x="31773" y="109182"/>
                  <a:pt x="33563" y="101750"/>
                </a:cubicBezTo>
                <a:cubicBezTo>
                  <a:pt x="36640" y="90732"/>
                  <a:pt x="36640" y="90220"/>
                  <a:pt x="39201" y="79715"/>
                </a:cubicBezTo>
                <a:cubicBezTo>
                  <a:pt x="48682" y="41281"/>
                  <a:pt x="50218" y="35131"/>
                  <a:pt x="50730" y="33853"/>
                </a:cubicBezTo>
                <a:cubicBezTo>
                  <a:pt x="52267" y="30776"/>
                  <a:pt x="64054" y="6408"/>
                  <a:pt x="85321" y="6408"/>
                </a:cubicBezTo>
                <a:cubicBezTo>
                  <a:pt x="91214" y="6408"/>
                  <a:pt x="94799" y="8476"/>
                  <a:pt x="96080" y="95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F421BFCA-AAE5-4F97-A200-A8C9E24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530" y="1806321"/>
            <a:ext cx="260316" cy="174897"/>
          </a:xfrm>
          <a:custGeom xmlns:a="http://schemas.openxmlformats.org/drawingml/2006/main">
            <a:pathLst>
              <a:path w="260316" h="174897">
                <a:moveTo>
                  <a:pt x="230337" y="19724"/>
                </a:moveTo>
                <a:cubicBezTo>
                  <a:pt x="232644" y="10251"/>
                  <a:pt x="233415" y="7944"/>
                  <a:pt x="253396" y="7944"/>
                </a:cubicBezTo>
                <a:cubicBezTo>
                  <a:pt x="257497" y="7944"/>
                  <a:pt x="260316" y="7944"/>
                  <a:pt x="260316" y="3331"/>
                </a:cubicBezTo>
                <a:cubicBezTo>
                  <a:pt x="260316" y="0"/>
                  <a:pt x="257755" y="0"/>
                  <a:pt x="252884" y="0"/>
                </a:cubicBezTo>
                <a:lnTo>
                  <a:pt x="219321" y="0"/>
                </a:lnTo>
                <a:cubicBezTo>
                  <a:pt x="212916" y="0"/>
                  <a:pt x="211893" y="0"/>
                  <a:pt x="208815" y="4871"/>
                </a:cubicBezTo>
                <a:lnTo>
                  <a:pt x="114271" y="150826"/>
                </a:lnTo>
                <a:lnTo>
                  <a:pt x="93007" y="6662"/>
                </a:lnTo>
                <a:cubicBezTo>
                  <a:pt x="91983" y="0"/>
                  <a:pt x="91725" y="0"/>
                  <a:pt x="84551" y="0"/>
                </a:cubicBezTo>
                <a:lnTo>
                  <a:pt x="49452" y="0"/>
                </a:lnTo>
                <a:cubicBezTo>
                  <a:pt x="44838" y="0"/>
                  <a:pt x="41765" y="0"/>
                  <a:pt x="41765" y="4614"/>
                </a:cubicBezTo>
                <a:cubicBezTo>
                  <a:pt x="41765" y="7944"/>
                  <a:pt x="44326" y="7944"/>
                  <a:pt x="49452" y="7944"/>
                </a:cubicBezTo>
                <a:cubicBezTo>
                  <a:pt x="50475" y="7944"/>
                  <a:pt x="55088" y="7944"/>
                  <a:pt x="59186" y="8457"/>
                </a:cubicBezTo>
                <a:cubicBezTo>
                  <a:pt x="64053" y="8968"/>
                  <a:pt x="65336" y="9739"/>
                  <a:pt x="65336" y="12299"/>
                </a:cubicBezTo>
                <a:cubicBezTo>
                  <a:pt x="65336" y="13578"/>
                  <a:pt x="65078" y="14602"/>
                  <a:pt x="64311" y="17421"/>
                </a:cubicBezTo>
                <a:lnTo>
                  <a:pt x="31773" y="147753"/>
                </a:lnTo>
                <a:cubicBezTo>
                  <a:pt x="28442" y="161065"/>
                  <a:pt x="21267" y="166186"/>
                  <a:pt x="4355" y="166956"/>
                </a:cubicBezTo>
                <a:cubicBezTo>
                  <a:pt x="3588" y="166956"/>
                  <a:pt x="0" y="167211"/>
                  <a:pt x="0" y="171570"/>
                </a:cubicBezTo>
                <a:cubicBezTo>
                  <a:pt x="0" y="172082"/>
                  <a:pt x="0" y="174897"/>
                  <a:pt x="3588" y="174897"/>
                </a:cubicBezTo>
                <a:cubicBezTo>
                  <a:pt x="6662" y="174897"/>
                  <a:pt x="13069" y="174643"/>
                  <a:pt x="16400" y="174384"/>
                </a:cubicBezTo>
                <a:cubicBezTo>
                  <a:pt x="20497" y="174131"/>
                  <a:pt x="21009" y="174131"/>
                  <a:pt x="29208" y="174131"/>
                </a:cubicBezTo>
                <a:cubicBezTo>
                  <a:pt x="35616" y="174131"/>
                  <a:pt x="36128" y="174131"/>
                  <a:pt x="42277" y="174384"/>
                </a:cubicBezTo>
                <a:cubicBezTo>
                  <a:pt x="46374" y="174384"/>
                  <a:pt x="51758" y="174897"/>
                  <a:pt x="55601" y="174897"/>
                </a:cubicBezTo>
                <a:cubicBezTo>
                  <a:pt x="56880" y="174897"/>
                  <a:pt x="60210" y="174897"/>
                  <a:pt x="60210" y="170288"/>
                </a:cubicBezTo>
                <a:cubicBezTo>
                  <a:pt x="60210" y="167211"/>
                  <a:pt x="57392" y="166956"/>
                  <a:pt x="55088" y="166956"/>
                </a:cubicBezTo>
                <a:cubicBezTo>
                  <a:pt x="43044" y="166698"/>
                  <a:pt x="38434" y="162859"/>
                  <a:pt x="38434" y="155947"/>
                </a:cubicBezTo>
                <a:cubicBezTo>
                  <a:pt x="38434" y="154153"/>
                  <a:pt x="38688" y="153898"/>
                  <a:pt x="39459" y="150313"/>
                </a:cubicBezTo>
                <a:lnTo>
                  <a:pt x="74046" y="11017"/>
                </a:lnTo>
                <a:lnTo>
                  <a:pt x="74304" y="11017"/>
                </a:lnTo>
                <a:lnTo>
                  <a:pt x="97620" y="168239"/>
                </a:lnTo>
                <a:cubicBezTo>
                  <a:pt x="98132" y="172336"/>
                  <a:pt x="98645" y="174897"/>
                  <a:pt x="101975" y="174897"/>
                </a:cubicBezTo>
                <a:cubicBezTo>
                  <a:pt x="105049" y="174897"/>
                  <a:pt x="106585" y="172336"/>
                  <a:pt x="108122" y="170029"/>
                </a:cubicBezTo>
                <a:lnTo>
                  <a:pt x="212404" y="9227"/>
                </a:lnTo>
                <a:lnTo>
                  <a:pt x="212658" y="9227"/>
                </a:lnTo>
                <a:lnTo>
                  <a:pt x="176022" y="155435"/>
                </a:lnTo>
                <a:cubicBezTo>
                  <a:pt x="173716" y="164650"/>
                  <a:pt x="173204" y="166956"/>
                  <a:pt x="153984" y="166956"/>
                </a:cubicBezTo>
                <a:cubicBezTo>
                  <a:pt x="149375" y="166956"/>
                  <a:pt x="146298" y="166956"/>
                  <a:pt x="146298" y="171570"/>
                </a:cubicBezTo>
                <a:cubicBezTo>
                  <a:pt x="146298" y="173873"/>
                  <a:pt x="148092" y="174897"/>
                  <a:pt x="150141" y="174897"/>
                </a:cubicBezTo>
                <a:cubicBezTo>
                  <a:pt x="153218" y="174897"/>
                  <a:pt x="163211" y="174643"/>
                  <a:pt x="166284" y="174384"/>
                </a:cubicBezTo>
                <a:cubicBezTo>
                  <a:pt x="170127" y="174131"/>
                  <a:pt x="176535" y="174131"/>
                  <a:pt x="181656" y="174131"/>
                </a:cubicBezTo>
                <a:cubicBezTo>
                  <a:pt x="182426" y="174131"/>
                  <a:pt x="192673" y="174384"/>
                  <a:pt x="198057" y="174384"/>
                </a:cubicBezTo>
                <a:cubicBezTo>
                  <a:pt x="203178" y="174384"/>
                  <a:pt x="208815" y="174897"/>
                  <a:pt x="213683" y="174897"/>
                </a:cubicBezTo>
                <a:cubicBezTo>
                  <a:pt x="215223" y="174897"/>
                  <a:pt x="218554" y="174897"/>
                  <a:pt x="218554" y="170288"/>
                </a:cubicBezTo>
                <a:cubicBezTo>
                  <a:pt x="218554" y="166956"/>
                  <a:pt x="215989" y="166956"/>
                  <a:pt x="210610" y="166956"/>
                </a:cubicBezTo>
                <a:cubicBezTo>
                  <a:pt x="209586" y="166956"/>
                  <a:pt x="204972" y="166956"/>
                  <a:pt x="200875" y="166444"/>
                </a:cubicBezTo>
                <a:cubicBezTo>
                  <a:pt x="195238" y="165674"/>
                  <a:pt x="194979" y="164650"/>
                  <a:pt x="194979" y="162347"/>
                </a:cubicBezTo>
                <a:cubicBezTo>
                  <a:pt x="194979" y="160045"/>
                  <a:pt x="195492" y="157996"/>
                  <a:pt x="196004" y="156202"/>
                </a:cubicBezTo>
                <a:lnTo>
                  <a:pt x="230337" y="197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E0925BB4-41BE-4543-81F2-11767C07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052" y="1885388"/>
            <a:ext cx="175252" cy="63303"/>
          </a:xfrm>
          <a:custGeom xmlns:a="http://schemas.openxmlformats.org/drawingml/2006/main">
            <a:pathLst>
              <a:path w="175252" h="63303">
                <a:moveTo>
                  <a:pt x="166796" y="11021"/>
                </a:moveTo>
                <a:cubicBezTo>
                  <a:pt x="170385" y="11021"/>
                  <a:pt x="175252" y="11021"/>
                  <a:pt x="175252" y="5637"/>
                </a:cubicBezTo>
                <a:cubicBezTo>
                  <a:pt x="175252" y="0"/>
                  <a:pt x="169614" y="0"/>
                  <a:pt x="165771" y="0"/>
                </a:cubicBezTo>
                <a:lnTo>
                  <a:pt x="9481" y="0"/>
                </a:lnTo>
                <a:cubicBezTo>
                  <a:pt x="5638" y="0"/>
                  <a:pt x="0" y="0"/>
                  <a:pt x="0" y="5637"/>
                </a:cubicBezTo>
                <a:cubicBezTo>
                  <a:pt x="0" y="11021"/>
                  <a:pt x="5125" y="11021"/>
                  <a:pt x="8456" y="11021"/>
                </a:cubicBezTo>
                <a:lnTo>
                  <a:pt x="166796" y="11021"/>
                </a:lnTo>
                <a:moveTo>
                  <a:pt x="165771" y="63303"/>
                </a:moveTo>
                <a:cubicBezTo>
                  <a:pt x="169614" y="63303"/>
                  <a:pt x="175252" y="63303"/>
                  <a:pt x="175252" y="57669"/>
                </a:cubicBezTo>
                <a:cubicBezTo>
                  <a:pt x="175252" y="52286"/>
                  <a:pt x="170385" y="52286"/>
                  <a:pt x="166796" y="52286"/>
                </a:cubicBezTo>
                <a:lnTo>
                  <a:pt x="8456" y="52286"/>
                </a:lnTo>
                <a:cubicBezTo>
                  <a:pt x="5125" y="52286"/>
                  <a:pt x="0" y="52286"/>
                  <a:pt x="0" y="57669"/>
                </a:cubicBezTo>
                <a:cubicBezTo>
                  <a:pt x="0" y="63303"/>
                  <a:pt x="5638" y="63303"/>
                  <a:pt x="9481" y="63303"/>
                </a:cubicBezTo>
                <a:lnTo>
                  <a:pt x="165771" y="63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382CDAA2-0EF4-4639-BFA3-459D801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064" y="1789057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D2C17D79-0B3C-4B3E-81C5-EA08FAEA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108" y="1806321"/>
            <a:ext cx="260316" cy="174897"/>
          </a:xfrm>
          <a:custGeom xmlns:a="http://schemas.openxmlformats.org/drawingml/2006/main">
            <a:pathLst>
              <a:path w="260316" h="174897">
                <a:moveTo>
                  <a:pt x="230337" y="19724"/>
                </a:moveTo>
                <a:cubicBezTo>
                  <a:pt x="232644" y="10251"/>
                  <a:pt x="233415" y="7944"/>
                  <a:pt x="253396" y="7944"/>
                </a:cubicBezTo>
                <a:cubicBezTo>
                  <a:pt x="257497" y="7944"/>
                  <a:pt x="260316" y="7944"/>
                  <a:pt x="260316" y="3331"/>
                </a:cubicBezTo>
                <a:cubicBezTo>
                  <a:pt x="260316" y="0"/>
                  <a:pt x="257755" y="0"/>
                  <a:pt x="252884" y="0"/>
                </a:cubicBezTo>
                <a:lnTo>
                  <a:pt x="219321" y="0"/>
                </a:lnTo>
                <a:cubicBezTo>
                  <a:pt x="212916" y="0"/>
                  <a:pt x="211893" y="0"/>
                  <a:pt x="208815" y="4871"/>
                </a:cubicBezTo>
                <a:lnTo>
                  <a:pt x="114271" y="150826"/>
                </a:lnTo>
                <a:lnTo>
                  <a:pt x="93007" y="6662"/>
                </a:lnTo>
                <a:cubicBezTo>
                  <a:pt x="91983" y="0"/>
                  <a:pt x="91725" y="0"/>
                  <a:pt x="84551" y="0"/>
                </a:cubicBezTo>
                <a:lnTo>
                  <a:pt x="49452" y="0"/>
                </a:lnTo>
                <a:cubicBezTo>
                  <a:pt x="44838" y="0"/>
                  <a:pt x="41765" y="0"/>
                  <a:pt x="41765" y="4614"/>
                </a:cubicBezTo>
                <a:cubicBezTo>
                  <a:pt x="41765" y="7944"/>
                  <a:pt x="44326" y="7944"/>
                  <a:pt x="49452" y="7944"/>
                </a:cubicBezTo>
                <a:cubicBezTo>
                  <a:pt x="50475" y="7944"/>
                  <a:pt x="55088" y="7944"/>
                  <a:pt x="59186" y="8457"/>
                </a:cubicBezTo>
                <a:cubicBezTo>
                  <a:pt x="64053" y="8968"/>
                  <a:pt x="65336" y="9739"/>
                  <a:pt x="65336" y="12299"/>
                </a:cubicBezTo>
                <a:cubicBezTo>
                  <a:pt x="65336" y="13578"/>
                  <a:pt x="65078" y="14602"/>
                  <a:pt x="64311" y="17421"/>
                </a:cubicBezTo>
                <a:lnTo>
                  <a:pt x="31773" y="147753"/>
                </a:lnTo>
                <a:cubicBezTo>
                  <a:pt x="28442" y="161065"/>
                  <a:pt x="21267" y="166186"/>
                  <a:pt x="4355" y="166956"/>
                </a:cubicBezTo>
                <a:cubicBezTo>
                  <a:pt x="3588" y="166956"/>
                  <a:pt x="0" y="167211"/>
                  <a:pt x="0" y="171570"/>
                </a:cubicBezTo>
                <a:cubicBezTo>
                  <a:pt x="0" y="172082"/>
                  <a:pt x="0" y="174897"/>
                  <a:pt x="3588" y="174897"/>
                </a:cubicBezTo>
                <a:cubicBezTo>
                  <a:pt x="6662" y="174897"/>
                  <a:pt x="13069" y="174643"/>
                  <a:pt x="16400" y="174384"/>
                </a:cubicBezTo>
                <a:cubicBezTo>
                  <a:pt x="20497" y="174131"/>
                  <a:pt x="21009" y="174131"/>
                  <a:pt x="29208" y="174131"/>
                </a:cubicBezTo>
                <a:cubicBezTo>
                  <a:pt x="35616" y="174131"/>
                  <a:pt x="36128" y="174131"/>
                  <a:pt x="42277" y="174384"/>
                </a:cubicBezTo>
                <a:cubicBezTo>
                  <a:pt x="46374" y="174384"/>
                  <a:pt x="51758" y="174897"/>
                  <a:pt x="55601" y="174897"/>
                </a:cubicBezTo>
                <a:cubicBezTo>
                  <a:pt x="56880" y="174897"/>
                  <a:pt x="60210" y="174897"/>
                  <a:pt x="60210" y="170288"/>
                </a:cubicBezTo>
                <a:cubicBezTo>
                  <a:pt x="60210" y="167211"/>
                  <a:pt x="57392" y="166956"/>
                  <a:pt x="55088" y="166956"/>
                </a:cubicBezTo>
                <a:cubicBezTo>
                  <a:pt x="43044" y="166698"/>
                  <a:pt x="38434" y="162859"/>
                  <a:pt x="38434" y="155947"/>
                </a:cubicBezTo>
                <a:cubicBezTo>
                  <a:pt x="38434" y="154153"/>
                  <a:pt x="38688" y="153898"/>
                  <a:pt x="39459" y="150313"/>
                </a:cubicBezTo>
                <a:lnTo>
                  <a:pt x="74046" y="11017"/>
                </a:lnTo>
                <a:lnTo>
                  <a:pt x="74304" y="11017"/>
                </a:lnTo>
                <a:lnTo>
                  <a:pt x="97620" y="168239"/>
                </a:lnTo>
                <a:cubicBezTo>
                  <a:pt x="98132" y="172336"/>
                  <a:pt x="98645" y="174897"/>
                  <a:pt x="101975" y="174897"/>
                </a:cubicBezTo>
                <a:cubicBezTo>
                  <a:pt x="105049" y="174897"/>
                  <a:pt x="106585" y="172336"/>
                  <a:pt x="108122" y="170029"/>
                </a:cubicBezTo>
                <a:lnTo>
                  <a:pt x="212404" y="9227"/>
                </a:lnTo>
                <a:lnTo>
                  <a:pt x="212658" y="9227"/>
                </a:lnTo>
                <a:lnTo>
                  <a:pt x="176022" y="155435"/>
                </a:lnTo>
                <a:cubicBezTo>
                  <a:pt x="173716" y="164650"/>
                  <a:pt x="173204" y="166956"/>
                  <a:pt x="153984" y="166956"/>
                </a:cubicBezTo>
                <a:cubicBezTo>
                  <a:pt x="149375" y="166956"/>
                  <a:pt x="146298" y="166956"/>
                  <a:pt x="146298" y="171570"/>
                </a:cubicBezTo>
                <a:cubicBezTo>
                  <a:pt x="146298" y="173873"/>
                  <a:pt x="148092" y="174897"/>
                  <a:pt x="150141" y="174897"/>
                </a:cubicBezTo>
                <a:cubicBezTo>
                  <a:pt x="153218" y="174897"/>
                  <a:pt x="163211" y="174643"/>
                  <a:pt x="166284" y="174384"/>
                </a:cubicBezTo>
                <a:cubicBezTo>
                  <a:pt x="170127" y="174131"/>
                  <a:pt x="176535" y="174131"/>
                  <a:pt x="181656" y="174131"/>
                </a:cubicBezTo>
                <a:cubicBezTo>
                  <a:pt x="182426" y="174131"/>
                  <a:pt x="192673" y="174384"/>
                  <a:pt x="198057" y="174384"/>
                </a:cubicBezTo>
                <a:cubicBezTo>
                  <a:pt x="203178" y="174384"/>
                  <a:pt x="208815" y="174897"/>
                  <a:pt x="213683" y="174897"/>
                </a:cubicBezTo>
                <a:cubicBezTo>
                  <a:pt x="215223" y="174897"/>
                  <a:pt x="218554" y="174897"/>
                  <a:pt x="218554" y="170288"/>
                </a:cubicBezTo>
                <a:cubicBezTo>
                  <a:pt x="218554" y="166956"/>
                  <a:pt x="215989" y="166956"/>
                  <a:pt x="210610" y="166956"/>
                </a:cubicBezTo>
                <a:cubicBezTo>
                  <a:pt x="209586" y="166956"/>
                  <a:pt x="204972" y="166956"/>
                  <a:pt x="200875" y="166444"/>
                </a:cubicBezTo>
                <a:cubicBezTo>
                  <a:pt x="195238" y="165674"/>
                  <a:pt x="194979" y="164650"/>
                  <a:pt x="194979" y="162347"/>
                </a:cubicBezTo>
                <a:cubicBezTo>
                  <a:pt x="194979" y="160045"/>
                  <a:pt x="195492" y="157996"/>
                  <a:pt x="196004" y="156202"/>
                </a:cubicBezTo>
                <a:lnTo>
                  <a:pt x="230337" y="197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368DCAF4-AF09-47C0-83F6-6A05481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563" y="1934281"/>
            <a:ext cx="71226" cy="77065"/>
          </a:xfrm>
          <a:custGeom xmlns:a="http://schemas.openxmlformats.org/drawingml/2006/main">
            <a:pathLst>
              <a:path w="71226" h="77065">
                <a:moveTo>
                  <a:pt x="63713" y="11181"/>
                </a:moveTo>
                <a:cubicBezTo>
                  <a:pt x="58758" y="12378"/>
                  <a:pt x="56879" y="16647"/>
                  <a:pt x="56879" y="19209"/>
                </a:cubicBezTo>
                <a:cubicBezTo>
                  <a:pt x="56879" y="21943"/>
                  <a:pt x="58930" y="24846"/>
                  <a:pt x="62858" y="24846"/>
                </a:cubicBezTo>
                <a:cubicBezTo>
                  <a:pt x="66275" y="24846"/>
                  <a:pt x="71226" y="22454"/>
                  <a:pt x="71226" y="15109"/>
                </a:cubicBezTo>
                <a:cubicBezTo>
                  <a:pt x="71226" y="3589"/>
                  <a:pt x="58244" y="0"/>
                  <a:pt x="47144" y="0"/>
                </a:cubicBezTo>
                <a:cubicBezTo>
                  <a:pt x="21007" y="0"/>
                  <a:pt x="14690" y="17330"/>
                  <a:pt x="14690" y="24674"/>
                </a:cubicBezTo>
                <a:cubicBezTo>
                  <a:pt x="14690" y="38480"/>
                  <a:pt x="30404" y="41206"/>
                  <a:pt x="34845" y="41889"/>
                </a:cubicBezTo>
                <a:cubicBezTo>
                  <a:pt x="47655" y="44105"/>
                  <a:pt x="57562" y="45979"/>
                  <a:pt x="57562" y="54342"/>
                </a:cubicBezTo>
                <a:cubicBezTo>
                  <a:pt x="57562" y="57929"/>
                  <a:pt x="54658" y="64077"/>
                  <a:pt x="48510" y="67497"/>
                </a:cubicBezTo>
                <a:cubicBezTo>
                  <a:pt x="41848" y="71088"/>
                  <a:pt x="34503" y="71430"/>
                  <a:pt x="29548" y="71430"/>
                </a:cubicBezTo>
                <a:cubicBezTo>
                  <a:pt x="23572" y="71430"/>
                  <a:pt x="12980" y="70744"/>
                  <a:pt x="8028" y="65101"/>
                </a:cubicBezTo>
                <a:cubicBezTo>
                  <a:pt x="14004" y="64077"/>
                  <a:pt x="16911" y="59467"/>
                  <a:pt x="16911" y="55367"/>
                </a:cubicBezTo>
                <a:cubicBezTo>
                  <a:pt x="16911" y="51780"/>
                  <a:pt x="14518" y="48874"/>
                  <a:pt x="9907" y="48874"/>
                </a:cubicBezTo>
                <a:cubicBezTo>
                  <a:pt x="5466" y="48874"/>
                  <a:pt x="0" y="52463"/>
                  <a:pt x="0" y="60491"/>
                </a:cubicBezTo>
                <a:cubicBezTo>
                  <a:pt x="0" y="69889"/>
                  <a:pt x="9394" y="77065"/>
                  <a:pt x="29379" y="77065"/>
                </a:cubicBezTo>
                <a:cubicBezTo>
                  <a:pt x="61320" y="77065"/>
                  <a:pt x="68151" y="57246"/>
                  <a:pt x="68151" y="49388"/>
                </a:cubicBezTo>
                <a:cubicBezTo>
                  <a:pt x="68151" y="43763"/>
                  <a:pt x="65761" y="39843"/>
                  <a:pt x="61834" y="36434"/>
                </a:cubicBezTo>
                <a:cubicBezTo>
                  <a:pt x="56365" y="31662"/>
                  <a:pt x="50047" y="30640"/>
                  <a:pt x="41848" y="29277"/>
                </a:cubicBezTo>
                <a:cubicBezTo>
                  <a:pt x="33478" y="27745"/>
                  <a:pt x="25280" y="26379"/>
                  <a:pt x="25280" y="19722"/>
                </a:cubicBezTo>
                <a:cubicBezTo>
                  <a:pt x="25280" y="19550"/>
                  <a:pt x="25280" y="5640"/>
                  <a:pt x="46972" y="5640"/>
                </a:cubicBezTo>
                <a:cubicBezTo>
                  <a:pt x="51241" y="5640"/>
                  <a:pt x="59782" y="6334"/>
                  <a:pt x="63713" y="111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DDF0BCE1-6DCC-4E16-88D4-DF9E42C6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834" y="1953550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C1210C7E-FC50-4C04-A6B6-D535599F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674" y="1806321"/>
            <a:ext cx="260315" cy="174897"/>
          </a:xfrm>
          <a:custGeom xmlns:a="http://schemas.openxmlformats.org/drawingml/2006/main">
            <a:pathLst>
              <a:path w="260315" h="174897">
                <a:moveTo>
                  <a:pt x="230337" y="19724"/>
                </a:moveTo>
                <a:cubicBezTo>
                  <a:pt x="232644" y="10251"/>
                  <a:pt x="233415" y="7944"/>
                  <a:pt x="253396" y="7944"/>
                </a:cubicBezTo>
                <a:cubicBezTo>
                  <a:pt x="257497" y="7944"/>
                  <a:pt x="260315" y="7944"/>
                  <a:pt x="260315" y="3331"/>
                </a:cubicBezTo>
                <a:cubicBezTo>
                  <a:pt x="260315" y="0"/>
                  <a:pt x="257755" y="0"/>
                  <a:pt x="252884" y="0"/>
                </a:cubicBezTo>
                <a:lnTo>
                  <a:pt x="219321" y="0"/>
                </a:lnTo>
                <a:cubicBezTo>
                  <a:pt x="212916" y="0"/>
                  <a:pt x="211893" y="0"/>
                  <a:pt x="208815" y="4871"/>
                </a:cubicBezTo>
                <a:lnTo>
                  <a:pt x="114271" y="150826"/>
                </a:lnTo>
                <a:lnTo>
                  <a:pt x="93007" y="6662"/>
                </a:lnTo>
                <a:cubicBezTo>
                  <a:pt x="91983" y="0"/>
                  <a:pt x="91725" y="0"/>
                  <a:pt x="84551" y="0"/>
                </a:cubicBezTo>
                <a:lnTo>
                  <a:pt x="49452" y="0"/>
                </a:lnTo>
                <a:cubicBezTo>
                  <a:pt x="44838" y="0"/>
                  <a:pt x="41765" y="0"/>
                  <a:pt x="41765" y="4614"/>
                </a:cubicBezTo>
                <a:cubicBezTo>
                  <a:pt x="41765" y="7944"/>
                  <a:pt x="44326" y="7944"/>
                  <a:pt x="49452" y="7944"/>
                </a:cubicBezTo>
                <a:cubicBezTo>
                  <a:pt x="50475" y="7944"/>
                  <a:pt x="55088" y="7944"/>
                  <a:pt x="59186" y="8457"/>
                </a:cubicBezTo>
                <a:cubicBezTo>
                  <a:pt x="64053" y="8968"/>
                  <a:pt x="65336" y="9739"/>
                  <a:pt x="65336" y="12299"/>
                </a:cubicBezTo>
                <a:cubicBezTo>
                  <a:pt x="65336" y="13578"/>
                  <a:pt x="65078" y="14602"/>
                  <a:pt x="64311" y="17421"/>
                </a:cubicBezTo>
                <a:lnTo>
                  <a:pt x="31773" y="147753"/>
                </a:lnTo>
                <a:cubicBezTo>
                  <a:pt x="28442" y="161065"/>
                  <a:pt x="21267" y="166186"/>
                  <a:pt x="4355" y="166956"/>
                </a:cubicBezTo>
                <a:cubicBezTo>
                  <a:pt x="3588" y="166956"/>
                  <a:pt x="0" y="167211"/>
                  <a:pt x="0" y="171570"/>
                </a:cubicBezTo>
                <a:cubicBezTo>
                  <a:pt x="0" y="172082"/>
                  <a:pt x="0" y="174897"/>
                  <a:pt x="3588" y="174897"/>
                </a:cubicBezTo>
                <a:cubicBezTo>
                  <a:pt x="6662" y="174897"/>
                  <a:pt x="13069" y="174643"/>
                  <a:pt x="16400" y="174384"/>
                </a:cubicBezTo>
                <a:cubicBezTo>
                  <a:pt x="20497" y="174131"/>
                  <a:pt x="21009" y="174131"/>
                  <a:pt x="29208" y="174131"/>
                </a:cubicBezTo>
                <a:cubicBezTo>
                  <a:pt x="35616" y="174131"/>
                  <a:pt x="36128" y="174131"/>
                  <a:pt x="42277" y="174384"/>
                </a:cubicBezTo>
                <a:cubicBezTo>
                  <a:pt x="46374" y="174384"/>
                  <a:pt x="51758" y="174897"/>
                  <a:pt x="55601" y="174897"/>
                </a:cubicBezTo>
                <a:cubicBezTo>
                  <a:pt x="56880" y="174897"/>
                  <a:pt x="60210" y="174897"/>
                  <a:pt x="60210" y="170288"/>
                </a:cubicBezTo>
                <a:cubicBezTo>
                  <a:pt x="60210" y="167211"/>
                  <a:pt x="57392" y="166956"/>
                  <a:pt x="55088" y="166956"/>
                </a:cubicBezTo>
                <a:cubicBezTo>
                  <a:pt x="43044" y="166698"/>
                  <a:pt x="38434" y="162859"/>
                  <a:pt x="38434" y="155947"/>
                </a:cubicBezTo>
                <a:cubicBezTo>
                  <a:pt x="38434" y="154153"/>
                  <a:pt x="38688" y="153898"/>
                  <a:pt x="39459" y="150313"/>
                </a:cubicBezTo>
                <a:lnTo>
                  <a:pt x="74046" y="11017"/>
                </a:lnTo>
                <a:lnTo>
                  <a:pt x="74304" y="11017"/>
                </a:lnTo>
                <a:lnTo>
                  <a:pt x="97620" y="168239"/>
                </a:lnTo>
                <a:cubicBezTo>
                  <a:pt x="98132" y="172336"/>
                  <a:pt x="98645" y="174897"/>
                  <a:pt x="101975" y="174897"/>
                </a:cubicBezTo>
                <a:cubicBezTo>
                  <a:pt x="105049" y="174897"/>
                  <a:pt x="106585" y="172336"/>
                  <a:pt x="108122" y="170029"/>
                </a:cubicBezTo>
                <a:lnTo>
                  <a:pt x="212404" y="9227"/>
                </a:lnTo>
                <a:lnTo>
                  <a:pt x="212658" y="9227"/>
                </a:lnTo>
                <a:lnTo>
                  <a:pt x="176022" y="155435"/>
                </a:lnTo>
                <a:cubicBezTo>
                  <a:pt x="173716" y="164650"/>
                  <a:pt x="173204" y="166956"/>
                  <a:pt x="153984" y="166956"/>
                </a:cubicBezTo>
                <a:cubicBezTo>
                  <a:pt x="149375" y="166956"/>
                  <a:pt x="146298" y="166956"/>
                  <a:pt x="146298" y="171570"/>
                </a:cubicBezTo>
                <a:cubicBezTo>
                  <a:pt x="146298" y="173873"/>
                  <a:pt x="148092" y="174897"/>
                  <a:pt x="150141" y="174897"/>
                </a:cubicBezTo>
                <a:cubicBezTo>
                  <a:pt x="153218" y="174897"/>
                  <a:pt x="163211" y="174643"/>
                  <a:pt x="166284" y="174384"/>
                </a:cubicBezTo>
                <a:cubicBezTo>
                  <a:pt x="170127" y="174131"/>
                  <a:pt x="176535" y="174131"/>
                  <a:pt x="181656" y="174131"/>
                </a:cubicBezTo>
                <a:cubicBezTo>
                  <a:pt x="182426" y="174131"/>
                  <a:pt x="192673" y="174384"/>
                  <a:pt x="198057" y="174384"/>
                </a:cubicBezTo>
                <a:cubicBezTo>
                  <a:pt x="203178" y="174384"/>
                  <a:pt x="208815" y="174897"/>
                  <a:pt x="213683" y="174897"/>
                </a:cubicBezTo>
                <a:cubicBezTo>
                  <a:pt x="215223" y="174897"/>
                  <a:pt x="218554" y="174897"/>
                  <a:pt x="218554" y="170288"/>
                </a:cubicBezTo>
                <a:cubicBezTo>
                  <a:pt x="218554" y="166956"/>
                  <a:pt x="215989" y="166956"/>
                  <a:pt x="210610" y="166956"/>
                </a:cubicBezTo>
                <a:cubicBezTo>
                  <a:pt x="209586" y="166956"/>
                  <a:pt x="204972" y="166956"/>
                  <a:pt x="200875" y="166444"/>
                </a:cubicBezTo>
                <a:cubicBezTo>
                  <a:pt x="195238" y="165674"/>
                  <a:pt x="194979" y="164650"/>
                  <a:pt x="194979" y="162347"/>
                </a:cubicBezTo>
                <a:cubicBezTo>
                  <a:pt x="194979" y="160045"/>
                  <a:pt x="195492" y="157996"/>
                  <a:pt x="196004" y="156202"/>
                </a:cubicBezTo>
                <a:lnTo>
                  <a:pt x="230337" y="197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581B3811-78EC-4A5F-ABF8-293F9F15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516" y="1934281"/>
            <a:ext cx="91895" cy="77065"/>
          </a:xfrm>
          <a:custGeom xmlns:a="http://schemas.openxmlformats.org/drawingml/2006/main">
            <a:pathLst>
              <a:path w="91895" h="77065">
                <a:moveTo>
                  <a:pt x="75840" y="20504"/>
                </a:moveTo>
                <a:cubicBezTo>
                  <a:pt x="76692" y="16574"/>
                  <a:pt x="78402" y="10081"/>
                  <a:pt x="78402" y="8885"/>
                </a:cubicBezTo>
                <a:cubicBezTo>
                  <a:pt x="78402" y="5127"/>
                  <a:pt x="75499" y="3247"/>
                  <a:pt x="72423" y="3247"/>
                </a:cubicBezTo>
                <a:cubicBezTo>
                  <a:pt x="67640" y="3247"/>
                  <a:pt x="64737" y="7689"/>
                  <a:pt x="64223" y="10251"/>
                </a:cubicBezTo>
                <a:cubicBezTo>
                  <a:pt x="61833" y="6321"/>
                  <a:pt x="56026" y="0"/>
                  <a:pt x="45434" y="0"/>
                </a:cubicBezTo>
                <a:cubicBezTo>
                  <a:pt x="23572" y="0"/>
                  <a:pt x="0" y="22897"/>
                  <a:pt x="0" y="48017"/>
                </a:cubicBezTo>
                <a:cubicBezTo>
                  <a:pt x="0" y="66473"/>
                  <a:pt x="12979" y="77065"/>
                  <a:pt x="27500" y="77065"/>
                </a:cubicBezTo>
                <a:cubicBezTo>
                  <a:pt x="38944" y="77065"/>
                  <a:pt x="48682" y="69206"/>
                  <a:pt x="52950" y="64935"/>
                </a:cubicBezTo>
                <a:cubicBezTo>
                  <a:pt x="56195" y="75699"/>
                  <a:pt x="67640" y="77065"/>
                  <a:pt x="71398" y="77065"/>
                </a:cubicBezTo>
                <a:cubicBezTo>
                  <a:pt x="77547" y="77065"/>
                  <a:pt x="81988" y="73650"/>
                  <a:pt x="85233" y="68354"/>
                </a:cubicBezTo>
                <a:cubicBezTo>
                  <a:pt x="89504" y="61518"/>
                  <a:pt x="91895" y="51606"/>
                  <a:pt x="91895" y="50751"/>
                </a:cubicBezTo>
                <a:cubicBezTo>
                  <a:pt x="91895" y="50410"/>
                  <a:pt x="91726" y="48358"/>
                  <a:pt x="88650" y="48358"/>
                </a:cubicBezTo>
                <a:cubicBezTo>
                  <a:pt x="86088" y="48358"/>
                  <a:pt x="85746" y="49555"/>
                  <a:pt x="85063" y="52289"/>
                </a:cubicBezTo>
                <a:cubicBezTo>
                  <a:pt x="82329" y="62714"/>
                  <a:pt x="78743" y="71430"/>
                  <a:pt x="72081" y="71430"/>
                </a:cubicBezTo>
                <a:cubicBezTo>
                  <a:pt x="66274" y="71430"/>
                  <a:pt x="65761" y="65276"/>
                  <a:pt x="65761" y="62714"/>
                </a:cubicBezTo>
                <a:cubicBezTo>
                  <a:pt x="65761" y="60493"/>
                  <a:pt x="67468" y="53657"/>
                  <a:pt x="68664" y="49213"/>
                </a:cubicBezTo>
                <a:lnTo>
                  <a:pt x="75840" y="20504"/>
                </a:lnTo>
                <a:moveTo>
                  <a:pt x="53633" y="52974"/>
                </a:moveTo>
                <a:cubicBezTo>
                  <a:pt x="52778" y="56049"/>
                  <a:pt x="52778" y="56391"/>
                  <a:pt x="50388" y="58956"/>
                </a:cubicBezTo>
                <a:cubicBezTo>
                  <a:pt x="40993" y="69550"/>
                  <a:pt x="32282" y="71430"/>
                  <a:pt x="28013" y="71430"/>
                </a:cubicBezTo>
                <a:cubicBezTo>
                  <a:pt x="21179" y="71430"/>
                  <a:pt x="14518" y="66817"/>
                  <a:pt x="14518" y="54681"/>
                </a:cubicBezTo>
                <a:cubicBezTo>
                  <a:pt x="14518" y="47675"/>
                  <a:pt x="18106" y="30930"/>
                  <a:pt x="23572" y="21190"/>
                </a:cubicBezTo>
                <a:cubicBezTo>
                  <a:pt x="28696" y="11960"/>
                  <a:pt x="37406" y="5638"/>
                  <a:pt x="45606" y="5638"/>
                </a:cubicBezTo>
                <a:cubicBezTo>
                  <a:pt x="58416" y="5638"/>
                  <a:pt x="61661" y="19139"/>
                  <a:pt x="61661" y="20335"/>
                </a:cubicBezTo>
                <a:lnTo>
                  <a:pt x="61150" y="22728"/>
                </a:lnTo>
                <a:lnTo>
                  <a:pt x="53633" y="529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7C772B3B-E07B-4ED3-A629-5E68FD3C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754" y="1953550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374B29BE-32C4-49C9-82F0-B4519008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595" y="1806321"/>
            <a:ext cx="260315" cy="174897"/>
          </a:xfrm>
          <a:custGeom xmlns:a="http://schemas.openxmlformats.org/drawingml/2006/main">
            <a:pathLst>
              <a:path w="260315" h="174897">
                <a:moveTo>
                  <a:pt x="230337" y="19724"/>
                </a:moveTo>
                <a:cubicBezTo>
                  <a:pt x="232644" y="10251"/>
                  <a:pt x="233415" y="7944"/>
                  <a:pt x="253396" y="7944"/>
                </a:cubicBezTo>
                <a:cubicBezTo>
                  <a:pt x="257497" y="7944"/>
                  <a:pt x="260315" y="7944"/>
                  <a:pt x="260315" y="3331"/>
                </a:cubicBezTo>
                <a:cubicBezTo>
                  <a:pt x="260315" y="0"/>
                  <a:pt x="257755" y="0"/>
                  <a:pt x="252884" y="0"/>
                </a:cubicBezTo>
                <a:lnTo>
                  <a:pt x="219321" y="0"/>
                </a:lnTo>
                <a:cubicBezTo>
                  <a:pt x="212916" y="0"/>
                  <a:pt x="211893" y="0"/>
                  <a:pt x="208815" y="4871"/>
                </a:cubicBezTo>
                <a:lnTo>
                  <a:pt x="114271" y="150826"/>
                </a:lnTo>
                <a:lnTo>
                  <a:pt x="93007" y="6662"/>
                </a:lnTo>
                <a:cubicBezTo>
                  <a:pt x="91983" y="0"/>
                  <a:pt x="91725" y="0"/>
                  <a:pt x="84551" y="0"/>
                </a:cubicBezTo>
                <a:lnTo>
                  <a:pt x="49452" y="0"/>
                </a:lnTo>
                <a:cubicBezTo>
                  <a:pt x="44838" y="0"/>
                  <a:pt x="41765" y="0"/>
                  <a:pt x="41765" y="4614"/>
                </a:cubicBezTo>
                <a:cubicBezTo>
                  <a:pt x="41765" y="7944"/>
                  <a:pt x="44326" y="7944"/>
                  <a:pt x="49452" y="7944"/>
                </a:cubicBezTo>
                <a:cubicBezTo>
                  <a:pt x="50475" y="7944"/>
                  <a:pt x="55088" y="7944"/>
                  <a:pt x="59186" y="8457"/>
                </a:cubicBezTo>
                <a:cubicBezTo>
                  <a:pt x="64053" y="8968"/>
                  <a:pt x="65336" y="9739"/>
                  <a:pt x="65336" y="12299"/>
                </a:cubicBezTo>
                <a:cubicBezTo>
                  <a:pt x="65336" y="13578"/>
                  <a:pt x="65078" y="14602"/>
                  <a:pt x="64311" y="17421"/>
                </a:cubicBezTo>
                <a:lnTo>
                  <a:pt x="31773" y="147753"/>
                </a:lnTo>
                <a:cubicBezTo>
                  <a:pt x="28442" y="161065"/>
                  <a:pt x="21267" y="166186"/>
                  <a:pt x="4355" y="166956"/>
                </a:cubicBezTo>
                <a:cubicBezTo>
                  <a:pt x="3588" y="166956"/>
                  <a:pt x="0" y="167211"/>
                  <a:pt x="0" y="171570"/>
                </a:cubicBezTo>
                <a:cubicBezTo>
                  <a:pt x="0" y="172082"/>
                  <a:pt x="0" y="174897"/>
                  <a:pt x="3588" y="174897"/>
                </a:cubicBezTo>
                <a:cubicBezTo>
                  <a:pt x="6662" y="174897"/>
                  <a:pt x="13069" y="174643"/>
                  <a:pt x="16400" y="174384"/>
                </a:cubicBezTo>
                <a:cubicBezTo>
                  <a:pt x="20497" y="174131"/>
                  <a:pt x="21009" y="174131"/>
                  <a:pt x="29208" y="174131"/>
                </a:cubicBezTo>
                <a:cubicBezTo>
                  <a:pt x="35616" y="174131"/>
                  <a:pt x="36128" y="174131"/>
                  <a:pt x="42277" y="174384"/>
                </a:cubicBezTo>
                <a:cubicBezTo>
                  <a:pt x="46374" y="174384"/>
                  <a:pt x="51758" y="174897"/>
                  <a:pt x="55601" y="174897"/>
                </a:cubicBezTo>
                <a:cubicBezTo>
                  <a:pt x="56880" y="174897"/>
                  <a:pt x="60210" y="174897"/>
                  <a:pt x="60210" y="170288"/>
                </a:cubicBezTo>
                <a:cubicBezTo>
                  <a:pt x="60210" y="167211"/>
                  <a:pt x="57392" y="166956"/>
                  <a:pt x="55088" y="166956"/>
                </a:cubicBezTo>
                <a:cubicBezTo>
                  <a:pt x="43044" y="166698"/>
                  <a:pt x="38434" y="162859"/>
                  <a:pt x="38434" y="155947"/>
                </a:cubicBezTo>
                <a:cubicBezTo>
                  <a:pt x="38434" y="154153"/>
                  <a:pt x="38688" y="153898"/>
                  <a:pt x="39459" y="150313"/>
                </a:cubicBezTo>
                <a:lnTo>
                  <a:pt x="74046" y="11017"/>
                </a:lnTo>
                <a:lnTo>
                  <a:pt x="74304" y="11017"/>
                </a:lnTo>
                <a:lnTo>
                  <a:pt x="97620" y="168239"/>
                </a:lnTo>
                <a:cubicBezTo>
                  <a:pt x="98132" y="172336"/>
                  <a:pt x="98645" y="174897"/>
                  <a:pt x="101975" y="174897"/>
                </a:cubicBezTo>
                <a:cubicBezTo>
                  <a:pt x="105049" y="174897"/>
                  <a:pt x="106585" y="172336"/>
                  <a:pt x="108122" y="170029"/>
                </a:cubicBezTo>
                <a:lnTo>
                  <a:pt x="212404" y="9227"/>
                </a:lnTo>
                <a:lnTo>
                  <a:pt x="212658" y="9227"/>
                </a:lnTo>
                <a:lnTo>
                  <a:pt x="176022" y="155435"/>
                </a:lnTo>
                <a:cubicBezTo>
                  <a:pt x="173716" y="164650"/>
                  <a:pt x="173204" y="166956"/>
                  <a:pt x="153984" y="166956"/>
                </a:cubicBezTo>
                <a:cubicBezTo>
                  <a:pt x="149375" y="166956"/>
                  <a:pt x="146298" y="166956"/>
                  <a:pt x="146298" y="171570"/>
                </a:cubicBezTo>
                <a:cubicBezTo>
                  <a:pt x="146298" y="173873"/>
                  <a:pt x="148092" y="174897"/>
                  <a:pt x="150141" y="174897"/>
                </a:cubicBezTo>
                <a:cubicBezTo>
                  <a:pt x="153218" y="174897"/>
                  <a:pt x="163211" y="174643"/>
                  <a:pt x="166284" y="174384"/>
                </a:cubicBezTo>
                <a:cubicBezTo>
                  <a:pt x="170127" y="174131"/>
                  <a:pt x="176535" y="174131"/>
                  <a:pt x="181656" y="174131"/>
                </a:cubicBezTo>
                <a:cubicBezTo>
                  <a:pt x="182426" y="174131"/>
                  <a:pt x="192673" y="174384"/>
                  <a:pt x="198057" y="174384"/>
                </a:cubicBezTo>
                <a:cubicBezTo>
                  <a:pt x="203178" y="174384"/>
                  <a:pt x="208815" y="174897"/>
                  <a:pt x="213683" y="174897"/>
                </a:cubicBezTo>
                <a:cubicBezTo>
                  <a:pt x="215223" y="174897"/>
                  <a:pt x="218554" y="174897"/>
                  <a:pt x="218554" y="170288"/>
                </a:cubicBezTo>
                <a:cubicBezTo>
                  <a:pt x="218554" y="166956"/>
                  <a:pt x="215989" y="166956"/>
                  <a:pt x="210610" y="166956"/>
                </a:cubicBezTo>
                <a:cubicBezTo>
                  <a:pt x="209586" y="166956"/>
                  <a:pt x="204972" y="166956"/>
                  <a:pt x="200875" y="166444"/>
                </a:cubicBezTo>
                <a:cubicBezTo>
                  <a:pt x="195238" y="165674"/>
                  <a:pt x="194979" y="164650"/>
                  <a:pt x="194979" y="162347"/>
                </a:cubicBezTo>
                <a:cubicBezTo>
                  <a:pt x="194979" y="160045"/>
                  <a:pt x="195492" y="157996"/>
                  <a:pt x="196004" y="156202"/>
                </a:cubicBezTo>
                <a:lnTo>
                  <a:pt x="230337" y="1972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725F9604-F40D-4D9B-BCA1-3EBAB1B4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64" y="1934281"/>
            <a:ext cx="81818" cy="77065"/>
          </a:xfrm>
          <a:custGeom xmlns:a="http://schemas.openxmlformats.org/drawingml/2006/main">
            <a:pathLst>
              <a:path w="81818" h="77065">
                <a:moveTo>
                  <a:pt x="19472" y="59982"/>
                </a:moveTo>
                <a:cubicBezTo>
                  <a:pt x="24766" y="54856"/>
                  <a:pt x="30745" y="49899"/>
                  <a:pt x="39799" y="43062"/>
                </a:cubicBezTo>
                <a:cubicBezTo>
                  <a:pt x="51413" y="34174"/>
                  <a:pt x="58247" y="28876"/>
                  <a:pt x="65591" y="22039"/>
                </a:cubicBezTo>
                <a:cubicBezTo>
                  <a:pt x="75326" y="13154"/>
                  <a:pt x="81818" y="4100"/>
                  <a:pt x="81818" y="2392"/>
                </a:cubicBezTo>
                <a:cubicBezTo>
                  <a:pt x="81818" y="0"/>
                  <a:pt x="79426" y="0"/>
                  <a:pt x="78743" y="0"/>
                </a:cubicBezTo>
                <a:cubicBezTo>
                  <a:pt x="77036" y="0"/>
                  <a:pt x="76522" y="344"/>
                  <a:pt x="75326" y="2221"/>
                </a:cubicBezTo>
                <a:cubicBezTo>
                  <a:pt x="72250" y="6662"/>
                  <a:pt x="67640" y="11786"/>
                  <a:pt x="62175" y="11786"/>
                </a:cubicBezTo>
                <a:cubicBezTo>
                  <a:pt x="58074" y="11786"/>
                  <a:pt x="54489" y="8883"/>
                  <a:pt x="52267" y="7003"/>
                </a:cubicBezTo>
                <a:cubicBezTo>
                  <a:pt x="47826" y="3247"/>
                  <a:pt x="43896" y="0"/>
                  <a:pt x="37578" y="0"/>
                </a:cubicBezTo>
                <a:cubicBezTo>
                  <a:pt x="23230" y="0"/>
                  <a:pt x="13665" y="15034"/>
                  <a:pt x="13665" y="20160"/>
                </a:cubicBezTo>
                <a:cubicBezTo>
                  <a:pt x="13665" y="22039"/>
                  <a:pt x="15030" y="22725"/>
                  <a:pt x="16738" y="22725"/>
                </a:cubicBezTo>
                <a:cubicBezTo>
                  <a:pt x="18958" y="22725"/>
                  <a:pt x="19472" y="21698"/>
                  <a:pt x="19983" y="20332"/>
                </a:cubicBezTo>
                <a:cubicBezTo>
                  <a:pt x="22376" y="14351"/>
                  <a:pt x="31941" y="13837"/>
                  <a:pt x="35527" y="13837"/>
                </a:cubicBezTo>
                <a:cubicBezTo>
                  <a:pt x="39968" y="13837"/>
                  <a:pt x="44409" y="14692"/>
                  <a:pt x="47826" y="15547"/>
                </a:cubicBezTo>
                <a:cubicBezTo>
                  <a:pt x="56537" y="17254"/>
                  <a:pt x="58416" y="17254"/>
                  <a:pt x="62175" y="17426"/>
                </a:cubicBezTo>
                <a:cubicBezTo>
                  <a:pt x="58247" y="21187"/>
                  <a:pt x="54147" y="24946"/>
                  <a:pt x="43044" y="33320"/>
                </a:cubicBezTo>
                <a:cubicBezTo>
                  <a:pt x="29206" y="43917"/>
                  <a:pt x="24082" y="47848"/>
                  <a:pt x="16910" y="54514"/>
                </a:cubicBezTo>
                <a:cubicBezTo>
                  <a:pt x="8197" y="62375"/>
                  <a:pt x="0" y="72454"/>
                  <a:pt x="0" y="74675"/>
                </a:cubicBezTo>
                <a:cubicBezTo>
                  <a:pt x="0" y="77065"/>
                  <a:pt x="2562" y="77065"/>
                  <a:pt x="3245" y="77065"/>
                </a:cubicBezTo>
                <a:cubicBezTo>
                  <a:pt x="4952" y="77065"/>
                  <a:pt x="5293" y="76723"/>
                  <a:pt x="6321" y="75357"/>
                </a:cubicBezTo>
                <a:cubicBezTo>
                  <a:pt x="13151" y="66306"/>
                  <a:pt x="19814" y="65281"/>
                  <a:pt x="22545" y="65281"/>
                </a:cubicBezTo>
                <a:cubicBezTo>
                  <a:pt x="26644" y="65281"/>
                  <a:pt x="29548" y="67499"/>
                  <a:pt x="32624" y="70064"/>
                </a:cubicBezTo>
                <a:cubicBezTo>
                  <a:pt x="37748" y="73992"/>
                  <a:pt x="41334" y="77065"/>
                  <a:pt x="47485" y="77065"/>
                </a:cubicBezTo>
                <a:cubicBezTo>
                  <a:pt x="66443" y="77065"/>
                  <a:pt x="78571" y="56222"/>
                  <a:pt x="78571" y="50071"/>
                </a:cubicBezTo>
                <a:cubicBezTo>
                  <a:pt x="78571" y="48533"/>
                  <a:pt x="77036" y="47678"/>
                  <a:pt x="75326" y="47678"/>
                </a:cubicBezTo>
                <a:cubicBezTo>
                  <a:pt x="72937" y="47678"/>
                  <a:pt x="72595" y="48702"/>
                  <a:pt x="72081" y="50412"/>
                </a:cubicBezTo>
                <a:cubicBezTo>
                  <a:pt x="68664" y="59813"/>
                  <a:pt x="57392" y="63230"/>
                  <a:pt x="49364" y="63230"/>
                </a:cubicBezTo>
                <a:cubicBezTo>
                  <a:pt x="45264" y="63230"/>
                  <a:pt x="41165" y="62375"/>
                  <a:pt x="36723" y="61520"/>
                </a:cubicBezTo>
                <a:cubicBezTo>
                  <a:pt x="31599" y="60496"/>
                  <a:pt x="27500" y="59641"/>
                  <a:pt x="23399" y="59641"/>
                </a:cubicBezTo>
                <a:cubicBezTo>
                  <a:pt x="22545" y="59641"/>
                  <a:pt x="21010" y="59641"/>
                  <a:pt x="19472" y="599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22E91A7E-3DCA-4AEA-83F7-7BDB32B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272" y="1789057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3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8"/>
                </a:cubicBezTo>
                <a:cubicBezTo>
                  <a:pt x="0" y="4101"/>
                  <a:pt x="512" y="4871"/>
                  <a:pt x="2302" y="6665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B1816A7A-A558-40EA-B4F5-A155E0F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651" y="2155232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3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8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1" y="45968"/>
                  <a:pt x="29721" y="49899"/>
                </a:cubicBezTo>
                <a:cubicBezTo>
                  <a:pt x="29721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7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1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5B8DDA98-BA12-4759-802A-0265F0E3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773" y="2098902"/>
            <a:ext cx="131181" cy="154399"/>
          </a:xfrm>
          <a:custGeom xmlns:a="http://schemas.openxmlformats.org/drawingml/2006/main">
            <a:pathLst>
              <a:path w="131181" h="154399">
                <a:moveTo>
                  <a:pt x="121700" y="82589"/>
                </a:moveTo>
                <a:cubicBezTo>
                  <a:pt x="126055" y="82589"/>
                  <a:pt x="131181" y="82589"/>
                  <a:pt x="131181" y="77206"/>
                </a:cubicBezTo>
                <a:cubicBezTo>
                  <a:pt x="131181" y="71568"/>
                  <a:pt x="126313" y="71568"/>
                  <a:pt x="121700" y="71568"/>
                </a:cubicBezTo>
                <a:lnTo>
                  <a:pt x="11271" y="71568"/>
                </a:lnTo>
                <a:cubicBezTo>
                  <a:pt x="13836" y="39889"/>
                  <a:pt x="41504" y="11017"/>
                  <a:pt x="81221" y="11017"/>
                </a:cubicBezTo>
                <a:lnTo>
                  <a:pt x="121700" y="11017"/>
                </a:lnTo>
                <a:cubicBezTo>
                  <a:pt x="126055" y="11017"/>
                  <a:pt x="131181" y="11017"/>
                  <a:pt x="131181" y="5638"/>
                </a:cubicBezTo>
                <a:cubicBezTo>
                  <a:pt x="131181" y="0"/>
                  <a:pt x="126313" y="0"/>
                  <a:pt x="121700" y="0"/>
                </a:cubicBezTo>
                <a:lnTo>
                  <a:pt x="80451" y="0"/>
                </a:lnTo>
                <a:cubicBezTo>
                  <a:pt x="35358" y="0"/>
                  <a:pt x="0" y="35291"/>
                  <a:pt x="0" y="76951"/>
                </a:cubicBezTo>
                <a:cubicBezTo>
                  <a:pt x="0" y="119780"/>
                  <a:pt x="35870" y="154399"/>
                  <a:pt x="80451" y="154399"/>
                </a:cubicBezTo>
                <a:lnTo>
                  <a:pt x="121700" y="154399"/>
                </a:lnTo>
                <a:cubicBezTo>
                  <a:pt x="126055" y="154399"/>
                  <a:pt x="131181" y="154399"/>
                  <a:pt x="131181" y="149015"/>
                </a:cubicBezTo>
                <a:cubicBezTo>
                  <a:pt x="131181" y="143378"/>
                  <a:pt x="126313" y="143378"/>
                  <a:pt x="121700" y="143378"/>
                </a:cubicBezTo>
                <a:lnTo>
                  <a:pt x="81221" y="143378"/>
                </a:lnTo>
                <a:cubicBezTo>
                  <a:pt x="41250" y="143378"/>
                  <a:pt x="13836" y="114393"/>
                  <a:pt x="11271" y="82589"/>
                </a:cubicBezTo>
                <a:lnTo>
                  <a:pt x="121700" y="825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18336DA2-705F-4C66-9F78-B4E32477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971" y="2048117"/>
            <a:ext cx="94028" cy="256214"/>
          </a:xfrm>
          <a:custGeom xmlns:a="http://schemas.openxmlformats.org/drawingml/2006/main">
            <a:pathLst>
              <a:path w="94028" h="256214">
                <a:moveTo>
                  <a:pt x="56110" y="44557"/>
                </a:moveTo>
                <a:cubicBezTo>
                  <a:pt x="56110" y="29196"/>
                  <a:pt x="56110" y="23304"/>
                  <a:pt x="64566" y="15622"/>
                </a:cubicBezTo>
                <a:cubicBezTo>
                  <a:pt x="69687" y="11271"/>
                  <a:pt x="77377" y="7174"/>
                  <a:pt x="89160" y="6407"/>
                </a:cubicBezTo>
                <a:cubicBezTo>
                  <a:pt x="91979" y="6150"/>
                  <a:pt x="94028" y="6150"/>
                  <a:pt x="94028" y="3331"/>
                </a:cubicBezTo>
                <a:cubicBezTo>
                  <a:pt x="94028" y="0"/>
                  <a:pt x="91725" y="0"/>
                  <a:pt x="88394" y="0"/>
                </a:cubicBezTo>
                <a:cubicBezTo>
                  <a:pt x="63283" y="0"/>
                  <a:pt x="38176" y="12041"/>
                  <a:pt x="37918" y="32269"/>
                </a:cubicBezTo>
                <a:lnTo>
                  <a:pt x="37918" y="97816"/>
                </a:lnTo>
                <a:cubicBezTo>
                  <a:pt x="37660" y="106523"/>
                  <a:pt x="30232" y="123420"/>
                  <a:pt x="3330" y="124702"/>
                </a:cubicBezTo>
                <a:cubicBezTo>
                  <a:pt x="1024" y="124956"/>
                  <a:pt x="0" y="126492"/>
                  <a:pt x="0" y="128033"/>
                </a:cubicBezTo>
                <a:cubicBezTo>
                  <a:pt x="0" y="131106"/>
                  <a:pt x="2560" y="131360"/>
                  <a:pt x="4609" y="131360"/>
                </a:cubicBezTo>
                <a:cubicBezTo>
                  <a:pt x="22546" y="132130"/>
                  <a:pt x="34845" y="142385"/>
                  <a:pt x="37406" y="154438"/>
                </a:cubicBezTo>
                <a:cubicBezTo>
                  <a:pt x="37918" y="156744"/>
                  <a:pt x="37918" y="157257"/>
                  <a:pt x="37918" y="166229"/>
                </a:cubicBezTo>
                <a:lnTo>
                  <a:pt x="37918" y="216994"/>
                </a:lnTo>
                <a:cubicBezTo>
                  <a:pt x="37918" y="226995"/>
                  <a:pt x="37918" y="239556"/>
                  <a:pt x="55855" y="248786"/>
                </a:cubicBezTo>
                <a:cubicBezTo>
                  <a:pt x="69433" y="255961"/>
                  <a:pt x="85575" y="256214"/>
                  <a:pt x="88394" y="256214"/>
                </a:cubicBezTo>
                <a:cubicBezTo>
                  <a:pt x="91725" y="256214"/>
                  <a:pt x="94028" y="256214"/>
                  <a:pt x="94028" y="252888"/>
                </a:cubicBezTo>
                <a:cubicBezTo>
                  <a:pt x="94028" y="250069"/>
                  <a:pt x="91467" y="249811"/>
                  <a:pt x="90185" y="249811"/>
                </a:cubicBezTo>
                <a:cubicBezTo>
                  <a:pt x="66614" y="248275"/>
                  <a:pt x="58670" y="235455"/>
                  <a:pt x="56880" y="228531"/>
                </a:cubicBezTo>
                <a:cubicBezTo>
                  <a:pt x="56110" y="225455"/>
                  <a:pt x="56110" y="224942"/>
                  <a:pt x="56110" y="215712"/>
                </a:cubicBezTo>
                <a:lnTo>
                  <a:pt x="56110" y="177254"/>
                </a:lnTo>
                <a:cubicBezTo>
                  <a:pt x="56110" y="169818"/>
                  <a:pt x="56110" y="157257"/>
                  <a:pt x="55855" y="154950"/>
                </a:cubicBezTo>
                <a:cubicBezTo>
                  <a:pt x="53290" y="140590"/>
                  <a:pt x="40737" y="132130"/>
                  <a:pt x="26389" y="128033"/>
                </a:cubicBezTo>
                <a:cubicBezTo>
                  <a:pt x="56110" y="119581"/>
                  <a:pt x="56110" y="101914"/>
                  <a:pt x="56110" y="90646"/>
                </a:cubicBezTo>
                <a:lnTo>
                  <a:pt x="56110" y="44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1DE504F3-383C-40AE-B462-EC523C87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388" y="2212610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11524790-F07B-4392-A7C9-60A13AA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6945" y="2048117"/>
            <a:ext cx="94028" cy="256214"/>
          </a:xfrm>
          <a:custGeom xmlns:a="http://schemas.openxmlformats.org/drawingml/2006/main">
            <a:pathLst>
              <a:path w="94028" h="256214">
                <a:moveTo>
                  <a:pt x="56110" y="158281"/>
                </a:moveTo>
                <a:cubicBezTo>
                  <a:pt x="56367" y="149567"/>
                  <a:pt x="63795" y="132642"/>
                  <a:pt x="90696" y="131360"/>
                </a:cubicBezTo>
                <a:cubicBezTo>
                  <a:pt x="93003" y="131106"/>
                  <a:pt x="94028" y="129569"/>
                  <a:pt x="94028" y="128033"/>
                </a:cubicBezTo>
                <a:cubicBezTo>
                  <a:pt x="94028" y="124956"/>
                  <a:pt x="91467" y="124702"/>
                  <a:pt x="89418" y="124702"/>
                </a:cubicBezTo>
                <a:cubicBezTo>
                  <a:pt x="71481" y="123932"/>
                  <a:pt x="59182" y="113689"/>
                  <a:pt x="56622" y="101655"/>
                </a:cubicBezTo>
                <a:cubicBezTo>
                  <a:pt x="56110" y="99353"/>
                  <a:pt x="56110" y="98840"/>
                  <a:pt x="56110" y="89876"/>
                </a:cubicBezTo>
                <a:lnTo>
                  <a:pt x="56110" y="39181"/>
                </a:lnTo>
                <a:cubicBezTo>
                  <a:pt x="56110" y="29196"/>
                  <a:pt x="56110" y="16646"/>
                  <a:pt x="38176" y="7432"/>
                </a:cubicBezTo>
                <a:cubicBezTo>
                  <a:pt x="24594" y="516"/>
                  <a:pt x="8452" y="0"/>
                  <a:pt x="5633" y="0"/>
                </a:cubicBezTo>
                <a:cubicBezTo>
                  <a:pt x="2560" y="0"/>
                  <a:pt x="0" y="0"/>
                  <a:pt x="0" y="3331"/>
                </a:cubicBezTo>
                <a:cubicBezTo>
                  <a:pt x="0" y="6150"/>
                  <a:pt x="2560" y="6407"/>
                  <a:pt x="3843" y="6407"/>
                </a:cubicBezTo>
                <a:cubicBezTo>
                  <a:pt x="27413" y="7944"/>
                  <a:pt x="35358" y="20744"/>
                  <a:pt x="37148" y="27660"/>
                </a:cubicBezTo>
                <a:cubicBezTo>
                  <a:pt x="37918" y="30732"/>
                  <a:pt x="37918" y="31245"/>
                  <a:pt x="37918" y="40460"/>
                </a:cubicBezTo>
                <a:lnTo>
                  <a:pt x="37918" y="78867"/>
                </a:lnTo>
                <a:cubicBezTo>
                  <a:pt x="37918" y="86295"/>
                  <a:pt x="37918" y="98840"/>
                  <a:pt x="38176" y="101143"/>
                </a:cubicBezTo>
                <a:cubicBezTo>
                  <a:pt x="40737" y="115483"/>
                  <a:pt x="53290" y="123932"/>
                  <a:pt x="67638" y="128033"/>
                </a:cubicBezTo>
                <a:cubicBezTo>
                  <a:pt x="37918" y="136489"/>
                  <a:pt x="37918" y="154180"/>
                  <a:pt x="37918" y="165463"/>
                </a:cubicBezTo>
                <a:lnTo>
                  <a:pt x="37918" y="211611"/>
                </a:lnTo>
                <a:cubicBezTo>
                  <a:pt x="37918" y="226995"/>
                  <a:pt x="37918" y="232890"/>
                  <a:pt x="29462" y="240581"/>
                </a:cubicBezTo>
                <a:cubicBezTo>
                  <a:pt x="24340" y="244939"/>
                  <a:pt x="16651" y="249041"/>
                  <a:pt x="4867" y="249811"/>
                </a:cubicBezTo>
                <a:cubicBezTo>
                  <a:pt x="2048" y="250069"/>
                  <a:pt x="0" y="250069"/>
                  <a:pt x="0" y="252888"/>
                </a:cubicBezTo>
                <a:cubicBezTo>
                  <a:pt x="0" y="256214"/>
                  <a:pt x="2560" y="256214"/>
                  <a:pt x="5633" y="256214"/>
                </a:cubicBezTo>
                <a:cubicBezTo>
                  <a:pt x="30745" y="256214"/>
                  <a:pt x="55855" y="244169"/>
                  <a:pt x="56110" y="223918"/>
                </a:cubicBezTo>
                <a:lnTo>
                  <a:pt x="56110" y="1582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2F7D9F1E-01C1-485B-A98A-BEA2AFDD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362" y="2648059"/>
            <a:ext cx="142456" cy="113095"/>
          </a:xfrm>
          <a:custGeom xmlns:a="http://schemas.openxmlformats.org/drawingml/2006/main">
            <a:pathLst>
              <a:path w="142456" h="113095">
                <a:moveTo>
                  <a:pt x="63029" y="15889"/>
                </a:moveTo>
                <a:lnTo>
                  <a:pt x="92237" y="15889"/>
                </a:lnTo>
                <a:cubicBezTo>
                  <a:pt x="88394" y="32003"/>
                  <a:pt x="81733" y="58604"/>
                  <a:pt x="81733" y="79837"/>
                </a:cubicBezTo>
                <a:cubicBezTo>
                  <a:pt x="81733" y="81627"/>
                  <a:pt x="81733" y="91088"/>
                  <a:pt x="84039" y="100299"/>
                </a:cubicBezTo>
                <a:cubicBezTo>
                  <a:pt x="86600" y="110022"/>
                  <a:pt x="88906" y="113095"/>
                  <a:pt x="94032" y="113095"/>
                </a:cubicBezTo>
                <a:cubicBezTo>
                  <a:pt x="99412" y="113095"/>
                  <a:pt x="105049" y="108486"/>
                  <a:pt x="105049" y="102602"/>
                </a:cubicBezTo>
                <a:cubicBezTo>
                  <a:pt x="105049" y="100811"/>
                  <a:pt x="104790" y="100041"/>
                  <a:pt x="103255" y="96718"/>
                </a:cubicBezTo>
                <a:cubicBezTo>
                  <a:pt x="95310" y="78812"/>
                  <a:pt x="95310" y="59883"/>
                  <a:pt x="95310" y="53998"/>
                </a:cubicBezTo>
                <a:cubicBezTo>
                  <a:pt x="95310" y="47606"/>
                  <a:pt x="95310" y="36351"/>
                  <a:pt x="99669" y="15889"/>
                </a:cubicBezTo>
                <a:lnTo>
                  <a:pt x="129644" y="15889"/>
                </a:lnTo>
                <a:cubicBezTo>
                  <a:pt x="132975" y="15889"/>
                  <a:pt x="142456" y="15889"/>
                  <a:pt x="142456" y="6662"/>
                </a:cubicBezTo>
                <a:cubicBezTo>
                  <a:pt x="142456" y="0"/>
                  <a:pt x="136818" y="0"/>
                  <a:pt x="131950" y="0"/>
                </a:cubicBezTo>
                <a:lnTo>
                  <a:pt x="43302" y="0"/>
                </a:lnTo>
                <a:cubicBezTo>
                  <a:pt x="37152" y="0"/>
                  <a:pt x="28183" y="0"/>
                  <a:pt x="16142" y="12045"/>
                </a:cubicBezTo>
                <a:cubicBezTo>
                  <a:pt x="9223" y="18957"/>
                  <a:pt x="0" y="33024"/>
                  <a:pt x="0" y="35073"/>
                </a:cubicBezTo>
                <a:cubicBezTo>
                  <a:pt x="0" y="37884"/>
                  <a:pt x="2818" y="37884"/>
                  <a:pt x="3585" y="37884"/>
                </a:cubicBezTo>
                <a:cubicBezTo>
                  <a:pt x="5638" y="37884"/>
                  <a:pt x="6150" y="37375"/>
                  <a:pt x="7686" y="34814"/>
                </a:cubicBezTo>
                <a:cubicBezTo>
                  <a:pt x="20239" y="15889"/>
                  <a:pt x="35870" y="15889"/>
                  <a:pt x="40995" y="15889"/>
                </a:cubicBezTo>
                <a:lnTo>
                  <a:pt x="55597" y="15889"/>
                </a:lnTo>
                <a:cubicBezTo>
                  <a:pt x="44580" y="54511"/>
                  <a:pt x="26902" y="90834"/>
                  <a:pt x="25110" y="94670"/>
                </a:cubicBezTo>
                <a:cubicBezTo>
                  <a:pt x="23317" y="98251"/>
                  <a:pt x="20752" y="103622"/>
                  <a:pt x="20752" y="105671"/>
                </a:cubicBezTo>
                <a:cubicBezTo>
                  <a:pt x="20752" y="108998"/>
                  <a:pt x="23058" y="113095"/>
                  <a:pt x="28695" y="113095"/>
                </a:cubicBezTo>
                <a:cubicBezTo>
                  <a:pt x="37918" y="113095"/>
                  <a:pt x="40225" y="103880"/>
                  <a:pt x="45604" y="83160"/>
                </a:cubicBezTo>
                <a:lnTo>
                  <a:pt x="63029" y="158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B47449F9-BD47-420B-984E-8D3C5C23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28" y="2668509"/>
            <a:ext cx="80112" cy="121936"/>
          </a:xfrm>
          <a:custGeom xmlns:a="http://schemas.openxmlformats.org/drawingml/2006/main">
            <a:pathLst>
              <a:path w="80112" h="121936">
                <a:moveTo>
                  <a:pt x="80112" y="38259"/>
                </a:moveTo>
                <a:cubicBezTo>
                  <a:pt x="80112" y="18448"/>
                  <a:pt x="71740" y="0"/>
                  <a:pt x="54660" y="0"/>
                </a:cubicBezTo>
                <a:cubicBezTo>
                  <a:pt x="28013" y="0"/>
                  <a:pt x="0" y="44576"/>
                  <a:pt x="0" y="83684"/>
                </a:cubicBezTo>
                <a:cubicBezTo>
                  <a:pt x="0" y="105883"/>
                  <a:pt x="9565" y="121936"/>
                  <a:pt x="25451" y="121936"/>
                </a:cubicBezTo>
                <a:cubicBezTo>
                  <a:pt x="52268" y="121936"/>
                  <a:pt x="80112" y="76684"/>
                  <a:pt x="80112" y="38259"/>
                </a:cubicBezTo>
                <a:moveTo>
                  <a:pt x="19814" y="57556"/>
                </a:moveTo>
                <a:cubicBezTo>
                  <a:pt x="30916" y="15203"/>
                  <a:pt x="46461" y="5637"/>
                  <a:pt x="54489" y="5637"/>
                </a:cubicBezTo>
                <a:cubicBezTo>
                  <a:pt x="66447" y="5637"/>
                  <a:pt x="66447" y="26131"/>
                  <a:pt x="66447" y="28693"/>
                </a:cubicBezTo>
                <a:cubicBezTo>
                  <a:pt x="66447" y="30231"/>
                  <a:pt x="66447" y="40135"/>
                  <a:pt x="61834" y="57556"/>
                </a:cubicBezTo>
                <a:lnTo>
                  <a:pt x="19814" y="57556"/>
                </a:lnTo>
                <a:moveTo>
                  <a:pt x="60126" y="64387"/>
                </a:moveTo>
                <a:cubicBezTo>
                  <a:pt x="50561" y="102980"/>
                  <a:pt x="35017" y="116300"/>
                  <a:pt x="25623" y="116300"/>
                </a:cubicBezTo>
                <a:cubicBezTo>
                  <a:pt x="14349" y="116300"/>
                  <a:pt x="13666" y="99054"/>
                  <a:pt x="13666" y="93247"/>
                </a:cubicBezTo>
                <a:cubicBezTo>
                  <a:pt x="13666" y="87440"/>
                  <a:pt x="14349" y="79929"/>
                  <a:pt x="18106" y="64387"/>
                </a:cubicBezTo>
                <a:lnTo>
                  <a:pt x="60126" y="643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842E83C5-C3A7-47D4-A938-E00AD90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570" y="2566241"/>
            <a:ext cx="94028" cy="256214"/>
          </a:xfrm>
          <a:custGeom xmlns:a="http://schemas.openxmlformats.org/drawingml/2006/main">
            <a:pathLst>
              <a:path w="94028" h="256214">
                <a:moveTo>
                  <a:pt x="56110" y="44557"/>
                </a:moveTo>
                <a:cubicBezTo>
                  <a:pt x="56110" y="29196"/>
                  <a:pt x="56110" y="23304"/>
                  <a:pt x="64566" y="15622"/>
                </a:cubicBezTo>
                <a:cubicBezTo>
                  <a:pt x="69687" y="11271"/>
                  <a:pt x="77377" y="7174"/>
                  <a:pt x="89160" y="6407"/>
                </a:cubicBezTo>
                <a:cubicBezTo>
                  <a:pt x="91979" y="6150"/>
                  <a:pt x="94028" y="6150"/>
                  <a:pt x="94028" y="3331"/>
                </a:cubicBezTo>
                <a:cubicBezTo>
                  <a:pt x="94028" y="0"/>
                  <a:pt x="91725" y="0"/>
                  <a:pt x="88394" y="0"/>
                </a:cubicBezTo>
                <a:cubicBezTo>
                  <a:pt x="63283" y="0"/>
                  <a:pt x="38176" y="12041"/>
                  <a:pt x="37918" y="32269"/>
                </a:cubicBezTo>
                <a:lnTo>
                  <a:pt x="37918" y="97816"/>
                </a:lnTo>
                <a:cubicBezTo>
                  <a:pt x="37660" y="106523"/>
                  <a:pt x="30232" y="123420"/>
                  <a:pt x="3330" y="124702"/>
                </a:cubicBezTo>
                <a:cubicBezTo>
                  <a:pt x="1024" y="124956"/>
                  <a:pt x="0" y="126492"/>
                  <a:pt x="0" y="128033"/>
                </a:cubicBezTo>
                <a:cubicBezTo>
                  <a:pt x="0" y="131106"/>
                  <a:pt x="2560" y="131360"/>
                  <a:pt x="4609" y="131360"/>
                </a:cubicBezTo>
                <a:cubicBezTo>
                  <a:pt x="22546" y="132130"/>
                  <a:pt x="34845" y="142385"/>
                  <a:pt x="37406" y="154438"/>
                </a:cubicBezTo>
                <a:cubicBezTo>
                  <a:pt x="37918" y="156744"/>
                  <a:pt x="37918" y="157257"/>
                  <a:pt x="37918" y="166229"/>
                </a:cubicBezTo>
                <a:lnTo>
                  <a:pt x="37918" y="216994"/>
                </a:lnTo>
                <a:cubicBezTo>
                  <a:pt x="37918" y="226995"/>
                  <a:pt x="37918" y="239556"/>
                  <a:pt x="55855" y="248786"/>
                </a:cubicBezTo>
                <a:cubicBezTo>
                  <a:pt x="69433" y="255961"/>
                  <a:pt x="85575" y="256214"/>
                  <a:pt x="88394" y="256214"/>
                </a:cubicBezTo>
                <a:cubicBezTo>
                  <a:pt x="91725" y="256214"/>
                  <a:pt x="94028" y="256214"/>
                  <a:pt x="94028" y="252888"/>
                </a:cubicBezTo>
                <a:cubicBezTo>
                  <a:pt x="94028" y="250069"/>
                  <a:pt x="91467" y="249811"/>
                  <a:pt x="90185" y="249811"/>
                </a:cubicBezTo>
                <a:cubicBezTo>
                  <a:pt x="66614" y="248275"/>
                  <a:pt x="58670" y="235455"/>
                  <a:pt x="56880" y="228531"/>
                </a:cubicBezTo>
                <a:cubicBezTo>
                  <a:pt x="56110" y="225455"/>
                  <a:pt x="56110" y="224942"/>
                  <a:pt x="56110" y="215712"/>
                </a:cubicBezTo>
                <a:lnTo>
                  <a:pt x="56110" y="177254"/>
                </a:lnTo>
                <a:cubicBezTo>
                  <a:pt x="56110" y="169818"/>
                  <a:pt x="56110" y="157257"/>
                  <a:pt x="55855" y="154950"/>
                </a:cubicBezTo>
                <a:cubicBezTo>
                  <a:pt x="53290" y="140590"/>
                  <a:pt x="40737" y="132130"/>
                  <a:pt x="26389" y="128033"/>
                </a:cubicBezTo>
                <a:cubicBezTo>
                  <a:pt x="56110" y="119581"/>
                  <a:pt x="56110" y="101914"/>
                  <a:pt x="56110" y="90646"/>
                </a:cubicBezTo>
                <a:lnTo>
                  <a:pt x="56110" y="445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7E5CEF44-8928-42F5-8E06-29A682C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0625" y="2583505"/>
            <a:ext cx="187039" cy="180652"/>
          </a:xfrm>
          <a:custGeom xmlns:a="http://schemas.openxmlformats.org/drawingml/2006/main">
            <a:pathLst>
              <a:path w="187039" h="180652">
                <a:moveTo>
                  <a:pt x="150400" y="30236"/>
                </a:moveTo>
                <a:cubicBezTo>
                  <a:pt x="160904" y="13840"/>
                  <a:pt x="169873" y="8968"/>
                  <a:pt x="181656" y="7944"/>
                </a:cubicBezTo>
                <a:cubicBezTo>
                  <a:pt x="184733" y="7690"/>
                  <a:pt x="187039" y="7432"/>
                  <a:pt x="187039" y="3331"/>
                </a:cubicBezTo>
                <a:cubicBezTo>
                  <a:pt x="187039" y="1282"/>
                  <a:pt x="185499" y="0"/>
                  <a:pt x="183709" y="0"/>
                </a:cubicBezTo>
                <a:cubicBezTo>
                  <a:pt x="182681" y="0"/>
                  <a:pt x="176277" y="770"/>
                  <a:pt x="162699" y="770"/>
                </a:cubicBezTo>
                <a:cubicBezTo>
                  <a:pt x="154497" y="770"/>
                  <a:pt x="145787" y="0"/>
                  <a:pt x="137846" y="0"/>
                </a:cubicBezTo>
                <a:cubicBezTo>
                  <a:pt x="136051" y="0"/>
                  <a:pt x="133233" y="516"/>
                  <a:pt x="133233" y="4614"/>
                </a:cubicBezTo>
                <a:cubicBezTo>
                  <a:pt x="133233" y="7690"/>
                  <a:pt x="136051" y="7944"/>
                  <a:pt x="136818" y="7944"/>
                </a:cubicBezTo>
                <a:cubicBezTo>
                  <a:pt x="139382" y="8202"/>
                  <a:pt x="148605" y="8714"/>
                  <a:pt x="148605" y="16142"/>
                </a:cubicBezTo>
                <a:cubicBezTo>
                  <a:pt x="148605" y="18195"/>
                  <a:pt x="147835" y="19989"/>
                  <a:pt x="146811" y="22038"/>
                </a:cubicBezTo>
                <a:cubicBezTo>
                  <a:pt x="145787" y="24087"/>
                  <a:pt x="145274" y="25111"/>
                  <a:pt x="144250" y="26905"/>
                </a:cubicBezTo>
                <a:lnTo>
                  <a:pt x="64054" y="151186"/>
                </a:lnTo>
                <a:lnTo>
                  <a:pt x="44580" y="15630"/>
                </a:lnTo>
                <a:cubicBezTo>
                  <a:pt x="44580" y="13324"/>
                  <a:pt x="46375" y="7944"/>
                  <a:pt x="62259" y="7944"/>
                </a:cubicBezTo>
                <a:cubicBezTo>
                  <a:pt x="65336" y="7944"/>
                  <a:pt x="68409" y="7944"/>
                  <a:pt x="68409" y="3331"/>
                </a:cubicBezTo>
                <a:cubicBezTo>
                  <a:pt x="68409" y="516"/>
                  <a:pt x="65849" y="0"/>
                  <a:pt x="64312" y="0"/>
                </a:cubicBezTo>
                <a:cubicBezTo>
                  <a:pt x="59699" y="0"/>
                  <a:pt x="54319" y="516"/>
                  <a:pt x="49452" y="516"/>
                </a:cubicBezTo>
                <a:cubicBezTo>
                  <a:pt x="44327" y="516"/>
                  <a:pt x="38689" y="770"/>
                  <a:pt x="33309" y="770"/>
                </a:cubicBezTo>
                <a:cubicBezTo>
                  <a:pt x="28696" y="770"/>
                  <a:pt x="21522" y="770"/>
                  <a:pt x="19215" y="516"/>
                </a:cubicBezTo>
                <a:cubicBezTo>
                  <a:pt x="17167" y="516"/>
                  <a:pt x="6662" y="0"/>
                  <a:pt x="4613" y="0"/>
                </a:cubicBezTo>
                <a:cubicBezTo>
                  <a:pt x="3589" y="0"/>
                  <a:pt x="0" y="0"/>
                  <a:pt x="0" y="4614"/>
                </a:cubicBezTo>
                <a:cubicBezTo>
                  <a:pt x="0" y="7944"/>
                  <a:pt x="2818" y="7944"/>
                  <a:pt x="5892" y="7944"/>
                </a:cubicBezTo>
                <a:cubicBezTo>
                  <a:pt x="20240" y="7944"/>
                  <a:pt x="20497" y="10251"/>
                  <a:pt x="21522" y="16659"/>
                </a:cubicBezTo>
                <a:lnTo>
                  <a:pt x="44069" y="173994"/>
                </a:lnTo>
                <a:cubicBezTo>
                  <a:pt x="44839" y="178861"/>
                  <a:pt x="45092" y="180652"/>
                  <a:pt x="49452" y="180652"/>
                </a:cubicBezTo>
                <a:cubicBezTo>
                  <a:pt x="53548" y="180652"/>
                  <a:pt x="55085" y="178603"/>
                  <a:pt x="56880" y="175530"/>
                </a:cubicBezTo>
                <a:lnTo>
                  <a:pt x="150400" y="302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C934FD52-8550-45E8-86C3-1516EB94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519" y="2673355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3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1" y="45968"/>
                  <a:pt x="29721" y="49899"/>
                </a:cubicBezTo>
                <a:cubicBezTo>
                  <a:pt x="29721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7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1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CCAB4176-7DD3-438C-BB30-F5F89B5D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131" y="2566241"/>
            <a:ext cx="94028" cy="256214"/>
          </a:xfrm>
          <a:custGeom xmlns:a="http://schemas.openxmlformats.org/drawingml/2006/main">
            <a:pathLst>
              <a:path w="94028" h="256214">
                <a:moveTo>
                  <a:pt x="56110" y="158281"/>
                </a:moveTo>
                <a:cubicBezTo>
                  <a:pt x="56367" y="149567"/>
                  <a:pt x="63795" y="132642"/>
                  <a:pt x="90696" y="131360"/>
                </a:cubicBezTo>
                <a:cubicBezTo>
                  <a:pt x="93003" y="131106"/>
                  <a:pt x="94028" y="129569"/>
                  <a:pt x="94028" y="128033"/>
                </a:cubicBezTo>
                <a:cubicBezTo>
                  <a:pt x="94028" y="124956"/>
                  <a:pt x="91467" y="124702"/>
                  <a:pt x="89418" y="124702"/>
                </a:cubicBezTo>
                <a:cubicBezTo>
                  <a:pt x="71481" y="123932"/>
                  <a:pt x="59182" y="113689"/>
                  <a:pt x="56622" y="101655"/>
                </a:cubicBezTo>
                <a:cubicBezTo>
                  <a:pt x="56110" y="99353"/>
                  <a:pt x="56110" y="98840"/>
                  <a:pt x="56110" y="89876"/>
                </a:cubicBezTo>
                <a:lnTo>
                  <a:pt x="56110" y="39181"/>
                </a:lnTo>
                <a:cubicBezTo>
                  <a:pt x="56110" y="29196"/>
                  <a:pt x="56110" y="16646"/>
                  <a:pt x="38176" y="7432"/>
                </a:cubicBezTo>
                <a:cubicBezTo>
                  <a:pt x="24594" y="516"/>
                  <a:pt x="8452" y="0"/>
                  <a:pt x="5633" y="0"/>
                </a:cubicBezTo>
                <a:cubicBezTo>
                  <a:pt x="2560" y="0"/>
                  <a:pt x="0" y="0"/>
                  <a:pt x="0" y="3331"/>
                </a:cubicBezTo>
                <a:cubicBezTo>
                  <a:pt x="0" y="6150"/>
                  <a:pt x="2560" y="6407"/>
                  <a:pt x="3843" y="6407"/>
                </a:cubicBezTo>
                <a:cubicBezTo>
                  <a:pt x="27413" y="7944"/>
                  <a:pt x="35358" y="20744"/>
                  <a:pt x="37148" y="27660"/>
                </a:cubicBezTo>
                <a:cubicBezTo>
                  <a:pt x="37918" y="30732"/>
                  <a:pt x="37918" y="31245"/>
                  <a:pt x="37918" y="40460"/>
                </a:cubicBezTo>
                <a:lnTo>
                  <a:pt x="37918" y="78867"/>
                </a:lnTo>
                <a:cubicBezTo>
                  <a:pt x="37918" y="86295"/>
                  <a:pt x="37918" y="98840"/>
                  <a:pt x="38176" y="101143"/>
                </a:cubicBezTo>
                <a:cubicBezTo>
                  <a:pt x="40737" y="115483"/>
                  <a:pt x="53290" y="123932"/>
                  <a:pt x="67638" y="128033"/>
                </a:cubicBezTo>
                <a:cubicBezTo>
                  <a:pt x="37918" y="136489"/>
                  <a:pt x="37918" y="154180"/>
                  <a:pt x="37918" y="165463"/>
                </a:cubicBezTo>
                <a:lnTo>
                  <a:pt x="37918" y="211611"/>
                </a:lnTo>
                <a:cubicBezTo>
                  <a:pt x="37918" y="226995"/>
                  <a:pt x="37918" y="232890"/>
                  <a:pt x="29462" y="240581"/>
                </a:cubicBezTo>
                <a:cubicBezTo>
                  <a:pt x="24340" y="244939"/>
                  <a:pt x="16651" y="249041"/>
                  <a:pt x="4867" y="249811"/>
                </a:cubicBezTo>
                <a:cubicBezTo>
                  <a:pt x="2048" y="250069"/>
                  <a:pt x="0" y="250069"/>
                  <a:pt x="0" y="252888"/>
                </a:cubicBezTo>
                <a:cubicBezTo>
                  <a:pt x="0" y="256214"/>
                  <a:pt x="2560" y="256214"/>
                  <a:pt x="5633" y="256214"/>
                </a:cubicBezTo>
                <a:cubicBezTo>
                  <a:pt x="30745" y="256214"/>
                  <a:pt x="55855" y="244169"/>
                  <a:pt x="56110" y="223918"/>
                </a:cubicBezTo>
                <a:lnTo>
                  <a:pt x="56110" y="1582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17B2B189-FC07-4988-9F39-56DA17C3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449" y="2532961"/>
            <a:ext cx="157997" cy="116598"/>
          </a:xfrm>
          <a:custGeom xmlns:a="http://schemas.openxmlformats.org/drawingml/2006/main">
            <a:pathLst>
              <a:path w="157997" h="116598">
                <a:moveTo>
                  <a:pt x="135963" y="18784"/>
                </a:moveTo>
                <a:cubicBezTo>
                  <a:pt x="137842" y="11614"/>
                  <a:pt x="141259" y="7347"/>
                  <a:pt x="154242" y="6834"/>
                </a:cubicBezTo>
                <a:cubicBezTo>
                  <a:pt x="155266" y="6834"/>
                  <a:pt x="157997" y="6662"/>
                  <a:pt x="157997" y="2734"/>
                </a:cubicBezTo>
                <a:cubicBezTo>
                  <a:pt x="157997" y="1027"/>
                  <a:pt x="156973" y="0"/>
                  <a:pt x="155266" y="0"/>
                </a:cubicBezTo>
                <a:cubicBezTo>
                  <a:pt x="151166" y="0"/>
                  <a:pt x="141087" y="685"/>
                  <a:pt x="136990" y="685"/>
                </a:cubicBezTo>
                <a:lnTo>
                  <a:pt x="127594" y="514"/>
                </a:lnTo>
                <a:cubicBezTo>
                  <a:pt x="124519" y="514"/>
                  <a:pt x="120933" y="0"/>
                  <a:pt x="118029" y="0"/>
                </a:cubicBezTo>
                <a:cubicBezTo>
                  <a:pt x="115126" y="0"/>
                  <a:pt x="114270" y="2221"/>
                  <a:pt x="114270" y="4272"/>
                </a:cubicBezTo>
                <a:cubicBezTo>
                  <a:pt x="114270" y="6834"/>
                  <a:pt x="117005" y="6834"/>
                  <a:pt x="118371" y="6834"/>
                </a:cubicBezTo>
                <a:cubicBezTo>
                  <a:pt x="126398" y="7006"/>
                  <a:pt x="129643" y="9224"/>
                  <a:pt x="129643" y="13663"/>
                </a:cubicBezTo>
                <a:cubicBezTo>
                  <a:pt x="129643" y="14345"/>
                  <a:pt x="129473" y="15370"/>
                  <a:pt x="129302" y="16394"/>
                </a:cubicBezTo>
                <a:lnTo>
                  <a:pt x="110512" y="91332"/>
                </a:lnTo>
                <a:lnTo>
                  <a:pt x="63882" y="3076"/>
                </a:lnTo>
                <a:cubicBezTo>
                  <a:pt x="62175" y="172"/>
                  <a:pt x="62003" y="0"/>
                  <a:pt x="57903" y="0"/>
                </a:cubicBezTo>
                <a:lnTo>
                  <a:pt x="33307" y="0"/>
                </a:lnTo>
                <a:cubicBezTo>
                  <a:pt x="30062" y="0"/>
                  <a:pt x="27500" y="0"/>
                  <a:pt x="27500" y="4272"/>
                </a:cubicBezTo>
                <a:cubicBezTo>
                  <a:pt x="27500" y="6834"/>
                  <a:pt x="29890" y="6834"/>
                  <a:pt x="33820" y="6834"/>
                </a:cubicBezTo>
                <a:cubicBezTo>
                  <a:pt x="34845" y="6834"/>
                  <a:pt x="40652" y="6834"/>
                  <a:pt x="44751" y="7689"/>
                </a:cubicBezTo>
                <a:lnTo>
                  <a:pt x="22204" y="97647"/>
                </a:lnTo>
                <a:cubicBezTo>
                  <a:pt x="20496" y="104134"/>
                  <a:pt x="17934" y="109256"/>
                  <a:pt x="3756" y="109767"/>
                </a:cubicBezTo>
                <a:cubicBezTo>
                  <a:pt x="1536" y="109767"/>
                  <a:pt x="0" y="110963"/>
                  <a:pt x="0" y="114208"/>
                </a:cubicBezTo>
                <a:cubicBezTo>
                  <a:pt x="170" y="114891"/>
                  <a:pt x="342" y="116598"/>
                  <a:pt x="2904" y="116598"/>
                </a:cubicBezTo>
                <a:cubicBezTo>
                  <a:pt x="7003" y="116598"/>
                  <a:pt x="17080" y="115915"/>
                  <a:pt x="21179" y="115915"/>
                </a:cubicBezTo>
                <a:lnTo>
                  <a:pt x="30575" y="116087"/>
                </a:lnTo>
                <a:cubicBezTo>
                  <a:pt x="33649" y="116087"/>
                  <a:pt x="37234" y="116598"/>
                  <a:pt x="40141" y="116598"/>
                </a:cubicBezTo>
                <a:cubicBezTo>
                  <a:pt x="43727" y="116598"/>
                  <a:pt x="43897" y="113012"/>
                  <a:pt x="43897" y="112159"/>
                </a:cubicBezTo>
                <a:cubicBezTo>
                  <a:pt x="43386" y="109767"/>
                  <a:pt x="41676" y="109767"/>
                  <a:pt x="39627" y="109767"/>
                </a:cubicBezTo>
                <a:cubicBezTo>
                  <a:pt x="31769" y="109597"/>
                  <a:pt x="28354" y="107376"/>
                  <a:pt x="28354" y="102938"/>
                </a:cubicBezTo>
                <a:cubicBezTo>
                  <a:pt x="28354" y="101914"/>
                  <a:pt x="28524" y="101231"/>
                  <a:pt x="29038" y="99354"/>
                </a:cubicBezTo>
                <a:lnTo>
                  <a:pt x="50900" y="12125"/>
                </a:lnTo>
                <a:lnTo>
                  <a:pt x="104536" y="113694"/>
                </a:lnTo>
                <a:cubicBezTo>
                  <a:pt x="105730" y="116087"/>
                  <a:pt x="106071" y="116598"/>
                  <a:pt x="108463" y="116598"/>
                </a:cubicBezTo>
                <a:cubicBezTo>
                  <a:pt x="111367" y="116598"/>
                  <a:pt x="111708" y="115745"/>
                  <a:pt x="112391" y="112670"/>
                </a:cubicBezTo>
                <a:lnTo>
                  <a:pt x="135963" y="18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2CE02C3F-4605-43DB-A622-77C8C368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518" y="2692500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3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1" y="45968"/>
                  <a:pt x="29721" y="49899"/>
                </a:cubicBezTo>
                <a:cubicBezTo>
                  <a:pt x="29721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7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0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54BDEF34-C55F-48C6-A002-53AE6B4C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718" y="2739245"/>
            <a:ext cx="132548" cy="48121"/>
          </a:xfrm>
          <a:custGeom xmlns:a="http://schemas.openxmlformats.org/drawingml/2006/main">
            <a:pathLst>
              <a:path w="132548" h="48121">
                <a:moveTo>
                  <a:pt x="126229" y="8880"/>
                </a:moveTo>
                <a:cubicBezTo>
                  <a:pt x="128621" y="8880"/>
                  <a:pt x="132548" y="8880"/>
                  <a:pt x="132548" y="4441"/>
                </a:cubicBezTo>
                <a:cubicBezTo>
                  <a:pt x="132548" y="0"/>
                  <a:pt x="127935" y="0"/>
                  <a:pt x="125373" y="0"/>
                </a:cubicBezTo>
                <a:lnTo>
                  <a:pt x="7173" y="0"/>
                </a:lnTo>
                <a:cubicBezTo>
                  <a:pt x="4610" y="0"/>
                  <a:pt x="0" y="0"/>
                  <a:pt x="0" y="4441"/>
                </a:cubicBezTo>
                <a:cubicBezTo>
                  <a:pt x="0" y="8880"/>
                  <a:pt x="3928" y="8880"/>
                  <a:pt x="6321" y="8880"/>
                </a:cubicBezTo>
                <a:lnTo>
                  <a:pt x="126229" y="8880"/>
                </a:lnTo>
                <a:moveTo>
                  <a:pt x="125373" y="48121"/>
                </a:moveTo>
                <a:cubicBezTo>
                  <a:pt x="127935" y="48121"/>
                  <a:pt x="132548" y="48121"/>
                  <a:pt x="132548" y="43680"/>
                </a:cubicBezTo>
                <a:cubicBezTo>
                  <a:pt x="132548" y="39239"/>
                  <a:pt x="128621" y="39239"/>
                  <a:pt x="126229" y="39239"/>
                </a:cubicBezTo>
                <a:lnTo>
                  <a:pt x="6321" y="39239"/>
                </a:lnTo>
                <a:cubicBezTo>
                  <a:pt x="3928" y="39239"/>
                  <a:pt x="0" y="39239"/>
                  <a:pt x="0" y="43680"/>
                </a:cubicBezTo>
                <a:cubicBezTo>
                  <a:pt x="0" y="48121"/>
                  <a:pt x="4610" y="48121"/>
                  <a:pt x="7173" y="48121"/>
                </a:cubicBezTo>
                <a:lnTo>
                  <a:pt x="125373" y="481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388EF55E-7D7D-43C3-A11A-776140D3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598" y="2692411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10"/>
                  <a:pt x="6151" y="11010"/>
                  <a:pt x="0" y="11010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9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3"/>
                  <a:pt x="23744" y="112913"/>
                  <a:pt x="33309" y="112913"/>
                </a:cubicBezTo>
                <a:cubicBezTo>
                  <a:pt x="42875" y="112913"/>
                  <a:pt x="56199" y="112913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91C9C2FD-E0D0-4A62-A734-C97D140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790" y="2583503"/>
            <a:ext cx="187039" cy="180652"/>
          </a:xfrm>
          <a:custGeom xmlns:a="http://schemas.openxmlformats.org/drawingml/2006/main">
            <a:pathLst>
              <a:path w="187039" h="180652">
                <a:moveTo>
                  <a:pt x="150400" y="30236"/>
                </a:moveTo>
                <a:cubicBezTo>
                  <a:pt x="160904" y="13840"/>
                  <a:pt x="169872" y="8968"/>
                  <a:pt x="181656" y="7944"/>
                </a:cubicBezTo>
                <a:cubicBezTo>
                  <a:pt x="184733" y="7690"/>
                  <a:pt x="187039" y="7432"/>
                  <a:pt x="187039" y="3331"/>
                </a:cubicBezTo>
                <a:cubicBezTo>
                  <a:pt x="187039" y="1282"/>
                  <a:pt x="185499" y="0"/>
                  <a:pt x="183709" y="0"/>
                </a:cubicBezTo>
                <a:cubicBezTo>
                  <a:pt x="182680" y="0"/>
                  <a:pt x="176277" y="770"/>
                  <a:pt x="162699" y="770"/>
                </a:cubicBezTo>
                <a:cubicBezTo>
                  <a:pt x="154497" y="770"/>
                  <a:pt x="145787" y="0"/>
                  <a:pt x="137846" y="0"/>
                </a:cubicBezTo>
                <a:cubicBezTo>
                  <a:pt x="136051" y="0"/>
                  <a:pt x="133233" y="516"/>
                  <a:pt x="133233" y="4614"/>
                </a:cubicBezTo>
                <a:cubicBezTo>
                  <a:pt x="133233" y="7690"/>
                  <a:pt x="136051" y="7944"/>
                  <a:pt x="136818" y="7944"/>
                </a:cubicBezTo>
                <a:cubicBezTo>
                  <a:pt x="139382" y="8202"/>
                  <a:pt x="148605" y="8714"/>
                  <a:pt x="148605" y="16143"/>
                </a:cubicBezTo>
                <a:cubicBezTo>
                  <a:pt x="148605" y="18195"/>
                  <a:pt x="147835" y="19989"/>
                  <a:pt x="146811" y="22038"/>
                </a:cubicBezTo>
                <a:cubicBezTo>
                  <a:pt x="145787" y="24087"/>
                  <a:pt x="145274" y="25111"/>
                  <a:pt x="144250" y="26905"/>
                </a:cubicBezTo>
                <a:lnTo>
                  <a:pt x="64054" y="151186"/>
                </a:lnTo>
                <a:lnTo>
                  <a:pt x="44580" y="15630"/>
                </a:lnTo>
                <a:cubicBezTo>
                  <a:pt x="44580" y="13324"/>
                  <a:pt x="46375" y="7944"/>
                  <a:pt x="62259" y="7944"/>
                </a:cubicBezTo>
                <a:cubicBezTo>
                  <a:pt x="65336" y="7944"/>
                  <a:pt x="68409" y="7944"/>
                  <a:pt x="68409" y="3331"/>
                </a:cubicBezTo>
                <a:cubicBezTo>
                  <a:pt x="68409" y="516"/>
                  <a:pt x="65849" y="0"/>
                  <a:pt x="64312" y="0"/>
                </a:cubicBezTo>
                <a:cubicBezTo>
                  <a:pt x="59698" y="0"/>
                  <a:pt x="54319" y="516"/>
                  <a:pt x="49452" y="516"/>
                </a:cubicBezTo>
                <a:cubicBezTo>
                  <a:pt x="44327" y="516"/>
                  <a:pt x="38689" y="770"/>
                  <a:pt x="33309" y="770"/>
                </a:cubicBezTo>
                <a:cubicBezTo>
                  <a:pt x="28696" y="770"/>
                  <a:pt x="21522" y="770"/>
                  <a:pt x="19215" y="516"/>
                </a:cubicBezTo>
                <a:cubicBezTo>
                  <a:pt x="17167" y="516"/>
                  <a:pt x="6662" y="0"/>
                  <a:pt x="4613" y="0"/>
                </a:cubicBezTo>
                <a:cubicBezTo>
                  <a:pt x="3589" y="0"/>
                  <a:pt x="0" y="0"/>
                  <a:pt x="0" y="4614"/>
                </a:cubicBezTo>
                <a:cubicBezTo>
                  <a:pt x="0" y="7944"/>
                  <a:pt x="2818" y="7944"/>
                  <a:pt x="5892" y="7944"/>
                </a:cubicBezTo>
                <a:cubicBezTo>
                  <a:pt x="20240" y="7944"/>
                  <a:pt x="20497" y="10251"/>
                  <a:pt x="21522" y="16659"/>
                </a:cubicBezTo>
                <a:lnTo>
                  <a:pt x="44069" y="173994"/>
                </a:lnTo>
                <a:cubicBezTo>
                  <a:pt x="44839" y="178861"/>
                  <a:pt x="45092" y="180652"/>
                  <a:pt x="49452" y="180652"/>
                </a:cubicBezTo>
                <a:cubicBezTo>
                  <a:pt x="53548" y="180652"/>
                  <a:pt x="55085" y="178603"/>
                  <a:pt x="56880" y="175530"/>
                </a:cubicBezTo>
                <a:lnTo>
                  <a:pt x="150400" y="302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D612F5FB-D872-4EBC-95D8-A00BA58D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8" y="3160673"/>
            <a:ext cx="130414" cy="117849"/>
          </a:xfrm>
          <a:custGeom xmlns:a="http://schemas.openxmlformats.org/drawingml/2006/main">
            <a:pathLst>
              <a:path w="130414" h="117849">
                <a:moveTo>
                  <a:pt x="34333" y="90693"/>
                </a:moveTo>
                <a:cubicBezTo>
                  <a:pt x="44068" y="81470"/>
                  <a:pt x="56368" y="72248"/>
                  <a:pt x="69691" y="62255"/>
                </a:cubicBezTo>
                <a:cubicBezTo>
                  <a:pt x="78913" y="55597"/>
                  <a:pt x="97104" y="42020"/>
                  <a:pt x="106073" y="33567"/>
                </a:cubicBezTo>
                <a:cubicBezTo>
                  <a:pt x="119651" y="20498"/>
                  <a:pt x="130414" y="7432"/>
                  <a:pt x="130414" y="4101"/>
                </a:cubicBezTo>
                <a:cubicBezTo>
                  <a:pt x="130414" y="0"/>
                  <a:pt x="126312" y="0"/>
                  <a:pt x="123752" y="0"/>
                </a:cubicBezTo>
                <a:cubicBezTo>
                  <a:pt x="119139" y="0"/>
                  <a:pt x="119139" y="258"/>
                  <a:pt x="116320" y="4359"/>
                </a:cubicBezTo>
                <a:cubicBezTo>
                  <a:pt x="111198" y="12299"/>
                  <a:pt x="106073" y="16912"/>
                  <a:pt x="100694" y="16912"/>
                </a:cubicBezTo>
                <a:cubicBezTo>
                  <a:pt x="94032" y="16912"/>
                  <a:pt x="87624" y="12557"/>
                  <a:pt x="83527" y="9739"/>
                </a:cubicBezTo>
                <a:cubicBezTo>
                  <a:pt x="74817" y="4101"/>
                  <a:pt x="68667" y="0"/>
                  <a:pt x="59186" y="0"/>
                </a:cubicBezTo>
                <a:cubicBezTo>
                  <a:pt x="35616" y="0"/>
                  <a:pt x="20752" y="23062"/>
                  <a:pt x="20752" y="31002"/>
                </a:cubicBezTo>
                <a:cubicBezTo>
                  <a:pt x="20752" y="35104"/>
                  <a:pt x="24852" y="35104"/>
                  <a:pt x="27160" y="35104"/>
                </a:cubicBezTo>
                <a:cubicBezTo>
                  <a:pt x="29978" y="35104"/>
                  <a:pt x="31515" y="35104"/>
                  <a:pt x="33051" y="32797"/>
                </a:cubicBezTo>
                <a:cubicBezTo>
                  <a:pt x="34333" y="31260"/>
                  <a:pt x="35358" y="29978"/>
                  <a:pt x="42789" y="29466"/>
                </a:cubicBezTo>
                <a:cubicBezTo>
                  <a:pt x="52012" y="28954"/>
                  <a:pt x="60981" y="29212"/>
                  <a:pt x="70204" y="28700"/>
                </a:cubicBezTo>
                <a:cubicBezTo>
                  <a:pt x="95310" y="27159"/>
                  <a:pt x="74817" y="27672"/>
                  <a:pt x="96080" y="27159"/>
                </a:cubicBezTo>
                <a:cubicBezTo>
                  <a:pt x="86346" y="36382"/>
                  <a:pt x="74047" y="45605"/>
                  <a:pt x="60723" y="55597"/>
                </a:cubicBezTo>
                <a:cubicBezTo>
                  <a:pt x="51500" y="62255"/>
                  <a:pt x="33309" y="75833"/>
                  <a:pt x="24340" y="84289"/>
                </a:cubicBezTo>
                <a:cubicBezTo>
                  <a:pt x="10763" y="97355"/>
                  <a:pt x="0" y="110421"/>
                  <a:pt x="0" y="113751"/>
                </a:cubicBezTo>
                <a:cubicBezTo>
                  <a:pt x="0" y="117849"/>
                  <a:pt x="4101" y="117849"/>
                  <a:pt x="6662" y="117849"/>
                </a:cubicBezTo>
                <a:cubicBezTo>
                  <a:pt x="10505" y="117849"/>
                  <a:pt x="11016" y="117849"/>
                  <a:pt x="13066" y="115034"/>
                </a:cubicBezTo>
                <a:cubicBezTo>
                  <a:pt x="21522" y="103246"/>
                  <a:pt x="31257" y="100940"/>
                  <a:pt x="36128" y="100940"/>
                </a:cubicBezTo>
                <a:cubicBezTo>
                  <a:pt x="42531" y="100940"/>
                  <a:pt x="48935" y="104783"/>
                  <a:pt x="54831" y="108884"/>
                </a:cubicBezTo>
                <a:cubicBezTo>
                  <a:pt x="66102" y="116570"/>
                  <a:pt x="71997" y="117849"/>
                  <a:pt x="78147" y="117849"/>
                </a:cubicBezTo>
                <a:cubicBezTo>
                  <a:pt x="107868" y="117849"/>
                  <a:pt x="127083" y="86592"/>
                  <a:pt x="127083" y="76603"/>
                </a:cubicBezTo>
                <a:cubicBezTo>
                  <a:pt x="127083" y="72502"/>
                  <a:pt x="122727" y="72502"/>
                  <a:pt x="120679" y="72502"/>
                </a:cubicBezTo>
                <a:cubicBezTo>
                  <a:pt x="117602" y="72502"/>
                  <a:pt x="115554" y="72502"/>
                  <a:pt x="114271" y="75833"/>
                </a:cubicBezTo>
                <a:cubicBezTo>
                  <a:pt x="112223" y="80700"/>
                  <a:pt x="109658" y="87104"/>
                  <a:pt x="86346" y="88641"/>
                </a:cubicBezTo>
                <a:cubicBezTo>
                  <a:pt x="82757" y="88899"/>
                  <a:pt x="74300" y="88641"/>
                  <a:pt x="70715" y="88899"/>
                </a:cubicBezTo>
                <a:cubicBezTo>
                  <a:pt x="43302" y="90693"/>
                  <a:pt x="42789" y="90693"/>
                  <a:pt x="34333" y="906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02FBABD7-6128-47DB-9465-D03C22AD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977" y="3181190"/>
            <a:ext cx="175252" cy="62553"/>
          </a:xfrm>
          <a:custGeom xmlns:a="http://schemas.openxmlformats.org/drawingml/2006/main">
            <a:pathLst>
              <a:path w="175252" h="62553">
                <a:moveTo>
                  <a:pt x="175252" y="8968"/>
                </a:moveTo>
                <a:cubicBezTo>
                  <a:pt x="175252" y="2053"/>
                  <a:pt x="172946" y="258"/>
                  <a:pt x="171409" y="258"/>
                </a:cubicBezTo>
                <a:cubicBezTo>
                  <a:pt x="168078" y="258"/>
                  <a:pt x="167821" y="6150"/>
                  <a:pt x="167566" y="9739"/>
                </a:cubicBezTo>
                <a:cubicBezTo>
                  <a:pt x="166542" y="28712"/>
                  <a:pt x="152194" y="47180"/>
                  <a:pt x="131438" y="47180"/>
                </a:cubicBezTo>
                <a:cubicBezTo>
                  <a:pt x="116578" y="47180"/>
                  <a:pt x="104790" y="38462"/>
                  <a:pt x="89418" y="24611"/>
                </a:cubicBezTo>
                <a:cubicBezTo>
                  <a:pt x="74304" y="10505"/>
                  <a:pt x="61235" y="0"/>
                  <a:pt x="43814" y="0"/>
                </a:cubicBezTo>
                <a:cubicBezTo>
                  <a:pt x="15884" y="0"/>
                  <a:pt x="0" y="28712"/>
                  <a:pt x="0" y="53588"/>
                </a:cubicBezTo>
                <a:cubicBezTo>
                  <a:pt x="0" y="60250"/>
                  <a:pt x="2048" y="62299"/>
                  <a:pt x="3843" y="62299"/>
                </a:cubicBezTo>
                <a:cubicBezTo>
                  <a:pt x="6662" y="62299"/>
                  <a:pt x="7686" y="57431"/>
                  <a:pt x="7686" y="56149"/>
                </a:cubicBezTo>
                <a:cubicBezTo>
                  <a:pt x="9223" y="23840"/>
                  <a:pt x="31257" y="15376"/>
                  <a:pt x="43814" y="15376"/>
                </a:cubicBezTo>
                <a:cubicBezTo>
                  <a:pt x="58674" y="15376"/>
                  <a:pt x="70457" y="24094"/>
                  <a:pt x="85833" y="37946"/>
                </a:cubicBezTo>
                <a:cubicBezTo>
                  <a:pt x="100947" y="52052"/>
                  <a:pt x="114017" y="62553"/>
                  <a:pt x="131438" y="62553"/>
                </a:cubicBezTo>
                <a:cubicBezTo>
                  <a:pt x="159368" y="62553"/>
                  <a:pt x="175252" y="33845"/>
                  <a:pt x="175252" y="8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F6937FF8-6151-4D1E-AFA6-DFB87D9E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891" y="3163175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6"/>
                  <a:pt x="5892" y="155196"/>
                </a:cubicBezTo>
                <a:cubicBezTo>
                  <a:pt x="3073" y="155196"/>
                  <a:pt x="0" y="155196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8"/>
                </a:cubicBezTo>
                <a:cubicBezTo>
                  <a:pt x="55598" y="155196"/>
                  <a:pt x="53037" y="155196"/>
                  <a:pt x="48682" y="155196"/>
                </a:cubicBezTo>
                <a:cubicBezTo>
                  <a:pt x="36640" y="155196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3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6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9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3"/>
                  <a:pt x="82503" y="109693"/>
                  <a:pt x="73023" y="109693"/>
                </a:cubicBezTo>
                <a:cubicBezTo>
                  <a:pt x="56368" y="109693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C16E0731-872E-47D1-B249-23525924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88" y="3084359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AAFFBC4B-F4CF-4639-8772-36E52008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684" y="3160673"/>
            <a:ext cx="130414" cy="117849"/>
          </a:xfrm>
          <a:custGeom xmlns:a="http://schemas.openxmlformats.org/drawingml/2006/main">
            <a:pathLst>
              <a:path w="130414" h="117849">
                <a:moveTo>
                  <a:pt x="34333" y="90693"/>
                </a:moveTo>
                <a:cubicBezTo>
                  <a:pt x="44068" y="81470"/>
                  <a:pt x="56368" y="72248"/>
                  <a:pt x="69691" y="62255"/>
                </a:cubicBezTo>
                <a:cubicBezTo>
                  <a:pt x="78913" y="55597"/>
                  <a:pt x="97104" y="42020"/>
                  <a:pt x="106073" y="33567"/>
                </a:cubicBezTo>
                <a:cubicBezTo>
                  <a:pt x="119651" y="20498"/>
                  <a:pt x="130414" y="7432"/>
                  <a:pt x="130414" y="4101"/>
                </a:cubicBezTo>
                <a:cubicBezTo>
                  <a:pt x="130414" y="0"/>
                  <a:pt x="126312" y="0"/>
                  <a:pt x="123752" y="0"/>
                </a:cubicBezTo>
                <a:cubicBezTo>
                  <a:pt x="119139" y="0"/>
                  <a:pt x="119139" y="258"/>
                  <a:pt x="116320" y="4359"/>
                </a:cubicBezTo>
                <a:cubicBezTo>
                  <a:pt x="111198" y="12299"/>
                  <a:pt x="106073" y="16912"/>
                  <a:pt x="100694" y="16912"/>
                </a:cubicBezTo>
                <a:cubicBezTo>
                  <a:pt x="94032" y="16912"/>
                  <a:pt x="87624" y="12557"/>
                  <a:pt x="83527" y="9739"/>
                </a:cubicBezTo>
                <a:cubicBezTo>
                  <a:pt x="74817" y="4101"/>
                  <a:pt x="68667" y="0"/>
                  <a:pt x="59186" y="0"/>
                </a:cubicBezTo>
                <a:cubicBezTo>
                  <a:pt x="35616" y="0"/>
                  <a:pt x="20752" y="23062"/>
                  <a:pt x="20752" y="31002"/>
                </a:cubicBezTo>
                <a:cubicBezTo>
                  <a:pt x="20752" y="35104"/>
                  <a:pt x="24852" y="35104"/>
                  <a:pt x="27160" y="35104"/>
                </a:cubicBezTo>
                <a:cubicBezTo>
                  <a:pt x="29978" y="35104"/>
                  <a:pt x="31515" y="35104"/>
                  <a:pt x="33051" y="32797"/>
                </a:cubicBezTo>
                <a:cubicBezTo>
                  <a:pt x="34333" y="31260"/>
                  <a:pt x="35358" y="29978"/>
                  <a:pt x="42789" y="29466"/>
                </a:cubicBezTo>
                <a:cubicBezTo>
                  <a:pt x="52012" y="28954"/>
                  <a:pt x="60981" y="29212"/>
                  <a:pt x="70204" y="28700"/>
                </a:cubicBezTo>
                <a:cubicBezTo>
                  <a:pt x="95310" y="27159"/>
                  <a:pt x="74817" y="27672"/>
                  <a:pt x="96080" y="27159"/>
                </a:cubicBezTo>
                <a:cubicBezTo>
                  <a:pt x="86346" y="36382"/>
                  <a:pt x="74047" y="45605"/>
                  <a:pt x="60723" y="55597"/>
                </a:cubicBezTo>
                <a:cubicBezTo>
                  <a:pt x="51500" y="62255"/>
                  <a:pt x="33309" y="75833"/>
                  <a:pt x="24340" y="84289"/>
                </a:cubicBezTo>
                <a:cubicBezTo>
                  <a:pt x="10763" y="97355"/>
                  <a:pt x="0" y="110421"/>
                  <a:pt x="0" y="113751"/>
                </a:cubicBezTo>
                <a:cubicBezTo>
                  <a:pt x="0" y="117849"/>
                  <a:pt x="4101" y="117849"/>
                  <a:pt x="6662" y="117849"/>
                </a:cubicBezTo>
                <a:cubicBezTo>
                  <a:pt x="10505" y="117849"/>
                  <a:pt x="11016" y="117849"/>
                  <a:pt x="13066" y="115034"/>
                </a:cubicBezTo>
                <a:cubicBezTo>
                  <a:pt x="21522" y="103246"/>
                  <a:pt x="31257" y="100940"/>
                  <a:pt x="36128" y="100940"/>
                </a:cubicBezTo>
                <a:cubicBezTo>
                  <a:pt x="42531" y="100940"/>
                  <a:pt x="48935" y="104783"/>
                  <a:pt x="54831" y="108884"/>
                </a:cubicBezTo>
                <a:cubicBezTo>
                  <a:pt x="66102" y="116570"/>
                  <a:pt x="71997" y="117849"/>
                  <a:pt x="78147" y="117849"/>
                </a:cubicBezTo>
                <a:cubicBezTo>
                  <a:pt x="107868" y="117849"/>
                  <a:pt x="127083" y="86592"/>
                  <a:pt x="127083" y="76603"/>
                </a:cubicBezTo>
                <a:cubicBezTo>
                  <a:pt x="127083" y="72502"/>
                  <a:pt x="122727" y="72502"/>
                  <a:pt x="120679" y="72502"/>
                </a:cubicBezTo>
                <a:cubicBezTo>
                  <a:pt x="117602" y="72502"/>
                  <a:pt x="115554" y="72502"/>
                  <a:pt x="114271" y="75833"/>
                </a:cubicBezTo>
                <a:cubicBezTo>
                  <a:pt x="112223" y="80700"/>
                  <a:pt x="109658" y="87104"/>
                  <a:pt x="86346" y="88641"/>
                </a:cubicBezTo>
                <a:cubicBezTo>
                  <a:pt x="82757" y="88899"/>
                  <a:pt x="74300" y="88641"/>
                  <a:pt x="70715" y="88899"/>
                </a:cubicBezTo>
                <a:cubicBezTo>
                  <a:pt x="43302" y="90693"/>
                  <a:pt x="42789" y="90693"/>
                  <a:pt x="34333" y="906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AE7665E9-B904-43B1-9F4F-62D4033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19" y="3084359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8"/>
                </a:cubicBezTo>
                <a:cubicBezTo>
                  <a:pt x="0" y="4101"/>
                  <a:pt x="512" y="4871"/>
                  <a:pt x="2302" y="6665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DA921667-68C5-49AE-8A57-453E1822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302" y="3098621"/>
            <a:ext cx="130672" cy="181152"/>
          </a:xfrm>
          <a:custGeom xmlns:a="http://schemas.openxmlformats.org/drawingml/2006/main">
            <a:pathLst>
              <a:path w="130672" h="181152">
                <a:moveTo>
                  <a:pt x="79942" y="103774"/>
                </a:moveTo>
                <a:cubicBezTo>
                  <a:pt x="94802" y="141951"/>
                  <a:pt x="104537" y="170647"/>
                  <a:pt x="106843" y="173978"/>
                </a:cubicBezTo>
                <a:cubicBezTo>
                  <a:pt x="111968" y="180640"/>
                  <a:pt x="114017" y="180640"/>
                  <a:pt x="121704" y="180640"/>
                </a:cubicBezTo>
                <a:lnTo>
                  <a:pt x="127595" y="180640"/>
                </a:lnTo>
                <a:cubicBezTo>
                  <a:pt x="129389" y="180386"/>
                  <a:pt x="130672" y="179615"/>
                  <a:pt x="130672" y="177825"/>
                </a:cubicBezTo>
                <a:cubicBezTo>
                  <a:pt x="130672" y="176543"/>
                  <a:pt x="130160" y="176030"/>
                  <a:pt x="129135" y="175006"/>
                </a:cubicBezTo>
                <a:cubicBezTo>
                  <a:pt x="126059" y="171675"/>
                  <a:pt x="124780" y="168344"/>
                  <a:pt x="123239" y="163985"/>
                </a:cubicBezTo>
                <a:lnTo>
                  <a:pt x="68666" y="17425"/>
                </a:lnTo>
                <a:cubicBezTo>
                  <a:pt x="62775" y="1795"/>
                  <a:pt x="45862" y="0"/>
                  <a:pt x="36640" y="0"/>
                </a:cubicBezTo>
                <a:cubicBezTo>
                  <a:pt x="34333" y="0"/>
                  <a:pt x="31002" y="0"/>
                  <a:pt x="31002" y="3331"/>
                </a:cubicBezTo>
                <a:cubicBezTo>
                  <a:pt x="31002" y="5895"/>
                  <a:pt x="33055" y="6150"/>
                  <a:pt x="35873" y="6408"/>
                </a:cubicBezTo>
                <a:cubicBezTo>
                  <a:pt x="43559" y="7690"/>
                  <a:pt x="46632" y="14864"/>
                  <a:pt x="50475" y="24345"/>
                </a:cubicBezTo>
                <a:lnTo>
                  <a:pt x="76865" y="95318"/>
                </a:lnTo>
                <a:lnTo>
                  <a:pt x="4613" y="165013"/>
                </a:lnTo>
                <a:cubicBezTo>
                  <a:pt x="2052" y="167574"/>
                  <a:pt x="0" y="169368"/>
                  <a:pt x="0" y="173212"/>
                </a:cubicBezTo>
                <a:cubicBezTo>
                  <a:pt x="0" y="178591"/>
                  <a:pt x="4613" y="181152"/>
                  <a:pt x="8202" y="181152"/>
                </a:cubicBezTo>
                <a:cubicBezTo>
                  <a:pt x="12557" y="181152"/>
                  <a:pt x="15630" y="177309"/>
                  <a:pt x="16654" y="176285"/>
                </a:cubicBezTo>
                <a:lnTo>
                  <a:pt x="79942" y="1037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60C8D54F-A4ED-452E-B18B-51BC9CA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814" y="3181190"/>
            <a:ext cx="175252" cy="62553"/>
          </a:xfrm>
          <a:custGeom xmlns:a="http://schemas.openxmlformats.org/drawingml/2006/main">
            <a:pathLst>
              <a:path w="175252" h="62553">
                <a:moveTo>
                  <a:pt x="175252" y="8968"/>
                </a:moveTo>
                <a:cubicBezTo>
                  <a:pt x="175252" y="2053"/>
                  <a:pt x="172946" y="258"/>
                  <a:pt x="171409" y="258"/>
                </a:cubicBezTo>
                <a:cubicBezTo>
                  <a:pt x="168078" y="258"/>
                  <a:pt x="167821" y="6150"/>
                  <a:pt x="167566" y="9739"/>
                </a:cubicBezTo>
                <a:cubicBezTo>
                  <a:pt x="166541" y="28712"/>
                  <a:pt x="152194" y="47180"/>
                  <a:pt x="131438" y="47180"/>
                </a:cubicBezTo>
                <a:cubicBezTo>
                  <a:pt x="116578" y="47180"/>
                  <a:pt x="104790" y="38462"/>
                  <a:pt x="89418" y="24611"/>
                </a:cubicBezTo>
                <a:cubicBezTo>
                  <a:pt x="74304" y="10505"/>
                  <a:pt x="61235" y="0"/>
                  <a:pt x="43814" y="0"/>
                </a:cubicBezTo>
                <a:cubicBezTo>
                  <a:pt x="15884" y="0"/>
                  <a:pt x="0" y="28712"/>
                  <a:pt x="0" y="53588"/>
                </a:cubicBezTo>
                <a:cubicBezTo>
                  <a:pt x="0" y="60250"/>
                  <a:pt x="2048" y="62299"/>
                  <a:pt x="3843" y="62299"/>
                </a:cubicBezTo>
                <a:cubicBezTo>
                  <a:pt x="6662" y="62299"/>
                  <a:pt x="7686" y="57431"/>
                  <a:pt x="7686" y="56149"/>
                </a:cubicBezTo>
                <a:cubicBezTo>
                  <a:pt x="9223" y="23840"/>
                  <a:pt x="31257" y="15376"/>
                  <a:pt x="43814" y="15376"/>
                </a:cubicBezTo>
                <a:cubicBezTo>
                  <a:pt x="58674" y="15376"/>
                  <a:pt x="70457" y="24094"/>
                  <a:pt x="85833" y="37946"/>
                </a:cubicBezTo>
                <a:cubicBezTo>
                  <a:pt x="100947" y="52052"/>
                  <a:pt x="114017" y="62553"/>
                  <a:pt x="131438" y="62553"/>
                </a:cubicBezTo>
                <a:cubicBezTo>
                  <a:pt x="159368" y="62553"/>
                  <a:pt x="175252" y="33845"/>
                  <a:pt x="175252" y="8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F84D70FD-115C-4877-A362-B28D29B8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57" y="3163175"/>
            <a:ext cx="136052" cy="163137"/>
          </a:xfrm>
          <a:custGeom xmlns:a="http://schemas.openxmlformats.org/drawingml/2006/main">
            <a:pathLst>
              <a:path w="136052" h="163137">
                <a:moveTo>
                  <a:pt x="19215" y="145423"/>
                </a:moveTo>
                <a:cubicBezTo>
                  <a:pt x="17422" y="152882"/>
                  <a:pt x="16909" y="155196"/>
                  <a:pt x="5892" y="155196"/>
                </a:cubicBezTo>
                <a:cubicBezTo>
                  <a:pt x="3073" y="155196"/>
                  <a:pt x="0" y="155196"/>
                  <a:pt x="0" y="159810"/>
                </a:cubicBezTo>
                <a:cubicBezTo>
                  <a:pt x="0" y="160834"/>
                  <a:pt x="513" y="163137"/>
                  <a:pt x="3331" y="163137"/>
                </a:cubicBezTo>
                <a:lnTo>
                  <a:pt x="14349" y="162625"/>
                </a:lnTo>
                <a:cubicBezTo>
                  <a:pt x="15885" y="162371"/>
                  <a:pt x="21780" y="162371"/>
                  <a:pt x="25365" y="162371"/>
                </a:cubicBezTo>
                <a:cubicBezTo>
                  <a:pt x="29721" y="162371"/>
                  <a:pt x="34076" y="162625"/>
                  <a:pt x="38431" y="162625"/>
                </a:cubicBezTo>
                <a:cubicBezTo>
                  <a:pt x="42532" y="162625"/>
                  <a:pt x="46887" y="163137"/>
                  <a:pt x="50730" y="163137"/>
                </a:cubicBezTo>
                <a:cubicBezTo>
                  <a:pt x="52267" y="163137"/>
                  <a:pt x="55598" y="163137"/>
                  <a:pt x="55598" y="158528"/>
                </a:cubicBezTo>
                <a:cubicBezTo>
                  <a:pt x="55598" y="155196"/>
                  <a:pt x="53037" y="155196"/>
                  <a:pt x="48682" y="155196"/>
                </a:cubicBezTo>
                <a:cubicBezTo>
                  <a:pt x="36640" y="155196"/>
                  <a:pt x="36640" y="153394"/>
                  <a:pt x="36640" y="151080"/>
                </a:cubicBezTo>
                <a:cubicBezTo>
                  <a:pt x="36640" y="149536"/>
                  <a:pt x="38431" y="142592"/>
                  <a:pt x="39459" y="138476"/>
                </a:cubicBezTo>
                <a:lnTo>
                  <a:pt x="48936" y="100213"/>
                </a:lnTo>
                <a:cubicBezTo>
                  <a:pt x="51501" y="105593"/>
                  <a:pt x="58674" y="116097"/>
                  <a:pt x="73277" y="116097"/>
                </a:cubicBezTo>
                <a:cubicBezTo>
                  <a:pt x="103255" y="116097"/>
                  <a:pt x="136052" y="79966"/>
                  <a:pt x="136052" y="41519"/>
                </a:cubicBezTo>
                <a:cubicBezTo>
                  <a:pt x="136052" y="15376"/>
                  <a:pt x="119910" y="0"/>
                  <a:pt x="100694" y="0"/>
                </a:cubicBezTo>
                <a:cubicBezTo>
                  <a:pt x="95310" y="0"/>
                  <a:pt x="82503" y="1282"/>
                  <a:pt x="66873" y="18707"/>
                </a:cubicBezTo>
                <a:cubicBezTo>
                  <a:pt x="63030" y="4359"/>
                  <a:pt x="51243" y="0"/>
                  <a:pt x="42532" y="0"/>
                </a:cubicBezTo>
                <a:cubicBezTo>
                  <a:pt x="31769" y="0"/>
                  <a:pt x="26390" y="7944"/>
                  <a:pt x="22805" y="14864"/>
                </a:cubicBezTo>
                <a:cubicBezTo>
                  <a:pt x="18450" y="23836"/>
                  <a:pt x="14860" y="38443"/>
                  <a:pt x="14860" y="39471"/>
                </a:cubicBezTo>
                <a:cubicBezTo>
                  <a:pt x="14860" y="41777"/>
                  <a:pt x="16655" y="42544"/>
                  <a:pt x="18450" y="42544"/>
                </a:cubicBezTo>
                <a:cubicBezTo>
                  <a:pt x="21265" y="42544"/>
                  <a:pt x="21780" y="41261"/>
                  <a:pt x="23058" y="36136"/>
                </a:cubicBezTo>
                <a:cubicBezTo>
                  <a:pt x="27926" y="15889"/>
                  <a:pt x="33309" y="6408"/>
                  <a:pt x="42020" y="6408"/>
                </a:cubicBezTo>
                <a:cubicBezTo>
                  <a:pt x="49706" y="6408"/>
                  <a:pt x="49706" y="14610"/>
                  <a:pt x="49706" y="18453"/>
                </a:cubicBezTo>
                <a:cubicBezTo>
                  <a:pt x="49706" y="20502"/>
                  <a:pt x="49448" y="24349"/>
                  <a:pt x="48936" y="26397"/>
                </a:cubicBezTo>
                <a:lnTo>
                  <a:pt x="19215" y="145423"/>
                </a:lnTo>
                <a:moveTo>
                  <a:pt x="65590" y="34341"/>
                </a:moveTo>
                <a:cubicBezTo>
                  <a:pt x="66873" y="29216"/>
                  <a:pt x="66873" y="28704"/>
                  <a:pt x="70204" y="24861"/>
                </a:cubicBezTo>
                <a:cubicBezTo>
                  <a:pt x="77120" y="16146"/>
                  <a:pt x="88649" y="6408"/>
                  <a:pt x="100182" y="6408"/>
                </a:cubicBezTo>
                <a:cubicBezTo>
                  <a:pt x="112224" y="6408"/>
                  <a:pt x="117091" y="18453"/>
                  <a:pt x="117091" y="30498"/>
                </a:cubicBezTo>
                <a:cubicBezTo>
                  <a:pt x="117091" y="42031"/>
                  <a:pt x="109917" y="73812"/>
                  <a:pt x="101973" y="87398"/>
                </a:cubicBezTo>
                <a:cubicBezTo>
                  <a:pt x="93262" y="102003"/>
                  <a:pt x="82503" y="109693"/>
                  <a:pt x="73023" y="109693"/>
                </a:cubicBezTo>
                <a:cubicBezTo>
                  <a:pt x="56368" y="109693"/>
                  <a:pt x="52267" y="89446"/>
                  <a:pt x="52267" y="87652"/>
                </a:cubicBezTo>
                <a:cubicBezTo>
                  <a:pt x="52267" y="86115"/>
                  <a:pt x="52779" y="84833"/>
                  <a:pt x="53037" y="83551"/>
                </a:cubicBezTo>
                <a:lnTo>
                  <a:pt x="65590" y="343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901E3DDD-6EA2-4E68-9D78-CEE1B0E8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255" y="3084359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DB9A2AE7-28CF-4761-8A15-443D78B2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24" y="3098621"/>
            <a:ext cx="130672" cy="181152"/>
          </a:xfrm>
          <a:custGeom xmlns:a="http://schemas.openxmlformats.org/drawingml/2006/main">
            <a:pathLst>
              <a:path w="130672" h="181152">
                <a:moveTo>
                  <a:pt x="79942" y="103774"/>
                </a:moveTo>
                <a:cubicBezTo>
                  <a:pt x="94802" y="141951"/>
                  <a:pt x="104537" y="170647"/>
                  <a:pt x="106843" y="173978"/>
                </a:cubicBezTo>
                <a:cubicBezTo>
                  <a:pt x="111968" y="180640"/>
                  <a:pt x="114017" y="180640"/>
                  <a:pt x="121704" y="180640"/>
                </a:cubicBezTo>
                <a:lnTo>
                  <a:pt x="127595" y="180640"/>
                </a:lnTo>
                <a:cubicBezTo>
                  <a:pt x="129389" y="180386"/>
                  <a:pt x="130672" y="179615"/>
                  <a:pt x="130672" y="177825"/>
                </a:cubicBezTo>
                <a:cubicBezTo>
                  <a:pt x="130672" y="176543"/>
                  <a:pt x="130160" y="176030"/>
                  <a:pt x="129135" y="175006"/>
                </a:cubicBezTo>
                <a:cubicBezTo>
                  <a:pt x="126059" y="171675"/>
                  <a:pt x="124780" y="168344"/>
                  <a:pt x="123239" y="163985"/>
                </a:cubicBezTo>
                <a:lnTo>
                  <a:pt x="68666" y="17425"/>
                </a:lnTo>
                <a:cubicBezTo>
                  <a:pt x="62775" y="1795"/>
                  <a:pt x="45862" y="0"/>
                  <a:pt x="36640" y="0"/>
                </a:cubicBezTo>
                <a:cubicBezTo>
                  <a:pt x="34333" y="0"/>
                  <a:pt x="31002" y="0"/>
                  <a:pt x="31002" y="3331"/>
                </a:cubicBezTo>
                <a:cubicBezTo>
                  <a:pt x="31002" y="5895"/>
                  <a:pt x="33055" y="6150"/>
                  <a:pt x="35873" y="6408"/>
                </a:cubicBezTo>
                <a:cubicBezTo>
                  <a:pt x="43559" y="7690"/>
                  <a:pt x="46632" y="14864"/>
                  <a:pt x="50475" y="24345"/>
                </a:cubicBezTo>
                <a:lnTo>
                  <a:pt x="76865" y="95318"/>
                </a:lnTo>
                <a:lnTo>
                  <a:pt x="4613" y="165013"/>
                </a:lnTo>
                <a:cubicBezTo>
                  <a:pt x="2052" y="167574"/>
                  <a:pt x="0" y="169368"/>
                  <a:pt x="0" y="173212"/>
                </a:cubicBezTo>
                <a:cubicBezTo>
                  <a:pt x="0" y="178591"/>
                  <a:pt x="4613" y="181152"/>
                  <a:pt x="8202" y="181152"/>
                </a:cubicBezTo>
                <a:cubicBezTo>
                  <a:pt x="12557" y="181152"/>
                  <a:pt x="15630" y="177309"/>
                  <a:pt x="16654" y="176285"/>
                </a:cubicBezTo>
                <a:lnTo>
                  <a:pt x="79942" y="1037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656CBD04-7A52-4AEC-A57F-9A01F6F5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43" y="3084359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8"/>
                </a:cubicBezTo>
                <a:cubicBezTo>
                  <a:pt x="0" y="4101"/>
                  <a:pt x="512" y="4871"/>
                  <a:pt x="2302" y="6665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3688F025-53EC-4AC7-9442-7DF10A6E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798" y="3098621"/>
            <a:ext cx="118885" cy="180651"/>
          </a:xfrm>
          <a:custGeom xmlns:a="http://schemas.openxmlformats.org/drawingml/2006/main">
            <a:pathLst>
              <a:path w="118885" h="180651">
                <a:moveTo>
                  <a:pt x="59441" y="8714"/>
                </a:moveTo>
                <a:cubicBezTo>
                  <a:pt x="60469" y="5125"/>
                  <a:pt x="60469" y="4613"/>
                  <a:pt x="60469" y="3589"/>
                </a:cubicBezTo>
                <a:cubicBezTo>
                  <a:pt x="60469" y="1282"/>
                  <a:pt x="58929" y="0"/>
                  <a:pt x="56622" y="0"/>
                </a:cubicBezTo>
                <a:cubicBezTo>
                  <a:pt x="53037" y="0"/>
                  <a:pt x="30491" y="2052"/>
                  <a:pt x="25365" y="2565"/>
                </a:cubicBezTo>
                <a:cubicBezTo>
                  <a:pt x="22805" y="2819"/>
                  <a:pt x="19986" y="3077"/>
                  <a:pt x="19986" y="7432"/>
                </a:cubicBezTo>
                <a:cubicBezTo>
                  <a:pt x="19986" y="10763"/>
                  <a:pt x="22805" y="10763"/>
                  <a:pt x="26902" y="10763"/>
                </a:cubicBezTo>
                <a:cubicBezTo>
                  <a:pt x="38944" y="10763"/>
                  <a:pt x="38944" y="12557"/>
                  <a:pt x="38944" y="14860"/>
                </a:cubicBezTo>
                <a:cubicBezTo>
                  <a:pt x="38944" y="15885"/>
                  <a:pt x="38944" y="16397"/>
                  <a:pt x="37665" y="21010"/>
                </a:cubicBezTo>
                <a:lnTo>
                  <a:pt x="1025" y="168352"/>
                </a:lnTo>
                <a:cubicBezTo>
                  <a:pt x="0" y="171941"/>
                  <a:pt x="0" y="172453"/>
                  <a:pt x="0" y="173223"/>
                </a:cubicBezTo>
                <a:cubicBezTo>
                  <a:pt x="0" y="177324"/>
                  <a:pt x="3331" y="180651"/>
                  <a:pt x="7944" y="180651"/>
                </a:cubicBezTo>
                <a:cubicBezTo>
                  <a:pt x="16397" y="180651"/>
                  <a:pt x="18192" y="173223"/>
                  <a:pt x="19474" y="168098"/>
                </a:cubicBezTo>
                <a:lnTo>
                  <a:pt x="31516" y="119655"/>
                </a:lnTo>
                <a:cubicBezTo>
                  <a:pt x="48936" y="121191"/>
                  <a:pt x="62006" y="128111"/>
                  <a:pt x="62006" y="140927"/>
                </a:cubicBezTo>
                <a:cubicBezTo>
                  <a:pt x="62006" y="142467"/>
                  <a:pt x="62006" y="143492"/>
                  <a:pt x="61236" y="147335"/>
                </a:cubicBezTo>
                <a:cubicBezTo>
                  <a:pt x="60981" y="148363"/>
                  <a:pt x="60211" y="151948"/>
                  <a:pt x="60211" y="154770"/>
                </a:cubicBezTo>
                <a:cubicBezTo>
                  <a:pt x="60211" y="169893"/>
                  <a:pt x="70716" y="180651"/>
                  <a:pt x="84806" y="180651"/>
                </a:cubicBezTo>
                <a:cubicBezTo>
                  <a:pt x="94545" y="180651"/>
                  <a:pt x="100694" y="174760"/>
                  <a:pt x="105303" y="167328"/>
                </a:cubicBezTo>
                <a:cubicBezTo>
                  <a:pt x="111711" y="157589"/>
                  <a:pt x="115296" y="142209"/>
                  <a:pt x="115296" y="141185"/>
                </a:cubicBezTo>
                <a:cubicBezTo>
                  <a:pt x="115296" y="139903"/>
                  <a:pt x="114530" y="138108"/>
                  <a:pt x="111966" y="138108"/>
                </a:cubicBezTo>
                <a:cubicBezTo>
                  <a:pt x="109146" y="138108"/>
                  <a:pt x="108634" y="139390"/>
                  <a:pt x="107356" y="144003"/>
                </a:cubicBezTo>
                <a:cubicBezTo>
                  <a:pt x="104025" y="157077"/>
                  <a:pt x="97617" y="174248"/>
                  <a:pt x="85576" y="174248"/>
                </a:cubicBezTo>
                <a:cubicBezTo>
                  <a:pt x="78148" y="174248"/>
                  <a:pt x="77378" y="167586"/>
                  <a:pt x="77378" y="161944"/>
                </a:cubicBezTo>
                <a:cubicBezTo>
                  <a:pt x="77378" y="155537"/>
                  <a:pt x="78914" y="148875"/>
                  <a:pt x="79172" y="148363"/>
                </a:cubicBezTo>
                <a:cubicBezTo>
                  <a:pt x="79684" y="146822"/>
                  <a:pt x="80196" y="143750"/>
                  <a:pt x="80196" y="140673"/>
                </a:cubicBezTo>
                <a:cubicBezTo>
                  <a:pt x="80196" y="122732"/>
                  <a:pt x="61494" y="115812"/>
                  <a:pt x="41762" y="113502"/>
                </a:cubicBezTo>
                <a:cubicBezTo>
                  <a:pt x="49448" y="108634"/>
                  <a:pt x="55086" y="103251"/>
                  <a:pt x="63284" y="95048"/>
                </a:cubicBezTo>
                <a:cubicBezTo>
                  <a:pt x="76353" y="81983"/>
                  <a:pt x="87112" y="70962"/>
                  <a:pt x="100694" y="70962"/>
                </a:cubicBezTo>
                <a:cubicBezTo>
                  <a:pt x="103767" y="70962"/>
                  <a:pt x="107098" y="71732"/>
                  <a:pt x="109146" y="74039"/>
                </a:cubicBezTo>
                <a:cubicBezTo>
                  <a:pt x="97617" y="75063"/>
                  <a:pt x="94799" y="84543"/>
                  <a:pt x="94799" y="88133"/>
                </a:cubicBezTo>
                <a:cubicBezTo>
                  <a:pt x="94799" y="93000"/>
                  <a:pt x="98388" y="97355"/>
                  <a:pt x="104791" y="97355"/>
                </a:cubicBezTo>
                <a:cubicBezTo>
                  <a:pt x="110687" y="97355"/>
                  <a:pt x="118885" y="92742"/>
                  <a:pt x="118885" y="81471"/>
                </a:cubicBezTo>
                <a:cubicBezTo>
                  <a:pt x="118885" y="73015"/>
                  <a:pt x="112736" y="64554"/>
                  <a:pt x="100694" y="64554"/>
                </a:cubicBezTo>
                <a:cubicBezTo>
                  <a:pt x="85064" y="64554"/>
                  <a:pt x="72510" y="77115"/>
                  <a:pt x="61747" y="88133"/>
                </a:cubicBezTo>
                <a:cubicBezTo>
                  <a:pt x="49448" y="100174"/>
                  <a:pt x="43302" y="106327"/>
                  <a:pt x="33822" y="110429"/>
                </a:cubicBezTo>
                <a:lnTo>
                  <a:pt x="59441" y="87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D7FAA9BF-7DA3-498A-AA2C-9AE1840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069" y="3419745"/>
            <a:ext cx="146552" cy="117837"/>
          </a:xfrm>
          <a:custGeom xmlns:a="http://schemas.openxmlformats.org/drawingml/2006/main">
            <a:pathLst>
              <a:path w="146552" h="117837">
                <a:moveTo>
                  <a:pt x="124007" y="33559"/>
                </a:moveTo>
                <a:cubicBezTo>
                  <a:pt x="125289" y="27668"/>
                  <a:pt x="127850" y="17933"/>
                  <a:pt x="127850" y="16142"/>
                </a:cubicBezTo>
                <a:cubicBezTo>
                  <a:pt x="127850" y="9222"/>
                  <a:pt x="122982" y="4355"/>
                  <a:pt x="115296" y="4355"/>
                </a:cubicBezTo>
                <a:cubicBezTo>
                  <a:pt x="111707" y="4355"/>
                  <a:pt x="106073" y="5892"/>
                  <a:pt x="102230" y="10763"/>
                </a:cubicBezTo>
                <a:cubicBezTo>
                  <a:pt x="91979" y="512"/>
                  <a:pt x="79938" y="0"/>
                  <a:pt x="74047" y="0"/>
                </a:cubicBezTo>
                <a:cubicBezTo>
                  <a:pt x="27160" y="0"/>
                  <a:pt x="0" y="41245"/>
                  <a:pt x="0" y="75059"/>
                </a:cubicBezTo>
                <a:cubicBezTo>
                  <a:pt x="0" y="104259"/>
                  <a:pt x="21264" y="117837"/>
                  <a:pt x="46629" y="117837"/>
                </a:cubicBezTo>
                <a:cubicBezTo>
                  <a:pt x="64566" y="117837"/>
                  <a:pt x="77890" y="108872"/>
                  <a:pt x="83523" y="104005"/>
                </a:cubicBezTo>
                <a:cubicBezTo>
                  <a:pt x="92492" y="116300"/>
                  <a:pt x="106586" y="117837"/>
                  <a:pt x="113501" y="117837"/>
                </a:cubicBezTo>
                <a:cubicBezTo>
                  <a:pt x="119139" y="117837"/>
                  <a:pt x="127337" y="116559"/>
                  <a:pt x="135794" y="104771"/>
                </a:cubicBezTo>
                <a:cubicBezTo>
                  <a:pt x="142456" y="94782"/>
                  <a:pt x="146552" y="79926"/>
                  <a:pt x="146552" y="77874"/>
                </a:cubicBezTo>
                <a:cubicBezTo>
                  <a:pt x="146552" y="73777"/>
                  <a:pt x="142197" y="73777"/>
                  <a:pt x="139891" y="73777"/>
                </a:cubicBezTo>
                <a:cubicBezTo>
                  <a:pt x="134511" y="73777"/>
                  <a:pt x="133999" y="75059"/>
                  <a:pt x="132975" y="79414"/>
                </a:cubicBezTo>
                <a:cubicBezTo>
                  <a:pt x="129132" y="94524"/>
                  <a:pt x="124777" y="107590"/>
                  <a:pt x="115038" y="107590"/>
                </a:cubicBezTo>
                <a:cubicBezTo>
                  <a:pt x="110683" y="107590"/>
                  <a:pt x="108892" y="104005"/>
                  <a:pt x="108892" y="97856"/>
                </a:cubicBezTo>
                <a:cubicBezTo>
                  <a:pt x="108892" y="93758"/>
                  <a:pt x="110941" y="85560"/>
                  <a:pt x="112477" y="79668"/>
                </a:cubicBezTo>
                <a:cubicBezTo>
                  <a:pt x="113759" y="74034"/>
                  <a:pt x="117091" y="60457"/>
                  <a:pt x="118627" y="55077"/>
                </a:cubicBezTo>
                <a:lnTo>
                  <a:pt x="124007" y="33559"/>
                </a:lnTo>
                <a:moveTo>
                  <a:pt x="80963" y="87609"/>
                </a:moveTo>
                <a:cubicBezTo>
                  <a:pt x="79938" y="91452"/>
                  <a:pt x="79938" y="91964"/>
                  <a:pt x="77378" y="94524"/>
                </a:cubicBezTo>
                <a:cubicBezTo>
                  <a:pt x="71994" y="99650"/>
                  <a:pt x="60723" y="107590"/>
                  <a:pt x="48165" y="107590"/>
                </a:cubicBezTo>
                <a:cubicBezTo>
                  <a:pt x="30487" y="107590"/>
                  <a:pt x="30487" y="91964"/>
                  <a:pt x="30487" y="88120"/>
                </a:cubicBezTo>
                <a:cubicBezTo>
                  <a:pt x="30487" y="76337"/>
                  <a:pt x="38177" y="44060"/>
                  <a:pt x="45605" y="29716"/>
                </a:cubicBezTo>
                <a:cubicBezTo>
                  <a:pt x="52013" y="17167"/>
                  <a:pt x="63796" y="10247"/>
                  <a:pt x="74300" y="10247"/>
                </a:cubicBezTo>
                <a:cubicBezTo>
                  <a:pt x="90444" y="10247"/>
                  <a:pt x="96335" y="22546"/>
                  <a:pt x="96335" y="25107"/>
                </a:cubicBezTo>
                <a:cubicBezTo>
                  <a:pt x="96335" y="26131"/>
                  <a:pt x="96080" y="27668"/>
                  <a:pt x="95822" y="28692"/>
                </a:cubicBezTo>
                <a:lnTo>
                  <a:pt x="80963" y="87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df-path-100074">
            <a:extLst xmlns:a="http://schemas.openxmlformats.org/drawingml/2006/main">
              <a:ext uri="{FF2B5EF4-FFF2-40B4-BE49-F238E27FC236}">
                <a16:creationId xmlns:a16="http://schemas.microsoft.com/office/drawing/2014/main" id="{6206B100-0F7C-4FA3-997C-E95206E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5060" y="3440250"/>
            <a:ext cx="175252" cy="62553"/>
          </a:xfrm>
          <a:custGeom xmlns:a="http://schemas.openxmlformats.org/drawingml/2006/main">
            <a:pathLst>
              <a:path w="175252" h="62553">
                <a:moveTo>
                  <a:pt x="175252" y="8968"/>
                </a:moveTo>
                <a:cubicBezTo>
                  <a:pt x="175252" y="2053"/>
                  <a:pt x="172946" y="258"/>
                  <a:pt x="171409" y="258"/>
                </a:cubicBezTo>
                <a:cubicBezTo>
                  <a:pt x="168078" y="258"/>
                  <a:pt x="167821" y="6150"/>
                  <a:pt x="167566" y="9739"/>
                </a:cubicBezTo>
                <a:cubicBezTo>
                  <a:pt x="166541" y="28712"/>
                  <a:pt x="152194" y="47180"/>
                  <a:pt x="131438" y="47180"/>
                </a:cubicBezTo>
                <a:cubicBezTo>
                  <a:pt x="116578" y="47180"/>
                  <a:pt x="104790" y="38462"/>
                  <a:pt x="89418" y="24611"/>
                </a:cubicBezTo>
                <a:cubicBezTo>
                  <a:pt x="74304" y="10505"/>
                  <a:pt x="61235" y="0"/>
                  <a:pt x="43814" y="0"/>
                </a:cubicBezTo>
                <a:cubicBezTo>
                  <a:pt x="15884" y="0"/>
                  <a:pt x="0" y="28712"/>
                  <a:pt x="0" y="53588"/>
                </a:cubicBezTo>
                <a:cubicBezTo>
                  <a:pt x="0" y="60250"/>
                  <a:pt x="2048" y="62299"/>
                  <a:pt x="3843" y="62299"/>
                </a:cubicBezTo>
                <a:cubicBezTo>
                  <a:pt x="6662" y="62299"/>
                  <a:pt x="7686" y="57431"/>
                  <a:pt x="7686" y="56149"/>
                </a:cubicBezTo>
                <a:cubicBezTo>
                  <a:pt x="9223" y="23840"/>
                  <a:pt x="31257" y="15376"/>
                  <a:pt x="43814" y="15376"/>
                </a:cubicBezTo>
                <a:cubicBezTo>
                  <a:pt x="58674" y="15376"/>
                  <a:pt x="70457" y="24094"/>
                  <a:pt x="85833" y="37946"/>
                </a:cubicBezTo>
                <a:cubicBezTo>
                  <a:pt x="100947" y="52052"/>
                  <a:pt x="114017" y="62553"/>
                  <a:pt x="131438" y="62553"/>
                </a:cubicBezTo>
                <a:cubicBezTo>
                  <a:pt x="159368" y="62553"/>
                  <a:pt x="175252" y="33845"/>
                  <a:pt x="175252" y="8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df-path-100075">
            <a:extLst xmlns:a="http://schemas.openxmlformats.org/drawingml/2006/main">
              <a:ext uri="{FF2B5EF4-FFF2-40B4-BE49-F238E27FC236}">
                <a16:creationId xmlns:a16="http://schemas.microsoft.com/office/drawing/2014/main" id="{F7B50219-31C9-4BE1-A1EF-AD70B012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351" y="3425238"/>
            <a:ext cx="142456" cy="113095"/>
          </a:xfrm>
          <a:custGeom xmlns:a="http://schemas.openxmlformats.org/drawingml/2006/main">
            <a:pathLst>
              <a:path w="142456" h="113095">
                <a:moveTo>
                  <a:pt x="63029" y="15889"/>
                </a:moveTo>
                <a:lnTo>
                  <a:pt x="92237" y="15889"/>
                </a:lnTo>
                <a:cubicBezTo>
                  <a:pt x="88394" y="32003"/>
                  <a:pt x="81733" y="58604"/>
                  <a:pt x="81733" y="79837"/>
                </a:cubicBezTo>
                <a:cubicBezTo>
                  <a:pt x="81733" y="81627"/>
                  <a:pt x="81733" y="91088"/>
                  <a:pt x="84039" y="100299"/>
                </a:cubicBezTo>
                <a:cubicBezTo>
                  <a:pt x="86600" y="110022"/>
                  <a:pt x="88906" y="113095"/>
                  <a:pt x="94032" y="113095"/>
                </a:cubicBezTo>
                <a:cubicBezTo>
                  <a:pt x="99412" y="113095"/>
                  <a:pt x="105049" y="108486"/>
                  <a:pt x="105049" y="102602"/>
                </a:cubicBezTo>
                <a:cubicBezTo>
                  <a:pt x="105049" y="100811"/>
                  <a:pt x="104790" y="100041"/>
                  <a:pt x="103255" y="96718"/>
                </a:cubicBezTo>
                <a:cubicBezTo>
                  <a:pt x="95310" y="78812"/>
                  <a:pt x="95310" y="59883"/>
                  <a:pt x="95310" y="53998"/>
                </a:cubicBezTo>
                <a:cubicBezTo>
                  <a:pt x="95310" y="47606"/>
                  <a:pt x="95310" y="36351"/>
                  <a:pt x="99669" y="15889"/>
                </a:cubicBezTo>
                <a:lnTo>
                  <a:pt x="129644" y="15889"/>
                </a:lnTo>
                <a:cubicBezTo>
                  <a:pt x="132975" y="15889"/>
                  <a:pt x="142456" y="15889"/>
                  <a:pt x="142456" y="6662"/>
                </a:cubicBezTo>
                <a:cubicBezTo>
                  <a:pt x="142456" y="0"/>
                  <a:pt x="136818" y="0"/>
                  <a:pt x="131950" y="0"/>
                </a:cubicBezTo>
                <a:lnTo>
                  <a:pt x="43302" y="0"/>
                </a:lnTo>
                <a:cubicBezTo>
                  <a:pt x="37152" y="0"/>
                  <a:pt x="28183" y="0"/>
                  <a:pt x="16142" y="12045"/>
                </a:cubicBezTo>
                <a:cubicBezTo>
                  <a:pt x="9223" y="18957"/>
                  <a:pt x="0" y="33024"/>
                  <a:pt x="0" y="35073"/>
                </a:cubicBezTo>
                <a:cubicBezTo>
                  <a:pt x="0" y="37884"/>
                  <a:pt x="2818" y="37884"/>
                  <a:pt x="3585" y="37884"/>
                </a:cubicBezTo>
                <a:cubicBezTo>
                  <a:pt x="5638" y="37884"/>
                  <a:pt x="6150" y="37375"/>
                  <a:pt x="7686" y="34814"/>
                </a:cubicBezTo>
                <a:cubicBezTo>
                  <a:pt x="20239" y="15889"/>
                  <a:pt x="35870" y="15889"/>
                  <a:pt x="40995" y="15889"/>
                </a:cubicBezTo>
                <a:lnTo>
                  <a:pt x="55597" y="15889"/>
                </a:lnTo>
                <a:cubicBezTo>
                  <a:pt x="44580" y="54511"/>
                  <a:pt x="26902" y="90834"/>
                  <a:pt x="25110" y="94670"/>
                </a:cubicBezTo>
                <a:cubicBezTo>
                  <a:pt x="23317" y="98251"/>
                  <a:pt x="20752" y="103622"/>
                  <a:pt x="20752" y="105671"/>
                </a:cubicBezTo>
                <a:cubicBezTo>
                  <a:pt x="20752" y="108998"/>
                  <a:pt x="23058" y="113095"/>
                  <a:pt x="28695" y="113095"/>
                </a:cubicBezTo>
                <a:cubicBezTo>
                  <a:pt x="37918" y="113095"/>
                  <a:pt x="40225" y="103880"/>
                  <a:pt x="45604" y="83160"/>
                </a:cubicBezTo>
                <a:lnTo>
                  <a:pt x="63029" y="1588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df-path-100076">
            <a:extLst xmlns:a="http://schemas.openxmlformats.org/drawingml/2006/main">
              <a:ext uri="{FF2B5EF4-FFF2-40B4-BE49-F238E27FC236}">
                <a16:creationId xmlns:a16="http://schemas.microsoft.com/office/drawing/2014/main" id="{2809F904-86BC-438B-9334-C3D96AB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119" y="3445687"/>
            <a:ext cx="80112" cy="121936"/>
          </a:xfrm>
          <a:custGeom xmlns:a="http://schemas.openxmlformats.org/drawingml/2006/main">
            <a:pathLst>
              <a:path w="80112" h="121936">
                <a:moveTo>
                  <a:pt x="80112" y="38259"/>
                </a:moveTo>
                <a:cubicBezTo>
                  <a:pt x="80112" y="18448"/>
                  <a:pt x="71740" y="0"/>
                  <a:pt x="54660" y="0"/>
                </a:cubicBezTo>
                <a:cubicBezTo>
                  <a:pt x="28013" y="0"/>
                  <a:pt x="0" y="44576"/>
                  <a:pt x="0" y="83684"/>
                </a:cubicBezTo>
                <a:cubicBezTo>
                  <a:pt x="0" y="105883"/>
                  <a:pt x="9565" y="121936"/>
                  <a:pt x="25451" y="121936"/>
                </a:cubicBezTo>
                <a:cubicBezTo>
                  <a:pt x="52268" y="121936"/>
                  <a:pt x="80112" y="76684"/>
                  <a:pt x="80112" y="38259"/>
                </a:cubicBezTo>
                <a:moveTo>
                  <a:pt x="19814" y="57556"/>
                </a:moveTo>
                <a:cubicBezTo>
                  <a:pt x="30916" y="15203"/>
                  <a:pt x="46461" y="5637"/>
                  <a:pt x="54489" y="5637"/>
                </a:cubicBezTo>
                <a:cubicBezTo>
                  <a:pt x="66447" y="5637"/>
                  <a:pt x="66447" y="26131"/>
                  <a:pt x="66447" y="28693"/>
                </a:cubicBezTo>
                <a:cubicBezTo>
                  <a:pt x="66447" y="30231"/>
                  <a:pt x="66447" y="40135"/>
                  <a:pt x="61833" y="57556"/>
                </a:cubicBezTo>
                <a:lnTo>
                  <a:pt x="19814" y="57556"/>
                </a:lnTo>
                <a:moveTo>
                  <a:pt x="60126" y="64387"/>
                </a:moveTo>
                <a:cubicBezTo>
                  <a:pt x="50561" y="102980"/>
                  <a:pt x="35017" y="116300"/>
                  <a:pt x="25623" y="116300"/>
                </a:cubicBezTo>
                <a:cubicBezTo>
                  <a:pt x="14349" y="116300"/>
                  <a:pt x="13665" y="99054"/>
                  <a:pt x="13665" y="93247"/>
                </a:cubicBezTo>
                <a:cubicBezTo>
                  <a:pt x="13665" y="87440"/>
                  <a:pt x="14349" y="79929"/>
                  <a:pt x="18106" y="64387"/>
                </a:cubicBezTo>
                <a:lnTo>
                  <a:pt x="60126" y="643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df-path-100077">
            <a:extLst xmlns:a="http://schemas.openxmlformats.org/drawingml/2006/main">
              <a:ext uri="{FF2B5EF4-FFF2-40B4-BE49-F238E27FC236}">
                <a16:creationId xmlns:a16="http://schemas.microsoft.com/office/drawing/2014/main" id="{E62F1753-73AE-4696-9273-93C6802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03" y="3343419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df-path-100078">
            <a:extLst xmlns:a="http://schemas.openxmlformats.org/drawingml/2006/main">
              <a:ext uri="{FF2B5EF4-FFF2-40B4-BE49-F238E27FC236}">
                <a16:creationId xmlns:a16="http://schemas.microsoft.com/office/drawing/2014/main" id="{8AB7F4F9-5B9A-4779-858E-E562634F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180" y="3419745"/>
            <a:ext cx="146552" cy="117837"/>
          </a:xfrm>
          <a:custGeom xmlns:a="http://schemas.openxmlformats.org/drawingml/2006/main">
            <a:pathLst>
              <a:path w="146552" h="117837">
                <a:moveTo>
                  <a:pt x="124007" y="33559"/>
                </a:moveTo>
                <a:cubicBezTo>
                  <a:pt x="125289" y="27668"/>
                  <a:pt x="127850" y="17933"/>
                  <a:pt x="127850" y="16142"/>
                </a:cubicBezTo>
                <a:cubicBezTo>
                  <a:pt x="127850" y="9222"/>
                  <a:pt x="122982" y="4355"/>
                  <a:pt x="115296" y="4355"/>
                </a:cubicBezTo>
                <a:cubicBezTo>
                  <a:pt x="111707" y="4355"/>
                  <a:pt x="106073" y="5892"/>
                  <a:pt x="102230" y="10763"/>
                </a:cubicBezTo>
                <a:cubicBezTo>
                  <a:pt x="91979" y="512"/>
                  <a:pt x="79938" y="0"/>
                  <a:pt x="74047" y="0"/>
                </a:cubicBezTo>
                <a:cubicBezTo>
                  <a:pt x="27160" y="0"/>
                  <a:pt x="0" y="41245"/>
                  <a:pt x="0" y="75059"/>
                </a:cubicBezTo>
                <a:cubicBezTo>
                  <a:pt x="0" y="104259"/>
                  <a:pt x="21264" y="117837"/>
                  <a:pt x="46629" y="117837"/>
                </a:cubicBezTo>
                <a:cubicBezTo>
                  <a:pt x="64566" y="117837"/>
                  <a:pt x="77890" y="108872"/>
                  <a:pt x="83523" y="104005"/>
                </a:cubicBezTo>
                <a:cubicBezTo>
                  <a:pt x="92492" y="116300"/>
                  <a:pt x="106586" y="117837"/>
                  <a:pt x="113501" y="117837"/>
                </a:cubicBezTo>
                <a:cubicBezTo>
                  <a:pt x="119139" y="117837"/>
                  <a:pt x="127338" y="116559"/>
                  <a:pt x="135794" y="104771"/>
                </a:cubicBezTo>
                <a:cubicBezTo>
                  <a:pt x="142456" y="94782"/>
                  <a:pt x="146552" y="79926"/>
                  <a:pt x="146552" y="77874"/>
                </a:cubicBezTo>
                <a:cubicBezTo>
                  <a:pt x="146552" y="73777"/>
                  <a:pt x="142197" y="73777"/>
                  <a:pt x="139891" y="73777"/>
                </a:cubicBezTo>
                <a:cubicBezTo>
                  <a:pt x="134511" y="73777"/>
                  <a:pt x="133999" y="75059"/>
                  <a:pt x="132975" y="79414"/>
                </a:cubicBezTo>
                <a:cubicBezTo>
                  <a:pt x="129132" y="94524"/>
                  <a:pt x="124777" y="107590"/>
                  <a:pt x="115038" y="107590"/>
                </a:cubicBezTo>
                <a:cubicBezTo>
                  <a:pt x="110683" y="107590"/>
                  <a:pt x="108892" y="104005"/>
                  <a:pt x="108892" y="97856"/>
                </a:cubicBezTo>
                <a:cubicBezTo>
                  <a:pt x="108892" y="93758"/>
                  <a:pt x="110941" y="85560"/>
                  <a:pt x="112477" y="79668"/>
                </a:cubicBezTo>
                <a:cubicBezTo>
                  <a:pt x="113759" y="74034"/>
                  <a:pt x="117091" y="60457"/>
                  <a:pt x="118627" y="55077"/>
                </a:cubicBezTo>
                <a:lnTo>
                  <a:pt x="124007" y="33559"/>
                </a:lnTo>
                <a:moveTo>
                  <a:pt x="80963" y="87609"/>
                </a:moveTo>
                <a:cubicBezTo>
                  <a:pt x="79938" y="91452"/>
                  <a:pt x="79938" y="91964"/>
                  <a:pt x="77378" y="94524"/>
                </a:cubicBezTo>
                <a:cubicBezTo>
                  <a:pt x="71994" y="99650"/>
                  <a:pt x="60723" y="107590"/>
                  <a:pt x="48165" y="107590"/>
                </a:cubicBezTo>
                <a:cubicBezTo>
                  <a:pt x="30487" y="107590"/>
                  <a:pt x="30487" y="91964"/>
                  <a:pt x="30487" y="88120"/>
                </a:cubicBezTo>
                <a:cubicBezTo>
                  <a:pt x="30487" y="76337"/>
                  <a:pt x="38177" y="44060"/>
                  <a:pt x="45605" y="29716"/>
                </a:cubicBezTo>
                <a:cubicBezTo>
                  <a:pt x="52013" y="17167"/>
                  <a:pt x="63796" y="10247"/>
                  <a:pt x="74300" y="10247"/>
                </a:cubicBezTo>
                <a:cubicBezTo>
                  <a:pt x="90444" y="10247"/>
                  <a:pt x="96335" y="22546"/>
                  <a:pt x="96335" y="25107"/>
                </a:cubicBezTo>
                <a:cubicBezTo>
                  <a:pt x="96335" y="26131"/>
                  <a:pt x="96080" y="27668"/>
                  <a:pt x="95822" y="28692"/>
                </a:cubicBezTo>
                <a:lnTo>
                  <a:pt x="80963" y="87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df-path-100079">
            <a:extLst xmlns:a="http://schemas.openxmlformats.org/drawingml/2006/main">
              <a:ext uri="{FF2B5EF4-FFF2-40B4-BE49-F238E27FC236}">
                <a16:creationId xmlns:a16="http://schemas.microsoft.com/office/drawing/2014/main" id="{12B0DDF2-AC4E-4F21-8B13-D6E1E324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415" y="3343419"/>
            <a:ext cx="11017" cy="256214"/>
          </a:xfrm>
          <a:custGeom xmlns:a="http://schemas.openxmlformats.org/drawingml/2006/main">
            <a:pathLst>
              <a:path w="11017" h="256214">
                <a:moveTo>
                  <a:pt x="11017" y="9480"/>
                </a:moveTo>
                <a:cubicBezTo>
                  <a:pt x="11017" y="5125"/>
                  <a:pt x="11017" y="0"/>
                  <a:pt x="5638" y="0"/>
                </a:cubicBezTo>
                <a:cubicBezTo>
                  <a:pt x="0" y="0"/>
                  <a:pt x="0" y="4871"/>
                  <a:pt x="0" y="9480"/>
                </a:cubicBezTo>
                <a:lnTo>
                  <a:pt x="0" y="246738"/>
                </a:lnTo>
                <a:cubicBezTo>
                  <a:pt x="0" y="251093"/>
                  <a:pt x="0" y="256214"/>
                  <a:pt x="5384" y="256214"/>
                </a:cubicBezTo>
                <a:cubicBezTo>
                  <a:pt x="11017" y="256214"/>
                  <a:pt x="11017" y="251347"/>
                  <a:pt x="11017" y="246738"/>
                </a:cubicBezTo>
                <a:lnTo>
                  <a:pt x="11017" y="94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df-path-100080">
            <a:extLst xmlns:a="http://schemas.openxmlformats.org/drawingml/2006/main">
              <a:ext uri="{FF2B5EF4-FFF2-40B4-BE49-F238E27FC236}">
                <a16:creationId xmlns:a16="http://schemas.microsoft.com/office/drawing/2014/main" id="{28CA4865-FEAE-4B65-B0BD-8283C80D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429" y="3419745"/>
            <a:ext cx="110940" cy="117837"/>
          </a:xfrm>
          <a:custGeom xmlns:a="http://schemas.openxmlformats.org/drawingml/2006/main">
            <a:pathLst>
              <a:path w="110940" h="117837">
                <a:moveTo>
                  <a:pt x="92749" y="14895"/>
                </a:moveTo>
                <a:cubicBezTo>
                  <a:pt x="84805" y="18738"/>
                  <a:pt x="82757" y="25658"/>
                  <a:pt x="82757" y="29755"/>
                </a:cubicBezTo>
                <a:cubicBezTo>
                  <a:pt x="82757" y="36417"/>
                  <a:pt x="88136" y="40772"/>
                  <a:pt x="94540" y="40772"/>
                </a:cubicBezTo>
                <a:cubicBezTo>
                  <a:pt x="101460" y="40772"/>
                  <a:pt x="110940" y="34881"/>
                  <a:pt x="110940" y="22581"/>
                </a:cubicBezTo>
                <a:cubicBezTo>
                  <a:pt x="110940" y="9480"/>
                  <a:pt x="98129" y="0"/>
                  <a:pt x="72764" y="0"/>
                </a:cubicBezTo>
                <a:cubicBezTo>
                  <a:pt x="64308" y="0"/>
                  <a:pt x="49705" y="512"/>
                  <a:pt x="37148" y="9993"/>
                </a:cubicBezTo>
                <a:cubicBezTo>
                  <a:pt x="28183" y="16948"/>
                  <a:pt x="21776" y="30013"/>
                  <a:pt x="21776" y="39748"/>
                </a:cubicBezTo>
                <a:cubicBezTo>
                  <a:pt x="21776" y="50519"/>
                  <a:pt x="28183" y="56930"/>
                  <a:pt x="31257" y="59495"/>
                </a:cubicBezTo>
                <a:cubicBezTo>
                  <a:pt x="38943" y="65395"/>
                  <a:pt x="44580" y="66423"/>
                  <a:pt x="59182" y="68988"/>
                </a:cubicBezTo>
                <a:cubicBezTo>
                  <a:pt x="70715" y="71036"/>
                  <a:pt x="85575" y="73601"/>
                  <a:pt x="85575" y="84618"/>
                </a:cubicBezTo>
                <a:cubicBezTo>
                  <a:pt x="85575" y="85384"/>
                  <a:pt x="85575" y="107590"/>
                  <a:pt x="46629" y="107590"/>
                </a:cubicBezTo>
                <a:cubicBezTo>
                  <a:pt x="39713" y="107590"/>
                  <a:pt x="28183" y="107086"/>
                  <a:pt x="19727" y="102296"/>
                </a:cubicBezTo>
                <a:cubicBezTo>
                  <a:pt x="28437" y="98966"/>
                  <a:pt x="32793" y="91534"/>
                  <a:pt x="32793" y="84360"/>
                </a:cubicBezTo>
                <a:cubicBezTo>
                  <a:pt x="32793" y="75137"/>
                  <a:pt x="25619" y="71548"/>
                  <a:pt x="19469" y="71548"/>
                </a:cubicBezTo>
                <a:cubicBezTo>
                  <a:pt x="9223" y="71548"/>
                  <a:pt x="0" y="80263"/>
                  <a:pt x="0" y="92558"/>
                </a:cubicBezTo>
                <a:cubicBezTo>
                  <a:pt x="0" y="108360"/>
                  <a:pt x="16396" y="117837"/>
                  <a:pt x="46116" y="117837"/>
                </a:cubicBezTo>
                <a:cubicBezTo>
                  <a:pt x="106327" y="117837"/>
                  <a:pt x="106327" y="74367"/>
                  <a:pt x="106327" y="73855"/>
                </a:cubicBezTo>
                <a:cubicBezTo>
                  <a:pt x="106327" y="64624"/>
                  <a:pt x="101972" y="57958"/>
                  <a:pt x="96080" y="52829"/>
                </a:cubicBezTo>
                <a:cubicBezTo>
                  <a:pt x="87624" y="45647"/>
                  <a:pt x="78402" y="44107"/>
                  <a:pt x="62771" y="41543"/>
                </a:cubicBezTo>
                <a:cubicBezTo>
                  <a:pt x="53548" y="39748"/>
                  <a:pt x="42531" y="37957"/>
                  <a:pt x="42531" y="28989"/>
                </a:cubicBezTo>
                <a:cubicBezTo>
                  <a:pt x="42531" y="28477"/>
                  <a:pt x="42531" y="10247"/>
                  <a:pt x="71994" y="10247"/>
                </a:cubicBezTo>
                <a:cubicBezTo>
                  <a:pt x="76095" y="10247"/>
                  <a:pt x="85317" y="10247"/>
                  <a:pt x="92749" y="148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df-path-100081">
            <a:extLst xmlns:a="http://schemas.openxmlformats.org/drawingml/2006/main">
              <a:ext uri="{FF2B5EF4-FFF2-40B4-BE49-F238E27FC236}">
                <a16:creationId xmlns:a16="http://schemas.microsoft.com/office/drawing/2014/main" id="{C40FAC4B-545F-4ED2-8F7E-2AA90F8B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218" y="3507912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df-path-100082">
            <a:extLst xmlns:a="http://schemas.openxmlformats.org/drawingml/2006/main">
              <a:ext uri="{FF2B5EF4-FFF2-40B4-BE49-F238E27FC236}">
                <a16:creationId xmlns:a16="http://schemas.microsoft.com/office/drawing/2014/main" id="{F911BCC5-6A93-4BE3-907C-B0766BF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474" y="3419733"/>
            <a:ext cx="130414" cy="117849"/>
          </a:xfrm>
          <a:custGeom xmlns:a="http://schemas.openxmlformats.org/drawingml/2006/main">
            <a:pathLst>
              <a:path w="130414" h="117849">
                <a:moveTo>
                  <a:pt x="34333" y="90693"/>
                </a:moveTo>
                <a:cubicBezTo>
                  <a:pt x="44068" y="81470"/>
                  <a:pt x="56368" y="72248"/>
                  <a:pt x="69691" y="62255"/>
                </a:cubicBezTo>
                <a:cubicBezTo>
                  <a:pt x="78913" y="55597"/>
                  <a:pt x="97104" y="42020"/>
                  <a:pt x="106073" y="33567"/>
                </a:cubicBezTo>
                <a:cubicBezTo>
                  <a:pt x="119651" y="20498"/>
                  <a:pt x="130414" y="7432"/>
                  <a:pt x="130414" y="4101"/>
                </a:cubicBezTo>
                <a:cubicBezTo>
                  <a:pt x="130414" y="0"/>
                  <a:pt x="126312" y="0"/>
                  <a:pt x="123752" y="0"/>
                </a:cubicBezTo>
                <a:cubicBezTo>
                  <a:pt x="119139" y="0"/>
                  <a:pt x="119139" y="258"/>
                  <a:pt x="116320" y="4359"/>
                </a:cubicBezTo>
                <a:cubicBezTo>
                  <a:pt x="111198" y="12299"/>
                  <a:pt x="106073" y="16912"/>
                  <a:pt x="100694" y="16912"/>
                </a:cubicBezTo>
                <a:cubicBezTo>
                  <a:pt x="94032" y="16912"/>
                  <a:pt x="87624" y="12557"/>
                  <a:pt x="83527" y="9739"/>
                </a:cubicBezTo>
                <a:cubicBezTo>
                  <a:pt x="74817" y="4101"/>
                  <a:pt x="68667" y="0"/>
                  <a:pt x="59186" y="0"/>
                </a:cubicBezTo>
                <a:cubicBezTo>
                  <a:pt x="35616" y="0"/>
                  <a:pt x="20752" y="23062"/>
                  <a:pt x="20752" y="31002"/>
                </a:cubicBezTo>
                <a:cubicBezTo>
                  <a:pt x="20752" y="35104"/>
                  <a:pt x="24852" y="35104"/>
                  <a:pt x="27160" y="35104"/>
                </a:cubicBezTo>
                <a:cubicBezTo>
                  <a:pt x="29978" y="35104"/>
                  <a:pt x="31515" y="35104"/>
                  <a:pt x="33051" y="32797"/>
                </a:cubicBezTo>
                <a:cubicBezTo>
                  <a:pt x="34333" y="31260"/>
                  <a:pt x="35358" y="29978"/>
                  <a:pt x="42789" y="29466"/>
                </a:cubicBezTo>
                <a:cubicBezTo>
                  <a:pt x="52012" y="28954"/>
                  <a:pt x="60981" y="29212"/>
                  <a:pt x="70204" y="28700"/>
                </a:cubicBezTo>
                <a:cubicBezTo>
                  <a:pt x="95310" y="27159"/>
                  <a:pt x="74817" y="27672"/>
                  <a:pt x="96080" y="27159"/>
                </a:cubicBezTo>
                <a:cubicBezTo>
                  <a:pt x="86346" y="36382"/>
                  <a:pt x="74047" y="45605"/>
                  <a:pt x="60723" y="55597"/>
                </a:cubicBezTo>
                <a:cubicBezTo>
                  <a:pt x="51500" y="62255"/>
                  <a:pt x="33309" y="75833"/>
                  <a:pt x="24340" y="84289"/>
                </a:cubicBezTo>
                <a:cubicBezTo>
                  <a:pt x="10763" y="97355"/>
                  <a:pt x="0" y="110421"/>
                  <a:pt x="0" y="113751"/>
                </a:cubicBezTo>
                <a:cubicBezTo>
                  <a:pt x="0" y="117849"/>
                  <a:pt x="4101" y="117849"/>
                  <a:pt x="6662" y="117849"/>
                </a:cubicBezTo>
                <a:cubicBezTo>
                  <a:pt x="10505" y="117849"/>
                  <a:pt x="11016" y="117849"/>
                  <a:pt x="13066" y="115034"/>
                </a:cubicBezTo>
                <a:cubicBezTo>
                  <a:pt x="21522" y="103246"/>
                  <a:pt x="31257" y="100940"/>
                  <a:pt x="36128" y="100940"/>
                </a:cubicBezTo>
                <a:cubicBezTo>
                  <a:pt x="42531" y="100940"/>
                  <a:pt x="48935" y="104783"/>
                  <a:pt x="54831" y="108884"/>
                </a:cubicBezTo>
                <a:cubicBezTo>
                  <a:pt x="66102" y="116570"/>
                  <a:pt x="71997" y="117849"/>
                  <a:pt x="78147" y="117849"/>
                </a:cubicBezTo>
                <a:cubicBezTo>
                  <a:pt x="107868" y="117849"/>
                  <a:pt x="127083" y="86592"/>
                  <a:pt x="127083" y="76603"/>
                </a:cubicBezTo>
                <a:cubicBezTo>
                  <a:pt x="127083" y="72502"/>
                  <a:pt x="122727" y="72502"/>
                  <a:pt x="120679" y="72502"/>
                </a:cubicBezTo>
                <a:cubicBezTo>
                  <a:pt x="117602" y="72502"/>
                  <a:pt x="115554" y="72502"/>
                  <a:pt x="114271" y="75833"/>
                </a:cubicBezTo>
                <a:cubicBezTo>
                  <a:pt x="112223" y="80700"/>
                  <a:pt x="109658" y="87104"/>
                  <a:pt x="86346" y="88641"/>
                </a:cubicBezTo>
                <a:cubicBezTo>
                  <a:pt x="82757" y="88899"/>
                  <a:pt x="74300" y="88641"/>
                  <a:pt x="70715" y="88899"/>
                </a:cubicBezTo>
                <a:cubicBezTo>
                  <a:pt x="43302" y="90693"/>
                  <a:pt x="42789" y="90693"/>
                  <a:pt x="34333" y="906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df-path-100083">
            <a:extLst xmlns:a="http://schemas.openxmlformats.org/drawingml/2006/main">
              <a:ext uri="{FF2B5EF4-FFF2-40B4-BE49-F238E27FC236}">
                <a16:creationId xmlns:a16="http://schemas.microsoft.com/office/drawing/2014/main" id="{F99AB9EB-ECA5-420C-8160-3C9D3A87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96" y="3507912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df-path-100084">
            <a:extLst xmlns:a="http://schemas.openxmlformats.org/drawingml/2006/main">
              <a:ext uri="{FF2B5EF4-FFF2-40B4-BE49-F238E27FC236}">
                <a16:creationId xmlns:a16="http://schemas.microsoft.com/office/drawing/2014/main" id="{249387A9-75CE-4A3B-BB5D-120245AD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572" y="3357681"/>
            <a:ext cx="130672" cy="181152"/>
          </a:xfrm>
          <a:custGeom xmlns:a="http://schemas.openxmlformats.org/drawingml/2006/main">
            <a:pathLst>
              <a:path w="130672" h="181152">
                <a:moveTo>
                  <a:pt x="79942" y="103774"/>
                </a:moveTo>
                <a:cubicBezTo>
                  <a:pt x="94802" y="141951"/>
                  <a:pt x="104537" y="170647"/>
                  <a:pt x="106843" y="173978"/>
                </a:cubicBezTo>
                <a:cubicBezTo>
                  <a:pt x="111968" y="180640"/>
                  <a:pt x="114017" y="180640"/>
                  <a:pt x="121704" y="180640"/>
                </a:cubicBezTo>
                <a:lnTo>
                  <a:pt x="127595" y="180640"/>
                </a:lnTo>
                <a:cubicBezTo>
                  <a:pt x="129389" y="180386"/>
                  <a:pt x="130672" y="179615"/>
                  <a:pt x="130672" y="177825"/>
                </a:cubicBezTo>
                <a:cubicBezTo>
                  <a:pt x="130672" y="176543"/>
                  <a:pt x="130160" y="176030"/>
                  <a:pt x="129135" y="175006"/>
                </a:cubicBezTo>
                <a:cubicBezTo>
                  <a:pt x="126059" y="171675"/>
                  <a:pt x="124780" y="168344"/>
                  <a:pt x="123239" y="163985"/>
                </a:cubicBezTo>
                <a:lnTo>
                  <a:pt x="68666" y="17425"/>
                </a:lnTo>
                <a:cubicBezTo>
                  <a:pt x="62775" y="1795"/>
                  <a:pt x="45862" y="0"/>
                  <a:pt x="36640" y="0"/>
                </a:cubicBezTo>
                <a:cubicBezTo>
                  <a:pt x="34333" y="0"/>
                  <a:pt x="31002" y="0"/>
                  <a:pt x="31002" y="3331"/>
                </a:cubicBezTo>
                <a:cubicBezTo>
                  <a:pt x="31002" y="5895"/>
                  <a:pt x="33055" y="6150"/>
                  <a:pt x="35873" y="6408"/>
                </a:cubicBezTo>
                <a:cubicBezTo>
                  <a:pt x="43559" y="7690"/>
                  <a:pt x="46632" y="14864"/>
                  <a:pt x="50475" y="24345"/>
                </a:cubicBezTo>
                <a:lnTo>
                  <a:pt x="76865" y="95318"/>
                </a:lnTo>
                <a:lnTo>
                  <a:pt x="4613" y="165013"/>
                </a:lnTo>
                <a:cubicBezTo>
                  <a:pt x="2052" y="167574"/>
                  <a:pt x="0" y="169368"/>
                  <a:pt x="0" y="173212"/>
                </a:cubicBezTo>
                <a:cubicBezTo>
                  <a:pt x="0" y="178591"/>
                  <a:pt x="4613" y="181152"/>
                  <a:pt x="8202" y="181152"/>
                </a:cubicBezTo>
                <a:cubicBezTo>
                  <a:pt x="12557" y="181152"/>
                  <a:pt x="15630" y="177309"/>
                  <a:pt x="16654" y="176285"/>
                </a:cubicBezTo>
                <a:lnTo>
                  <a:pt x="79942" y="1037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df-path-100085">
            <a:extLst xmlns:a="http://schemas.openxmlformats.org/drawingml/2006/main">
              <a:ext uri="{FF2B5EF4-FFF2-40B4-BE49-F238E27FC236}">
                <a16:creationId xmlns:a16="http://schemas.microsoft.com/office/drawing/2014/main" id="{E7708C3C-48B4-410F-914B-3E35E799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143" y="3343419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8"/>
                </a:cubicBezTo>
                <a:cubicBezTo>
                  <a:pt x="0" y="4101"/>
                  <a:pt x="512" y="4871"/>
                  <a:pt x="2302" y="6665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df-path-100086">
            <a:extLst xmlns:a="http://schemas.openxmlformats.org/drawingml/2006/main">
              <a:ext uri="{FF2B5EF4-FFF2-40B4-BE49-F238E27FC236}">
                <a16:creationId xmlns:a16="http://schemas.microsoft.com/office/drawing/2014/main" id="{58D71F9F-67F1-45A8-AE16-E48D3C0D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056" y="3639684"/>
            <a:ext cx="61489" cy="255965"/>
          </a:xfrm>
          <a:custGeom xmlns:a="http://schemas.openxmlformats.org/drawingml/2006/main">
            <a:pathLst>
              <a:path w="61489" h="255965">
                <a:moveTo>
                  <a:pt x="61489" y="253150"/>
                </a:moveTo>
                <a:cubicBezTo>
                  <a:pt x="61489" y="251867"/>
                  <a:pt x="60723" y="251097"/>
                  <a:pt x="59183" y="249307"/>
                </a:cubicBezTo>
                <a:cubicBezTo>
                  <a:pt x="26132" y="219070"/>
                  <a:pt x="16139" y="172949"/>
                  <a:pt x="16139" y="128115"/>
                </a:cubicBezTo>
                <a:cubicBezTo>
                  <a:pt x="16139" y="88398"/>
                  <a:pt x="23828" y="40229"/>
                  <a:pt x="59953" y="5895"/>
                </a:cubicBezTo>
                <a:cubicBezTo>
                  <a:pt x="60977" y="4871"/>
                  <a:pt x="61489" y="4101"/>
                  <a:pt x="61489" y="2818"/>
                </a:cubicBezTo>
                <a:cubicBezTo>
                  <a:pt x="61489" y="1028"/>
                  <a:pt x="60211" y="0"/>
                  <a:pt x="58416" y="0"/>
                </a:cubicBezTo>
                <a:cubicBezTo>
                  <a:pt x="55340" y="0"/>
                  <a:pt x="32281" y="18453"/>
                  <a:pt x="18445" y="46379"/>
                </a:cubicBezTo>
                <a:cubicBezTo>
                  <a:pt x="6150" y="70977"/>
                  <a:pt x="0" y="97367"/>
                  <a:pt x="0" y="127857"/>
                </a:cubicBezTo>
                <a:cubicBezTo>
                  <a:pt x="0" y="146306"/>
                  <a:pt x="2303" y="175514"/>
                  <a:pt x="16397" y="205746"/>
                </a:cubicBezTo>
                <a:cubicBezTo>
                  <a:pt x="31515" y="237261"/>
                  <a:pt x="55340" y="255965"/>
                  <a:pt x="58416" y="255965"/>
                </a:cubicBezTo>
                <a:cubicBezTo>
                  <a:pt x="60211" y="255965"/>
                  <a:pt x="61489" y="254940"/>
                  <a:pt x="61489" y="253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df-path-100087">
            <a:extLst xmlns:a="http://schemas.openxmlformats.org/drawingml/2006/main">
              <a:ext uri="{FF2B5EF4-FFF2-40B4-BE49-F238E27FC236}">
                <a16:creationId xmlns:a16="http://schemas.microsoft.com/office/drawing/2014/main" id="{25E63239-F05D-4ED2-BBAC-5C136EA2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453" y="3716009"/>
            <a:ext cx="110940" cy="117837"/>
          </a:xfrm>
          <a:custGeom xmlns:a="http://schemas.openxmlformats.org/drawingml/2006/main">
            <a:pathLst>
              <a:path w="110940" h="117837">
                <a:moveTo>
                  <a:pt x="92749" y="14895"/>
                </a:moveTo>
                <a:cubicBezTo>
                  <a:pt x="84805" y="18738"/>
                  <a:pt x="82757" y="25658"/>
                  <a:pt x="82757" y="29755"/>
                </a:cubicBezTo>
                <a:cubicBezTo>
                  <a:pt x="82757" y="36417"/>
                  <a:pt x="88136" y="40772"/>
                  <a:pt x="94540" y="40772"/>
                </a:cubicBezTo>
                <a:cubicBezTo>
                  <a:pt x="101460" y="40772"/>
                  <a:pt x="110940" y="34881"/>
                  <a:pt x="110940" y="22581"/>
                </a:cubicBezTo>
                <a:cubicBezTo>
                  <a:pt x="110940" y="9480"/>
                  <a:pt x="98129" y="0"/>
                  <a:pt x="72764" y="0"/>
                </a:cubicBezTo>
                <a:cubicBezTo>
                  <a:pt x="64308" y="0"/>
                  <a:pt x="49705" y="512"/>
                  <a:pt x="37148" y="9993"/>
                </a:cubicBezTo>
                <a:cubicBezTo>
                  <a:pt x="28183" y="16948"/>
                  <a:pt x="21776" y="30013"/>
                  <a:pt x="21776" y="39748"/>
                </a:cubicBezTo>
                <a:cubicBezTo>
                  <a:pt x="21776" y="50519"/>
                  <a:pt x="28183" y="56930"/>
                  <a:pt x="31257" y="59495"/>
                </a:cubicBezTo>
                <a:cubicBezTo>
                  <a:pt x="38943" y="65395"/>
                  <a:pt x="44580" y="66423"/>
                  <a:pt x="59182" y="68988"/>
                </a:cubicBezTo>
                <a:cubicBezTo>
                  <a:pt x="70715" y="71036"/>
                  <a:pt x="85575" y="73601"/>
                  <a:pt x="85575" y="84618"/>
                </a:cubicBezTo>
                <a:cubicBezTo>
                  <a:pt x="85575" y="85384"/>
                  <a:pt x="85575" y="107590"/>
                  <a:pt x="46629" y="107590"/>
                </a:cubicBezTo>
                <a:cubicBezTo>
                  <a:pt x="39713" y="107590"/>
                  <a:pt x="28183" y="107086"/>
                  <a:pt x="19727" y="102296"/>
                </a:cubicBezTo>
                <a:cubicBezTo>
                  <a:pt x="28437" y="98966"/>
                  <a:pt x="32793" y="91534"/>
                  <a:pt x="32793" y="84360"/>
                </a:cubicBezTo>
                <a:cubicBezTo>
                  <a:pt x="32793" y="75137"/>
                  <a:pt x="25619" y="71548"/>
                  <a:pt x="19469" y="71548"/>
                </a:cubicBezTo>
                <a:cubicBezTo>
                  <a:pt x="9223" y="71548"/>
                  <a:pt x="0" y="80263"/>
                  <a:pt x="0" y="92558"/>
                </a:cubicBezTo>
                <a:cubicBezTo>
                  <a:pt x="0" y="108360"/>
                  <a:pt x="16396" y="117837"/>
                  <a:pt x="46116" y="117837"/>
                </a:cubicBezTo>
                <a:cubicBezTo>
                  <a:pt x="106327" y="117837"/>
                  <a:pt x="106327" y="74367"/>
                  <a:pt x="106327" y="73855"/>
                </a:cubicBezTo>
                <a:cubicBezTo>
                  <a:pt x="106327" y="64624"/>
                  <a:pt x="101972" y="57958"/>
                  <a:pt x="96080" y="52829"/>
                </a:cubicBezTo>
                <a:cubicBezTo>
                  <a:pt x="87624" y="45647"/>
                  <a:pt x="78402" y="44107"/>
                  <a:pt x="62771" y="41543"/>
                </a:cubicBezTo>
                <a:cubicBezTo>
                  <a:pt x="53548" y="39748"/>
                  <a:pt x="42531" y="37957"/>
                  <a:pt x="42531" y="28989"/>
                </a:cubicBezTo>
                <a:cubicBezTo>
                  <a:pt x="42531" y="28477"/>
                  <a:pt x="42531" y="10247"/>
                  <a:pt x="71994" y="10247"/>
                </a:cubicBezTo>
                <a:cubicBezTo>
                  <a:pt x="76095" y="10247"/>
                  <a:pt x="85317" y="10247"/>
                  <a:pt x="92749" y="148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df-path-100088">
            <a:extLst xmlns:a="http://schemas.openxmlformats.org/drawingml/2006/main">
              <a:ext uri="{FF2B5EF4-FFF2-40B4-BE49-F238E27FC236}">
                <a16:creationId xmlns:a16="http://schemas.microsoft.com/office/drawing/2014/main" id="{B5DD9F16-C91E-4412-912F-0600E241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242" y="3804177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df-path-100089">
            <a:extLst xmlns:a="http://schemas.openxmlformats.org/drawingml/2006/main">
              <a:ext uri="{FF2B5EF4-FFF2-40B4-BE49-F238E27FC236}">
                <a16:creationId xmlns:a16="http://schemas.microsoft.com/office/drawing/2014/main" id="{263FB820-9FEC-4585-AA97-F2E0E544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599" y="3716009"/>
            <a:ext cx="110940" cy="117837"/>
          </a:xfrm>
          <a:custGeom xmlns:a="http://schemas.openxmlformats.org/drawingml/2006/main">
            <a:pathLst>
              <a:path w="110940" h="117837">
                <a:moveTo>
                  <a:pt x="92749" y="14895"/>
                </a:moveTo>
                <a:cubicBezTo>
                  <a:pt x="84805" y="18738"/>
                  <a:pt x="82757" y="25658"/>
                  <a:pt x="82757" y="29755"/>
                </a:cubicBezTo>
                <a:cubicBezTo>
                  <a:pt x="82757" y="36417"/>
                  <a:pt x="88136" y="40772"/>
                  <a:pt x="94540" y="40772"/>
                </a:cubicBezTo>
                <a:cubicBezTo>
                  <a:pt x="101460" y="40772"/>
                  <a:pt x="110940" y="34881"/>
                  <a:pt x="110940" y="22581"/>
                </a:cubicBezTo>
                <a:cubicBezTo>
                  <a:pt x="110940" y="9480"/>
                  <a:pt x="98129" y="0"/>
                  <a:pt x="72764" y="0"/>
                </a:cubicBezTo>
                <a:cubicBezTo>
                  <a:pt x="64308" y="0"/>
                  <a:pt x="49705" y="512"/>
                  <a:pt x="37148" y="9993"/>
                </a:cubicBezTo>
                <a:cubicBezTo>
                  <a:pt x="28183" y="16948"/>
                  <a:pt x="21776" y="30013"/>
                  <a:pt x="21776" y="39748"/>
                </a:cubicBezTo>
                <a:cubicBezTo>
                  <a:pt x="21776" y="50519"/>
                  <a:pt x="28183" y="56930"/>
                  <a:pt x="31257" y="59495"/>
                </a:cubicBezTo>
                <a:cubicBezTo>
                  <a:pt x="38943" y="65395"/>
                  <a:pt x="44580" y="66423"/>
                  <a:pt x="59182" y="68988"/>
                </a:cubicBezTo>
                <a:cubicBezTo>
                  <a:pt x="70715" y="71036"/>
                  <a:pt x="85575" y="73601"/>
                  <a:pt x="85575" y="84618"/>
                </a:cubicBezTo>
                <a:cubicBezTo>
                  <a:pt x="85575" y="85384"/>
                  <a:pt x="85575" y="107590"/>
                  <a:pt x="46629" y="107590"/>
                </a:cubicBezTo>
                <a:cubicBezTo>
                  <a:pt x="39713" y="107590"/>
                  <a:pt x="28183" y="107086"/>
                  <a:pt x="19727" y="102296"/>
                </a:cubicBezTo>
                <a:cubicBezTo>
                  <a:pt x="28437" y="98966"/>
                  <a:pt x="32793" y="91534"/>
                  <a:pt x="32793" y="84360"/>
                </a:cubicBezTo>
                <a:cubicBezTo>
                  <a:pt x="32793" y="75137"/>
                  <a:pt x="25619" y="71548"/>
                  <a:pt x="19469" y="71548"/>
                </a:cubicBezTo>
                <a:cubicBezTo>
                  <a:pt x="9222" y="71548"/>
                  <a:pt x="0" y="80263"/>
                  <a:pt x="0" y="92558"/>
                </a:cubicBezTo>
                <a:cubicBezTo>
                  <a:pt x="0" y="108360"/>
                  <a:pt x="16396" y="117837"/>
                  <a:pt x="46116" y="117837"/>
                </a:cubicBezTo>
                <a:cubicBezTo>
                  <a:pt x="106327" y="117837"/>
                  <a:pt x="106327" y="74367"/>
                  <a:pt x="106327" y="73855"/>
                </a:cubicBezTo>
                <a:cubicBezTo>
                  <a:pt x="106327" y="64624"/>
                  <a:pt x="101972" y="57958"/>
                  <a:pt x="96080" y="52829"/>
                </a:cubicBezTo>
                <a:cubicBezTo>
                  <a:pt x="87624" y="45647"/>
                  <a:pt x="78402" y="44107"/>
                  <a:pt x="62771" y="41543"/>
                </a:cubicBezTo>
                <a:cubicBezTo>
                  <a:pt x="53548" y="39748"/>
                  <a:pt x="42531" y="37957"/>
                  <a:pt x="42531" y="28989"/>
                </a:cubicBezTo>
                <a:cubicBezTo>
                  <a:pt x="42531" y="28477"/>
                  <a:pt x="42531" y="10247"/>
                  <a:pt x="71994" y="10247"/>
                </a:cubicBezTo>
                <a:cubicBezTo>
                  <a:pt x="76095" y="10247"/>
                  <a:pt x="85317" y="10247"/>
                  <a:pt x="92749" y="148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df-path-100090">
            <a:extLst xmlns:a="http://schemas.openxmlformats.org/drawingml/2006/main">
              <a:ext uri="{FF2B5EF4-FFF2-40B4-BE49-F238E27FC236}">
                <a16:creationId xmlns:a16="http://schemas.microsoft.com/office/drawing/2014/main" id="{D1FCA1C4-E219-4B22-8BB9-A9D2EC60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260" y="3627510"/>
            <a:ext cx="44754" cy="88819"/>
          </a:xfrm>
          <a:custGeom xmlns:a="http://schemas.openxmlformats.org/drawingml/2006/main">
            <a:pathLst>
              <a:path w="44754" h="88819">
                <a:moveTo>
                  <a:pt x="43217" y="15200"/>
                </a:moveTo>
                <a:cubicBezTo>
                  <a:pt x="44412" y="12638"/>
                  <a:pt x="44754" y="10759"/>
                  <a:pt x="44754" y="9735"/>
                </a:cubicBezTo>
                <a:cubicBezTo>
                  <a:pt x="44754" y="4441"/>
                  <a:pt x="39971" y="0"/>
                  <a:pt x="34334" y="0"/>
                </a:cubicBezTo>
                <a:cubicBezTo>
                  <a:pt x="27502" y="0"/>
                  <a:pt x="25451" y="5976"/>
                  <a:pt x="24769" y="8369"/>
                </a:cubicBezTo>
                <a:lnTo>
                  <a:pt x="855" y="81474"/>
                </a:lnTo>
                <a:cubicBezTo>
                  <a:pt x="514" y="82502"/>
                  <a:pt x="0" y="83867"/>
                  <a:pt x="0" y="84550"/>
                </a:cubicBezTo>
                <a:cubicBezTo>
                  <a:pt x="0" y="87453"/>
                  <a:pt x="6834" y="88819"/>
                  <a:pt x="7003" y="88819"/>
                </a:cubicBezTo>
                <a:cubicBezTo>
                  <a:pt x="8542" y="88819"/>
                  <a:pt x="9224" y="87284"/>
                  <a:pt x="9907" y="85916"/>
                </a:cubicBezTo>
                <a:lnTo>
                  <a:pt x="43217" y="15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df-path-100091">
            <a:extLst xmlns:a="http://schemas.openxmlformats.org/drawingml/2006/main">
              <a:ext uri="{FF2B5EF4-FFF2-40B4-BE49-F238E27FC236}">
                <a16:creationId xmlns:a16="http://schemas.microsoft.com/office/drawing/2014/main" id="{712E39B1-B114-4FDF-BC8D-C458209A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083" y="3804177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df-path-100092">
            <a:extLst xmlns:a="http://schemas.openxmlformats.org/drawingml/2006/main">
              <a:ext uri="{FF2B5EF4-FFF2-40B4-BE49-F238E27FC236}">
                <a16:creationId xmlns:a16="http://schemas.microsoft.com/office/drawing/2014/main" id="{94DB3767-D1D5-432A-9152-045F924E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621" y="3716010"/>
            <a:ext cx="146552" cy="117837"/>
          </a:xfrm>
          <a:custGeom xmlns:a="http://schemas.openxmlformats.org/drawingml/2006/main">
            <a:pathLst>
              <a:path w="146552" h="117837">
                <a:moveTo>
                  <a:pt x="124007" y="33559"/>
                </a:moveTo>
                <a:cubicBezTo>
                  <a:pt x="125289" y="27668"/>
                  <a:pt x="127850" y="17933"/>
                  <a:pt x="127850" y="16142"/>
                </a:cubicBezTo>
                <a:cubicBezTo>
                  <a:pt x="127850" y="9222"/>
                  <a:pt x="122982" y="4355"/>
                  <a:pt x="115296" y="4355"/>
                </a:cubicBezTo>
                <a:cubicBezTo>
                  <a:pt x="111707" y="4355"/>
                  <a:pt x="106073" y="5892"/>
                  <a:pt x="102230" y="10763"/>
                </a:cubicBezTo>
                <a:cubicBezTo>
                  <a:pt x="91979" y="512"/>
                  <a:pt x="79938" y="0"/>
                  <a:pt x="74047" y="0"/>
                </a:cubicBezTo>
                <a:cubicBezTo>
                  <a:pt x="27160" y="0"/>
                  <a:pt x="0" y="41245"/>
                  <a:pt x="0" y="75059"/>
                </a:cubicBezTo>
                <a:cubicBezTo>
                  <a:pt x="0" y="104259"/>
                  <a:pt x="21264" y="117837"/>
                  <a:pt x="46629" y="117837"/>
                </a:cubicBezTo>
                <a:cubicBezTo>
                  <a:pt x="64566" y="117837"/>
                  <a:pt x="77890" y="108872"/>
                  <a:pt x="83523" y="104005"/>
                </a:cubicBezTo>
                <a:cubicBezTo>
                  <a:pt x="92492" y="116300"/>
                  <a:pt x="106586" y="117837"/>
                  <a:pt x="113501" y="117837"/>
                </a:cubicBezTo>
                <a:cubicBezTo>
                  <a:pt x="119139" y="117837"/>
                  <a:pt x="127337" y="116559"/>
                  <a:pt x="135794" y="104771"/>
                </a:cubicBezTo>
                <a:cubicBezTo>
                  <a:pt x="142456" y="94782"/>
                  <a:pt x="146552" y="79926"/>
                  <a:pt x="146552" y="77874"/>
                </a:cubicBezTo>
                <a:cubicBezTo>
                  <a:pt x="146552" y="73777"/>
                  <a:pt x="142197" y="73777"/>
                  <a:pt x="139891" y="73777"/>
                </a:cubicBezTo>
                <a:cubicBezTo>
                  <a:pt x="134511" y="73777"/>
                  <a:pt x="133999" y="75059"/>
                  <a:pt x="132975" y="79414"/>
                </a:cubicBezTo>
                <a:cubicBezTo>
                  <a:pt x="129132" y="94524"/>
                  <a:pt x="124777" y="107590"/>
                  <a:pt x="115038" y="107590"/>
                </a:cubicBezTo>
                <a:cubicBezTo>
                  <a:pt x="110683" y="107590"/>
                  <a:pt x="108892" y="104005"/>
                  <a:pt x="108892" y="97856"/>
                </a:cubicBezTo>
                <a:cubicBezTo>
                  <a:pt x="108892" y="93758"/>
                  <a:pt x="110941" y="85560"/>
                  <a:pt x="112477" y="79668"/>
                </a:cubicBezTo>
                <a:cubicBezTo>
                  <a:pt x="113759" y="74034"/>
                  <a:pt x="117091" y="60457"/>
                  <a:pt x="118627" y="55077"/>
                </a:cubicBezTo>
                <a:lnTo>
                  <a:pt x="124007" y="33559"/>
                </a:lnTo>
                <a:moveTo>
                  <a:pt x="80963" y="87609"/>
                </a:moveTo>
                <a:cubicBezTo>
                  <a:pt x="79938" y="91452"/>
                  <a:pt x="79938" y="91964"/>
                  <a:pt x="77378" y="94524"/>
                </a:cubicBezTo>
                <a:cubicBezTo>
                  <a:pt x="71994" y="99650"/>
                  <a:pt x="60723" y="107590"/>
                  <a:pt x="48165" y="107590"/>
                </a:cubicBezTo>
                <a:cubicBezTo>
                  <a:pt x="30487" y="107590"/>
                  <a:pt x="30487" y="91964"/>
                  <a:pt x="30487" y="88120"/>
                </a:cubicBezTo>
                <a:cubicBezTo>
                  <a:pt x="30487" y="76337"/>
                  <a:pt x="38177" y="44060"/>
                  <a:pt x="45605" y="29716"/>
                </a:cubicBezTo>
                <a:cubicBezTo>
                  <a:pt x="52013" y="17167"/>
                  <a:pt x="63796" y="10247"/>
                  <a:pt x="74300" y="10247"/>
                </a:cubicBezTo>
                <a:cubicBezTo>
                  <a:pt x="90444" y="10247"/>
                  <a:pt x="96335" y="22546"/>
                  <a:pt x="96335" y="25107"/>
                </a:cubicBezTo>
                <a:cubicBezTo>
                  <a:pt x="96335" y="26131"/>
                  <a:pt x="96080" y="27668"/>
                  <a:pt x="95822" y="28692"/>
                </a:cubicBezTo>
                <a:lnTo>
                  <a:pt x="80963" y="87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df-path-100093">
            <a:extLst xmlns:a="http://schemas.openxmlformats.org/drawingml/2006/main">
              <a:ext uri="{FF2B5EF4-FFF2-40B4-BE49-F238E27FC236}">
                <a16:creationId xmlns:a16="http://schemas.microsoft.com/office/drawing/2014/main" id="{D025DF05-A2CF-4E82-825C-2153ACAE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433" y="3804177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df-path-100094">
            <a:extLst xmlns:a="http://schemas.openxmlformats.org/drawingml/2006/main">
              <a:ext uri="{FF2B5EF4-FFF2-40B4-BE49-F238E27FC236}">
                <a16:creationId xmlns:a16="http://schemas.microsoft.com/office/drawing/2014/main" id="{4BBE754A-ADF0-4F63-9E6F-91DA68B2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660" y="3715998"/>
            <a:ext cx="130414" cy="117849"/>
          </a:xfrm>
          <a:custGeom xmlns:a="http://schemas.openxmlformats.org/drawingml/2006/main">
            <a:pathLst>
              <a:path w="130414" h="117849">
                <a:moveTo>
                  <a:pt x="34333" y="90693"/>
                </a:moveTo>
                <a:cubicBezTo>
                  <a:pt x="44068" y="81470"/>
                  <a:pt x="56368" y="72248"/>
                  <a:pt x="69691" y="62255"/>
                </a:cubicBezTo>
                <a:cubicBezTo>
                  <a:pt x="78913" y="55597"/>
                  <a:pt x="97104" y="42020"/>
                  <a:pt x="106073" y="33567"/>
                </a:cubicBezTo>
                <a:cubicBezTo>
                  <a:pt x="119651" y="20498"/>
                  <a:pt x="130414" y="7432"/>
                  <a:pt x="130414" y="4101"/>
                </a:cubicBezTo>
                <a:cubicBezTo>
                  <a:pt x="130414" y="0"/>
                  <a:pt x="126312" y="0"/>
                  <a:pt x="123752" y="0"/>
                </a:cubicBezTo>
                <a:cubicBezTo>
                  <a:pt x="119139" y="0"/>
                  <a:pt x="119139" y="258"/>
                  <a:pt x="116320" y="4359"/>
                </a:cubicBezTo>
                <a:cubicBezTo>
                  <a:pt x="111198" y="12299"/>
                  <a:pt x="106073" y="16912"/>
                  <a:pt x="100694" y="16912"/>
                </a:cubicBezTo>
                <a:cubicBezTo>
                  <a:pt x="94032" y="16912"/>
                  <a:pt x="87624" y="12557"/>
                  <a:pt x="83527" y="9739"/>
                </a:cubicBezTo>
                <a:cubicBezTo>
                  <a:pt x="74817" y="4101"/>
                  <a:pt x="68667" y="0"/>
                  <a:pt x="59186" y="0"/>
                </a:cubicBezTo>
                <a:cubicBezTo>
                  <a:pt x="35616" y="0"/>
                  <a:pt x="20752" y="23062"/>
                  <a:pt x="20752" y="31002"/>
                </a:cubicBezTo>
                <a:cubicBezTo>
                  <a:pt x="20752" y="35104"/>
                  <a:pt x="24852" y="35104"/>
                  <a:pt x="27160" y="35104"/>
                </a:cubicBezTo>
                <a:cubicBezTo>
                  <a:pt x="29978" y="35104"/>
                  <a:pt x="31515" y="35104"/>
                  <a:pt x="33051" y="32797"/>
                </a:cubicBezTo>
                <a:cubicBezTo>
                  <a:pt x="34333" y="31260"/>
                  <a:pt x="35358" y="29978"/>
                  <a:pt x="42789" y="29466"/>
                </a:cubicBezTo>
                <a:cubicBezTo>
                  <a:pt x="52012" y="28954"/>
                  <a:pt x="60981" y="29212"/>
                  <a:pt x="70204" y="28700"/>
                </a:cubicBezTo>
                <a:cubicBezTo>
                  <a:pt x="95310" y="27159"/>
                  <a:pt x="74817" y="27672"/>
                  <a:pt x="96080" y="27159"/>
                </a:cubicBezTo>
                <a:cubicBezTo>
                  <a:pt x="86346" y="36382"/>
                  <a:pt x="74047" y="45605"/>
                  <a:pt x="60723" y="55597"/>
                </a:cubicBezTo>
                <a:cubicBezTo>
                  <a:pt x="51500" y="62255"/>
                  <a:pt x="33309" y="75833"/>
                  <a:pt x="24340" y="84289"/>
                </a:cubicBezTo>
                <a:cubicBezTo>
                  <a:pt x="10763" y="97355"/>
                  <a:pt x="0" y="110421"/>
                  <a:pt x="0" y="113751"/>
                </a:cubicBezTo>
                <a:cubicBezTo>
                  <a:pt x="0" y="117849"/>
                  <a:pt x="4101" y="117849"/>
                  <a:pt x="6662" y="117849"/>
                </a:cubicBezTo>
                <a:cubicBezTo>
                  <a:pt x="10505" y="117849"/>
                  <a:pt x="11016" y="117849"/>
                  <a:pt x="13066" y="115034"/>
                </a:cubicBezTo>
                <a:cubicBezTo>
                  <a:pt x="21522" y="103246"/>
                  <a:pt x="31257" y="100940"/>
                  <a:pt x="36128" y="100940"/>
                </a:cubicBezTo>
                <a:cubicBezTo>
                  <a:pt x="42531" y="100940"/>
                  <a:pt x="48935" y="104783"/>
                  <a:pt x="54831" y="108884"/>
                </a:cubicBezTo>
                <a:cubicBezTo>
                  <a:pt x="66102" y="116570"/>
                  <a:pt x="71997" y="117849"/>
                  <a:pt x="78147" y="117849"/>
                </a:cubicBezTo>
                <a:cubicBezTo>
                  <a:pt x="107868" y="117849"/>
                  <a:pt x="127083" y="86592"/>
                  <a:pt x="127083" y="76603"/>
                </a:cubicBezTo>
                <a:cubicBezTo>
                  <a:pt x="127083" y="72502"/>
                  <a:pt x="122727" y="72502"/>
                  <a:pt x="120679" y="72502"/>
                </a:cubicBezTo>
                <a:cubicBezTo>
                  <a:pt x="117602" y="72502"/>
                  <a:pt x="115554" y="72502"/>
                  <a:pt x="114271" y="75833"/>
                </a:cubicBezTo>
                <a:cubicBezTo>
                  <a:pt x="112223" y="80700"/>
                  <a:pt x="109658" y="87104"/>
                  <a:pt x="86346" y="88641"/>
                </a:cubicBezTo>
                <a:cubicBezTo>
                  <a:pt x="82757" y="88899"/>
                  <a:pt x="74300" y="88641"/>
                  <a:pt x="70715" y="88899"/>
                </a:cubicBezTo>
                <a:cubicBezTo>
                  <a:pt x="43302" y="90693"/>
                  <a:pt x="42789" y="90693"/>
                  <a:pt x="34333" y="906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df-path-100095">
            <a:extLst xmlns:a="http://schemas.openxmlformats.org/drawingml/2006/main">
              <a:ext uri="{FF2B5EF4-FFF2-40B4-BE49-F238E27FC236}">
                <a16:creationId xmlns:a16="http://schemas.microsoft.com/office/drawing/2014/main" id="{B1234594-629B-40EA-B351-C4F9B630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381" y="3804177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df-path-100096">
            <a:extLst xmlns:a="http://schemas.openxmlformats.org/drawingml/2006/main">
              <a:ext uri="{FF2B5EF4-FFF2-40B4-BE49-F238E27FC236}">
                <a16:creationId xmlns:a16="http://schemas.microsoft.com/office/drawing/2014/main" id="{330037C6-1EA2-40C6-BA4F-9A2FDCA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58" y="3653946"/>
            <a:ext cx="130672" cy="181152"/>
          </a:xfrm>
          <a:custGeom xmlns:a="http://schemas.openxmlformats.org/drawingml/2006/main">
            <a:pathLst>
              <a:path w="130672" h="181152">
                <a:moveTo>
                  <a:pt x="79942" y="103774"/>
                </a:moveTo>
                <a:cubicBezTo>
                  <a:pt x="94802" y="141951"/>
                  <a:pt x="104537" y="170647"/>
                  <a:pt x="106843" y="173978"/>
                </a:cubicBezTo>
                <a:cubicBezTo>
                  <a:pt x="111968" y="180640"/>
                  <a:pt x="114017" y="180640"/>
                  <a:pt x="121704" y="180640"/>
                </a:cubicBezTo>
                <a:lnTo>
                  <a:pt x="127595" y="180640"/>
                </a:lnTo>
                <a:cubicBezTo>
                  <a:pt x="129389" y="180386"/>
                  <a:pt x="130672" y="179615"/>
                  <a:pt x="130672" y="177825"/>
                </a:cubicBezTo>
                <a:cubicBezTo>
                  <a:pt x="130672" y="176543"/>
                  <a:pt x="130160" y="176030"/>
                  <a:pt x="129135" y="175006"/>
                </a:cubicBezTo>
                <a:cubicBezTo>
                  <a:pt x="126059" y="171675"/>
                  <a:pt x="124780" y="168344"/>
                  <a:pt x="123239" y="163985"/>
                </a:cubicBezTo>
                <a:lnTo>
                  <a:pt x="68666" y="17425"/>
                </a:lnTo>
                <a:cubicBezTo>
                  <a:pt x="62775" y="1795"/>
                  <a:pt x="45862" y="0"/>
                  <a:pt x="36640" y="0"/>
                </a:cubicBezTo>
                <a:cubicBezTo>
                  <a:pt x="34333" y="0"/>
                  <a:pt x="31002" y="0"/>
                  <a:pt x="31002" y="3331"/>
                </a:cubicBezTo>
                <a:cubicBezTo>
                  <a:pt x="31002" y="5895"/>
                  <a:pt x="33055" y="6150"/>
                  <a:pt x="35873" y="6408"/>
                </a:cubicBezTo>
                <a:cubicBezTo>
                  <a:pt x="43559" y="7690"/>
                  <a:pt x="46632" y="14864"/>
                  <a:pt x="50475" y="24345"/>
                </a:cubicBezTo>
                <a:lnTo>
                  <a:pt x="76865" y="95318"/>
                </a:lnTo>
                <a:lnTo>
                  <a:pt x="4613" y="165013"/>
                </a:lnTo>
                <a:cubicBezTo>
                  <a:pt x="2052" y="167574"/>
                  <a:pt x="0" y="169368"/>
                  <a:pt x="0" y="173212"/>
                </a:cubicBezTo>
                <a:cubicBezTo>
                  <a:pt x="0" y="178591"/>
                  <a:pt x="4613" y="181152"/>
                  <a:pt x="8202" y="181152"/>
                </a:cubicBezTo>
                <a:cubicBezTo>
                  <a:pt x="12557" y="181152"/>
                  <a:pt x="15630" y="177309"/>
                  <a:pt x="16654" y="176285"/>
                </a:cubicBezTo>
                <a:lnTo>
                  <a:pt x="79942" y="1037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df-path-100097">
            <a:extLst xmlns:a="http://schemas.openxmlformats.org/drawingml/2006/main">
              <a:ext uri="{FF2B5EF4-FFF2-40B4-BE49-F238E27FC236}">
                <a16:creationId xmlns:a16="http://schemas.microsoft.com/office/drawing/2014/main" id="{2A840148-4C1B-4A72-BD74-D1FD9C9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200" y="3804177"/>
            <a:ext cx="30487" cy="77209"/>
          </a:xfrm>
          <a:custGeom xmlns:a="http://schemas.openxmlformats.org/drawingml/2006/main">
            <a:pathLst>
              <a:path w="30487" h="77209">
                <a:moveTo>
                  <a:pt x="24082" y="23570"/>
                </a:moveTo>
                <a:cubicBezTo>
                  <a:pt x="24082" y="32034"/>
                  <a:pt x="24082" y="53088"/>
                  <a:pt x="5121" y="71318"/>
                </a:cubicBezTo>
                <a:cubicBezTo>
                  <a:pt x="3585" y="72854"/>
                  <a:pt x="3585" y="73112"/>
                  <a:pt x="3585" y="74136"/>
                </a:cubicBezTo>
                <a:cubicBezTo>
                  <a:pt x="3585" y="75931"/>
                  <a:pt x="5379" y="77209"/>
                  <a:pt x="6915" y="77209"/>
                </a:cubicBezTo>
                <a:cubicBezTo>
                  <a:pt x="9735" y="77209"/>
                  <a:pt x="30487" y="57196"/>
                  <a:pt x="30487" y="27155"/>
                </a:cubicBezTo>
                <a:cubicBezTo>
                  <a:pt x="30487" y="11271"/>
                  <a:pt x="24852" y="0"/>
                  <a:pt x="13836" y="0"/>
                </a:cubicBezTo>
                <a:cubicBezTo>
                  <a:pt x="5121" y="0"/>
                  <a:pt x="0" y="6662"/>
                  <a:pt x="0" y="13836"/>
                </a:cubicBezTo>
                <a:cubicBezTo>
                  <a:pt x="0" y="21010"/>
                  <a:pt x="5121" y="27668"/>
                  <a:pt x="13836" y="27668"/>
                </a:cubicBezTo>
                <a:cubicBezTo>
                  <a:pt x="17679" y="27668"/>
                  <a:pt x="21522" y="26389"/>
                  <a:pt x="24082" y="235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df-path-100098">
            <a:extLst xmlns:a="http://schemas.openxmlformats.org/drawingml/2006/main">
              <a:ext uri="{FF2B5EF4-FFF2-40B4-BE49-F238E27FC236}">
                <a16:creationId xmlns:a16="http://schemas.microsoft.com/office/drawing/2014/main" id="{C99BAF73-7681-4F3A-9406-94354DC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428" y="3718500"/>
            <a:ext cx="107356" cy="116097"/>
          </a:xfrm>
          <a:custGeom xmlns:a="http://schemas.openxmlformats.org/drawingml/2006/main">
            <a:pathLst>
              <a:path w="107356" h="116097">
                <a:moveTo>
                  <a:pt x="96080" y="9508"/>
                </a:moveTo>
                <a:cubicBezTo>
                  <a:pt x="87624" y="11048"/>
                  <a:pt x="83269" y="18223"/>
                  <a:pt x="83269" y="23602"/>
                </a:cubicBezTo>
                <a:cubicBezTo>
                  <a:pt x="83269" y="28469"/>
                  <a:pt x="86858" y="32824"/>
                  <a:pt x="93262" y="32824"/>
                </a:cubicBezTo>
                <a:cubicBezTo>
                  <a:pt x="100182" y="32824"/>
                  <a:pt x="107356" y="26933"/>
                  <a:pt x="107356" y="17452"/>
                </a:cubicBezTo>
                <a:cubicBezTo>
                  <a:pt x="107356" y="7440"/>
                  <a:pt x="98129" y="0"/>
                  <a:pt x="85576" y="0"/>
                </a:cubicBezTo>
                <a:cubicBezTo>
                  <a:pt x="66360" y="0"/>
                  <a:pt x="55598" y="14380"/>
                  <a:pt x="52013" y="19247"/>
                </a:cubicBezTo>
                <a:cubicBezTo>
                  <a:pt x="48935" y="5125"/>
                  <a:pt x="37406" y="0"/>
                  <a:pt x="27672" y="0"/>
                </a:cubicBezTo>
                <a:cubicBezTo>
                  <a:pt x="18449" y="0"/>
                  <a:pt x="12554" y="5638"/>
                  <a:pt x="8198" y="14633"/>
                </a:cubicBezTo>
                <a:cubicBezTo>
                  <a:pt x="3331" y="23860"/>
                  <a:pt x="0" y="38462"/>
                  <a:pt x="0" y="39486"/>
                </a:cubicBezTo>
                <a:cubicBezTo>
                  <a:pt x="0" y="41793"/>
                  <a:pt x="1795" y="42563"/>
                  <a:pt x="3589" y="42563"/>
                </a:cubicBezTo>
                <a:cubicBezTo>
                  <a:pt x="6404" y="42563"/>
                  <a:pt x="6920" y="41281"/>
                  <a:pt x="8198" y="36155"/>
                </a:cubicBezTo>
                <a:cubicBezTo>
                  <a:pt x="13066" y="15916"/>
                  <a:pt x="18449" y="6408"/>
                  <a:pt x="27160" y="6408"/>
                </a:cubicBezTo>
                <a:cubicBezTo>
                  <a:pt x="34846" y="6408"/>
                  <a:pt x="34846" y="14633"/>
                  <a:pt x="34846" y="18476"/>
                </a:cubicBezTo>
                <a:cubicBezTo>
                  <a:pt x="34846" y="23860"/>
                  <a:pt x="32797" y="31800"/>
                  <a:pt x="31257" y="38462"/>
                </a:cubicBezTo>
                <a:cubicBezTo>
                  <a:pt x="29466" y="45124"/>
                  <a:pt x="26902" y="56141"/>
                  <a:pt x="25877" y="59218"/>
                </a:cubicBezTo>
                <a:lnTo>
                  <a:pt x="15630" y="101237"/>
                </a:lnTo>
                <a:cubicBezTo>
                  <a:pt x="13836" y="107387"/>
                  <a:pt x="13836" y="107899"/>
                  <a:pt x="13836" y="108669"/>
                </a:cubicBezTo>
                <a:cubicBezTo>
                  <a:pt x="13836" y="112000"/>
                  <a:pt x="16142" y="116097"/>
                  <a:pt x="21780" y="116097"/>
                </a:cubicBezTo>
                <a:cubicBezTo>
                  <a:pt x="29978" y="116097"/>
                  <a:pt x="31773" y="109182"/>
                  <a:pt x="33563" y="101750"/>
                </a:cubicBezTo>
                <a:cubicBezTo>
                  <a:pt x="36640" y="90732"/>
                  <a:pt x="36640" y="90220"/>
                  <a:pt x="39201" y="79715"/>
                </a:cubicBezTo>
                <a:cubicBezTo>
                  <a:pt x="48682" y="41281"/>
                  <a:pt x="50218" y="35131"/>
                  <a:pt x="50730" y="33853"/>
                </a:cubicBezTo>
                <a:cubicBezTo>
                  <a:pt x="52267" y="30776"/>
                  <a:pt x="64054" y="6408"/>
                  <a:pt x="85321" y="6408"/>
                </a:cubicBezTo>
                <a:cubicBezTo>
                  <a:pt x="91214" y="6408"/>
                  <a:pt x="94799" y="8476"/>
                  <a:pt x="96080" y="95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df-path-100099">
            <a:extLst xmlns:a="http://schemas.openxmlformats.org/drawingml/2006/main">
              <a:ext uri="{FF2B5EF4-FFF2-40B4-BE49-F238E27FC236}">
                <a16:creationId xmlns:a16="http://schemas.microsoft.com/office/drawing/2014/main" id="{24B6B069-C6D6-4F77-9690-1F55C338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501" y="3639684"/>
            <a:ext cx="61488" cy="255965"/>
          </a:xfrm>
          <a:custGeom xmlns:a="http://schemas.openxmlformats.org/drawingml/2006/main">
            <a:pathLst>
              <a:path w="61488" h="255965">
                <a:moveTo>
                  <a:pt x="61488" y="127857"/>
                </a:moveTo>
                <a:cubicBezTo>
                  <a:pt x="61488" y="106847"/>
                  <a:pt x="58416" y="78664"/>
                  <a:pt x="45092" y="50222"/>
                </a:cubicBezTo>
                <a:cubicBezTo>
                  <a:pt x="29974" y="18707"/>
                  <a:pt x="6145" y="0"/>
                  <a:pt x="3072" y="0"/>
                </a:cubicBezTo>
                <a:cubicBezTo>
                  <a:pt x="512" y="0"/>
                  <a:pt x="0" y="2052"/>
                  <a:pt x="0" y="2818"/>
                </a:cubicBezTo>
                <a:cubicBezTo>
                  <a:pt x="0" y="4101"/>
                  <a:pt x="512" y="4871"/>
                  <a:pt x="2302" y="6665"/>
                </a:cubicBezTo>
                <a:cubicBezTo>
                  <a:pt x="17166" y="19989"/>
                  <a:pt x="45346" y="54835"/>
                  <a:pt x="45346" y="127857"/>
                </a:cubicBezTo>
                <a:cubicBezTo>
                  <a:pt x="45346" y="164497"/>
                  <a:pt x="38688" y="215485"/>
                  <a:pt x="1537" y="250073"/>
                </a:cubicBezTo>
                <a:cubicBezTo>
                  <a:pt x="1024" y="250843"/>
                  <a:pt x="0" y="251867"/>
                  <a:pt x="0" y="253150"/>
                </a:cubicBezTo>
                <a:cubicBezTo>
                  <a:pt x="0" y="253916"/>
                  <a:pt x="512" y="255965"/>
                  <a:pt x="3072" y="255965"/>
                </a:cubicBezTo>
                <a:cubicBezTo>
                  <a:pt x="6145" y="255965"/>
                  <a:pt x="29208" y="237519"/>
                  <a:pt x="43044" y="209590"/>
                </a:cubicBezTo>
                <a:cubicBezTo>
                  <a:pt x="55339" y="184995"/>
                  <a:pt x="61488" y="158601"/>
                  <a:pt x="61488" y="1278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100100">
            <a:extLst xmlns:a="http://schemas.openxmlformats.org/drawingml/2006/main">
              <a:ext uri="{FF2B5EF4-FFF2-40B4-BE49-F238E27FC236}">
                <a16:creationId xmlns:a16="http://schemas.microsoft.com/office/drawing/2014/main" id="{9527745A-2593-4DC0-A16F-F31D6596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202" y="4264919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3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1" y="45968"/>
                  <a:pt x="29721" y="49899"/>
                </a:cubicBezTo>
                <a:cubicBezTo>
                  <a:pt x="29721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7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0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df-path-100101">
            <a:extLst xmlns:a="http://schemas.openxmlformats.org/drawingml/2006/main">
              <a:ext uri="{FF2B5EF4-FFF2-40B4-BE49-F238E27FC236}">
                <a16:creationId xmlns:a16="http://schemas.microsoft.com/office/drawing/2014/main" id="{E15F2832-DD59-4E31-97DD-752B493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315" y="4175069"/>
            <a:ext cx="187039" cy="180652"/>
          </a:xfrm>
          <a:custGeom xmlns:a="http://schemas.openxmlformats.org/drawingml/2006/main">
            <a:pathLst>
              <a:path w="187039" h="180652">
                <a:moveTo>
                  <a:pt x="150400" y="30236"/>
                </a:moveTo>
                <a:cubicBezTo>
                  <a:pt x="160904" y="13840"/>
                  <a:pt x="169872" y="8968"/>
                  <a:pt x="181656" y="7944"/>
                </a:cubicBezTo>
                <a:cubicBezTo>
                  <a:pt x="184733" y="7690"/>
                  <a:pt x="187039" y="7432"/>
                  <a:pt x="187039" y="3331"/>
                </a:cubicBezTo>
                <a:cubicBezTo>
                  <a:pt x="187039" y="1282"/>
                  <a:pt x="185499" y="0"/>
                  <a:pt x="183709" y="0"/>
                </a:cubicBezTo>
                <a:cubicBezTo>
                  <a:pt x="182680" y="0"/>
                  <a:pt x="176277" y="770"/>
                  <a:pt x="162699" y="770"/>
                </a:cubicBezTo>
                <a:cubicBezTo>
                  <a:pt x="154497" y="770"/>
                  <a:pt x="145786" y="0"/>
                  <a:pt x="137846" y="0"/>
                </a:cubicBezTo>
                <a:cubicBezTo>
                  <a:pt x="136051" y="0"/>
                  <a:pt x="133233" y="516"/>
                  <a:pt x="133233" y="4614"/>
                </a:cubicBezTo>
                <a:cubicBezTo>
                  <a:pt x="133233" y="7690"/>
                  <a:pt x="136051" y="7944"/>
                  <a:pt x="136818" y="7944"/>
                </a:cubicBezTo>
                <a:cubicBezTo>
                  <a:pt x="139382" y="8202"/>
                  <a:pt x="148605" y="8714"/>
                  <a:pt x="148605" y="16143"/>
                </a:cubicBezTo>
                <a:cubicBezTo>
                  <a:pt x="148605" y="18195"/>
                  <a:pt x="147835" y="19989"/>
                  <a:pt x="146811" y="22038"/>
                </a:cubicBezTo>
                <a:cubicBezTo>
                  <a:pt x="145786" y="24087"/>
                  <a:pt x="145274" y="25111"/>
                  <a:pt x="144250" y="26905"/>
                </a:cubicBezTo>
                <a:lnTo>
                  <a:pt x="64054" y="151186"/>
                </a:lnTo>
                <a:lnTo>
                  <a:pt x="44580" y="15630"/>
                </a:lnTo>
                <a:cubicBezTo>
                  <a:pt x="44580" y="13324"/>
                  <a:pt x="46375" y="7944"/>
                  <a:pt x="62259" y="7944"/>
                </a:cubicBezTo>
                <a:cubicBezTo>
                  <a:pt x="65336" y="7944"/>
                  <a:pt x="68409" y="7944"/>
                  <a:pt x="68409" y="3331"/>
                </a:cubicBezTo>
                <a:cubicBezTo>
                  <a:pt x="68409" y="516"/>
                  <a:pt x="65849" y="0"/>
                  <a:pt x="64312" y="0"/>
                </a:cubicBezTo>
                <a:cubicBezTo>
                  <a:pt x="59698" y="0"/>
                  <a:pt x="54319" y="516"/>
                  <a:pt x="49452" y="516"/>
                </a:cubicBezTo>
                <a:cubicBezTo>
                  <a:pt x="44327" y="516"/>
                  <a:pt x="38689" y="770"/>
                  <a:pt x="33309" y="770"/>
                </a:cubicBezTo>
                <a:cubicBezTo>
                  <a:pt x="28696" y="770"/>
                  <a:pt x="21522" y="770"/>
                  <a:pt x="19215" y="516"/>
                </a:cubicBezTo>
                <a:cubicBezTo>
                  <a:pt x="17167" y="516"/>
                  <a:pt x="6662" y="0"/>
                  <a:pt x="4613" y="0"/>
                </a:cubicBezTo>
                <a:cubicBezTo>
                  <a:pt x="3589" y="0"/>
                  <a:pt x="0" y="0"/>
                  <a:pt x="0" y="4614"/>
                </a:cubicBezTo>
                <a:cubicBezTo>
                  <a:pt x="0" y="7944"/>
                  <a:pt x="2818" y="7944"/>
                  <a:pt x="5892" y="7944"/>
                </a:cubicBezTo>
                <a:cubicBezTo>
                  <a:pt x="20240" y="7944"/>
                  <a:pt x="20497" y="10251"/>
                  <a:pt x="21522" y="16659"/>
                </a:cubicBezTo>
                <a:lnTo>
                  <a:pt x="44069" y="173994"/>
                </a:lnTo>
                <a:cubicBezTo>
                  <a:pt x="44839" y="178861"/>
                  <a:pt x="45092" y="180652"/>
                  <a:pt x="49452" y="180652"/>
                </a:cubicBezTo>
                <a:cubicBezTo>
                  <a:pt x="53548" y="180652"/>
                  <a:pt x="55085" y="178603"/>
                  <a:pt x="56880" y="175530"/>
                </a:cubicBezTo>
                <a:lnTo>
                  <a:pt x="150400" y="302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100102">
            <a:extLst xmlns:a="http://schemas.openxmlformats.org/drawingml/2006/main">
              <a:ext uri="{FF2B5EF4-FFF2-40B4-BE49-F238E27FC236}">
                <a16:creationId xmlns:a16="http://schemas.microsoft.com/office/drawing/2014/main" id="{15DC4605-FBF6-4911-BF19-7786759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209" y="4264919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3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1" y="45968"/>
                  <a:pt x="29721" y="49899"/>
                </a:cubicBezTo>
                <a:cubicBezTo>
                  <a:pt x="29721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7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0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df-path-100103">
            <a:extLst xmlns:a="http://schemas.openxmlformats.org/drawingml/2006/main">
              <a:ext uri="{FF2B5EF4-FFF2-40B4-BE49-F238E27FC236}">
                <a16:creationId xmlns:a16="http://schemas.microsoft.com/office/drawing/2014/main" id="{61CE8389-36F1-48C5-B87F-C91E2E84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160" y="4425622"/>
            <a:ext cx="180120" cy="183404"/>
          </a:xfrm>
          <a:custGeom xmlns:a="http://schemas.openxmlformats.org/drawingml/2006/main">
            <a:pathLst>
              <a:path w="180120" h="183404">
                <a:moveTo>
                  <a:pt x="37152" y="153461"/>
                </a:moveTo>
                <a:cubicBezTo>
                  <a:pt x="24599" y="173927"/>
                  <a:pt x="13324" y="174697"/>
                  <a:pt x="3077" y="175464"/>
                </a:cubicBezTo>
                <a:cubicBezTo>
                  <a:pt x="1283" y="175718"/>
                  <a:pt x="0" y="177770"/>
                  <a:pt x="0" y="180077"/>
                </a:cubicBezTo>
                <a:cubicBezTo>
                  <a:pt x="0" y="181613"/>
                  <a:pt x="1025" y="183404"/>
                  <a:pt x="3589" y="183404"/>
                </a:cubicBezTo>
                <a:cubicBezTo>
                  <a:pt x="8456" y="183404"/>
                  <a:pt x="20498" y="182638"/>
                  <a:pt x="25365" y="182638"/>
                </a:cubicBezTo>
                <a:cubicBezTo>
                  <a:pt x="31003" y="182638"/>
                  <a:pt x="44839" y="183404"/>
                  <a:pt x="50476" y="183404"/>
                </a:cubicBezTo>
                <a:cubicBezTo>
                  <a:pt x="52013" y="183404"/>
                  <a:pt x="55343" y="183404"/>
                  <a:pt x="55343" y="178795"/>
                </a:cubicBezTo>
                <a:cubicBezTo>
                  <a:pt x="55343" y="175718"/>
                  <a:pt x="52271" y="175464"/>
                  <a:pt x="51500" y="175464"/>
                </a:cubicBezTo>
                <a:cubicBezTo>
                  <a:pt x="49194" y="175205"/>
                  <a:pt x="39459" y="174697"/>
                  <a:pt x="39459" y="167019"/>
                </a:cubicBezTo>
                <a:cubicBezTo>
                  <a:pt x="39459" y="163438"/>
                  <a:pt x="42278" y="158578"/>
                  <a:pt x="43044" y="157300"/>
                </a:cubicBezTo>
                <a:lnTo>
                  <a:pt x="63287" y="124300"/>
                </a:lnTo>
                <a:lnTo>
                  <a:pt x="130160" y="124300"/>
                </a:lnTo>
                <a:cubicBezTo>
                  <a:pt x="130926" y="130183"/>
                  <a:pt x="131696" y="138878"/>
                  <a:pt x="132466" y="145274"/>
                </a:cubicBezTo>
                <a:cubicBezTo>
                  <a:pt x="133491" y="155251"/>
                  <a:pt x="135028" y="166511"/>
                  <a:pt x="135028" y="167277"/>
                </a:cubicBezTo>
                <a:cubicBezTo>
                  <a:pt x="135028" y="171113"/>
                  <a:pt x="131438" y="175464"/>
                  <a:pt x="116579" y="175464"/>
                </a:cubicBezTo>
                <a:cubicBezTo>
                  <a:pt x="114017" y="175464"/>
                  <a:pt x="110687" y="175464"/>
                  <a:pt x="110687" y="180077"/>
                </a:cubicBezTo>
                <a:cubicBezTo>
                  <a:pt x="110687" y="182892"/>
                  <a:pt x="112736" y="183404"/>
                  <a:pt x="114530" y="183404"/>
                </a:cubicBezTo>
                <a:cubicBezTo>
                  <a:pt x="119397" y="183404"/>
                  <a:pt x="125547" y="182892"/>
                  <a:pt x="130673" y="182892"/>
                </a:cubicBezTo>
                <a:cubicBezTo>
                  <a:pt x="135794" y="182892"/>
                  <a:pt x="141944" y="182638"/>
                  <a:pt x="146045" y="182638"/>
                </a:cubicBezTo>
                <a:cubicBezTo>
                  <a:pt x="154501" y="182638"/>
                  <a:pt x="155013" y="182638"/>
                  <a:pt x="161163" y="182892"/>
                </a:cubicBezTo>
                <a:cubicBezTo>
                  <a:pt x="165260" y="183150"/>
                  <a:pt x="171152" y="183404"/>
                  <a:pt x="175253" y="183404"/>
                </a:cubicBezTo>
                <a:cubicBezTo>
                  <a:pt x="176789" y="183404"/>
                  <a:pt x="180120" y="183404"/>
                  <a:pt x="180120" y="178795"/>
                </a:cubicBezTo>
                <a:cubicBezTo>
                  <a:pt x="180120" y="175464"/>
                  <a:pt x="177301" y="175464"/>
                  <a:pt x="174228" y="175464"/>
                </a:cubicBezTo>
                <a:cubicBezTo>
                  <a:pt x="158856" y="175464"/>
                  <a:pt x="158598" y="173673"/>
                  <a:pt x="157831" y="166253"/>
                </a:cubicBezTo>
                <a:lnTo>
                  <a:pt x="139895" y="6920"/>
                </a:lnTo>
                <a:cubicBezTo>
                  <a:pt x="139382" y="1282"/>
                  <a:pt x="139124" y="0"/>
                  <a:pt x="134769" y="0"/>
                </a:cubicBezTo>
                <a:cubicBezTo>
                  <a:pt x="131184" y="0"/>
                  <a:pt x="129648" y="1795"/>
                  <a:pt x="127595" y="5125"/>
                </a:cubicBezTo>
                <a:lnTo>
                  <a:pt x="37152" y="153461"/>
                </a:lnTo>
                <a:moveTo>
                  <a:pt x="68155" y="116355"/>
                </a:moveTo>
                <a:lnTo>
                  <a:pt x="119909" y="31781"/>
                </a:lnTo>
                <a:lnTo>
                  <a:pt x="129390" y="116355"/>
                </a:lnTo>
                <a:lnTo>
                  <a:pt x="68155" y="1163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df-path-100104">
            <a:extLst xmlns:a="http://schemas.openxmlformats.org/drawingml/2006/main">
              <a:ext uri="{FF2B5EF4-FFF2-40B4-BE49-F238E27FC236}">
                <a16:creationId xmlns:a16="http://schemas.microsoft.com/office/drawing/2014/main" id="{FEE8D81B-CD8E-43E0-838F-DA7B12C4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554" y="4523979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3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1" y="45968"/>
                  <a:pt x="29721" y="49899"/>
                </a:cubicBezTo>
                <a:cubicBezTo>
                  <a:pt x="29721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7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0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df-path-100105">
            <a:extLst xmlns:a="http://schemas.openxmlformats.org/drawingml/2006/main">
              <a:ext uri="{FF2B5EF4-FFF2-40B4-BE49-F238E27FC236}">
                <a16:creationId xmlns:a16="http://schemas.microsoft.com/office/drawing/2014/main" id="{E43272F0-4F42-4E48-A162-B5F1B60B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24" y="4748062"/>
            <a:ext cx="180120" cy="183404"/>
          </a:xfrm>
          <a:custGeom xmlns:a="http://schemas.openxmlformats.org/drawingml/2006/main">
            <a:pathLst>
              <a:path w="180120" h="183404">
                <a:moveTo>
                  <a:pt x="37152" y="153461"/>
                </a:moveTo>
                <a:cubicBezTo>
                  <a:pt x="24599" y="173927"/>
                  <a:pt x="13324" y="174697"/>
                  <a:pt x="3077" y="175464"/>
                </a:cubicBezTo>
                <a:cubicBezTo>
                  <a:pt x="1283" y="175718"/>
                  <a:pt x="0" y="177770"/>
                  <a:pt x="0" y="180077"/>
                </a:cubicBezTo>
                <a:cubicBezTo>
                  <a:pt x="0" y="181613"/>
                  <a:pt x="1025" y="183404"/>
                  <a:pt x="3589" y="183404"/>
                </a:cubicBezTo>
                <a:cubicBezTo>
                  <a:pt x="8456" y="183404"/>
                  <a:pt x="20498" y="182638"/>
                  <a:pt x="25365" y="182638"/>
                </a:cubicBezTo>
                <a:cubicBezTo>
                  <a:pt x="31003" y="182638"/>
                  <a:pt x="44839" y="183404"/>
                  <a:pt x="50476" y="183404"/>
                </a:cubicBezTo>
                <a:cubicBezTo>
                  <a:pt x="52013" y="183404"/>
                  <a:pt x="55343" y="183404"/>
                  <a:pt x="55343" y="178795"/>
                </a:cubicBezTo>
                <a:cubicBezTo>
                  <a:pt x="55343" y="175718"/>
                  <a:pt x="52271" y="175464"/>
                  <a:pt x="51500" y="175464"/>
                </a:cubicBezTo>
                <a:cubicBezTo>
                  <a:pt x="49194" y="175205"/>
                  <a:pt x="39459" y="174697"/>
                  <a:pt x="39459" y="167019"/>
                </a:cubicBezTo>
                <a:cubicBezTo>
                  <a:pt x="39459" y="163438"/>
                  <a:pt x="42278" y="158578"/>
                  <a:pt x="43044" y="157300"/>
                </a:cubicBezTo>
                <a:lnTo>
                  <a:pt x="63287" y="124300"/>
                </a:lnTo>
                <a:lnTo>
                  <a:pt x="130160" y="124300"/>
                </a:lnTo>
                <a:cubicBezTo>
                  <a:pt x="130926" y="130183"/>
                  <a:pt x="131696" y="138878"/>
                  <a:pt x="132466" y="145274"/>
                </a:cubicBezTo>
                <a:cubicBezTo>
                  <a:pt x="133491" y="155251"/>
                  <a:pt x="135028" y="166511"/>
                  <a:pt x="135028" y="167277"/>
                </a:cubicBezTo>
                <a:cubicBezTo>
                  <a:pt x="135028" y="171113"/>
                  <a:pt x="131438" y="175464"/>
                  <a:pt x="116579" y="175464"/>
                </a:cubicBezTo>
                <a:cubicBezTo>
                  <a:pt x="114017" y="175464"/>
                  <a:pt x="110687" y="175464"/>
                  <a:pt x="110687" y="180077"/>
                </a:cubicBezTo>
                <a:cubicBezTo>
                  <a:pt x="110687" y="182892"/>
                  <a:pt x="112736" y="183404"/>
                  <a:pt x="114530" y="183404"/>
                </a:cubicBezTo>
                <a:cubicBezTo>
                  <a:pt x="119397" y="183404"/>
                  <a:pt x="125547" y="182892"/>
                  <a:pt x="130673" y="182892"/>
                </a:cubicBezTo>
                <a:cubicBezTo>
                  <a:pt x="135794" y="182892"/>
                  <a:pt x="141944" y="182638"/>
                  <a:pt x="146045" y="182638"/>
                </a:cubicBezTo>
                <a:cubicBezTo>
                  <a:pt x="154501" y="182638"/>
                  <a:pt x="155013" y="182638"/>
                  <a:pt x="161163" y="182892"/>
                </a:cubicBezTo>
                <a:cubicBezTo>
                  <a:pt x="165260" y="183150"/>
                  <a:pt x="171152" y="183404"/>
                  <a:pt x="175253" y="183404"/>
                </a:cubicBezTo>
                <a:cubicBezTo>
                  <a:pt x="176789" y="183404"/>
                  <a:pt x="180120" y="183404"/>
                  <a:pt x="180120" y="178795"/>
                </a:cubicBezTo>
                <a:cubicBezTo>
                  <a:pt x="180120" y="175464"/>
                  <a:pt x="177301" y="175464"/>
                  <a:pt x="174228" y="175464"/>
                </a:cubicBezTo>
                <a:cubicBezTo>
                  <a:pt x="158856" y="175464"/>
                  <a:pt x="158598" y="173673"/>
                  <a:pt x="157831" y="166253"/>
                </a:cubicBezTo>
                <a:lnTo>
                  <a:pt x="139895" y="6920"/>
                </a:lnTo>
                <a:cubicBezTo>
                  <a:pt x="139382" y="1282"/>
                  <a:pt x="139124" y="0"/>
                  <a:pt x="134769" y="0"/>
                </a:cubicBezTo>
                <a:cubicBezTo>
                  <a:pt x="131184" y="0"/>
                  <a:pt x="129648" y="1795"/>
                  <a:pt x="127595" y="5125"/>
                </a:cubicBezTo>
                <a:lnTo>
                  <a:pt x="37152" y="153461"/>
                </a:lnTo>
                <a:moveTo>
                  <a:pt x="68155" y="116355"/>
                </a:moveTo>
                <a:lnTo>
                  <a:pt x="119909" y="31781"/>
                </a:lnTo>
                <a:lnTo>
                  <a:pt x="129390" y="116355"/>
                </a:lnTo>
                <a:lnTo>
                  <a:pt x="68155" y="1163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df-path-100106">
            <a:extLst xmlns:a="http://schemas.openxmlformats.org/drawingml/2006/main">
              <a:ext uri="{FF2B5EF4-FFF2-40B4-BE49-F238E27FC236}">
                <a16:creationId xmlns:a16="http://schemas.microsoft.com/office/drawing/2014/main" id="{90ED8F53-6ACB-4DDF-A7EC-932B8DC9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854" y="4835636"/>
            <a:ext cx="175252" cy="63303"/>
          </a:xfrm>
          <a:custGeom xmlns:a="http://schemas.openxmlformats.org/drawingml/2006/main">
            <a:pathLst>
              <a:path w="175252" h="63303">
                <a:moveTo>
                  <a:pt x="166796" y="11021"/>
                </a:moveTo>
                <a:cubicBezTo>
                  <a:pt x="170384" y="11021"/>
                  <a:pt x="175252" y="11021"/>
                  <a:pt x="175252" y="5637"/>
                </a:cubicBezTo>
                <a:cubicBezTo>
                  <a:pt x="175252" y="0"/>
                  <a:pt x="169614" y="0"/>
                  <a:pt x="165771" y="0"/>
                </a:cubicBezTo>
                <a:lnTo>
                  <a:pt x="9480" y="0"/>
                </a:lnTo>
                <a:cubicBezTo>
                  <a:pt x="5638" y="0"/>
                  <a:pt x="0" y="0"/>
                  <a:pt x="0" y="5637"/>
                </a:cubicBezTo>
                <a:cubicBezTo>
                  <a:pt x="0" y="11021"/>
                  <a:pt x="5125" y="11021"/>
                  <a:pt x="8456" y="11021"/>
                </a:cubicBezTo>
                <a:lnTo>
                  <a:pt x="166796" y="11021"/>
                </a:lnTo>
                <a:moveTo>
                  <a:pt x="165771" y="63303"/>
                </a:moveTo>
                <a:cubicBezTo>
                  <a:pt x="169614" y="63303"/>
                  <a:pt x="175252" y="63303"/>
                  <a:pt x="175252" y="57669"/>
                </a:cubicBezTo>
                <a:cubicBezTo>
                  <a:pt x="175252" y="52286"/>
                  <a:pt x="170384" y="52286"/>
                  <a:pt x="166796" y="52286"/>
                </a:cubicBezTo>
                <a:lnTo>
                  <a:pt x="8456" y="52286"/>
                </a:lnTo>
                <a:cubicBezTo>
                  <a:pt x="5125" y="52286"/>
                  <a:pt x="0" y="52286"/>
                  <a:pt x="0" y="57669"/>
                </a:cubicBezTo>
                <a:cubicBezTo>
                  <a:pt x="0" y="63303"/>
                  <a:pt x="5638" y="63303"/>
                  <a:pt x="9480" y="63303"/>
                </a:cubicBezTo>
                <a:lnTo>
                  <a:pt x="165771" y="63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df-path-100107">
            <a:extLst xmlns:a="http://schemas.openxmlformats.org/drawingml/2006/main">
              <a:ext uri="{FF2B5EF4-FFF2-40B4-BE49-F238E27FC236}">
                <a16:creationId xmlns:a16="http://schemas.microsoft.com/office/drawing/2014/main" id="{61EC5C82-915C-454A-9081-78AA88F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803" y="4739300"/>
            <a:ext cx="248529" cy="256215"/>
          </a:xfrm>
          <a:custGeom xmlns:a="http://schemas.openxmlformats.org/drawingml/2006/main">
            <a:pathLst>
              <a:path w="248529" h="256215">
                <a:moveTo>
                  <a:pt x="114017" y="132466"/>
                </a:moveTo>
                <a:cubicBezTo>
                  <a:pt x="116578" y="129648"/>
                  <a:pt x="116578" y="128877"/>
                  <a:pt x="116578" y="128107"/>
                </a:cubicBezTo>
                <a:cubicBezTo>
                  <a:pt x="116578" y="127853"/>
                  <a:pt x="116578" y="126571"/>
                  <a:pt x="114529" y="124010"/>
                </a:cubicBezTo>
                <a:lnTo>
                  <a:pt x="29466" y="11021"/>
                </a:lnTo>
                <a:lnTo>
                  <a:pt x="132975" y="11021"/>
                </a:lnTo>
                <a:cubicBezTo>
                  <a:pt x="152194" y="11021"/>
                  <a:pt x="171409" y="12045"/>
                  <a:pt x="190113" y="17167"/>
                </a:cubicBezTo>
                <a:cubicBezTo>
                  <a:pt x="213941" y="24087"/>
                  <a:pt x="233410" y="39459"/>
                  <a:pt x="241354" y="60723"/>
                </a:cubicBezTo>
                <a:lnTo>
                  <a:pt x="248529" y="60723"/>
                </a:lnTo>
                <a:lnTo>
                  <a:pt x="225982" y="0"/>
                </a:lnTo>
                <a:lnTo>
                  <a:pt x="7432" y="0"/>
                </a:lnTo>
                <a:cubicBezTo>
                  <a:pt x="258" y="0"/>
                  <a:pt x="0" y="258"/>
                  <a:pt x="0" y="8714"/>
                </a:cubicBezTo>
                <a:lnTo>
                  <a:pt x="96080" y="136822"/>
                </a:lnTo>
                <a:lnTo>
                  <a:pt x="2560" y="248787"/>
                </a:lnTo>
                <a:cubicBezTo>
                  <a:pt x="258" y="251348"/>
                  <a:pt x="0" y="252118"/>
                  <a:pt x="0" y="252888"/>
                </a:cubicBezTo>
                <a:cubicBezTo>
                  <a:pt x="0" y="256215"/>
                  <a:pt x="2818" y="256215"/>
                  <a:pt x="7432" y="256215"/>
                </a:cubicBezTo>
                <a:lnTo>
                  <a:pt x="225982" y="256215"/>
                </a:lnTo>
                <a:lnTo>
                  <a:pt x="248529" y="191649"/>
                </a:lnTo>
                <a:lnTo>
                  <a:pt x="241354" y="191649"/>
                </a:lnTo>
                <a:cubicBezTo>
                  <a:pt x="234180" y="211893"/>
                  <a:pt x="215989" y="227519"/>
                  <a:pt x="192673" y="234693"/>
                </a:cubicBezTo>
                <a:cubicBezTo>
                  <a:pt x="189088" y="235721"/>
                  <a:pt x="170639" y="241355"/>
                  <a:pt x="134515" y="241355"/>
                </a:cubicBezTo>
                <a:lnTo>
                  <a:pt x="23058" y="241355"/>
                </a:lnTo>
                <a:lnTo>
                  <a:pt x="114017" y="1324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df-path-100108">
            <a:extLst xmlns:a="http://schemas.openxmlformats.org/drawingml/2006/main">
              <a:ext uri="{FF2B5EF4-FFF2-40B4-BE49-F238E27FC236}">
                <a16:creationId xmlns:a16="http://schemas.microsoft.com/office/drawing/2014/main" id="{618F027C-90FA-45C8-BFF5-C642CF35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525" y="4693082"/>
            <a:ext cx="157997" cy="116598"/>
          </a:xfrm>
          <a:custGeom xmlns:a="http://schemas.openxmlformats.org/drawingml/2006/main">
            <a:pathLst>
              <a:path w="157997" h="116598">
                <a:moveTo>
                  <a:pt x="135963" y="18784"/>
                </a:moveTo>
                <a:cubicBezTo>
                  <a:pt x="137842" y="11614"/>
                  <a:pt x="141259" y="7347"/>
                  <a:pt x="154241" y="6834"/>
                </a:cubicBezTo>
                <a:cubicBezTo>
                  <a:pt x="155266" y="6834"/>
                  <a:pt x="157997" y="6662"/>
                  <a:pt x="157997" y="2734"/>
                </a:cubicBezTo>
                <a:cubicBezTo>
                  <a:pt x="157997" y="1027"/>
                  <a:pt x="156973" y="0"/>
                  <a:pt x="155266" y="0"/>
                </a:cubicBezTo>
                <a:cubicBezTo>
                  <a:pt x="151166" y="0"/>
                  <a:pt x="141087" y="685"/>
                  <a:pt x="136990" y="685"/>
                </a:cubicBezTo>
                <a:lnTo>
                  <a:pt x="127594" y="514"/>
                </a:lnTo>
                <a:cubicBezTo>
                  <a:pt x="124519" y="514"/>
                  <a:pt x="120933" y="0"/>
                  <a:pt x="118029" y="0"/>
                </a:cubicBezTo>
                <a:cubicBezTo>
                  <a:pt x="115126" y="0"/>
                  <a:pt x="114270" y="2221"/>
                  <a:pt x="114270" y="4272"/>
                </a:cubicBezTo>
                <a:cubicBezTo>
                  <a:pt x="114270" y="6834"/>
                  <a:pt x="117005" y="6834"/>
                  <a:pt x="118371" y="6834"/>
                </a:cubicBezTo>
                <a:cubicBezTo>
                  <a:pt x="126398" y="7006"/>
                  <a:pt x="129643" y="9224"/>
                  <a:pt x="129643" y="13663"/>
                </a:cubicBezTo>
                <a:cubicBezTo>
                  <a:pt x="129643" y="14345"/>
                  <a:pt x="129473" y="15370"/>
                  <a:pt x="129302" y="16394"/>
                </a:cubicBezTo>
                <a:lnTo>
                  <a:pt x="110512" y="91332"/>
                </a:lnTo>
                <a:lnTo>
                  <a:pt x="63882" y="3076"/>
                </a:lnTo>
                <a:cubicBezTo>
                  <a:pt x="62175" y="172"/>
                  <a:pt x="62003" y="0"/>
                  <a:pt x="57903" y="0"/>
                </a:cubicBezTo>
                <a:lnTo>
                  <a:pt x="33307" y="0"/>
                </a:lnTo>
                <a:cubicBezTo>
                  <a:pt x="30062" y="0"/>
                  <a:pt x="27500" y="0"/>
                  <a:pt x="27500" y="4272"/>
                </a:cubicBezTo>
                <a:cubicBezTo>
                  <a:pt x="27500" y="6834"/>
                  <a:pt x="29890" y="6834"/>
                  <a:pt x="33820" y="6834"/>
                </a:cubicBezTo>
                <a:cubicBezTo>
                  <a:pt x="34845" y="6834"/>
                  <a:pt x="40652" y="6834"/>
                  <a:pt x="44751" y="7689"/>
                </a:cubicBezTo>
                <a:lnTo>
                  <a:pt x="22204" y="97647"/>
                </a:lnTo>
                <a:cubicBezTo>
                  <a:pt x="20496" y="104134"/>
                  <a:pt x="17934" y="109256"/>
                  <a:pt x="3756" y="109767"/>
                </a:cubicBezTo>
                <a:cubicBezTo>
                  <a:pt x="1536" y="109767"/>
                  <a:pt x="0" y="110963"/>
                  <a:pt x="0" y="114208"/>
                </a:cubicBezTo>
                <a:cubicBezTo>
                  <a:pt x="170" y="114891"/>
                  <a:pt x="342" y="116598"/>
                  <a:pt x="2904" y="116598"/>
                </a:cubicBezTo>
                <a:cubicBezTo>
                  <a:pt x="7003" y="116598"/>
                  <a:pt x="17080" y="115915"/>
                  <a:pt x="21179" y="115915"/>
                </a:cubicBezTo>
                <a:lnTo>
                  <a:pt x="30575" y="116087"/>
                </a:lnTo>
                <a:cubicBezTo>
                  <a:pt x="33649" y="116087"/>
                  <a:pt x="37234" y="116598"/>
                  <a:pt x="40141" y="116598"/>
                </a:cubicBezTo>
                <a:cubicBezTo>
                  <a:pt x="43727" y="116598"/>
                  <a:pt x="43897" y="113012"/>
                  <a:pt x="43897" y="112159"/>
                </a:cubicBezTo>
                <a:cubicBezTo>
                  <a:pt x="43386" y="109767"/>
                  <a:pt x="41676" y="109767"/>
                  <a:pt x="39627" y="109767"/>
                </a:cubicBezTo>
                <a:cubicBezTo>
                  <a:pt x="31769" y="109597"/>
                  <a:pt x="28354" y="107376"/>
                  <a:pt x="28354" y="102938"/>
                </a:cubicBezTo>
                <a:cubicBezTo>
                  <a:pt x="28354" y="101914"/>
                  <a:pt x="28524" y="101231"/>
                  <a:pt x="29038" y="99354"/>
                </a:cubicBezTo>
                <a:lnTo>
                  <a:pt x="50900" y="12125"/>
                </a:lnTo>
                <a:lnTo>
                  <a:pt x="104536" y="113694"/>
                </a:lnTo>
                <a:cubicBezTo>
                  <a:pt x="105730" y="116087"/>
                  <a:pt x="106071" y="116598"/>
                  <a:pt x="108463" y="116598"/>
                </a:cubicBezTo>
                <a:cubicBezTo>
                  <a:pt x="111367" y="116598"/>
                  <a:pt x="111708" y="115745"/>
                  <a:pt x="112391" y="112670"/>
                </a:cubicBezTo>
                <a:lnTo>
                  <a:pt x="135963" y="18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df-path-100109">
            <a:extLst xmlns:a="http://schemas.openxmlformats.org/drawingml/2006/main">
              <a:ext uri="{FF2B5EF4-FFF2-40B4-BE49-F238E27FC236}">
                <a16:creationId xmlns:a16="http://schemas.microsoft.com/office/drawing/2014/main" id="{17DB5A2F-B873-42A5-9A99-361B5730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294" y="4700510"/>
            <a:ext cx="132548" cy="132942"/>
          </a:xfrm>
          <a:custGeom xmlns:a="http://schemas.openxmlformats.org/drawingml/2006/main">
            <a:pathLst>
              <a:path w="132548" h="132942">
                <a:moveTo>
                  <a:pt x="70715" y="70846"/>
                </a:moveTo>
                <a:lnTo>
                  <a:pt x="125887" y="70846"/>
                </a:lnTo>
                <a:cubicBezTo>
                  <a:pt x="128277" y="70846"/>
                  <a:pt x="132548" y="70846"/>
                  <a:pt x="132548" y="66405"/>
                </a:cubicBezTo>
                <a:cubicBezTo>
                  <a:pt x="132548" y="61964"/>
                  <a:pt x="128277" y="61964"/>
                  <a:pt x="125887" y="61964"/>
                </a:cubicBezTo>
                <a:lnTo>
                  <a:pt x="70715" y="61964"/>
                </a:lnTo>
                <a:lnTo>
                  <a:pt x="70715" y="6659"/>
                </a:lnTo>
                <a:cubicBezTo>
                  <a:pt x="70715" y="4270"/>
                  <a:pt x="70715" y="0"/>
                  <a:pt x="66274" y="0"/>
                </a:cubicBezTo>
                <a:cubicBezTo>
                  <a:pt x="61833" y="0"/>
                  <a:pt x="61833" y="4270"/>
                  <a:pt x="61833" y="6659"/>
                </a:cubicBezTo>
                <a:lnTo>
                  <a:pt x="61833" y="61964"/>
                </a:lnTo>
                <a:lnTo>
                  <a:pt x="6662" y="61964"/>
                </a:lnTo>
                <a:cubicBezTo>
                  <a:pt x="4270" y="61964"/>
                  <a:pt x="0" y="61964"/>
                  <a:pt x="0" y="66405"/>
                </a:cubicBezTo>
                <a:cubicBezTo>
                  <a:pt x="0" y="70846"/>
                  <a:pt x="4270" y="70846"/>
                  <a:pt x="6662" y="70846"/>
                </a:cubicBezTo>
                <a:lnTo>
                  <a:pt x="61833" y="70846"/>
                </a:lnTo>
                <a:lnTo>
                  <a:pt x="61833" y="126275"/>
                </a:lnTo>
                <a:cubicBezTo>
                  <a:pt x="61833" y="128670"/>
                  <a:pt x="61833" y="132942"/>
                  <a:pt x="66274" y="132942"/>
                </a:cubicBezTo>
                <a:cubicBezTo>
                  <a:pt x="70715" y="132942"/>
                  <a:pt x="70715" y="128670"/>
                  <a:pt x="70715" y="126275"/>
                </a:cubicBezTo>
                <a:lnTo>
                  <a:pt x="70715" y="708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100110">
            <a:extLst xmlns:a="http://schemas.openxmlformats.org/drawingml/2006/main">
              <a:ext uri="{FF2B5EF4-FFF2-40B4-BE49-F238E27FC236}">
                <a16:creationId xmlns:a16="http://schemas.microsoft.com/office/drawing/2014/main" id="{4EB2EB09-54DE-4071-9EFC-E477C5FB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174" y="4696084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10"/>
                  <a:pt x="6151" y="11010"/>
                  <a:pt x="0" y="11010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9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3"/>
                  <a:pt x="23744" y="112913"/>
                  <a:pt x="33309" y="112913"/>
                </a:cubicBezTo>
                <a:cubicBezTo>
                  <a:pt x="42875" y="112913"/>
                  <a:pt x="56199" y="112913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100111">
            <a:extLst xmlns:a="http://schemas.openxmlformats.org/drawingml/2006/main">
              <a:ext uri="{FF2B5EF4-FFF2-40B4-BE49-F238E27FC236}">
                <a16:creationId xmlns:a16="http://schemas.microsoft.com/office/drawing/2014/main" id="{24DCF9FE-FEB1-4A8F-93C1-3837106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95" y="4896256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3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0" y="45968"/>
                  <a:pt x="29720" y="49899"/>
                </a:cubicBezTo>
                <a:cubicBezTo>
                  <a:pt x="29720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8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0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df-path-100112">
            <a:extLst xmlns:a="http://schemas.openxmlformats.org/drawingml/2006/main">
              <a:ext uri="{FF2B5EF4-FFF2-40B4-BE49-F238E27FC236}">
                <a16:creationId xmlns:a16="http://schemas.microsoft.com/office/drawing/2014/main" id="{E963A241-9B1D-4FF0-8DF7-E7C8E4BE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766" y="4943001"/>
            <a:ext cx="132548" cy="48121"/>
          </a:xfrm>
          <a:custGeom xmlns:a="http://schemas.openxmlformats.org/drawingml/2006/main">
            <a:pathLst>
              <a:path w="132548" h="48121">
                <a:moveTo>
                  <a:pt x="126228" y="8880"/>
                </a:moveTo>
                <a:cubicBezTo>
                  <a:pt x="128621" y="8880"/>
                  <a:pt x="132548" y="8880"/>
                  <a:pt x="132548" y="4441"/>
                </a:cubicBezTo>
                <a:cubicBezTo>
                  <a:pt x="132548" y="0"/>
                  <a:pt x="127935" y="0"/>
                  <a:pt x="125373" y="0"/>
                </a:cubicBezTo>
                <a:lnTo>
                  <a:pt x="7173" y="0"/>
                </a:lnTo>
                <a:cubicBezTo>
                  <a:pt x="4610" y="0"/>
                  <a:pt x="0" y="0"/>
                  <a:pt x="0" y="4441"/>
                </a:cubicBezTo>
                <a:cubicBezTo>
                  <a:pt x="0" y="8880"/>
                  <a:pt x="3928" y="8880"/>
                  <a:pt x="6321" y="8880"/>
                </a:cubicBezTo>
                <a:lnTo>
                  <a:pt x="126228" y="8880"/>
                </a:lnTo>
                <a:moveTo>
                  <a:pt x="125373" y="48121"/>
                </a:moveTo>
                <a:cubicBezTo>
                  <a:pt x="127935" y="48121"/>
                  <a:pt x="132548" y="48121"/>
                  <a:pt x="132548" y="43680"/>
                </a:cubicBezTo>
                <a:cubicBezTo>
                  <a:pt x="132548" y="39239"/>
                  <a:pt x="128621" y="39239"/>
                  <a:pt x="126228" y="39239"/>
                </a:cubicBezTo>
                <a:lnTo>
                  <a:pt x="6321" y="39239"/>
                </a:lnTo>
                <a:cubicBezTo>
                  <a:pt x="3928" y="39239"/>
                  <a:pt x="0" y="39239"/>
                  <a:pt x="0" y="43680"/>
                </a:cubicBezTo>
                <a:cubicBezTo>
                  <a:pt x="0" y="48121"/>
                  <a:pt x="4610" y="48121"/>
                  <a:pt x="7173" y="48121"/>
                </a:cubicBezTo>
                <a:lnTo>
                  <a:pt x="125373" y="481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df-path-100113">
            <a:extLst xmlns:a="http://schemas.openxmlformats.org/drawingml/2006/main">
              <a:ext uri="{FF2B5EF4-FFF2-40B4-BE49-F238E27FC236}">
                <a16:creationId xmlns:a16="http://schemas.microsoft.com/office/drawing/2014/main" id="{0891B178-14F1-4B2C-A736-01FE316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646" y="4896167"/>
            <a:ext cx="65591" cy="113595"/>
          </a:xfrm>
          <a:custGeom xmlns:a="http://schemas.openxmlformats.org/drawingml/2006/main">
            <a:pathLst>
              <a:path w="65591" h="113595">
                <a:moveTo>
                  <a:pt x="40654" y="5142"/>
                </a:moveTo>
                <a:cubicBezTo>
                  <a:pt x="40654" y="0"/>
                  <a:pt x="39971" y="0"/>
                  <a:pt x="34847" y="0"/>
                </a:cubicBezTo>
                <a:cubicBezTo>
                  <a:pt x="23572" y="11010"/>
                  <a:pt x="6151" y="11010"/>
                  <a:pt x="0" y="11010"/>
                </a:cubicBezTo>
                <a:lnTo>
                  <a:pt x="0" y="17671"/>
                </a:lnTo>
                <a:cubicBezTo>
                  <a:pt x="4441" y="17671"/>
                  <a:pt x="15717" y="17671"/>
                  <a:pt x="25965" y="12889"/>
                </a:cubicBezTo>
                <a:lnTo>
                  <a:pt x="25965" y="99083"/>
                </a:lnTo>
                <a:cubicBezTo>
                  <a:pt x="25965" y="104715"/>
                  <a:pt x="25965" y="106936"/>
                  <a:pt x="8372" y="106936"/>
                </a:cubicBezTo>
                <a:lnTo>
                  <a:pt x="1027" y="106936"/>
                </a:lnTo>
                <a:lnTo>
                  <a:pt x="1027" y="113595"/>
                </a:lnTo>
                <a:cubicBezTo>
                  <a:pt x="10420" y="112913"/>
                  <a:pt x="23744" y="112913"/>
                  <a:pt x="33309" y="112913"/>
                </a:cubicBezTo>
                <a:cubicBezTo>
                  <a:pt x="42875" y="112913"/>
                  <a:pt x="56199" y="112913"/>
                  <a:pt x="65591" y="113595"/>
                </a:cubicBezTo>
                <a:lnTo>
                  <a:pt x="65591" y="106936"/>
                </a:lnTo>
                <a:lnTo>
                  <a:pt x="58247" y="106936"/>
                </a:lnTo>
                <a:cubicBezTo>
                  <a:pt x="40654" y="106936"/>
                  <a:pt x="40654" y="104715"/>
                  <a:pt x="40654" y="99083"/>
                </a:cubicBezTo>
                <a:lnTo>
                  <a:pt x="40654" y="5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path-100114">
            <a:extLst xmlns:a="http://schemas.openxmlformats.org/drawingml/2006/main">
              <a:ext uri="{FF2B5EF4-FFF2-40B4-BE49-F238E27FC236}">
                <a16:creationId xmlns:a16="http://schemas.microsoft.com/office/drawing/2014/main" id="{89D41D87-2DBB-4786-83A3-BD664EE7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874" y="4753568"/>
            <a:ext cx="130672" cy="181152"/>
          </a:xfrm>
          <a:custGeom xmlns:a="http://schemas.openxmlformats.org/drawingml/2006/main">
            <a:pathLst>
              <a:path w="130672" h="181152">
                <a:moveTo>
                  <a:pt x="79942" y="103774"/>
                </a:moveTo>
                <a:cubicBezTo>
                  <a:pt x="94802" y="141951"/>
                  <a:pt x="104537" y="170647"/>
                  <a:pt x="106843" y="173978"/>
                </a:cubicBezTo>
                <a:cubicBezTo>
                  <a:pt x="111968" y="180640"/>
                  <a:pt x="114017" y="180640"/>
                  <a:pt x="121703" y="180640"/>
                </a:cubicBezTo>
                <a:lnTo>
                  <a:pt x="127595" y="180640"/>
                </a:lnTo>
                <a:cubicBezTo>
                  <a:pt x="129389" y="180386"/>
                  <a:pt x="130672" y="179615"/>
                  <a:pt x="130672" y="177825"/>
                </a:cubicBezTo>
                <a:cubicBezTo>
                  <a:pt x="130672" y="176543"/>
                  <a:pt x="130160" y="176030"/>
                  <a:pt x="129135" y="175006"/>
                </a:cubicBezTo>
                <a:cubicBezTo>
                  <a:pt x="126059" y="171675"/>
                  <a:pt x="124780" y="168344"/>
                  <a:pt x="123239" y="163985"/>
                </a:cubicBezTo>
                <a:lnTo>
                  <a:pt x="68666" y="17425"/>
                </a:lnTo>
                <a:cubicBezTo>
                  <a:pt x="62775" y="1795"/>
                  <a:pt x="45862" y="0"/>
                  <a:pt x="36640" y="0"/>
                </a:cubicBezTo>
                <a:cubicBezTo>
                  <a:pt x="34333" y="0"/>
                  <a:pt x="31002" y="0"/>
                  <a:pt x="31002" y="3331"/>
                </a:cubicBezTo>
                <a:cubicBezTo>
                  <a:pt x="31002" y="5896"/>
                  <a:pt x="33055" y="6150"/>
                  <a:pt x="35873" y="6408"/>
                </a:cubicBezTo>
                <a:cubicBezTo>
                  <a:pt x="43559" y="7690"/>
                  <a:pt x="46632" y="14864"/>
                  <a:pt x="50475" y="24345"/>
                </a:cubicBezTo>
                <a:lnTo>
                  <a:pt x="76865" y="95318"/>
                </a:lnTo>
                <a:lnTo>
                  <a:pt x="4613" y="165013"/>
                </a:lnTo>
                <a:cubicBezTo>
                  <a:pt x="2052" y="167574"/>
                  <a:pt x="0" y="169368"/>
                  <a:pt x="0" y="173212"/>
                </a:cubicBezTo>
                <a:cubicBezTo>
                  <a:pt x="0" y="178591"/>
                  <a:pt x="4613" y="181152"/>
                  <a:pt x="8202" y="181152"/>
                </a:cubicBezTo>
                <a:cubicBezTo>
                  <a:pt x="12557" y="181152"/>
                  <a:pt x="15630" y="177309"/>
                  <a:pt x="16654" y="176285"/>
                </a:cubicBezTo>
                <a:lnTo>
                  <a:pt x="79942" y="1037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df-path-100115">
            <a:extLst xmlns:a="http://schemas.openxmlformats.org/drawingml/2006/main">
              <a:ext uri="{FF2B5EF4-FFF2-40B4-BE49-F238E27FC236}">
                <a16:creationId xmlns:a16="http://schemas.microsoft.com/office/drawing/2014/main" id="{1556BCEE-40A6-449C-BB18-2481584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050" y="4846421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4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0" y="45968"/>
                  <a:pt x="29720" y="49899"/>
                </a:cubicBezTo>
                <a:cubicBezTo>
                  <a:pt x="29720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8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0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df-path-100116">
            <a:extLst xmlns:a="http://schemas.openxmlformats.org/drawingml/2006/main">
              <a:ext uri="{FF2B5EF4-FFF2-40B4-BE49-F238E27FC236}">
                <a16:creationId xmlns:a16="http://schemas.microsoft.com/office/drawing/2014/main" id="{8D672641-514D-4C23-8E3E-76A1B4B6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464" y="4748064"/>
            <a:ext cx="180120" cy="183403"/>
          </a:xfrm>
          <a:custGeom xmlns:a="http://schemas.openxmlformats.org/drawingml/2006/main">
            <a:pathLst>
              <a:path w="180120" h="183403">
                <a:moveTo>
                  <a:pt x="37152" y="153460"/>
                </a:moveTo>
                <a:cubicBezTo>
                  <a:pt x="24599" y="173927"/>
                  <a:pt x="13324" y="174697"/>
                  <a:pt x="3077" y="175463"/>
                </a:cubicBezTo>
                <a:cubicBezTo>
                  <a:pt x="1283" y="175717"/>
                  <a:pt x="0" y="177770"/>
                  <a:pt x="0" y="180077"/>
                </a:cubicBezTo>
                <a:cubicBezTo>
                  <a:pt x="0" y="181613"/>
                  <a:pt x="1025" y="183403"/>
                  <a:pt x="3589" y="183403"/>
                </a:cubicBezTo>
                <a:cubicBezTo>
                  <a:pt x="8456" y="183403"/>
                  <a:pt x="20498" y="182637"/>
                  <a:pt x="25365" y="182637"/>
                </a:cubicBezTo>
                <a:cubicBezTo>
                  <a:pt x="31003" y="182637"/>
                  <a:pt x="44839" y="183403"/>
                  <a:pt x="50476" y="183403"/>
                </a:cubicBezTo>
                <a:cubicBezTo>
                  <a:pt x="52013" y="183403"/>
                  <a:pt x="55343" y="183403"/>
                  <a:pt x="55343" y="178794"/>
                </a:cubicBezTo>
                <a:cubicBezTo>
                  <a:pt x="55343" y="175717"/>
                  <a:pt x="52271" y="175463"/>
                  <a:pt x="51500" y="175463"/>
                </a:cubicBezTo>
                <a:cubicBezTo>
                  <a:pt x="49194" y="175205"/>
                  <a:pt x="39459" y="174697"/>
                  <a:pt x="39459" y="167019"/>
                </a:cubicBezTo>
                <a:cubicBezTo>
                  <a:pt x="39459" y="163438"/>
                  <a:pt x="42278" y="158578"/>
                  <a:pt x="43044" y="157299"/>
                </a:cubicBezTo>
                <a:lnTo>
                  <a:pt x="63287" y="124299"/>
                </a:lnTo>
                <a:lnTo>
                  <a:pt x="130160" y="124299"/>
                </a:lnTo>
                <a:cubicBezTo>
                  <a:pt x="130926" y="130183"/>
                  <a:pt x="131696" y="138878"/>
                  <a:pt x="132466" y="145274"/>
                </a:cubicBezTo>
                <a:cubicBezTo>
                  <a:pt x="133491" y="155251"/>
                  <a:pt x="135028" y="166510"/>
                  <a:pt x="135028" y="167277"/>
                </a:cubicBezTo>
                <a:cubicBezTo>
                  <a:pt x="135028" y="171112"/>
                  <a:pt x="131438" y="175463"/>
                  <a:pt x="116579" y="175463"/>
                </a:cubicBezTo>
                <a:cubicBezTo>
                  <a:pt x="114017" y="175463"/>
                  <a:pt x="110687" y="175463"/>
                  <a:pt x="110687" y="180077"/>
                </a:cubicBezTo>
                <a:cubicBezTo>
                  <a:pt x="110687" y="182891"/>
                  <a:pt x="112736" y="183403"/>
                  <a:pt x="114530" y="183403"/>
                </a:cubicBezTo>
                <a:cubicBezTo>
                  <a:pt x="119397" y="183403"/>
                  <a:pt x="125547" y="182891"/>
                  <a:pt x="130673" y="182891"/>
                </a:cubicBezTo>
                <a:cubicBezTo>
                  <a:pt x="135794" y="182891"/>
                  <a:pt x="141944" y="182637"/>
                  <a:pt x="146045" y="182637"/>
                </a:cubicBezTo>
                <a:cubicBezTo>
                  <a:pt x="154501" y="182637"/>
                  <a:pt x="155013" y="182637"/>
                  <a:pt x="161163" y="182891"/>
                </a:cubicBezTo>
                <a:cubicBezTo>
                  <a:pt x="165259" y="183149"/>
                  <a:pt x="171152" y="183403"/>
                  <a:pt x="175252" y="183403"/>
                </a:cubicBezTo>
                <a:cubicBezTo>
                  <a:pt x="176789" y="183403"/>
                  <a:pt x="180120" y="183403"/>
                  <a:pt x="180120" y="178794"/>
                </a:cubicBezTo>
                <a:cubicBezTo>
                  <a:pt x="180120" y="175463"/>
                  <a:pt x="177301" y="175463"/>
                  <a:pt x="174228" y="175463"/>
                </a:cubicBezTo>
                <a:cubicBezTo>
                  <a:pt x="158856" y="175463"/>
                  <a:pt x="158598" y="173673"/>
                  <a:pt x="157831" y="166252"/>
                </a:cubicBezTo>
                <a:lnTo>
                  <a:pt x="139894" y="6920"/>
                </a:lnTo>
                <a:cubicBezTo>
                  <a:pt x="139382" y="1282"/>
                  <a:pt x="139124" y="0"/>
                  <a:pt x="134769" y="0"/>
                </a:cubicBezTo>
                <a:cubicBezTo>
                  <a:pt x="131184" y="0"/>
                  <a:pt x="129648" y="1794"/>
                  <a:pt x="127595" y="5125"/>
                </a:cubicBezTo>
                <a:lnTo>
                  <a:pt x="37152" y="153460"/>
                </a:lnTo>
                <a:moveTo>
                  <a:pt x="68155" y="116355"/>
                </a:moveTo>
                <a:lnTo>
                  <a:pt x="119909" y="31780"/>
                </a:lnTo>
                <a:lnTo>
                  <a:pt x="129390" y="116355"/>
                </a:lnTo>
                <a:lnTo>
                  <a:pt x="68155" y="1163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df-path-100117">
            <a:extLst xmlns:a="http://schemas.openxmlformats.org/drawingml/2006/main">
              <a:ext uri="{FF2B5EF4-FFF2-40B4-BE49-F238E27FC236}">
                <a16:creationId xmlns:a16="http://schemas.microsoft.com/office/drawing/2014/main" id="{2D8C3718-B440-45BC-9DAA-6AD19DB3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858" y="4846421"/>
            <a:ext cx="55171" cy="115175"/>
          </a:xfrm>
          <a:custGeom xmlns:a="http://schemas.openxmlformats.org/drawingml/2006/main">
            <a:pathLst>
              <a:path w="55171" h="115175">
                <a:moveTo>
                  <a:pt x="49023" y="6844"/>
                </a:moveTo>
                <a:cubicBezTo>
                  <a:pt x="49023" y="2731"/>
                  <a:pt x="45948" y="0"/>
                  <a:pt x="42020" y="0"/>
                </a:cubicBezTo>
                <a:cubicBezTo>
                  <a:pt x="37409" y="0"/>
                  <a:pt x="32455" y="4444"/>
                  <a:pt x="32455" y="9417"/>
                </a:cubicBezTo>
                <a:cubicBezTo>
                  <a:pt x="32455" y="13696"/>
                  <a:pt x="35530" y="16258"/>
                  <a:pt x="39288" y="16258"/>
                </a:cubicBezTo>
                <a:cubicBezTo>
                  <a:pt x="44754" y="16258"/>
                  <a:pt x="49023" y="11129"/>
                  <a:pt x="49023" y="6844"/>
                </a:cubicBezTo>
                <a:moveTo>
                  <a:pt x="38775" y="66475"/>
                </a:moveTo>
                <a:cubicBezTo>
                  <a:pt x="39458" y="64768"/>
                  <a:pt x="40995" y="60665"/>
                  <a:pt x="41678" y="59127"/>
                </a:cubicBezTo>
                <a:cubicBezTo>
                  <a:pt x="42192" y="57590"/>
                  <a:pt x="42875" y="55880"/>
                  <a:pt x="42875" y="52976"/>
                </a:cubicBezTo>
                <a:cubicBezTo>
                  <a:pt x="42875" y="43406"/>
                  <a:pt x="34334" y="38110"/>
                  <a:pt x="25792" y="38110"/>
                </a:cubicBezTo>
                <a:cubicBezTo>
                  <a:pt x="8369" y="38110"/>
                  <a:pt x="0" y="60665"/>
                  <a:pt x="0" y="64426"/>
                </a:cubicBezTo>
                <a:cubicBezTo>
                  <a:pt x="0" y="65279"/>
                  <a:pt x="683" y="66816"/>
                  <a:pt x="3076" y="66816"/>
                </a:cubicBezTo>
                <a:cubicBezTo>
                  <a:pt x="5466" y="66816"/>
                  <a:pt x="5980" y="65792"/>
                  <a:pt x="6492" y="64254"/>
                </a:cubicBezTo>
                <a:cubicBezTo>
                  <a:pt x="11275" y="47678"/>
                  <a:pt x="20327" y="43748"/>
                  <a:pt x="25110" y="43748"/>
                </a:cubicBezTo>
                <a:cubicBezTo>
                  <a:pt x="28527" y="43748"/>
                  <a:pt x="29720" y="45968"/>
                  <a:pt x="29720" y="49899"/>
                </a:cubicBezTo>
                <a:cubicBezTo>
                  <a:pt x="29720" y="53318"/>
                  <a:pt x="28696" y="55880"/>
                  <a:pt x="28354" y="57076"/>
                </a:cubicBezTo>
                <a:lnTo>
                  <a:pt x="19473" y="78951"/>
                </a:lnTo>
                <a:cubicBezTo>
                  <a:pt x="17423" y="83906"/>
                  <a:pt x="17423" y="84248"/>
                  <a:pt x="15203" y="90057"/>
                </a:cubicBezTo>
                <a:cubicBezTo>
                  <a:pt x="12982" y="95184"/>
                  <a:pt x="12127" y="97407"/>
                  <a:pt x="12127" y="100310"/>
                </a:cubicBezTo>
                <a:cubicBezTo>
                  <a:pt x="12127" y="109026"/>
                  <a:pt x="19985" y="115175"/>
                  <a:pt x="29379" y="115175"/>
                </a:cubicBezTo>
                <a:cubicBezTo>
                  <a:pt x="46633" y="115175"/>
                  <a:pt x="55171" y="92622"/>
                  <a:pt x="55171" y="88861"/>
                </a:cubicBezTo>
                <a:cubicBezTo>
                  <a:pt x="55171" y="88519"/>
                  <a:pt x="55002" y="86468"/>
                  <a:pt x="51926" y="86468"/>
                </a:cubicBezTo>
                <a:cubicBezTo>
                  <a:pt x="49536" y="86468"/>
                  <a:pt x="49364" y="87323"/>
                  <a:pt x="48340" y="90570"/>
                </a:cubicBezTo>
                <a:cubicBezTo>
                  <a:pt x="45606" y="99286"/>
                  <a:pt x="38603" y="109540"/>
                  <a:pt x="29893" y="109540"/>
                </a:cubicBezTo>
                <a:cubicBezTo>
                  <a:pt x="26817" y="109540"/>
                  <a:pt x="25282" y="107488"/>
                  <a:pt x="25282" y="103386"/>
                </a:cubicBezTo>
                <a:cubicBezTo>
                  <a:pt x="25282" y="99969"/>
                  <a:pt x="26306" y="97407"/>
                  <a:pt x="28527" y="92108"/>
                </a:cubicBezTo>
                <a:lnTo>
                  <a:pt x="38775" y="664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df-path-100118">
            <a:extLst xmlns:a="http://schemas.openxmlformats.org/drawingml/2006/main">
              <a:ext uri="{FF2B5EF4-FFF2-40B4-BE49-F238E27FC236}">
                <a16:creationId xmlns:a16="http://schemas.microsoft.com/office/drawing/2014/main" id="{1A37CDC9-E5D3-4848-8454-1E1AA94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029" y="5080185"/>
            <a:ext cx="142455" cy="113094"/>
          </a:xfrm>
          <a:custGeom xmlns:a="http://schemas.openxmlformats.org/drawingml/2006/main">
            <a:pathLst>
              <a:path w="142455" h="113094">
                <a:moveTo>
                  <a:pt x="63029" y="15888"/>
                </a:moveTo>
                <a:lnTo>
                  <a:pt x="92237" y="15888"/>
                </a:lnTo>
                <a:cubicBezTo>
                  <a:pt x="88394" y="32003"/>
                  <a:pt x="81732" y="58604"/>
                  <a:pt x="81732" y="79836"/>
                </a:cubicBezTo>
                <a:cubicBezTo>
                  <a:pt x="81732" y="81627"/>
                  <a:pt x="81732" y="91088"/>
                  <a:pt x="84039" y="100299"/>
                </a:cubicBezTo>
                <a:cubicBezTo>
                  <a:pt x="86600" y="110021"/>
                  <a:pt x="88906" y="113094"/>
                  <a:pt x="94032" y="113094"/>
                </a:cubicBezTo>
                <a:cubicBezTo>
                  <a:pt x="99411" y="113094"/>
                  <a:pt x="105049" y="108485"/>
                  <a:pt x="105049" y="102601"/>
                </a:cubicBezTo>
                <a:cubicBezTo>
                  <a:pt x="105049" y="100811"/>
                  <a:pt x="104790" y="100041"/>
                  <a:pt x="103254" y="96717"/>
                </a:cubicBezTo>
                <a:cubicBezTo>
                  <a:pt x="95310" y="78812"/>
                  <a:pt x="95310" y="59882"/>
                  <a:pt x="95310" y="53998"/>
                </a:cubicBezTo>
                <a:cubicBezTo>
                  <a:pt x="95310" y="47606"/>
                  <a:pt x="95310" y="36351"/>
                  <a:pt x="99669" y="15888"/>
                </a:cubicBezTo>
                <a:lnTo>
                  <a:pt x="129644" y="15888"/>
                </a:lnTo>
                <a:cubicBezTo>
                  <a:pt x="132975" y="15888"/>
                  <a:pt x="142455" y="15888"/>
                  <a:pt x="142455" y="6662"/>
                </a:cubicBezTo>
                <a:cubicBezTo>
                  <a:pt x="142455" y="0"/>
                  <a:pt x="136818" y="0"/>
                  <a:pt x="131950" y="0"/>
                </a:cubicBezTo>
                <a:lnTo>
                  <a:pt x="43302" y="0"/>
                </a:lnTo>
                <a:cubicBezTo>
                  <a:pt x="37152" y="0"/>
                  <a:pt x="28183" y="0"/>
                  <a:pt x="16142" y="12045"/>
                </a:cubicBezTo>
                <a:cubicBezTo>
                  <a:pt x="9223" y="18957"/>
                  <a:pt x="0" y="33024"/>
                  <a:pt x="0" y="35072"/>
                </a:cubicBezTo>
                <a:cubicBezTo>
                  <a:pt x="0" y="37883"/>
                  <a:pt x="2818" y="37883"/>
                  <a:pt x="3585" y="37883"/>
                </a:cubicBezTo>
                <a:cubicBezTo>
                  <a:pt x="5638" y="37883"/>
                  <a:pt x="6150" y="37375"/>
                  <a:pt x="7686" y="34814"/>
                </a:cubicBezTo>
                <a:cubicBezTo>
                  <a:pt x="20239" y="15888"/>
                  <a:pt x="35870" y="15888"/>
                  <a:pt x="40995" y="15888"/>
                </a:cubicBezTo>
                <a:lnTo>
                  <a:pt x="55597" y="15888"/>
                </a:lnTo>
                <a:cubicBezTo>
                  <a:pt x="44580" y="54510"/>
                  <a:pt x="26902" y="90834"/>
                  <a:pt x="25110" y="94669"/>
                </a:cubicBezTo>
                <a:cubicBezTo>
                  <a:pt x="23317" y="98250"/>
                  <a:pt x="20752" y="103621"/>
                  <a:pt x="20752" y="105671"/>
                </a:cubicBezTo>
                <a:cubicBezTo>
                  <a:pt x="20752" y="108998"/>
                  <a:pt x="23058" y="113094"/>
                  <a:pt x="28695" y="113094"/>
                </a:cubicBezTo>
                <a:cubicBezTo>
                  <a:pt x="37918" y="113094"/>
                  <a:pt x="40225" y="103880"/>
                  <a:pt x="45604" y="83159"/>
                </a:cubicBezTo>
                <a:lnTo>
                  <a:pt x="63029" y="158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df-path-100119">
            <a:extLst xmlns:a="http://schemas.openxmlformats.org/drawingml/2006/main">
              <a:ext uri="{FF2B5EF4-FFF2-40B4-BE49-F238E27FC236}">
                <a16:creationId xmlns:a16="http://schemas.microsoft.com/office/drawing/2014/main" id="{A5AFE380-1020-4647-816D-4692BA6F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796" y="5100635"/>
            <a:ext cx="80112" cy="121936"/>
          </a:xfrm>
          <a:custGeom xmlns:a="http://schemas.openxmlformats.org/drawingml/2006/main">
            <a:pathLst>
              <a:path w="80112" h="121936">
                <a:moveTo>
                  <a:pt x="80112" y="38259"/>
                </a:moveTo>
                <a:cubicBezTo>
                  <a:pt x="80112" y="18448"/>
                  <a:pt x="71740" y="0"/>
                  <a:pt x="54660" y="0"/>
                </a:cubicBezTo>
                <a:cubicBezTo>
                  <a:pt x="28013" y="0"/>
                  <a:pt x="0" y="44576"/>
                  <a:pt x="0" y="83684"/>
                </a:cubicBezTo>
                <a:cubicBezTo>
                  <a:pt x="0" y="105883"/>
                  <a:pt x="9565" y="121936"/>
                  <a:pt x="25451" y="121936"/>
                </a:cubicBezTo>
                <a:cubicBezTo>
                  <a:pt x="52268" y="121936"/>
                  <a:pt x="80112" y="76684"/>
                  <a:pt x="80112" y="38259"/>
                </a:cubicBezTo>
                <a:moveTo>
                  <a:pt x="19814" y="57556"/>
                </a:moveTo>
                <a:cubicBezTo>
                  <a:pt x="30916" y="15203"/>
                  <a:pt x="46461" y="5637"/>
                  <a:pt x="54489" y="5637"/>
                </a:cubicBezTo>
                <a:cubicBezTo>
                  <a:pt x="66447" y="5637"/>
                  <a:pt x="66447" y="26131"/>
                  <a:pt x="66447" y="28693"/>
                </a:cubicBezTo>
                <a:cubicBezTo>
                  <a:pt x="66447" y="30231"/>
                  <a:pt x="66447" y="40135"/>
                  <a:pt x="61833" y="57556"/>
                </a:cubicBezTo>
                <a:lnTo>
                  <a:pt x="19814" y="57556"/>
                </a:lnTo>
                <a:moveTo>
                  <a:pt x="60126" y="64387"/>
                </a:moveTo>
                <a:cubicBezTo>
                  <a:pt x="50561" y="102979"/>
                  <a:pt x="35017" y="116300"/>
                  <a:pt x="25623" y="116300"/>
                </a:cubicBezTo>
                <a:cubicBezTo>
                  <a:pt x="14349" y="116300"/>
                  <a:pt x="13665" y="99054"/>
                  <a:pt x="13665" y="93247"/>
                </a:cubicBezTo>
                <a:cubicBezTo>
                  <a:pt x="13665" y="87440"/>
                  <a:pt x="14349" y="79929"/>
                  <a:pt x="18106" y="64387"/>
                </a:cubicBezTo>
                <a:lnTo>
                  <a:pt x="60126" y="643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df-path-100120">
            <a:extLst xmlns:a="http://schemas.openxmlformats.org/drawingml/2006/main">
              <a:ext uri="{FF2B5EF4-FFF2-40B4-BE49-F238E27FC236}">
                <a16:creationId xmlns:a16="http://schemas.microsoft.com/office/drawing/2014/main" id="{66DFE81C-215A-4C45-9D42-16E0AF5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665" y="5007125"/>
            <a:ext cx="180120" cy="183403"/>
          </a:xfrm>
          <a:custGeom xmlns:a="http://schemas.openxmlformats.org/drawingml/2006/main">
            <a:pathLst>
              <a:path w="180120" h="183403">
                <a:moveTo>
                  <a:pt x="37152" y="153460"/>
                </a:moveTo>
                <a:cubicBezTo>
                  <a:pt x="24599" y="173927"/>
                  <a:pt x="13324" y="174697"/>
                  <a:pt x="3077" y="175464"/>
                </a:cubicBezTo>
                <a:cubicBezTo>
                  <a:pt x="1283" y="175717"/>
                  <a:pt x="0" y="177770"/>
                  <a:pt x="0" y="180077"/>
                </a:cubicBezTo>
                <a:cubicBezTo>
                  <a:pt x="0" y="181613"/>
                  <a:pt x="1025" y="183403"/>
                  <a:pt x="3589" y="183403"/>
                </a:cubicBezTo>
                <a:cubicBezTo>
                  <a:pt x="8456" y="183403"/>
                  <a:pt x="20498" y="182637"/>
                  <a:pt x="25365" y="182637"/>
                </a:cubicBezTo>
                <a:cubicBezTo>
                  <a:pt x="31003" y="182637"/>
                  <a:pt x="44839" y="183403"/>
                  <a:pt x="50476" y="183403"/>
                </a:cubicBezTo>
                <a:cubicBezTo>
                  <a:pt x="52013" y="183403"/>
                  <a:pt x="55343" y="183403"/>
                  <a:pt x="55343" y="178794"/>
                </a:cubicBezTo>
                <a:cubicBezTo>
                  <a:pt x="55343" y="175717"/>
                  <a:pt x="52271" y="175464"/>
                  <a:pt x="51500" y="175464"/>
                </a:cubicBezTo>
                <a:cubicBezTo>
                  <a:pt x="49194" y="175205"/>
                  <a:pt x="39459" y="174697"/>
                  <a:pt x="39459" y="167019"/>
                </a:cubicBezTo>
                <a:cubicBezTo>
                  <a:pt x="39459" y="163438"/>
                  <a:pt x="42278" y="158578"/>
                  <a:pt x="43044" y="157299"/>
                </a:cubicBezTo>
                <a:lnTo>
                  <a:pt x="63287" y="124299"/>
                </a:lnTo>
                <a:lnTo>
                  <a:pt x="130160" y="124299"/>
                </a:lnTo>
                <a:cubicBezTo>
                  <a:pt x="130926" y="130183"/>
                  <a:pt x="131696" y="138878"/>
                  <a:pt x="132466" y="145274"/>
                </a:cubicBezTo>
                <a:cubicBezTo>
                  <a:pt x="133491" y="155251"/>
                  <a:pt x="135028" y="166510"/>
                  <a:pt x="135028" y="167277"/>
                </a:cubicBezTo>
                <a:cubicBezTo>
                  <a:pt x="135028" y="171112"/>
                  <a:pt x="131438" y="175464"/>
                  <a:pt x="116579" y="175464"/>
                </a:cubicBezTo>
                <a:cubicBezTo>
                  <a:pt x="114017" y="175464"/>
                  <a:pt x="110687" y="175464"/>
                  <a:pt x="110687" y="180077"/>
                </a:cubicBezTo>
                <a:cubicBezTo>
                  <a:pt x="110687" y="182892"/>
                  <a:pt x="112736" y="183403"/>
                  <a:pt x="114530" y="183403"/>
                </a:cubicBezTo>
                <a:cubicBezTo>
                  <a:pt x="119397" y="183403"/>
                  <a:pt x="125547" y="182892"/>
                  <a:pt x="130673" y="182892"/>
                </a:cubicBezTo>
                <a:cubicBezTo>
                  <a:pt x="135794" y="182892"/>
                  <a:pt x="141944" y="182637"/>
                  <a:pt x="146045" y="182637"/>
                </a:cubicBezTo>
                <a:cubicBezTo>
                  <a:pt x="154501" y="182637"/>
                  <a:pt x="155013" y="182637"/>
                  <a:pt x="161163" y="182892"/>
                </a:cubicBezTo>
                <a:cubicBezTo>
                  <a:pt x="165259" y="183150"/>
                  <a:pt x="171152" y="183403"/>
                  <a:pt x="175252" y="183403"/>
                </a:cubicBezTo>
                <a:cubicBezTo>
                  <a:pt x="176789" y="183403"/>
                  <a:pt x="180120" y="183403"/>
                  <a:pt x="180120" y="178794"/>
                </a:cubicBezTo>
                <a:cubicBezTo>
                  <a:pt x="180120" y="175464"/>
                  <a:pt x="177301" y="175464"/>
                  <a:pt x="174228" y="175464"/>
                </a:cubicBezTo>
                <a:cubicBezTo>
                  <a:pt x="158856" y="175464"/>
                  <a:pt x="158598" y="173672"/>
                  <a:pt x="157831" y="166252"/>
                </a:cubicBezTo>
                <a:lnTo>
                  <a:pt x="139894" y="6920"/>
                </a:lnTo>
                <a:cubicBezTo>
                  <a:pt x="139382" y="1282"/>
                  <a:pt x="139124" y="0"/>
                  <a:pt x="134769" y="0"/>
                </a:cubicBezTo>
                <a:cubicBezTo>
                  <a:pt x="131184" y="0"/>
                  <a:pt x="129648" y="1794"/>
                  <a:pt x="127595" y="5125"/>
                </a:cubicBezTo>
                <a:lnTo>
                  <a:pt x="37152" y="153460"/>
                </a:lnTo>
                <a:moveTo>
                  <a:pt x="68155" y="116355"/>
                </a:moveTo>
                <a:lnTo>
                  <a:pt x="119909" y="31780"/>
                </a:lnTo>
                <a:lnTo>
                  <a:pt x="129390" y="116355"/>
                </a:lnTo>
                <a:lnTo>
                  <a:pt x="68155" y="1163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6593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2026-10-09T20:12:01.7510000Z</dcterms:created>
  <dcterms:modified xsi:type="dcterms:W3CDTF">2026-10-09T20:12:01.7510000Z</dcterms:modified>
</coreProperties>
</file>