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cf328a7374d04" /><Relationship Type="http://schemas.openxmlformats.org/officeDocument/2006/relationships/extended-properties" Target="/docProps/app.xml" Id="Rc5a4eddfd1504048" /><Relationship Type="http://schemas.openxmlformats.org/officeDocument/2006/relationships/officeDocument" Target="/ppt/presentation.xml" Id="Ra9caa97c74bd47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80d597294c45bd"/>
  </p:sldMasterIdLst>
  <p:notesMasterIdLst>
    <p:notesMasterId xmlns:r="http://schemas.openxmlformats.org/officeDocument/2006/relationships" r:id="R46355bfb822442f6"/>
  </p:notesMasterIdLst>
  <p:sldIdLst>
    <p:sldId xmlns:r="http://schemas.openxmlformats.org/officeDocument/2006/relationships" id="256" r:id="Rfbc8bf976746488d"/>
  </p:sldIdLst>
  <p:sldSz cx="11115675" cy="3743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0e94bf6f304b79" /><Relationship Type="http://schemas.openxmlformats.org/officeDocument/2006/relationships/slideMaster" Target="/ppt/slideMasters/slideMaster1.xml" Id="R6780d597294c45bd" /><Relationship Type="http://schemas.openxmlformats.org/officeDocument/2006/relationships/notesMaster" Target="/ppt/notesMasters/notesMaster1.xml" Id="R46355bfb822442f6" /><Relationship Type="http://schemas.openxmlformats.org/officeDocument/2006/relationships/presProps" Target="/ppt/presProps.xml" Id="Rb7319ee63dd944f2" /><Relationship Type="http://schemas.openxmlformats.org/officeDocument/2006/relationships/tableStyles" Target="/ppt/tableStyles.xml" Id="R3e43c13842e747f5" /><Relationship Type="http://schemas.openxmlformats.org/officeDocument/2006/relationships/slide" Target="/ppt/slides/slide1.xml" Id="Rfbc8bf97674648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1b449f0583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75048b8584707" /><Relationship Type="http://schemas.openxmlformats.org/officeDocument/2006/relationships/notesMaster" Target="/ppt/notesMasters/notesMaster1.xml" Id="R47c62f62ab3441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"CIC: Contrastive Intrinsic Control for Unsupervised Skill Discovery",</a:t>
            </a:r>
          </a:p>
          <a:p xmlns:a="http://schemas.openxmlformats.org/drawingml/2006/main">
            <a:r>
              <a:t>  "paper_url": "https://arxiv.org/abs/2202.00161v3",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 Source header image fragments1/2 are hidden/clipped in PDF; omit these invisible duplicates. Formula assets remain separate raster images.",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"01c118cb18c18693dc033735eae3152cf27d515263c2429b009f5532937fd236",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104,</a:t>
            </a:r>
          </a:p>
          <a:p xmlns:a="http://schemas.openxmlformats.org/drawingml/2006/main">
            <a:r>
              <a:t>    68,</a:t>
            </a:r>
          </a:p>
          <a:p xmlns:a="http://schemas.openxmlformats.org/drawingml/2006/main">
            <a:r>
              <a:t>    493,</a:t>
            </a:r>
          </a:p>
          <a:p xmlns:a="http://schemas.openxmlformats.org/drawingml/2006/main">
            <a:r>
              <a:t>    199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"9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"unhandled image/shading at seq 59: [243.35211181640625, 69.59344482421875, 267.0877990722656, 81.04873657226562]; requires reviewed raster region",</a:t>
            </a:r>
          </a:p>
          <a:p xmlns:a="http://schemas.openxmlformats.org/drawingml/2006/main">
            <a:r>
              <a:t>    "unhandled image/shading at seq 60: [417.413818359375, 69.44088745117188, 456.9732666015625, 80.50057983398438]; requires reviewed raster region"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897102dd646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5ae64ec1b49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5cbc88e144a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2415b56a44c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9f8ddd25c47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e779777d5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ED9F42-5397-4C8F-AE89-9A559201DB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1568" y="1414145"/>
            <a:ext cx="8892540" cy="540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678C30-7407-4176-B8D3-5A0F1A6361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67351" y="2058829"/>
            <a:ext cx="7780973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3F21ED-E90D-48F6-8F22-07585EC75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1568" y="1559719"/>
            <a:ext cx="8892540" cy="623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A5B3AC-118B-45E4-851C-63339114D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257" y="291147"/>
            <a:ext cx="9865162" cy="457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4ADC6A-6C6F-43BD-AD8D-5A76AED327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5257" y="1039812"/>
            <a:ext cx="9865162" cy="2329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77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1pPr>
            <a:lvl2pPr marL="29114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2pPr>
            <a:lvl3pPr marL="45751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3pPr>
            <a:lvl4pPr marL="62388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4pPr>
            <a:lvl5pPr marL="79025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5pPr>
            <a:lvl6pPr marL="95662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6pPr>
            <a:lvl7pPr marL="112299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7pPr>
            <a:lvl8pPr marL="128936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8pPr>
            <a:lvl9pPr marL="145573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04DF73-36CE-4ED8-8908-B2C2A2089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257" y="291147"/>
            <a:ext cx="9865162" cy="457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F6C638-115A-4407-B3FC-DAA0E0BB45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5257" y="1039812"/>
            <a:ext cx="4585216" cy="2329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77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1pPr>
            <a:lvl2pPr marL="29114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2pPr>
            <a:lvl3pPr marL="45751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3pPr>
            <a:lvl4pPr marL="62388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4pPr>
            <a:lvl5pPr marL="79025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5pPr>
            <a:lvl6pPr marL="95662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6pPr>
            <a:lvl7pPr marL="112299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7pPr>
            <a:lvl8pPr marL="128936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8pPr>
            <a:lvl9pPr marL="145573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D3BA6B-FD71-4AF6-9CC1-20C44834A0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05202" y="1039812"/>
            <a:ext cx="4585216" cy="2329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77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1pPr>
            <a:lvl2pPr marL="29114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2pPr>
            <a:lvl3pPr marL="45751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3pPr>
            <a:lvl4pPr marL="62388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4pPr>
            <a:lvl5pPr marL="79025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5pPr>
            <a:lvl6pPr marL="95662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6pPr>
            <a:lvl7pPr marL="112299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7pPr>
            <a:lvl8pPr marL="128936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8pPr>
            <a:lvl9pPr marL="145573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4BE1D0-29C6-4ED6-B4CD-9EE56461A7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257" y="291147"/>
            <a:ext cx="9865162" cy="457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A6932B-56E6-48AE-9971-277A218FCC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5257" y="1039812"/>
            <a:ext cx="4585216" cy="2329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477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1pPr>
            <a:lvl2pPr marL="29114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2pPr>
            <a:lvl3pPr marL="45751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3pPr>
            <a:lvl4pPr marL="62388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4pPr>
            <a:lvl5pPr marL="79025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5pPr>
            <a:lvl6pPr marL="95662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6pPr>
            <a:lvl7pPr marL="1122998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7pPr>
            <a:lvl8pPr marL="128936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8pPr>
            <a:lvl9pPr marL="1455737" indent="-124777">
              <a:lnSpc>
                <a:spcPct val="110000"/>
              </a:lnSpc>
              <a:spcBef>
                <a:spcPts val="0"/>
              </a:spcBef>
              <a:spcAft>
                <a:spcPts val="6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e1268e844c4f6d" /><Relationship Type="http://schemas.openxmlformats.org/officeDocument/2006/relationships/slideLayout" Target="/ppt/slideLayouts/slideLayout1.xml" Id="R2ac7d67aa6004ec2" /><Relationship Type="http://schemas.openxmlformats.org/officeDocument/2006/relationships/slideLayout" Target="/ppt/slideLayouts/slideLayout2.xml" Id="R67293c6cde834ca3" /><Relationship Type="http://schemas.openxmlformats.org/officeDocument/2006/relationships/slideLayout" Target="/ppt/slideLayouts/slideLayout3.xml" Id="Rf5535b2d20ee4bd2" /><Relationship Type="http://schemas.openxmlformats.org/officeDocument/2006/relationships/slideLayout" Target="/ppt/slideLayouts/slideLayout4.xml" Id="R5cac9a1436c2431f" /><Relationship Type="http://schemas.openxmlformats.org/officeDocument/2006/relationships/slideLayout" Target="/ppt/slideLayouts/slideLayout5.xml" Id="Rf168cdfcf0584876" /><Relationship Type="http://schemas.openxmlformats.org/officeDocument/2006/relationships/slideLayout" Target="/ppt/slideLayouts/slideLayout6.xml" Id="R9ec5171af878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7d67aa6004ec2"/>
    <p:sldLayoutId xmlns:r="http://schemas.openxmlformats.org/officeDocument/2006/relationships" id="2147483650" r:id="R67293c6cde834ca3"/>
    <p:sldLayoutId xmlns:r="http://schemas.openxmlformats.org/officeDocument/2006/relationships" id="2147483651" r:id="Rf5535b2d20ee4bd2"/>
    <p:sldLayoutId xmlns:r="http://schemas.openxmlformats.org/officeDocument/2006/relationships" id="2147483652" r:id="R5cac9a1436c2431f"/>
    <p:sldLayoutId xmlns:r="http://schemas.openxmlformats.org/officeDocument/2006/relationships" id="2147483653" r:id="Rf168cdfcf0584876"/>
    <p:sldLayoutId xmlns:r="http://schemas.openxmlformats.org/officeDocument/2006/relationships" id="2147483654" r:id="R9ec5171af878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0347dc2f844d1" /><Relationship Type="http://schemas.openxmlformats.org/officeDocument/2006/relationships/image" Target="/ppt/media/image.png" Id="R328629edf5cb4879" /><Relationship Type="http://schemas.openxmlformats.org/officeDocument/2006/relationships/image" Target="/ppt/media/image2.png" Id="R933b14dc24ab401e" /><Relationship Type="http://schemas.openxmlformats.org/officeDocument/2006/relationships/image" Target="/ppt/media/image3.png" Id="Ra20fc31408c84fb8" /><Relationship Type="http://schemas.openxmlformats.org/officeDocument/2006/relationships/image" Target="/ppt/media/image4.png" Id="R547a6f13feac43c2" /><Relationship Type="http://schemas.openxmlformats.org/officeDocument/2006/relationships/image" Target="/ppt/media/image5.png" Id="R19fae62c1e0748a9" /><Relationship Type="http://schemas.openxmlformats.org/officeDocument/2006/relationships/image" Target="/ppt/media/image6.png" Id="R7a5e2218d2f749d7" /><Relationship Type="http://schemas.openxmlformats.org/officeDocument/2006/relationships/image" Target="/ppt/media/image7.png" Id="R453334b2a55f4c22" /><Relationship Type="http://schemas.openxmlformats.org/officeDocument/2006/relationships/image" Target="/ppt/media/image8.png" Id="R435cb6a7fd444c9a" /><Relationship Type="http://schemas.openxmlformats.org/officeDocument/2006/relationships/notesSlide" Target="/ppt/notesSlides/notesSlide1.xml" Id="Ra6fd7db6ba7c4a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pdf-path-4">
            <a:extLst xmlns:a="http://schemas.openxmlformats.org/drawingml/2006/main">
              <a:ext uri="{FF2B5EF4-FFF2-40B4-BE49-F238E27FC236}">
                <a16:creationId xmlns:a16="http://schemas.microsoft.com/office/drawing/2014/main" id="{02DAABD4-FBF8-4A9F-8781-475E40CF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8" y="521920"/>
            <a:ext cx="1937849" cy="3108634"/>
          </a:xfrm>
          <a:custGeom xmlns:a="http://schemas.openxmlformats.org/drawingml/2006/main">
            <a:pathLst>
              <a:path w="1937849" h="3108634">
                <a:moveTo>
                  <a:pt x="290677" y="0"/>
                </a:moveTo>
                <a:lnTo>
                  <a:pt x="1647172" y="0"/>
                </a:lnTo>
                <a:cubicBezTo>
                  <a:pt x="1666258" y="0"/>
                  <a:pt x="1685160" y="1863"/>
                  <a:pt x="1703879" y="5586"/>
                </a:cubicBezTo>
                <a:cubicBezTo>
                  <a:pt x="1722599" y="9309"/>
                  <a:pt x="1740775" y="14823"/>
                  <a:pt x="1758409" y="22128"/>
                </a:cubicBezTo>
                <a:cubicBezTo>
                  <a:pt x="1776042" y="29430"/>
                  <a:pt x="1792793" y="38385"/>
                  <a:pt x="1808662" y="48988"/>
                </a:cubicBezTo>
                <a:cubicBezTo>
                  <a:pt x="1824533" y="59593"/>
                  <a:pt x="1839216" y="71642"/>
                  <a:pt x="1852711" y="85139"/>
                </a:cubicBezTo>
                <a:cubicBezTo>
                  <a:pt x="1866207" y="98634"/>
                  <a:pt x="1878258" y="113317"/>
                  <a:pt x="1888860" y="129186"/>
                </a:cubicBezTo>
                <a:cubicBezTo>
                  <a:pt x="1899465" y="145057"/>
                  <a:pt x="1908417" y="161808"/>
                  <a:pt x="1915722" y="179441"/>
                </a:cubicBezTo>
                <a:cubicBezTo>
                  <a:pt x="1923027" y="197074"/>
                  <a:pt x="1928540" y="215250"/>
                  <a:pt x="1932264" y="233971"/>
                </a:cubicBezTo>
                <a:cubicBezTo>
                  <a:pt x="1935988" y="252690"/>
                  <a:pt x="1937849" y="271592"/>
                  <a:pt x="1937849" y="290677"/>
                </a:cubicBezTo>
                <a:lnTo>
                  <a:pt x="1937849" y="2817956"/>
                </a:lnTo>
                <a:cubicBezTo>
                  <a:pt x="1937849" y="2837042"/>
                  <a:pt x="1935988" y="2855944"/>
                  <a:pt x="1932264" y="2874663"/>
                </a:cubicBezTo>
                <a:cubicBezTo>
                  <a:pt x="1928540" y="2893382"/>
                  <a:pt x="1923027" y="2911559"/>
                  <a:pt x="1915722" y="2929193"/>
                </a:cubicBezTo>
                <a:cubicBezTo>
                  <a:pt x="1908417" y="2946827"/>
                  <a:pt x="1899465" y="2963577"/>
                  <a:pt x="1888860" y="2979448"/>
                </a:cubicBezTo>
                <a:cubicBezTo>
                  <a:pt x="1878258" y="2995317"/>
                  <a:pt x="1866207" y="3010000"/>
                  <a:pt x="1852711" y="3023495"/>
                </a:cubicBezTo>
                <a:cubicBezTo>
                  <a:pt x="1839216" y="3036991"/>
                  <a:pt x="1824533" y="3049041"/>
                  <a:pt x="1808662" y="3059644"/>
                </a:cubicBezTo>
                <a:cubicBezTo>
                  <a:pt x="1792793" y="3070248"/>
                  <a:pt x="1776042" y="3079203"/>
                  <a:pt x="1758409" y="3086506"/>
                </a:cubicBezTo>
                <a:cubicBezTo>
                  <a:pt x="1740775" y="3093811"/>
                  <a:pt x="1722599" y="3099324"/>
                  <a:pt x="1703879" y="3103048"/>
                </a:cubicBezTo>
                <a:cubicBezTo>
                  <a:pt x="1685160" y="3106771"/>
                  <a:pt x="1666258" y="3108632"/>
                  <a:pt x="1647172" y="3108634"/>
                </a:cubicBezTo>
                <a:lnTo>
                  <a:pt x="290677" y="3108634"/>
                </a:lnTo>
                <a:cubicBezTo>
                  <a:pt x="271591" y="3108632"/>
                  <a:pt x="252688" y="3106771"/>
                  <a:pt x="233969" y="3103048"/>
                </a:cubicBezTo>
                <a:cubicBezTo>
                  <a:pt x="215250" y="3099324"/>
                  <a:pt x="197073" y="3093811"/>
                  <a:pt x="179440" y="3086506"/>
                </a:cubicBezTo>
                <a:cubicBezTo>
                  <a:pt x="161807" y="3079203"/>
                  <a:pt x="145055" y="3070248"/>
                  <a:pt x="129186" y="3059644"/>
                </a:cubicBezTo>
                <a:cubicBezTo>
                  <a:pt x="113316" y="3049041"/>
                  <a:pt x="98633" y="3036991"/>
                  <a:pt x="85137" y="3023495"/>
                </a:cubicBezTo>
                <a:cubicBezTo>
                  <a:pt x="71642" y="3010000"/>
                  <a:pt x="59592" y="2995317"/>
                  <a:pt x="48988" y="2979448"/>
                </a:cubicBezTo>
                <a:cubicBezTo>
                  <a:pt x="38384" y="2963577"/>
                  <a:pt x="29430" y="2946827"/>
                  <a:pt x="22126" y="2929193"/>
                </a:cubicBezTo>
                <a:cubicBezTo>
                  <a:pt x="14822" y="2911559"/>
                  <a:pt x="9309" y="2893382"/>
                  <a:pt x="5585" y="2874663"/>
                </a:cubicBezTo>
                <a:cubicBezTo>
                  <a:pt x="1862" y="2855944"/>
                  <a:pt x="0" y="2837042"/>
                  <a:pt x="0" y="2817956"/>
                </a:cubicBezTo>
                <a:lnTo>
                  <a:pt x="0" y="290677"/>
                </a:lnTo>
                <a:cubicBezTo>
                  <a:pt x="0" y="271592"/>
                  <a:pt x="1862" y="252690"/>
                  <a:pt x="5585" y="233971"/>
                </a:cubicBezTo>
                <a:cubicBezTo>
                  <a:pt x="9309" y="215250"/>
                  <a:pt x="14822" y="197074"/>
                  <a:pt x="22126" y="179441"/>
                </a:cubicBezTo>
                <a:cubicBezTo>
                  <a:pt x="29430" y="161808"/>
                  <a:pt x="38384" y="145057"/>
                  <a:pt x="48988" y="129186"/>
                </a:cubicBezTo>
                <a:cubicBezTo>
                  <a:pt x="59592" y="113317"/>
                  <a:pt x="71642" y="98634"/>
                  <a:pt x="85137" y="85139"/>
                </a:cubicBezTo>
                <a:cubicBezTo>
                  <a:pt x="98633" y="71642"/>
                  <a:pt x="113316" y="59593"/>
                  <a:pt x="129186" y="48988"/>
                </a:cubicBezTo>
                <a:cubicBezTo>
                  <a:pt x="145055" y="38385"/>
                  <a:pt x="161807" y="29430"/>
                  <a:pt x="179440" y="22128"/>
                </a:cubicBezTo>
                <a:cubicBezTo>
                  <a:pt x="197073" y="14823"/>
                  <a:pt x="215250" y="9309"/>
                  <a:pt x="233969" y="5586"/>
                </a:cubicBezTo>
                <a:cubicBezTo>
                  <a:pt x="252688" y="1863"/>
                  <a:pt x="271591" y="0"/>
                  <a:pt x="290677" y="0"/>
                </a:cubicBezTo>
              </a:path>
            </a:pathLst>
          </a:custGeom>
          <a:solidFill xmlns:a="http://schemas.openxmlformats.org/drawingml/2006/main">
            <a:srgbClr val="FFF2CC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8C2C7580-3923-4A44-9CBB-CC862893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8" y="521921"/>
            <a:ext cx="1937849" cy="3108632"/>
          </a:xfrm>
          <a:custGeom xmlns:a="http://schemas.openxmlformats.org/drawingml/2006/main">
            <a:pathLst>
              <a:path w="1937849" h="3108632">
                <a:moveTo>
                  <a:pt x="290677" y="0"/>
                </a:moveTo>
                <a:lnTo>
                  <a:pt x="1647172" y="0"/>
                </a:lnTo>
                <a:cubicBezTo>
                  <a:pt x="1666258" y="0"/>
                  <a:pt x="1685160" y="1862"/>
                  <a:pt x="1703879" y="5585"/>
                </a:cubicBezTo>
                <a:cubicBezTo>
                  <a:pt x="1722599" y="9309"/>
                  <a:pt x="1740776" y="14822"/>
                  <a:pt x="1758409" y="22126"/>
                </a:cubicBezTo>
                <a:cubicBezTo>
                  <a:pt x="1776042" y="29430"/>
                  <a:pt x="1792793" y="38384"/>
                  <a:pt x="1808664" y="48988"/>
                </a:cubicBezTo>
                <a:cubicBezTo>
                  <a:pt x="1824533" y="59591"/>
                  <a:pt x="1839216" y="71642"/>
                  <a:pt x="1852711" y="85137"/>
                </a:cubicBezTo>
                <a:cubicBezTo>
                  <a:pt x="1866208" y="98633"/>
                  <a:pt x="1878257" y="113316"/>
                  <a:pt x="1888860" y="129186"/>
                </a:cubicBezTo>
                <a:cubicBezTo>
                  <a:pt x="1899465" y="145055"/>
                  <a:pt x="1908418" y="161807"/>
                  <a:pt x="1915722" y="179440"/>
                </a:cubicBezTo>
                <a:cubicBezTo>
                  <a:pt x="1923026" y="197073"/>
                  <a:pt x="1928540" y="215250"/>
                  <a:pt x="1932263" y="233969"/>
                </a:cubicBezTo>
                <a:cubicBezTo>
                  <a:pt x="1935987" y="252688"/>
                  <a:pt x="1937849" y="271591"/>
                  <a:pt x="1937849" y="290677"/>
                </a:cubicBezTo>
                <a:lnTo>
                  <a:pt x="1937849" y="2817955"/>
                </a:lnTo>
                <a:cubicBezTo>
                  <a:pt x="1937849" y="2837042"/>
                  <a:pt x="1935987" y="2855943"/>
                  <a:pt x="1932263" y="2874663"/>
                </a:cubicBezTo>
                <a:cubicBezTo>
                  <a:pt x="1928540" y="2893383"/>
                  <a:pt x="1923026" y="2911558"/>
                  <a:pt x="1915722" y="2929193"/>
                </a:cubicBezTo>
                <a:cubicBezTo>
                  <a:pt x="1908418" y="2946825"/>
                  <a:pt x="1899465" y="2963576"/>
                  <a:pt x="1888860" y="2979446"/>
                </a:cubicBezTo>
                <a:cubicBezTo>
                  <a:pt x="1878257" y="2995317"/>
                  <a:pt x="1866208" y="3009999"/>
                  <a:pt x="1852711" y="3023495"/>
                </a:cubicBezTo>
                <a:cubicBezTo>
                  <a:pt x="1839216" y="3036990"/>
                  <a:pt x="1824533" y="3049040"/>
                  <a:pt x="1808664" y="3059644"/>
                </a:cubicBezTo>
                <a:cubicBezTo>
                  <a:pt x="1792793" y="3070248"/>
                  <a:pt x="1776042" y="3079201"/>
                  <a:pt x="1758409" y="3086505"/>
                </a:cubicBezTo>
                <a:cubicBezTo>
                  <a:pt x="1740776" y="3093810"/>
                  <a:pt x="1722599" y="3099322"/>
                  <a:pt x="1703879" y="3103046"/>
                </a:cubicBezTo>
                <a:cubicBezTo>
                  <a:pt x="1685160" y="3106770"/>
                  <a:pt x="1666258" y="3108632"/>
                  <a:pt x="1647172" y="3108632"/>
                </a:cubicBezTo>
                <a:lnTo>
                  <a:pt x="290677" y="3108632"/>
                </a:lnTo>
                <a:cubicBezTo>
                  <a:pt x="271591" y="3108632"/>
                  <a:pt x="252688" y="3106770"/>
                  <a:pt x="233969" y="3103046"/>
                </a:cubicBezTo>
                <a:cubicBezTo>
                  <a:pt x="215250" y="3099322"/>
                  <a:pt x="197073" y="3093810"/>
                  <a:pt x="179440" y="3086505"/>
                </a:cubicBezTo>
                <a:cubicBezTo>
                  <a:pt x="161807" y="3079201"/>
                  <a:pt x="145055" y="3070248"/>
                  <a:pt x="129186" y="3059644"/>
                </a:cubicBezTo>
                <a:cubicBezTo>
                  <a:pt x="113316" y="3049040"/>
                  <a:pt x="98633" y="3036990"/>
                  <a:pt x="85137" y="3023495"/>
                </a:cubicBezTo>
                <a:cubicBezTo>
                  <a:pt x="71642" y="3009999"/>
                  <a:pt x="59592" y="2995317"/>
                  <a:pt x="48988" y="2979446"/>
                </a:cubicBezTo>
                <a:cubicBezTo>
                  <a:pt x="38384" y="2963576"/>
                  <a:pt x="29430" y="2946825"/>
                  <a:pt x="22126" y="2929193"/>
                </a:cubicBezTo>
                <a:cubicBezTo>
                  <a:pt x="14822" y="2911558"/>
                  <a:pt x="9309" y="2893383"/>
                  <a:pt x="5585" y="2874663"/>
                </a:cubicBezTo>
                <a:cubicBezTo>
                  <a:pt x="1862" y="2855943"/>
                  <a:pt x="0" y="2837042"/>
                  <a:pt x="0" y="2817955"/>
                </a:cubicBezTo>
                <a:lnTo>
                  <a:pt x="0" y="290677"/>
                </a:lnTo>
                <a:cubicBezTo>
                  <a:pt x="0" y="271591"/>
                  <a:pt x="1862" y="252688"/>
                  <a:pt x="5585" y="233969"/>
                </a:cubicBezTo>
                <a:cubicBezTo>
                  <a:pt x="9309" y="215250"/>
                  <a:pt x="14822" y="197073"/>
                  <a:pt x="22126" y="179440"/>
                </a:cubicBezTo>
                <a:cubicBezTo>
                  <a:pt x="29430" y="161807"/>
                  <a:pt x="38384" y="145055"/>
                  <a:pt x="48988" y="129186"/>
                </a:cubicBezTo>
                <a:cubicBezTo>
                  <a:pt x="59592" y="113316"/>
                  <a:pt x="71642" y="98633"/>
                  <a:pt x="85137" y="85137"/>
                </a:cubicBezTo>
                <a:cubicBezTo>
                  <a:pt x="98633" y="71642"/>
                  <a:pt x="113316" y="59591"/>
                  <a:pt x="129186" y="48988"/>
                </a:cubicBezTo>
                <a:cubicBezTo>
                  <a:pt x="145055" y="38384"/>
                  <a:pt x="161807" y="29430"/>
                  <a:pt x="179440" y="22126"/>
                </a:cubicBezTo>
                <a:cubicBezTo>
                  <a:pt x="197073" y="14822"/>
                  <a:pt x="215250" y="9309"/>
                  <a:pt x="233969" y="5585"/>
                </a:cubicBezTo>
                <a:cubicBezTo>
                  <a:pt x="252688" y="1862"/>
                  <a:pt x="271591" y="0"/>
                  <a:pt x="29067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6B656">
                <a:alpha val="40000"/>
              </a:srgbClr>
            </a:solidFill>
            <a:prstDash val="solid"/>
          </a:ln>
        </p:spPr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0E637193-EA6B-4AC8-9470-BD30B07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02" y="485586"/>
            <a:ext cx="5620248" cy="3108633"/>
          </a:xfrm>
          <a:custGeom xmlns:a="http://schemas.openxmlformats.org/drawingml/2006/main">
            <a:pathLst>
              <a:path w="5620248" h="3108633">
                <a:moveTo>
                  <a:pt x="466376" y="0"/>
                </a:moveTo>
                <a:lnTo>
                  <a:pt x="5153871" y="0"/>
                </a:lnTo>
                <a:cubicBezTo>
                  <a:pt x="5169144" y="0"/>
                  <a:pt x="5184382" y="749"/>
                  <a:pt x="5199583" y="2246"/>
                </a:cubicBezTo>
                <a:cubicBezTo>
                  <a:pt x="5214782" y="3744"/>
                  <a:pt x="5229873" y="5982"/>
                  <a:pt x="5244854" y="8962"/>
                </a:cubicBezTo>
                <a:cubicBezTo>
                  <a:pt x="5259836" y="11942"/>
                  <a:pt x="5274636" y="15649"/>
                  <a:pt x="5289252" y="20082"/>
                </a:cubicBezTo>
                <a:cubicBezTo>
                  <a:pt x="5303868" y="24517"/>
                  <a:pt x="5318231" y="29657"/>
                  <a:pt x="5332344" y="35502"/>
                </a:cubicBezTo>
                <a:cubicBezTo>
                  <a:pt x="5346457" y="41347"/>
                  <a:pt x="5360246" y="47869"/>
                  <a:pt x="5373717" y="55070"/>
                </a:cubicBezTo>
                <a:cubicBezTo>
                  <a:pt x="5387189" y="62269"/>
                  <a:pt x="5400274" y="70112"/>
                  <a:pt x="5412974" y="78599"/>
                </a:cubicBezTo>
                <a:cubicBezTo>
                  <a:pt x="5425674" y="87085"/>
                  <a:pt x="5437927" y="96173"/>
                  <a:pt x="5449736" y="105864"/>
                </a:cubicBezTo>
                <a:cubicBezTo>
                  <a:pt x="5461543" y="115552"/>
                  <a:pt x="5472846" y="125798"/>
                  <a:pt x="5483648" y="136598"/>
                </a:cubicBezTo>
                <a:cubicBezTo>
                  <a:pt x="5494449" y="147398"/>
                  <a:pt x="5504695" y="158703"/>
                  <a:pt x="5514383" y="170511"/>
                </a:cubicBezTo>
                <a:cubicBezTo>
                  <a:pt x="5524073" y="182318"/>
                  <a:pt x="5533160" y="194572"/>
                  <a:pt x="5541645" y="207273"/>
                </a:cubicBezTo>
                <a:cubicBezTo>
                  <a:pt x="5550132" y="219972"/>
                  <a:pt x="5557975" y="233058"/>
                  <a:pt x="5565176" y="246529"/>
                </a:cubicBezTo>
                <a:cubicBezTo>
                  <a:pt x="5572378" y="259999"/>
                  <a:pt x="5578900" y="273790"/>
                  <a:pt x="5584744" y="287901"/>
                </a:cubicBezTo>
                <a:cubicBezTo>
                  <a:pt x="5590590" y="302013"/>
                  <a:pt x="5595729" y="316378"/>
                  <a:pt x="5600164" y="330994"/>
                </a:cubicBezTo>
                <a:cubicBezTo>
                  <a:pt x="5604597" y="345611"/>
                  <a:pt x="5608304" y="360410"/>
                  <a:pt x="5611285" y="375391"/>
                </a:cubicBezTo>
                <a:cubicBezTo>
                  <a:pt x="5614264" y="390372"/>
                  <a:pt x="5616504" y="405462"/>
                  <a:pt x="5618000" y="420663"/>
                </a:cubicBezTo>
                <a:cubicBezTo>
                  <a:pt x="5619499" y="435864"/>
                  <a:pt x="5620248" y="451102"/>
                  <a:pt x="5620246" y="466377"/>
                </a:cubicBezTo>
                <a:lnTo>
                  <a:pt x="5620246" y="2642258"/>
                </a:lnTo>
                <a:cubicBezTo>
                  <a:pt x="5620248" y="2657531"/>
                  <a:pt x="5619499" y="2672769"/>
                  <a:pt x="5618000" y="2687970"/>
                </a:cubicBezTo>
                <a:cubicBezTo>
                  <a:pt x="5616504" y="2703171"/>
                  <a:pt x="5614264" y="2718261"/>
                  <a:pt x="5611285" y="2733242"/>
                </a:cubicBezTo>
                <a:cubicBezTo>
                  <a:pt x="5608304" y="2748223"/>
                  <a:pt x="5604597" y="2763022"/>
                  <a:pt x="5600164" y="2777639"/>
                </a:cubicBezTo>
                <a:cubicBezTo>
                  <a:pt x="5595729" y="2792255"/>
                  <a:pt x="5590590" y="2806620"/>
                  <a:pt x="5584744" y="2820732"/>
                </a:cubicBezTo>
                <a:cubicBezTo>
                  <a:pt x="5578900" y="2834843"/>
                  <a:pt x="5572378" y="2848634"/>
                  <a:pt x="5565176" y="2862106"/>
                </a:cubicBezTo>
                <a:cubicBezTo>
                  <a:pt x="5557978" y="2875576"/>
                  <a:pt x="5550132" y="2888661"/>
                  <a:pt x="5541645" y="2901361"/>
                </a:cubicBezTo>
                <a:cubicBezTo>
                  <a:pt x="5533161" y="2914061"/>
                  <a:pt x="5524073" y="2926315"/>
                  <a:pt x="5514385" y="2938122"/>
                </a:cubicBezTo>
                <a:cubicBezTo>
                  <a:pt x="5504695" y="2949931"/>
                  <a:pt x="5494449" y="2961234"/>
                  <a:pt x="5483648" y="2972035"/>
                </a:cubicBezTo>
                <a:cubicBezTo>
                  <a:pt x="5472846" y="2982835"/>
                  <a:pt x="5461543" y="2993081"/>
                  <a:pt x="5449736" y="3002770"/>
                </a:cubicBezTo>
                <a:cubicBezTo>
                  <a:pt x="5437927" y="3012460"/>
                  <a:pt x="5425674" y="3021548"/>
                  <a:pt x="5412974" y="3030034"/>
                </a:cubicBezTo>
                <a:cubicBezTo>
                  <a:pt x="5400274" y="3038521"/>
                  <a:pt x="5387189" y="3046363"/>
                  <a:pt x="5373717" y="3053563"/>
                </a:cubicBezTo>
                <a:cubicBezTo>
                  <a:pt x="5360246" y="3060763"/>
                  <a:pt x="5346457" y="3067288"/>
                  <a:pt x="5332344" y="3073131"/>
                </a:cubicBezTo>
                <a:cubicBezTo>
                  <a:pt x="5318231" y="3078976"/>
                  <a:pt x="5303868" y="3084117"/>
                  <a:pt x="5289252" y="3088550"/>
                </a:cubicBezTo>
                <a:cubicBezTo>
                  <a:pt x="5274636" y="3092984"/>
                  <a:pt x="5259836" y="3096691"/>
                  <a:pt x="5244854" y="3099671"/>
                </a:cubicBezTo>
                <a:cubicBezTo>
                  <a:pt x="5229873" y="3102653"/>
                  <a:pt x="5214782" y="3104891"/>
                  <a:pt x="5199583" y="3106387"/>
                </a:cubicBezTo>
                <a:cubicBezTo>
                  <a:pt x="5184382" y="3107884"/>
                  <a:pt x="5169144" y="3108633"/>
                  <a:pt x="5153871" y="3108633"/>
                </a:cubicBezTo>
                <a:lnTo>
                  <a:pt x="466376" y="3108633"/>
                </a:lnTo>
                <a:cubicBezTo>
                  <a:pt x="451102" y="3108633"/>
                  <a:pt x="435864" y="3107884"/>
                  <a:pt x="420662" y="3106387"/>
                </a:cubicBezTo>
                <a:cubicBezTo>
                  <a:pt x="405461" y="3104891"/>
                  <a:pt x="390371" y="3102653"/>
                  <a:pt x="375389" y="3099671"/>
                </a:cubicBezTo>
                <a:cubicBezTo>
                  <a:pt x="360410" y="3096691"/>
                  <a:pt x="345610" y="3092984"/>
                  <a:pt x="330994" y="3088550"/>
                </a:cubicBezTo>
                <a:cubicBezTo>
                  <a:pt x="316377" y="3084117"/>
                  <a:pt x="302013" y="3078976"/>
                  <a:pt x="287901" y="3073131"/>
                </a:cubicBezTo>
                <a:cubicBezTo>
                  <a:pt x="273789" y="3067288"/>
                  <a:pt x="259999" y="3060763"/>
                  <a:pt x="246528" y="3053563"/>
                </a:cubicBezTo>
                <a:cubicBezTo>
                  <a:pt x="233057" y="3046363"/>
                  <a:pt x="219970" y="3038521"/>
                  <a:pt x="207270" y="3030034"/>
                </a:cubicBezTo>
                <a:cubicBezTo>
                  <a:pt x="194572" y="3021548"/>
                  <a:pt x="182317" y="3012460"/>
                  <a:pt x="170511" y="3002770"/>
                </a:cubicBezTo>
                <a:cubicBezTo>
                  <a:pt x="158703" y="2993081"/>
                  <a:pt x="147398" y="2982835"/>
                  <a:pt x="136598" y="2972035"/>
                </a:cubicBezTo>
                <a:cubicBezTo>
                  <a:pt x="125797" y="2961234"/>
                  <a:pt x="115551" y="2949931"/>
                  <a:pt x="105863" y="2938122"/>
                </a:cubicBezTo>
                <a:cubicBezTo>
                  <a:pt x="96172" y="2926315"/>
                  <a:pt x="87085" y="2914061"/>
                  <a:pt x="78598" y="2901361"/>
                </a:cubicBezTo>
                <a:cubicBezTo>
                  <a:pt x="70112" y="2888661"/>
                  <a:pt x="62269" y="2875576"/>
                  <a:pt x="55069" y="2862106"/>
                </a:cubicBezTo>
                <a:cubicBezTo>
                  <a:pt x="47869" y="2848634"/>
                  <a:pt x="41344" y="2834843"/>
                  <a:pt x="35500" y="2820732"/>
                </a:cubicBezTo>
                <a:cubicBezTo>
                  <a:pt x="29655" y="2806620"/>
                  <a:pt x="24517" y="2792255"/>
                  <a:pt x="20082" y="2777639"/>
                </a:cubicBezTo>
                <a:cubicBezTo>
                  <a:pt x="15649" y="2763022"/>
                  <a:pt x="11942" y="2748223"/>
                  <a:pt x="8962" y="2733242"/>
                </a:cubicBezTo>
                <a:cubicBezTo>
                  <a:pt x="5981" y="2718261"/>
                  <a:pt x="3744" y="2703171"/>
                  <a:pt x="2246" y="2687970"/>
                </a:cubicBezTo>
                <a:cubicBezTo>
                  <a:pt x="749" y="2672769"/>
                  <a:pt x="0" y="2657531"/>
                  <a:pt x="0" y="2642258"/>
                </a:cubicBezTo>
                <a:lnTo>
                  <a:pt x="0" y="466377"/>
                </a:lnTo>
                <a:cubicBezTo>
                  <a:pt x="0" y="451102"/>
                  <a:pt x="749" y="435864"/>
                  <a:pt x="2246" y="420663"/>
                </a:cubicBezTo>
                <a:cubicBezTo>
                  <a:pt x="3744" y="405462"/>
                  <a:pt x="5981" y="390372"/>
                  <a:pt x="8962" y="375391"/>
                </a:cubicBezTo>
                <a:cubicBezTo>
                  <a:pt x="11942" y="360410"/>
                  <a:pt x="15649" y="345611"/>
                  <a:pt x="20082" y="330994"/>
                </a:cubicBezTo>
                <a:cubicBezTo>
                  <a:pt x="24517" y="316378"/>
                  <a:pt x="29655" y="302013"/>
                  <a:pt x="35500" y="287901"/>
                </a:cubicBezTo>
                <a:cubicBezTo>
                  <a:pt x="41344" y="273790"/>
                  <a:pt x="47869" y="259999"/>
                  <a:pt x="55069" y="246529"/>
                </a:cubicBezTo>
                <a:cubicBezTo>
                  <a:pt x="62269" y="233058"/>
                  <a:pt x="70112" y="219972"/>
                  <a:pt x="78598" y="207273"/>
                </a:cubicBezTo>
                <a:cubicBezTo>
                  <a:pt x="87085" y="194572"/>
                  <a:pt x="96172" y="182318"/>
                  <a:pt x="105863" y="170511"/>
                </a:cubicBezTo>
                <a:cubicBezTo>
                  <a:pt x="115551" y="158704"/>
                  <a:pt x="125797" y="147398"/>
                  <a:pt x="136598" y="136598"/>
                </a:cubicBezTo>
                <a:cubicBezTo>
                  <a:pt x="147398" y="125798"/>
                  <a:pt x="158703" y="115552"/>
                  <a:pt x="170511" y="105864"/>
                </a:cubicBezTo>
                <a:cubicBezTo>
                  <a:pt x="182317" y="96173"/>
                  <a:pt x="194572" y="87085"/>
                  <a:pt x="207270" y="78599"/>
                </a:cubicBezTo>
                <a:cubicBezTo>
                  <a:pt x="219970" y="70114"/>
                  <a:pt x="233057" y="62269"/>
                  <a:pt x="246527" y="55070"/>
                </a:cubicBezTo>
                <a:cubicBezTo>
                  <a:pt x="259999" y="47869"/>
                  <a:pt x="273789" y="41347"/>
                  <a:pt x="287901" y="35502"/>
                </a:cubicBezTo>
                <a:cubicBezTo>
                  <a:pt x="302013" y="29657"/>
                  <a:pt x="316377" y="24517"/>
                  <a:pt x="330994" y="20082"/>
                </a:cubicBezTo>
                <a:cubicBezTo>
                  <a:pt x="345610" y="15649"/>
                  <a:pt x="360410" y="11942"/>
                  <a:pt x="375390" y="8962"/>
                </a:cubicBezTo>
                <a:cubicBezTo>
                  <a:pt x="390371" y="5982"/>
                  <a:pt x="405461" y="3744"/>
                  <a:pt x="420662" y="2246"/>
                </a:cubicBezTo>
                <a:cubicBezTo>
                  <a:pt x="435864" y="749"/>
                  <a:pt x="451102" y="0"/>
                  <a:pt x="466376" y="0"/>
                </a:cubicBezTo>
              </a:path>
            </a:pathLst>
          </a:custGeom>
          <a:solidFill xmlns:a="http://schemas.openxmlformats.org/drawingml/2006/main">
            <a:srgbClr val="E1D5E7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E0BF94B1-EC25-4834-9DE0-489164A5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02" y="485587"/>
            <a:ext cx="5620247" cy="3108632"/>
          </a:xfrm>
          <a:custGeom xmlns:a="http://schemas.openxmlformats.org/drawingml/2006/main">
            <a:pathLst>
              <a:path w="5620247" h="3108632">
                <a:moveTo>
                  <a:pt x="466376" y="0"/>
                </a:moveTo>
                <a:lnTo>
                  <a:pt x="5153871" y="0"/>
                </a:lnTo>
                <a:cubicBezTo>
                  <a:pt x="5169146" y="0"/>
                  <a:pt x="5184384" y="749"/>
                  <a:pt x="5199583" y="2246"/>
                </a:cubicBezTo>
                <a:cubicBezTo>
                  <a:pt x="5214783" y="3743"/>
                  <a:pt x="5229875" y="5982"/>
                  <a:pt x="5244855" y="8961"/>
                </a:cubicBezTo>
                <a:cubicBezTo>
                  <a:pt x="5259836" y="11941"/>
                  <a:pt x="5274635" y="15648"/>
                  <a:pt x="5289252" y="20082"/>
                </a:cubicBezTo>
                <a:cubicBezTo>
                  <a:pt x="5303867" y="24516"/>
                  <a:pt x="5318231" y="29655"/>
                  <a:pt x="5332343" y="35501"/>
                </a:cubicBezTo>
                <a:cubicBezTo>
                  <a:pt x="5346454" y="41346"/>
                  <a:pt x="5360248" y="47868"/>
                  <a:pt x="5373718" y="55069"/>
                </a:cubicBezTo>
                <a:cubicBezTo>
                  <a:pt x="5387189" y="62269"/>
                  <a:pt x="5400275" y="70112"/>
                  <a:pt x="5412973" y="78598"/>
                </a:cubicBezTo>
                <a:cubicBezTo>
                  <a:pt x="5425676" y="87084"/>
                  <a:pt x="5437928" y="96172"/>
                  <a:pt x="5449735" y="105862"/>
                </a:cubicBezTo>
                <a:cubicBezTo>
                  <a:pt x="5461543" y="115552"/>
                  <a:pt x="5472846" y="125797"/>
                  <a:pt x="5483647" y="136598"/>
                </a:cubicBezTo>
                <a:cubicBezTo>
                  <a:pt x="5494450" y="147399"/>
                  <a:pt x="5504695" y="158703"/>
                  <a:pt x="5514385" y="170510"/>
                </a:cubicBezTo>
                <a:cubicBezTo>
                  <a:pt x="5524073" y="182317"/>
                  <a:pt x="5533161" y="194571"/>
                  <a:pt x="5541645" y="207271"/>
                </a:cubicBezTo>
                <a:cubicBezTo>
                  <a:pt x="5550131" y="219971"/>
                  <a:pt x="5557976" y="233057"/>
                  <a:pt x="5565176" y="246527"/>
                </a:cubicBezTo>
                <a:cubicBezTo>
                  <a:pt x="5572375" y="259998"/>
                  <a:pt x="5578898" y="273790"/>
                  <a:pt x="5584744" y="287901"/>
                </a:cubicBezTo>
                <a:cubicBezTo>
                  <a:pt x="5590590" y="302013"/>
                  <a:pt x="5595730" y="316377"/>
                  <a:pt x="5600164" y="330994"/>
                </a:cubicBezTo>
                <a:cubicBezTo>
                  <a:pt x="5604597" y="345611"/>
                  <a:pt x="5608305" y="360409"/>
                  <a:pt x="5611282" y="375390"/>
                </a:cubicBezTo>
                <a:cubicBezTo>
                  <a:pt x="5614265" y="390371"/>
                  <a:pt x="5616504" y="405462"/>
                  <a:pt x="5618000" y="420663"/>
                </a:cubicBezTo>
                <a:cubicBezTo>
                  <a:pt x="5619499" y="435864"/>
                  <a:pt x="5620247" y="451101"/>
                  <a:pt x="5620247" y="466375"/>
                </a:cubicBezTo>
                <a:lnTo>
                  <a:pt x="5620247" y="2642257"/>
                </a:lnTo>
                <a:cubicBezTo>
                  <a:pt x="5620247" y="2657530"/>
                  <a:pt x="5619499" y="2672768"/>
                  <a:pt x="5618000" y="2687969"/>
                </a:cubicBezTo>
                <a:cubicBezTo>
                  <a:pt x="5616504" y="2703170"/>
                  <a:pt x="5614265" y="2718261"/>
                  <a:pt x="5611282" y="2733242"/>
                </a:cubicBezTo>
                <a:cubicBezTo>
                  <a:pt x="5608305" y="2748223"/>
                  <a:pt x="5604597" y="2763022"/>
                  <a:pt x="5600164" y="2777638"/>
                </a:cubicBezTo>
                <a:cubicBezTo>
                  <a:pt x="5595730" y="2792254"/>
                  <a:pt x="5590590" y="2806619"/>
                  <a:pt x="5584744" y="2820731"/>
                </a:cubicBezTo>
                <a:cubicBezTo>
                  <a:pt x="5578898" y="2834842"/>
                  <a:pt x="5572375" y="2848634"/>
                  <a:pt x="5565176" y="2862104"/>
                </a:cubicBezTo>
                <a:cubicBezTo>
                  <a:pt x="5557976" y="2875575"/>
                  <a:pt x="5550133" y="2888660"/>
                  <a:pt x="5541646" y="2901360"/>
                </a:cubicBezTo>
                <a:cubicBezTo>
                  <a:pt x="5533161" y="2914061"/>
                  <a:pt x="5524073" y="2926315"/>
                  <a:pt x="5514385" y="2938122"/>
                </a:cubicBezTo>
                <a:cubicBezTo>
                  <a:pt x="5504695" y="2949929"/>
                  <a:pt x="5494450" y="2961233"/>
                  <a:pt x="5483647" y="2972033"/>
                </a:cubicBezTo>
                <a:cubicBezTo>
                  <a:pt x="5472846" y="2982835"/>
                  <a:pt x="5461543" y="2993080"/>
                  <a:pt x="5449735" y="3002769"/>
                </a:cubicBezTo>
                <a:cubicBezTo>
                  <a:pt x="5437928" y="3012460"/>
                  <a:pt x="5425676" y="3021549"/>
                  <a:pt x="5412973" y="3030033"/>
                </a:cubicBezTo>
                <a:cubicBezTo>
                  <a:pt x="5400275" y="3038519"/>
                  <a:pt x="5387189" y="3046363"/>
                  <a:pt x="5373718" y="3053564"/>
                </a:cubicBezTo>
                <a:cubicBezTo>
                  <a:pt x="5360248" y="3060764"/>
                  <a:pt x="5346454" y="3067287"/>
                  <a:pt x="5332343" y="3073131"/>
                </a:cubicBezTo>
                <a:cubicBezTo>
                  <a:pt x="5318231" y="3078977"/>
                  <a:pt x="5303867" y="3084115"/>
                  <a:pt x="5289252" y="3088550"/>
                </a:cubicBezTo>
                <a:cubicBezTo>
                  <a:pt x="5274635" y="3092984"/>
                  <a:pt x="5259836" y="3096690"/>
                  <a:pt x="5244855" y="3099671"/>
                </a:cubicBezTo>
                <a:cubicBezTo>
                  <a:pt x="5229875" y="3102651"/>
                  <a:pt x="5214783" y="3104889"/>
                  <a:pt x="5199583" y="3106387"/>
                </a:cubicBezTo>
                <a:cubicBezTo>
                  <a:pt x="5184384" y="3107883"/>
                  <a:pt x="5169146" y="3108632"/>
                  <a:pt x="5153871" y="3108632"/>
                </a:cubicBezTo>
                <a:lnTo>
                  <a:pt x="466376" y="3108632"/>
                </a:lnTo>
                <a:cubicBezTo>
                  <a:pt x="451100" y="3108632"/>
                  <a:pt x="435864" y="3107883"/>
                  <a:pt x="420663" y="3106387"/>
                </a:cubicBezTo>
                <a:cubicBezTo>
                  <a:pt x="405463" y="3104889"/>
                  <a:pt x="390371" y="3102651"/>
                  <a:pt x="375390" y="3099671"/>
                </a:cubicBezTo>
                <a:cubicBezTo>
                  <a:pt x="360410" y="3096690"/>
                  <a:pt x="345611" y="3092984"/>
                  <a:pt x="330994" y="3088550"/>
                </a:cubicBezTo>
                <a:cubicBezTo>
                  <a:pt x="316377" y="3084115"/>
                  <a:pt x="302013" y="3078977"/>
                  <a:pt x="287901" y="3073131"/>
                </a:cubicBezTo>
                <a:cubicBezTo>
                  <a:pt x="273788" y="3067287"/>
                  <a:pt x="259998" y="3060764"/>
                  <a:pt x="246527" y="3053564"/>
                </a:cubicBezTo>
                <a:cubicBezTo>
                  <a:pt x="233055" y="3046363"/>
                  <a:pt x="219969" y="3038519"/>
                  <a:pt x="207271" y="3030033"/>
                </a:cubicBezTo>
                <a:cubicBezTo>
                  <a:pt x="194571" y="3021547"/>
                  <a:pt x="182317" y="3012460"/>
                  <a:pt x="170509" y="3002769"/>
                </a:cubicBezTo>
                <a:cubicBezTo>
                  <a:pt x="158703" y="2993080"/>
                  <a:pt x="147399" y="2982835"/>
                  <a:pt x="136597" y="2972033"/>
                </a:cubicBezTo>
                <a:cubicBezTo>
                  <a:pt x="125799" y="2961233"/>
                  <a:pt x="115552" y="2949929"/>
                  <a:pt x="105861" y="2938122"/>
                </a:cubicBezTo>
                <a:cubicBezTo>
                  <a:pt x="96173" y="2926315"/>
                  <a:pt x="87085" y="2914061"/>
                  <a:pt x="78598" y="2901360"/>
                </a:cubicBezTo>
                <a:cubicBezTo>
                  <a:pt x="70111" y="2888660"/>
                  <a:pt x="62270" y="2875575"/>
                  <a:pt x="55068" y="2862104"/>
                </a:cubicBezTo>
                <a:cubicBezTo>
                  <a:pt x="47868" y="2848634"/>
                  <a:pt x="41346" y="2834842"/>
                  <a:pt x="35500" y="2820731"/>
                </a:cubicBezTo>
                <a:cubicBezTo>
                  <a:pt x="29654" y="2806619"/>
                  <a:pt x="24516" y="2792254"/>
                  <a:pt x="20082" y="2777638"/>
                </a:cubicBezTo>
                <a:cubicBezTo>
                  <a:pt x="15648" y="2763022"/>
                  <a:pt x="11941" y="2748223"/>
                  <a:pt x="8961" y="2733242"/>
                </a:cubicBezTo>
                <a:cubicBezTo>
                  <a:pt x="5981" y="2718261"/>
                  <a:pt x="3744" y="2703170"/>
                  <a:pt x="2246" y="2687969"/>
                </a:cubicBezTo>
                <a:cubicBezTo>
                  <a:pt x="749" y="2672768"/>
                  <a:pt x="0" y="2657530"/>
                  <a:pt x="0" y="2642257"/>
                </a:cubicBezTo>
                <a:lnTo>
                  <a:pt x="0" y="466375"/>
                </a:lnTo>
                <a:cubicBezTo>
                  <a:pt x="0" y="451101"/>
                  <a:pt x="749" y="435864"/>
                  <a:pt x="2246" y="420663"/>
                </a:cubicBezTo>
                <a:cubicBezTo>
                  <a:pt x="3744" y="405462"/>
                  <a:pt x="5981" y="390371"/>
                  <a:pt x="8961" y="375390"/>
                </a:cubicBezTo>
                <a:cubicBezTo>
                  <a:pt x="11941" y="360409"/>
                  <a:pt x="15648" y="345611"/>
                  <a:pt x="20082" y="330994"/>
                </a:cubicBezTo>
                <a:cubicBezTo>
                  <a:pt x="24516" y="316377"/>
                  <a:pt x="29654" y="302013"/>
                  <a:pt x="35500" y="287901"/>
                </a:cubicBezTo>
                <a:cubicBezTo>
                  <a:pt x="41346" y="273790"/>
                  <a:pt x="47868" y="259998"/>
                  <a:pt x="55068" y="246528"/>
                </a:cubicBezTo>
                <a:cubicBezTo>
                  <a:pt x="62270" y="233057"/>
                  <a:pt x="70111" y="219971"/>
                  <a:pt x="78598" y="207271"/>
                </a:cubicBezTo>
                <a:cubicBezTo>
                  <a:pt x="87085" y="194571"/>
                  <a:pt x="96173" y="182317"/>
                  <a:pt x="105861" y="170510"/>
                </a:cubicBezTo>
                <a:cubicBezTo>
                  <a:pt x="115552" y="158703"/>
                  <a:pt x="125799" y="147399"/>
                  <a:pt x="136597" y="136598"/>
                </a:cubicBezTo>
                <a:cubicBezTo>
                  <a:pt x="147399" y="125797"/>
                  <a:pt x="158703" y="115552"/>
                  <a:pt x="170509" y="105862"/>
                </a:cubicBezTo>
                <a:cubicBezTo>
                  <a:pt x="182317" y="96172"/>
                  <a:pt x="194571" y="87085"/>
                  <a:pt x="207271" y="78598"/>
                </a:cubicBezTo>
                <a:cubicBezTo>
                  <a:pt x="219969" y="70112"/>
                  <a:pt x="233055" y="62269"/>
                  <a:pt x="246527" y="55069"/>
                </a:cubicBezTo>
                <a:cubicBezTo>
                  <a:pt x="259998" y="47869"/>
                  <a:pt x="273788" y="41346"/>
                  <a:pt x="287901" y="35501"/>
                </a:cubicBezTo>
                <a:cubicBezTo>
                  <a:pt x="302013" y="29655"/>
                  <a:pt x="316377" y="24516"/>
                  <a:pt x="330994" y="20082"/>
                </a:cubicBezTo>
                <a:cubicBezTo>
                  <a:pt x="345611" y="15648"/>
                  <a:pt x="360410" y="11941"/>
                  <a:pt x="375390" y="8961"/>
                </a:cubicBezTo>
                <a:cubicBezTo>
                  <a:pt x="390371" y="5982"/>
                  <a:pt x="405463" y="3743"/>
                  <a:pt x="420663" y="2246"/>
                </a:cubicBezTo>
                <a:cubicBezTo>
                  <a:pt x="435864" y="749"/>
                  <a:pt x="451100" y="0"/>
                  <a:pt x="46637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9673A6">
                <a:alpha val="40000"/>
              </a:srgbClr>
            </a:solidFill>
            <a:prstDash val="solid"/>
          </a:ln>
        </p:spPr>
      </p:sp>
      <p:sp>
        <p:nvSpPr>
          <p:cNvPr id="5" name="pdf-path-8">
            <a:extLst xmlns:a="http://schemas.openxmlformats.org/drawingml/2006/main">
              <a:ext uri="{FF2B5EF4-FFF2-40B4-BE49-F238E27FC236}">
                <a16:creationId xmlns:a16="http://schemas.microsoft.com/office/drawing/2014/main" id="{0EAFF73F-16E1-41B0-8A77-393F2B1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510" y="485586"/>
            <a:ext cx="3229748" cy="3108633"/>
          </a:xfrm>
          <a:custGeom xmlns:a="http://schemas.openxmlformats.org/drawingml/2006/main">
            <a:pathLst>
              <a:path w="3229748" h="3108633">
                <a:moveTo>
                  <a:pt x="466377" y="0"/>
                </a:moveTo>
                <a:lnTo>
                  <a:pt x="2763373" y="0"/>
                </a:lnTo>
                <a:cubicBezTo>
                  <a:pt x="2778647" y="0"/>
                  <a:pt x="2793884" y="749"/>
                  <a:pt x="2809086" y="2246"/>
                </a:cubicBezTo>
                <a:cubicBezTo>
                  <a:pt x="2824286" y="3744"/>
                  <a:pt x="2839376" y="5982"/>
                  <a:pt x="2854358" y="8962"/>
                </a:cubicBezTo>
                <a:cubicBezTo>
                  <a:pt x="2869338" y="11942"/>
                  <a:pt x="2884138" y="15649"/>
                  <a:pt x="2898754" y="20082"/>
                </a:cubicBezTo>
                <a:cubicBezTo>
                  <a:pt x="2913370" y="24517"/>
                  <a:pt x="2927734" y="29657"/>
                  <a:pt x="2941845" y="35502"/>
                </a:cubicBezTo>
                <a:cubicBezTo>
                  <a:pt x="2955958" y="41347"/>
                  <a:pt x="2969750" y="47869"/>
                  <a:pt x="2983222" y="55070"/>
                </a:cubicBezTo>
                <a:cubicBezTo>
                  <a:pt x="2996691" y="62269"/>
                  <a:pt x="3009776" y="70112"/>
                  <a:pt x="3022476" y="78599"/>
                </a:cubicBezTo>
                <a:cubicBezTo>
                  <a:pt x="3035177" y="87085"/>
                  <a:pt x="3047431" y="96173"/>
                  <a:pt x="3059237" y="105864"/>
                </a:cubicBezTo>
                <a:cubicBezTo>
                  <a:pt x="3071046" y="115552"/>
                  <a:pt x="3082350" y="125798"/>
                  <a:pt x="3093150" y="136598"/>
                </a:cubicBezTo>
                <a:cubicBezTo>
                  <a:pt x="3103950" y="147398"/>
                  <a:pt x="3114197" y="158703"/>
                  <a:pt x="3123885" y="170511"/>
                </a:cubicBezTo>
                <a:cubicBezTo>
                  <a:pt x="3133576" y="182318"/>
                  <a:pt x="3142664" y="194572"/>
                  <a:pt x="3151150" y="207273"/>
                </a:cubicBezTo>
                <a:cubicBezTo>
                  <a:pt x="3159637" y="219972"/>
                  <a:pt x="3167479" y="233058"/>
                  <a:pt x="3174678" y="246529"/>
                </a:cubicBezTo>
                <a:cubicBezTo>
                  <a:pt x="3181879" y="259999"/>
                  <a:pt x="3188401" y="273790"/>
                  <a:pt x="3194246" y="287901"/>
                </a:cubicBezTo>
                <a:cubicBezTo>
                  <a:pt x="3200092" y="302013"/>
                  <a:pt x="3205232" y="316378"/>
                  <a:pt x="3209666" y="330994"/>
                </a:cubicBezTo>
                <a:cubicBezTo>
                  <a:pt x="3214099" y="345611"/>
                  <a:pt x="3217806" y="360410"/>
                  <a:pt x="3220786" y="375391"/>
                </a:cubicBezTo>
                <a:cubicBezTo>
                  <a:pt x="3223766" y="390372"/>
                  <a:pt x="3226006" y="405462"/>
                  <a:pt x="3227503" y="420663"/>
                </a:cubicBezTo>
                <a:cubicBezTo>
                  <a:pt x="3228999" y="435864"/>
                  <a:pt x="3229748" y="451102"/>
                  <a:pt x="3229748" y="466377"/>
                </a:cubicBezTo>
                <a:lnTo>
                  <a:pt x="3229748" y="2642258"/>
                </a:lnTo>
                <a:cubicBezTo>
                  <a:pt x="3229748" y="2657531"/>
                  <a:pt x="3228999" y="2672769"/>
                  <a:pt x="3227503" y="2687970"/>
                </a:cubicBezTo>
                <a:cubicBezTo>
                  <a:pt x="3226006" y="2703171"/>
                  <a:pt x="3223766" y="2718261"/>
                  <a:pt x="3220786" y="2733242"/>
                </a:cubicBezTo>
                <a:cubicBezTo>
                  <a:pt x="3217806" y="2748223"/>
                  <a:pt x="3214099" y="2763022"/>
                  <a:pt x="3209666" y="2777639"/>
                </a:cubicBezTo>
                <a:cubicBezTo>
                  <a:pt x="3205232" y="2792255"/>
                  <a:pt x="3200092" y="2806620"/>
                  <a:pt x="3194246" y="2820732"/>
                </a:cubicBezTo>
                <a:cubicBezTo>
                  <a:pt x="3188401" y="2834843"/>
                  <a:pt x="3181879" y="2848634"/>
                  <a:pt x="3174678" y="2862106"/>
                </a:cubicBezTo>
                <a:cubicBezTo>
                  <a:pt x="3167479" y="2875576"/>
                  <a:pt x="3159637" y="2888661"/>
                  <a:pt x="3151150" y="2901361"/>
                </a:cubicBezTo>
                <a:cubicBezTo>
                  <a:pt x="3142664" y="2914061"/>
                  <a:pt x="3133576" y="2926315"/>
                  <a:pt x="3123885" y="2938122"/>
                </a:cubicBezTo>
                <a:cubicBezTo>
                  <a:pt x="3114197" y="2949931"/>
                  <a:pt x="3103950" y="2961234"/>
                  <a:pt x="3093150" y="2972035"/>
                </a:cubicBezTo>
                <a:cubicBezTo>
                  <a:pt x="3082350" y="2982835"/>
                  <a:pt x="3071046" y="2993081"/>
                  <a:pt x="3059237" y="3002770"/>
                </a:cubicBezTo>
                <a:cubicBezTo>
                  <a:pt x="3047431" y="3012460"/>
                  <a:pt x="3035177" y="3021548"/>
                  <a:pt x="3022476" y="3030034"/>
                </a:cubicBezTo>
                <a:cubicBezTo>
                  <a:pt x="3009776" y="3038521"/>
                  <a:pt x="2996691" y="3046363"/>
                  <a:pt x="2983222" y="3053563"/>
                </a:cubicBezTo>
                <a:cubicBezTo>
                  <a:pt x="2969750" y="3060763"/>
                  <a:pt x="2955958" y="3067288"/>
                  <a:pt x="2941845" y="3073131"/>
                </a:cubicBezTo>
                <a:cubicBezTo>
                  <a:pt x="2927734" y="3078976"/>
                  <a:pt x="2913370" y="3084117"/>
                  <a:pt x="2898754" y="3088550"/>
                </a:cubicBezTo>
                <a:cubicBezTo>
                  <a:pt x="2884138" y="3092984"/>
                  <a:pt x="2869338" y="3096691"/>
                  <a:pt x="2854358" y="3099671"/>
                </a:cubicBezTo>
                <a:cubicBezTo>
                  <a:pt x="2839376" y="3102653"/>
                  <a:pt x="2824286" y="3104891"/>
                  <a:pt x="2809086" y="3106387"/>
                </a:cubicBezTo>
                <a:cubicBezTo>
                  <a:pt x="2793884" y="3107884"/>
                  <a:pt x="2778647" y="3108633"/>
                  <a:pt x="2763373" y="3108633"/>
                </a:cubicBezTo>
                <a:lnTo>
                  <a:pt x="466377" y="3108633"/>
                </a:lnTo>
                <a:cubicBezTo>
                  <a:pt x="451101" y="3108633"/>
                  <a:pt x="435864" y="3107884"/>
                  <a:pt x="420663" y="3106387"/>
                </a:cubicBezTo>
                <a:cubicBezTo>
                  <a:pt x="405462" y="3104891"/>
                  <a:pt x="390372" y="3102653"/>
                  <a:pt x="375391" y="3099671"/>
                </a:cubicBezTo>
                <a:cubicBezTo>
                  <a:pt x="360410" y="3096691"/>
                  <a:pt x="345611" y="3092984"/>
                  <a:pt x="330994" y="3088550"/>
                </a:cubicBezTo>
                <a:cubicBezTo>
                  <a:pt x="316377" y="3084117"/>
                  <a:pt x="302013" y="3078976"/>
                  <a:pt x="287901" y="3073131"/>
                </a:cubicBezTo>
                <a:cubicBezTo>
                  <a:pt x="273790" y="3067288"/>
                  <a:pt x="259998" y="3060763"/>
                  <a:pt x="246529" y="3053563"/>
                </a:cubicBezTo>
                <a:cubicBezTo>
                  <a:pt x="233057" y="3046363"/>
                  <a:pt x="219972" y="3038521"/>
                  <a:pt x="207272" y="3030034"/>
                </a:cubicBezTo>
                <a:cubicBezTo>
                  <a:pt x="194572" y="3021548"/>
                  <a:pt x="182317" y="3012460"/>
                  <a:pt x="170510" y="3002770"/>
                </a:cubicBezTo>
                <a:cubicBezTo>
                  <a:pt x="158704" y="2993081"/>
                  <a:pt x="147399" y="2982835"/>
                  <a:pt x="136598" y="2972035"/>
                </a:cubicBezTo>
                <a:cubicBezTo>
                  <a:pt x="125797" y="2961234"/>
                  <a:pt x="115552" y="2949931"/>
                  <a:pt x="105863" y="2938122"/>
                </a:cubicBezTo>
                <a:cubicBezTo>
                  <a:pt x="96172" y="2926315"/>
                  <a:pt x="87085" y="2914061"/>
                  <a:pt x="78598" y="2901361"/>
                </a:cubicBezTo>
                <a:cubicBezTo>
                  <a:pt x="70112" y="2888661"/>
                  <a:pt x="62269" y="2875576"/>
                  <a:pt x="55070" y="2862106"/>
                </a:cubicBezTo>
                <a:cubicBezTo>
                  <a:pt x="47869" y="2848634"/>
                  <a:pt x="41345" y="2834843"/>
                  <a:pt x="35500" y="2820732"/>
                </a:cubicBezTo>
                <a:cubicBezTo>
                  <a:pt x="29655" y="2806620"/>
                  <a:pt x="24516" y="2792255"/>
                  <a:pt x="20083" y="2777639"/>
                </a:cubicBezTo>
                <a:cubicBezTo>
                  <a:pt x="15649" y="2763022"/>
                  <a:pt x="11942" y="2748223"/>
                  <a:pt x="8962" y="2733242"/>
                </a:cubicBezTo>
                <a:cubicBezTo>
                  <a:pt x="5982" y="2718261"/>
                  <a:pt x="3744" y="2703171"/>
                  <a:pt x="2246" y="2687970"/>
                </a:cubicBezTo>
                <a:cubicBezTo>
                  <a:pt x="749" y="2672769"/>
                  <a:pt x="0" y="2657531"/>
                  <a:pt x="0" y="2642258"/>
                </a:cubicBezTo>
                <a:lnTo>
                  <a:pt x="0" y="466377"/>
                </a:lnTo>
                <a:cubicBezTo>
                  <a:pt x="0" y="451102"/>
                  <a:pt x="749" y="435864"/>
                  <a:pt x="2246" y="420663"/>
                </a:cubicBezTo>
                <a:cubicBezTo>
                  <a:pt x="3744" y="405462"/>
                  <a:pt x="5982" y="390372"/>
                  <a:pt x="8962" y="375391"/>
                </a:cubicBezTo>
                <a:cubicBezTo>
                  <a:pt x="11942" y="360410"/>
                  <a:pt x="15649" y="345611"/>
                  <a:pt x="20083" y="330994"/>
                </a:cubicBezTo>
                <a:cubicBezTo>
                  <a:pt x="24516" y="316378"/>
                  <a:pt x="29655" y="302013"/>
                  <a:pt x="35500" y="287901"/>
                </a:cubicBezTo>
                <a:cubicBezTo>
                  <a:pt x="41345" y="273790"/>
                  <a:pt x="47869" y="259999"/>
                  <a:pt x="55070" y="246529"/>
                </a:cubicBezTo>
                <a:cubicBezTo>
                  <a:pt x="62269" y="233058"/>
                  <a:pt x="70112" y="219972"/>
                  <a:pt x="78598" y="207273"/>
                </a:cubicBezTo>
                <a:cubicBezTo>
                  <a:pt x="87085" y="194572"/>
                  <a:pt x="96172" y="182318"/>
                  <a:pt x="105863" y="170511"/>
                </a:cubicBezTo>
                <a:cubicBezTo>
                  <a:pt x="115552" y="158704"/>
                  <a:pt x="125797" y="147398"/>
                  <a:pt x="136598" y="136598"/>
                </a:cubicBezTo>
                <a:cubicBezTo>
                  <a:pt x="147399" y="125798"/>
                  <a:pt x="158704" y="115552"/>
                  <a:pt x="170510" y="105864"/>
                </a:cubicBezTo>
                <a:cubicBezTo>
                  <a:pt x="182317" y="96173"/>
                  <a:pt x="194572" y="87085"/>
                  <a:pt x="207272" y="78599"/>
                </a:cubicBezTo>
                <a:cubicBezTo>
                  <a:pt x="219972" y="70114"/>
                  <a:pt x="233057" y="62269"/>
                  <a:pt x="246529" y="55070"/>
                </a:cubicBezTo>
                <a:cubicBezTo>
                  <a:pt x="259998" y="47869"/>
                  <a:pt x="273790" y="41347"/>
                  <a:pt x="287901" y="35502"/>
                </a:cubicBezTo>
                <a:cubicBezTo>
                  <a:pt x="302013" y="29657"/>
                  <a:pt x="316377" y="24517"/>
                  <a:pt x="330994" y="20082"/>
                </a:cubicBezTo>
                <a:cubicBezTo>
                  <a:pt x="345611" y="15649"/>
                  <a:pt x="360410" y="11942"/>
                  <a:pt x="375391" y="8962"/>
                </a:cubicBezTo>
                <a:cubicBezTo>
                  <a:pt x="390372" y="5982"/>
                  <a:pt x="405462" y="3744"/>
                  <a:pt x="420663" y="2246"/>
                </a:cubicBezTo>
                <a:cubicBezTo>
                  <a:pt x="435864" y="749"/>
                  <a:pt x="451101" y="0"/>
                  <a:pt x="466377" y="0"/>
                </a:cubicBezTo>
              </a:path>
            </a:pathLst>
          </a:custGeom>
          <a:solidFill xmlns:a="http://schemas.openxmlformats.org/drawingml/2006/main">
            <a:srgbClr val="FFE6CC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7B77818B-09C1-49F3-9B66-BA0455B8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511" y="485587"/>
            <a:ext cx="3229748" cy="3108632"/>
          </a:xfrm>
          <a:custGeom xmlns:a="http://schemas.openxmlformats.org/drawingml/2006/main">
            <a:pathLst>
              <a:path w="3229748" h="3108632">
                <a:moveTo>
                  <a:pt x="466376" y="0"/>
                </a:moveTo>
                <a:lnTo>
                  <a:pt x="2763372" y="0"/>
                </a:lnTo>
                <a:cubicBezTo>
                  <a:pt x="2778648" y="0"/>
                  <a:pt x="2793884" y="749"/>
                  <a:pt x="2809085" y="2246"/>
                </a:cubicBezTo>
                <a:cubicBezTo>
                  <a:pt x="2824285" y="3743"/>
                  <a:pt x="2839376" y="5982"/>
                  <a:pt x="2854358" y="8961"/>
                </a:cubicBezTo>
                <a:cubicBezTo>
                  <a:pt x="2869337" y="11941"/>
                  <a:pt x="2884137" y="15648"/>
                  <a:pt x="2898754" y="20082"/>
                </a:cubicBezTo>
                <a:cubicBezTo>
                  <a:pt x="2913370" y="24516"/>
                  <a:pt x="2927734" y="29655"/>
                  <a:pt x="2941845" y="35501"/>
                </a:cubicBezTo>
                <a:cubicBezTo>
                  <a:pt x="2955958" y="41346"/>
                  <a:pt x="2969748" y="47868"/>
                  <a:pt x="2983221" y="55069"/>
                </a:cubicBezTo>
                <a:cubicBezTo>
                  <a:pt x="2996691" y="62269"/>
                  <a:pt x="3009776" y="70112"/>
                  <a:pt x="3022477" y="78598"/>
                </a:cubicBezTo>
                <a:cubicBezTo>
                  <a:pt x="3035176" y="87084"/>
                  <a:pt x="3047430" y="96172"/>
                  <a:pt x="3059239" y="105862"/>
                </a:cubicBezTo>
                <a:cubicBezTo>
                  <a:pt x="3071044" y="115552"/>
                  <a:pt x="3082349" y="125797"/>
                  <a:pt x="3093149" y="136598"/>
                </a:cubicBezTo>
                <a:cubicBezTo>
                  <a:pt x="3103952" y="147399"/>
                  <a:pt x="3114196" y="158703"/>
                  <a:pt x="3123885" y="170510"/>
                </a:cubicBezTo>
                <a:cubicBezTo>
                  <a:pt x="3133576" y="182317"/>
                  <a:pt x="3142663" y="194571"/>
                  <a:pt x="3151149" y="207271"/>
                </a:cubicBezTo>
                <a:cubicBezTo>
                  <a:pt x="3159635" y="219971"/>
                  <a:pt x="3167478" y="233057"/>
                  <a:pt x="3174679" y="246527"/>
                </a:cubicBezTo>
                <a:cubicBezTo>
                  <a:pt x="3181880" y="259998"/>
                  <a:pt x="3188402" y="273790"/>
                  <a:pt x="3194246" y="287901"/>
                </a:cubicBezTo>
                <a:cubicBezTo>
                  <a:pt x="3200092" y="302013"/>
                  <a:pt x="3205231" y="316377"/>
                  <a:pt x="3209665" y="330994"/>
                </a:cubicBezTo>
                <a:cubicBezTo>
                  <a:pt x="3214100" y="345611"/>
                  <a:pt x="3217806" y="360409"/>
                  <a:pt x="3220787" y="375390"/>
                </a:cubicBezTo>
                <a:cubicBezTo>
                  <a:pt x="3223766" y="390371"/>
                  <a:pt x="3226004" y="405462"/>
                  <a:pt x="3227502" y="420663"/>
                </a:cubicBezTo>
                <a:cubicBezTo>
                  <a:pt x="3228999" y="435864"/>
                  <a:pt x="3229748" y="451101"/>
                  <a:pt x="3229748" y="466375"/>
                </a:cubicBezTo>
                <a:lnTo>
                  <a:pt x="3229748" y="2642257"/>
                </a:lnTo>
                <a:cubicBezTo>
                  <a:pt x="3229748" y="2657530"/>
                  <a:pt x="3228999" y="2672768"/>
                  <a:pt x="3227502" y="2687969"/>
                </a:cubicBezTo>
                <a:cubicBezTo>
                  <a:pt x="3226004" y="2703170"/>
                  <a:pt x="3223766" y="2718261"/>
                  <a:pt x="3220787" y="2733242"/>
                </a:cubicBezTo>
                <a:cubicBezTo>
                  <a:pt x="3217806" y="2748223"/>
                  <a:pt x="3214100" y="2763022"/>
                  <a:pt x="3209665" y="2777638"/>
                </a:cubicBezTo>
                <a:cubicBezTo>
                  <a:pt x="3205231" y="2792254"/>
                  <a:pt x="3200092" y="2806619"/>
                  <a:pt x="3194246" y="2820731"/>
                </a:cubicBezTo>
                <a:cubicBezTo>
                  <a:pt x="3188402" y="2834842"/>
                  <a:pt x="3181880" y="2848634"/>
                  <a:pt x="3174679" y="2862104"/>
                </a:cubicBezTo>
                <a:cubicBezTo>
                  <a:pt x="3167478" y="2875575"/>
                  <a:pt x="3159635" y="2888660"/>
                  <a:pt x="3151149" y="2901360"/>
                </a:cubicBezTo>
                <a:cubicBezTo>
                  <a:pt x="3142663" y="2914061"/>
                  <a:pt x="3133576" y="2926315"/>
                  <a:pt x="3123885" y="2938122"/>
                </a:cubicBezTo>
                <a:cubicBezTo>
                  <a:pt x="3114196" y="2949929"/>
                  <a:pt x="3103952" y="2961233"/>
                  <a:pt x="3093149" y="2972033"/>
                </a:cubicBezTo>
                <a:cubicBezTo>
                  <a:pt x="3082349" y="2982835"/>
                  <a:pt x="3071044" y="2993080"/>
                  <a:pt x="3059239" y="3002769"/>
                </a:cubicBezTo>
                <a:cubicBezTo>
                  <a:pt x="3047430" y="3012460"/>
                  <a:pt x="3035176" y="3021549"/>
                  <a:pt x="3022477" y="3030033"/>
                </a:cubicBezTo>
                <a:cubicBezTo>
                  <a:pt x="3009776" y="3038519"/>
                  <a:pt x="2996691" y="3046363"/>
                  <a:pt x="2983221" y="3053564"/>
                </a:cubicBezTo>
                <a:cubicBezTo>
                  <a:pt x="2969748" y="3060764"/>
                  <a:pt x="2955958" y="3067287"/>
                  <a:pt x="2941845" y="3073131"/>
                </a:cubicBezTo>
                <a:cubicBezTo>
                  <a:pt x="2927734" y="3078977"/>
                  <a:pt x="2913370" y="3084115"/>
                  <a:pt x="2898754" y="3088550"/>
                </a:cubicBezTo>
                <a:cubicBezTo>
                  <a:pt x="2884137" y="3092984"/>
                  <a:pt x="2869337" y="3096690"/>
                  <a:pt x="2854358" y="3099671"/>
                </a:cubicBezTo>
                <a:cubicBezTo>
                  <a:pt x="2839376" y="3102651"/>
                  <a:pt x="2824285" y="3104889"/>
                  <a:pt x="2809085" y="3106387"/>
                </a:cubicBezTo>
                <a:cubicBezTo>
                  <a:pt x="2793884" y="3107883"/>
                  <a:pt x="2778648" y="3108632"/>
                  <a:pt x="2763372" y="3108632"/>
                </a:cubicBezTo>
                <a:lnTo>
                  <a:pt x="466376" y="3108632"/>
                </a:lnTo>
                <a:cubicBezTo>
                  <a:pt x="451102" y="3108632"/>
                  <a:pt x="435864" y="3107883"/>
                  <a:pt x="420663" y="3106387"/>
                </a:cubicBezTo>
                <a:cubicBezTo>
                  <a:pt x="405463" y="3104889"/>
                  <a:pt x="390371" y="3102651"/>
                  <a:pt x="375390" y="3099671"/>
                </a:cubicBezTo>
                <a:cubicBezTo>
                  <a:pt x="360409" y="3096690"/>
                  <a:pt x="345610" y="3092984"/>
                  <a:pt x="330994" y="3088550"/>
                </a:cubicBezTo>
                <a:cubicBezTo>
                  <a:pt x="316376" y="3084115"/>
                  <a:pt x="302014" y="3078977"/>
                  <a:pt x="287901" y="3073131"/>
                </a:cubicBezTo>
                <a:cubicBezTo>
                  <a:pt x="273789" y="3067287"/>
                  <a:pt x="259998" y="3060764"/>
                  <a:pt x="246528" y="3053564"/>
                </a:cubicBezTo>
                <a:cubicBezTo>
                  <a:pt x="233057" y="3046363"/>
                  <a:pt x="219972" y="3038519"/>
                  <a:pt x="207271" y="3030033"/>
                </a:cubicBezTo>
                <a:cubicBezTo>
                  <a:pt x="194571" y="3021547"/>
                  <a:pt x="182317" y="3012460"/>
                  <a:pt x="170510" y="3002769"/>
                </a:cubicBezTo>
                <a:cubicBezTo>
                  <a:pt x="158703" y="2993080"/>
                  <a:pt x="147399" y="2982835"/>
                  <a:pt x="136597" y="2972033"/>
                </a:cubicBezTo>
                <a:cubicBezTo>
                  <a:pt x="125797" y="2961233"/>
                  <a:pt x="115552" y="2949929"/>
                  <a:pt x="105863" y="2938122"/>
                </a:cubicBezTo>
                <a:cubicBezTo>
                  <a:pt x="96172" y="2926315"/>
                  <a:pt x="87084" y="2914061"/>
                  <a:pt x="78597" y="2901360"/>
                </a:cubicBezTo>
                <a:cubicBezTo>
                  <a:pt x="70111" y="2888660"/>
                  <a:pt x="62270" y="2875575"/>
                  <a:pt x="55068" y="2862104"/>
                </a:cubicBezTo>
                <a:cubicBezTo>
                  <a:pt x="47868" y="2848634"/>
                  <a:pt x="41346" y="2834842"/>
                  <a:pt x="35500" y="2820731"/>
                </a:cubicBezTo>
                <a:cubicBezTo>
                  <a:pt x="29655" y="2806619"/>
                  <a:pt x="24515" y="2792254"/>
                  <a:pt x="20081" y="2777638"/>
                </a:cubicBezTo>
                <a:cubicBezTo>
                  <a:pt x="15648" y="2763022"/>
                  <a:pt x="11940" y="2748223"/>
                  <a:pt x="8961" y="2733242"/>
                </a:cubicBezTo>
                <a:cubicBezTo>
                  <a:pt x="5981" y="2718261"/>
                  <a:pt x="3743" y="2703170"/>
                  <a:pt x="2246" y="2687969"/>
                </a:cubicBezTo>
                <a:cubicBezTo>
                  <a:pt x="749" y="2672768"/>
                  <a:pt x="0" y="2657530"/>
                  <a:pt x="0" y="2642257"/>
                </a:cubicBezTo>
                <a:lnTo>
                  <a:pt x="0" y="466375"/>
                </a:lnTo>
                <a:cubicBezTo>
                  <a:pt x="0" y="451101"/>
                  <a:pt x="749" y="435864"/>
                  <a:pt x="2246" y="420663"/>
                </a:cubicBezTo>
                <a:cubicBezTo>
                  <a:pt x="3743" y="405462"/>
                  <a:pt x="5981" y="390371"/>
                  <a:pt x="8961" y="375390"/>
                </a:cubicBezTo>
                <a:cubicBezTo>
                  <a:pt x="11940" y="360409"/>
                  <a:pt x="15648" y="345611"/>
                  <a:pt x="20083" y="330994"/>
                </a:cubicBezTo>
                <a:cubicBezTo>
                  <a:pt x="24515" y="316377"/>
                  <a:pt x="29655" y="302013"/>
                  <a:pt x="35500" y="287901"/>
                </a:cubicBezTo>
                <a:cubicBezTo>
                  <a:pt x="41346" y="273790"/>
                  <a:pt x="47868" y="259998"/>
                  <a:pt x="55068" y="246528"/>
                </a:cubicBezTo>
                <a:cubicBezTo>
                  <a:pt x="62270" y="233057"/>
                  <a:pt x="70111" y="219971"/>
                  <a:pt x="78597" y="207271"/>
                </a:cubicBezTo>
                <a:cubicBezTo>
                  <a:pt x="87084" y="194571"/>
                  <a:pt x="96172" y="182317"/>
                  <a:pt x="105863" y="170510"/>
                </a:cubicBezTo>
                <a:cubicBezTo>
                  <a:pt x="115552" y="158703"/>
                  <a:pt x="125797" y="147399"/>
                  <a:pt x="136597" y="136598"/>
                </a:cubicBezTo>
                <a:cubicBezTo>
                  <a:pt x="147399" y="125797"/>
                  <a:pt x="158703" y="115552"/>
                  <a:pt x="170510" y="105862"/>
                </a:cubicBezTo>
                <a:cubicBezTo>
                  <a:pt x="182317" y="96172"/>
                  <a:pt x="194571" y="87085"/>
                  <a:pt x="207271" y="78598"/>
                </a:cubicBezTo>
                <a:cubicBezTo>
                  <a:pt x="219972" y="70112"/>
                  <a:pt x="233057" y="62269"/>
                  <a:pt x="246528" y="55069"/>
                </a:cubicBezTo>
                <a:cubicBezTo>
                  <a:pt x="259998" y="47869"/>
                  <a:pt x="273789" y="41346"/>
                  <a:pt x="287901" y="35501"/>
                </a:cubicBezTo>
                <a:cubicBezTo>
                  <a:pt x="302014" y="29655"/>
                  <a:pt x="316376" y="24516"/>
                  <a:pt x="330994" y="20082"/>
                </a:cubicBezTo>
                <a:cubicBezTo>
                  <a:pt x="345610" y="15648"/>
                  <a:pt x="360409" y="11941"/>
                  <a:pt x="375390" y="8961"/>
                </a:cubicBezTo>
                <a:cubicBezTo>
                  <a:pt x="390371" y="5982"/>
                  <a:pt x="405463" y="3743"/>
                  <a:pt x="420663" y="2246"/>
                </a:cubicBezTo>
                <a:cubicBezTo>
                  <a:pt x="435864" y="749"/>
                  <a:pt x="451102" y="0"/>
                  <a:pt x="46637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79B00">
                <a:alpha val="40000"/>
              </a:srgbClr>
            </a:solidFill>
            <a:prstDash val="solid"/>
          </a:ln>
        </p:spPr>
      </p:sp>
      <p:sp>
        <p:nvSpPr>
          <p:cNvPr id="7" name="pdf-path-10">
            <a:extLst xmlns:a="http://schemas.openxmlformats.org/drawingml/2006/main">
              <a:ext uri="{FF2B5EF4-FFF2-40B4-BE49-F238E27FC236}">
                <a16:creationId xmlns:a16="http://schemas.microsoft.com/office/drawing/2014/main" id="{82B2E020-85BC-4FCE-B744-A7EF4D7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051" y="1232466"/>
            <a:ext cx="193785" cy="95"/>
          </a:xfrm>
          <a:custGeom xmlns:a="http://schemas.openxmlformats.org/drawingml/2006/main">
            <a:pathLst>
              <a:path w="193785" h="95">
                <a:moveTo>
                  <a:pt x="0" y="0"/>
                </a:moveTo>
                <a:lnTo>
                  <a:pt x="1937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8" name="pdf-path-11">
            <a:extLst xmlns:a="http://schemas.openxmlformats.org/drawingml/2006/main">
              <a:ext uri="{FF2B5EF4-FFF2-40B4-BE49-F238E27FC236}">
                <a16:creationId xmlns:a16="http://schemas.microsoft.com/office/drawing/2014/main" id="{DC6EB44A-B758-4274-B277-FA39D4ED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357" y="949861"/>
            <a:ext cx="726693" cy="565206"/>
          </a:xfrm>
          <a:custGeom xmlns:a="http://schemas.openxmlformats.org/drawingml/2006/main">
            <a:pathLst>
              <a:path w="726693" h="565206">
                <a:moveTo>
                  <a:pt x="0" y="565206"/>
                </a:moveTo>
                <a:lnTo>
                  <a:pt x="0" y="0"/>
                </a:lnTo>
                <a:lnTo>
                  <a:pt x="454265" y="0"/>
                </a:lnTo>
                <a:lnTo>
                  <a:pt x="726693" y="282603"/>
                </a:lnTo>
                <a:lnTo>
                  <a:pt x="454265" y="565206"/>
                </a:lnTo>
                <a:lnTo>
                  <a:pt x="0" y="565206"/>
                </a:lnTo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2">
            <a:extLst xmlns:a="http://schemas.openxmlformats.org/drawingml/2006/main">
              <a:ext uri="{FF2B5EF4-FFF2-40B4-BE49-F238E27FC236}">
                <a16:creationId xmlns:a16="http://schemas.microsoft.com/office/drawing/2014/main" id="{505BC10C-67E3-4C50-B8DE-9040851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358" y="949862"/>
            <a:ext cx="726693" cy="565206"/>
          </a:xfrm>
          <a:custGeom xmlns:a="http://schemas.openxmlformats.org/drawingml/2006/main">
            <a:pathLst>
              <a:path w="726693" h="565206">
                <a:moveTo>
                  <a:pt x="0" y="565206"/>
                </a:moveTo>
                <a:lnTo>
                  <a:pt x="0" y="0"/>
                </a:lnTo>
                <a:lnTo>
                  <a:pt x="454264" y="0"/>
                </a:lnTo>
                <a:lnTo>
                  <a:pt x="726693" y="282603"/>
                </a:lnTo>
                <a:lnTo>
                  <a:pt x="454264" y="565206"/>
                </a:lnTo>
                <a:lnTo>
                  <a:pt x="0" y="565206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6C8EBF"/>
            </a:solidFill>
            <a:prstDash val="solid"/>
          </a:ln>
        </p:spPr>
      </p:sp>
      <p:sp>
        <p:nvSpPr>
          <p:cNvPr id="10" name="pdf-path-13">
            <a:extLst xmlns:a="http://schemas.openxmlformats.org/drawingml/2006/main">
              <a:ext uri="{FF2B5EF4-FFF2-40B4-BE49-F238E27FC236}">
                <a16:creationId xmlns:a16="http://schemas.microsoft.com/office/drawing/2014/main" id="{D40591CE-0F98-439F-9B11-E9274616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801" y="2847340"/>
            <a:ext cx="403718" cy="95"/>
          </a:xfrm>
          <a:custGeom xmlns:a="http://schemas.openxmlformats.org/drawingml/2006/main">
            <a:pathLst>
              <a:path w="403718" h="95">
                <a:moveTo>
                  <a:pt x="0" y="0"/>
                </a:moveTo>
                <a:lnTo>
                  <a:pt x="403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11" name="pdf-path-14">
            <a:extLst xmlns:a="http://schemas.openxmlformats.org/drawingml/2006/main">
              <a:ext uri="{FF2B5EF4-FFF2-40B4-BE49-F238E27FC236}">
                <a16:creationId xmlns:a16="http://schemas.microsoft.com/office/drawing/2014/main" id="{4C7A6A97-5E92-4555-A178-DB5190A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07" y="1232466"/>
            <a:ext cx="1372643" cy="381595"/>
          </a:xfrm>
          <a:custGeom xmlns:a="http://schemas.openxmlformats.org/drawingml/2006/main">
            <a:pathLst>
              <a:path w="1372643" h="381595">
                <a:moveTo>
                  <a:pt x="0" y="0"/>
                </a:moveTo>
                <a:lnTo>
                  <a:pt x="1372643" y="0"/>
                </a:lnTo>
                <a:lnTo>
                  <a:pt x="1372643" y="381595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12" name="pdf-path-15">
            <a:extLst xmlns:a="http://schemas.openxmlformats.org/drawingml/2006/main">
              <a:ext uri="{FF2B5EF4-FFF2-40B4-BE49-F238E27FC236}">
                <a16:creationId xmlns:a16="http://schemas.microsoft.com/office/drawing/2014/main" id="{F8B617D7-883E-4E36-AE24-21D017DA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128" y="1585800"/>
            <a:ext cx="113042" cy="113042"/>
          </a:xfrm>
          <a:custGeom xmlns:a="http://schemas.openxmlformats.org/drawingml/2006/main">
            <a:pathLst>
              <a:path w="113042" h="113042">
                <a:moveTo>
                  <a:pt x="56522" y="113042"/>
                </a:moveTo>
                <a:lnTo>
                  <a:pt x="0" y="0"/>
                </a:lnTo>
                <a:lnTo>
                  <a:pt x="56522" y="28259"/>
                </a:lnTo>
                <a:lnTo>
                  <a:pt x="113042" y="0"/>
                </a:lnTo>
                <a:lnTo>
                  <a:pt x="56522" y="1130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6">
            <a:extLst xmlns:a="http://schemas.openxmlformats.org/drawingml/2006/main">
              <a:ext uri="{FF2B5EF4-FFF2-40B4-BE49-F238E27FC236}">
                <a16:creationId xmlns:a16="http://schemas.microsoft.com/office/drawing/2014/main" id="{4419B151-419C-4FBA-89D0-95D963C3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130" y="1585800"/>
            <a:ext cx="113041" cy="113041"/>
          </a:xfrm>
          <a:custGeom xmlns:a="http://schemas.openxmlformats.org/drawingml/2006/main">
            <a:pathLst>
              <a:path w="113041" h="113041">
                <a:moveTo>
                  <a:pt x="56520" y="113041"/>
                </a:moveTo>
                <a:lnTo>
                  <a:pt x="113041" y="0"/>
                </a:lnTo>
                <a:lnTo>
                  <a:pt x="56520" y="282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14" name="pdf-path-17">
            <a:extLst xmlns:a="http://schemas.openxmlformats.org/drawingml/2006/main">
              <a:ext uri="{FF2B5EF4-FFF2-40B4-BE49-F238E27FC236}">
                <a16:creationId xmlns:a16="http://schemas.microsoft.com/office/drawing/2014/main" id="{55760DA1-7457-4308-A58B-29626FA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519" y="748003"/>
            <a:ext cx="161487" cy="968924"/>
          </a:xfrm>
          <a:custGeom xmlns:a="http://schemas.openxmlformats.org/drawingml/2006/main">
            <a:pathLst>
              <a:path w="161487" h="968924">
                <a:moveTo>
                  <a:pt x="0" y="0"/>
                </a:moveTo>
                <a:lnTo>
                  <a:pt x="161487" y="0"/>
                </a:lnTo>
                <a:lnTo>
                  <a:pt x="161487" y="968924"/>
                </a:lnTo>
                <a:lnTo>
                  <a:pt x="0" y="968924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8">
            <a:extLst xmlns:a="http://schemas.openxmlformats.org/drawingml/2006/main">
              <a:ext uri="{FF2B5EF4-FFF2-40B4-BE49-F238E27FC236}">
                <a16:creationId xmlns:a16="http://schemas.microsoft.com/office/drawing/2014/main" id="{6E858BDF-F0AC-416C-AF29-0A11AC10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519" y="748004"/>
            <a:ext cx="161488" cy="968924"/>
          </a:xfrm>
          <a:custGeom xmlns:a="http://schemas.openxmlformats.org/drawingml/2006/main">
            <a:pathLst>
              <a:path w="161488" h="968924">
                <a:moveTo>
                  <a:pt x="0" y="0"/>
                </a:moveTo>
                <a:lnTo>
                  <a:pt x="161488" y="0"/>
                </a:lnTo>
                <a:lnTo>
                  <a:pt x="161488" y="968924"/>
                </a:lnTo>
                <a:lnTo>
                  <a:pt x="0" y="968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6C8EBF"/>
            </a:solidFill>
            <a:prstDash val="solid"/>
          </a:ln>
        </p:spPr>
      </p:sp>
      <p:sp>
        <p:nvSpPr>
          <p:cNvPr id="16" name="pdf-path-19">
            <a:extLst xmlns:a="http://schemas.openxmlformats.org/drawingml/2006/main">
              <a:ext uri="{FF2B5EF4-FFF2-40B4-BE49-F238E27FC236}">
                <a16:creationId xmlns:a16="http://schemas.microsoft.com/office/drawing/2014/main" id="{2B7819CC-81AD-487D-A762-9A755B39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07" y="2385001"/>
            <a:ext cx="1372643" cy="462338"/>
          </a:xfrm>
          <a:custGeom xmlns:a="http://schemas.openxmlformats.org/drawingml/2006/main">
            <a:pathLst>
              <a:path w="1372643" h="462338">
                <a:moveTo>
                  <a:pt x="0" y="462338"/>
                </a:moveTo>
                <a:lnTo>
                  <a:pt x="1372643" y="462338"/>
                </a:lnTo>
                <a:lnTo>
                  <a:pt x="13726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17" name="pdf-path-20">
            <a:extLst xmlns:a="http://schemas.openxmlformats.org/drawingml/2006/main">
              <a:ext uri="{FF2B5EF4-FFF2-40B4-BE49-F238E27FC236}">
                <a16:creationId xmlns:a16="http://schemas.microsoft.com/office/drawing/2014/main" id="{114DD824-D0F1-4023-8A2D-D6A63E4C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128" y="2300219"/>
            <a:ext cx="113042" cy="113042"/>
          </a:xfrm>
          <a:custGeom xmlns:a="http://schemas.openxmlformats.org/drawingml/2006/main">
            <a:pathLst>
              <a:path w="113042" h="113042">
                <a:moveTo>
                  <a:pt x="56522" y="0"/>
                </a:moveTo>
                <a:lnTo>
                  <a:pt x="113042" y="113042"/>
                </a:lnTo>
                <a:lnTo>
                  <a:pt x="56522" y="84781"/>
                </a:lnTo>
                <a:lnTo>
                  <a:pt x="0" y="113042"/>
                </a:lnTo>
                <a:lnTo>
                  <a:pt x="5652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21">
            <a:extLst xmlns:a="http://schemas.openxmlformats.org/drawingml/2006/main">
              <a:ext uri="{FF2B5EF4-FFF2-40B4-BE49-F238E27FC236}">
                <a16:creationId xmlns:a16="http://schemas.microsoft.com/office/drawing/2014/main" id="{7194B6CC-AF09-43A5-BB4B-A7CD99E4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130" y="2300220"/>
            <a:ext cx="113041" cy="113042"/>
          </a:xfrm>
          <a:custGeom xmlns:a="http://schemas.openxmlformats.org/drawingml/2006/main">
            <a:pathLst>
              <a:path w="113041" h="113042">
                <a:moveTo>
                  <a:pt x="56520" y="0"/>
                </a:moveTo>
                <a:lnTo>
                  <a:pt x="0" y="113042"/>
                </a:lnTo>
                <a:lnTo>
                  <a:pt x="56520" y="84781"/>
                </a:lnTo>
                <a:lnTo>
                  <a:pt x="113041" y="1130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19" name="pdf-path-22">
            <a:extLst xmlns:a="http://schemas.openxmlformats.org/drawingml/2006/main">
              <a:ext uri="{FF2B5EF4-FFF2-40B4-BE49-F238E27FC236}">
                <a16:creationId xmlns:a16="http://schemas.microsoft.com/office/drawing/2014/main" id="{97790DDD-494B-4AC8-9298-2733A56B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519" y="2362876"/>
            <a:ext cx="161487" cy="968924"/>
          </a:xfrm>
          <a:custGeom xmlns:a="http://schemas.openxmlformats.org/drawingml/2006/main">
            <a:pathLst>
              <a:path w="161487" h="968924">
                <a:moveTo>
                  <a:pt x="0" y="0"/>
                </a:moveTo>
                <a:lnTo>
                  <a:pt x="161487" y="0"/>
                </a:lnTo>
                <a:lnTo>
                  <a:pt x="161487" y="968924"/>
                </a:lnTo>
                <a:lnTo>
                  <a:pt x="0" y="968924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3">
            <a:extLst xmlns:a="http://schemas.openxmlformats.org/drawingml/2006/main">
              <a:ext uri="{FF2B5EF4-FFF2-40B4-BE49-F238E27FC236}">
                <a16:creationId xmlns:a16="http://schemas.microsoft.com/office/drawing/2014/main" id="{63B1D6DB-72D0-463A-81B0-C9E4CDD4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519" y="2362878"/>
            <a:ext cx="161488" cy="968925"/>
          </a:xfrm>
          <a:custGeom xmlns:a="http://schemas.openxmlformats.org/drawingml/2006/main">
            <a:pathLst>
              <a:path w="161488" h="968925">
                <a:moveTo>
                  <a:pt x="0" y="0"/>
                </a:moveTo>
                <a:lnTo>
                  <a:pt x="161488" y="0"/>
                </a:lnTo>
                <a:lnTo>
                  <a:pt x="161488" y="968925"/>
                </a:lnTo>
                <a:lnTo>
                  <a:pt x="0" y="9689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B85450"/>
            </a:solidFill>
            <a:prstDash val="solid"/>
          </a:ln>
        </p:spPr>
      </p:sp>
      <p:sp>
        <p:nvSpPr>
          <p:cNvPr id="21" name="pdf-path-24">
            <a:extLst xmlns:a="http://schemas.openxmlformats.org/drawingml/2006/main">
              <a:ext uri="{FF2B5EF4-FFF2-40B4-BE49-F238E27FC236}">
                <a16:creationId xmlns:a16="http://schemas.microsoft.com/office/drawing/2014/main" id="{65A144FB-DF5D-46FD-9980-2754E90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24" y="1716928"/>
            <a:ext cx="1937850" cy="565205"/>
          </a:xfrm>
          <a:custGeom xmlns:a="http://schemas.openxmlformats.org/drawingml/2006/main">
            <a:pathLst>
              <a:path w="1937850" h="565205">
                <a:moveTo>
                  <a:pt x="84781" y="0"/>
                </a:moveTo>
                <a:lnTo>
                  <a:pt x="1853069" y="0"/>
                </a:lnTo>
                <a:cubicBezTo>
                  <a:pt x="1864311" y="0"/>
                  <a:pt x="1875125" y="2151"/>
                  <a:pt x="1885512" y="6454"/>
                </a:cubicBezTo>
                <a:cubicBezTo>
                  <a:pt x="1895899" y="10756"/>
                  <a:pt x="1905067" y="16883"/>
                  <a:pt x="1913017" y="24832"/>
                </a:cubicBezTo>
                <a:cubicBezTo>
                  <a:pt x="1920968" y="32781"/>
                  <a:pt x="1927092" y="41949"/>
                  <a:pt x="1931395" y="52335"/>
                </a:cubicBezTo>
                <a:cubicBezTo>
                  <a:pt x="1935697" y="62724"/>
                  <a:pt x="1937849" y="73537"/>
                  <a:pt x="1937850" y="84780"/>
                </a:cubicBezTo>
                <a:lnTo>
                  <a:pt x="1937850" y="480425"/>
                </a:lnTo>
                <a:cubicBezTo>
                  <a:pt x="1937849" y="491668"/>
                  <a:pt x="1935697" y="502483"/>
                  <a:pt x="1931395" y="512869"/>
                </a:cubicBezTo>
                <a:cubicBezTo>
                  <a:pt x="1927092" y="523255"/>
                  <a:pt x="1920968" y="532424"/>
                  <a:pt x="1913017" y="540375"/>
                </a:cubicBezTo>
                <a:cubicBezTo>
                  <a:pt x="1905067" y="548322"/>
                  <a:pt x="1895899" y="554449"/>
                  <a:pt x="1885512" y="558752"/>
                </a:cubicBezTo>
                <a:cubicBezTo>
                  <a:pt x="1875125" y="563053"/>
                  <a:pt x="1864311" y="565205"/>
                  <a:pt x="1853069" y="565205"/>
                </a:cubicBezTo>
                <a:lnTo>
                  <a:pt x="84781" y="565205"/>
                </a:lnTo>
                <a:cubicBezTo>
                  <a:pt x="73539" y="565205"/>
                  <a:pt x="62724" y="563053"/>
                  <a:pt x="52335" y="558752"/>
                </a:cubicBezTo>
                <a:cubicBezTo>
                  <a:pt x="41949" y="554449"/>
                  <a:pt x="32782" y="548322"/>
                  <a:pt x="24832" y="540375"/>
                </a:cubicBezTo>
                <a:cubicBezTo>
                  <a:pt x="16882" y="532424"/>
                  <a:pt x="10756" y="523255"/>
                  <a:pt x="6453" y="512869"/>
                </a:cubicBezTo>
                <a:cubicBezTo>
                  <a:pt x="2151" y="502483"/>
                  <a:pt x="0" y="491668"/>
                  <a:pt x="2" y="480425"/>
                </a:cubicBezTo>
                <a:lnTo>
                  <a:pt x="2" y="84780"/>
                </a:lnTo>
                <a:cubicBezTo>
                  <a:pt x="0" y="73537"/>
                  <a:pt x="2151" y="62724"/>
                  <a:pt x="6453" y="52335"/>
                </a:cubicBezTo>
                <a:cubicBezTo>
                  <a:pt x="10756" y="41949"/>
                  <a:pt x="16882" y="32781"/>
                  <a:pt x="24832" y="24832"/>
                </a:cubicBezTo>
                <a:cubicBezTo>
                  <a:pt x="32782" y="16883"/>
                  <a:pt x="41949" y="10756"/>
                  <a:pt x="52335" y="6454"/>
                </a:cubicBezTo>
                <a:cubicBezTo>
                  <a:pt x="62724" y="2151"/>
                  <a:pt x="73539" y="0"/>
                  <a:pt x="84781" y="0"/>
                </a:cubicBezTo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5">
            <a:extLst xmlns:a="http://schemas.openxmlformats.org/drawingml/2006/main">
              <a:ext uri="{FF2B5EF4-FFF2-40B4-BE49-F238E27FC236}">
                <a16:creationId xmlns:a16="http://schemas.microsoft.com/office/drawing/2014/main" id="{69AD29DC-1644-4A53-B1ED-25E90072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723" y="1716928"/>
            <a:ext cx="1937850" cy="565206"/>
          </a:xfrm>
          <a:custGeom xmlns:a="http://schemas.openxmlformats.org/drawingml/2006/main">
            <a:pathLst>
              <a:path w="1937850" h="565206">
                <a:moveTo>
                  <a:pt x="84783" y="0"/>
                </a:moveTo>
                <a:lnTo>
                  <a:pt x="1853071" y="0"/>
                </a:lnTo>
                <a:cubicBezTo>
                  <a:pt x="1864313" y="0"/>
                  <a:pt x="1875126" y="2151"/>
                  <a:pt x="1885512" y="6453"/>
                </a:cubicBezTo>
                <a:cubicBezTo>
                  <a:pt x="1895900" y="10755"/>
                  <a:pt x="1905069" y="16882"/>
                  <a:pt x="1913018" y="24832"/>
                </a:cubicBezTo>
                <a:cubicBezTo>
                  <a:pt x="1920968" y="32782"/>
                  <a:pt x="1927095" y="41950"/>
                  <a:pt x="1931395" y="52336"/>
                </a:cubicBezTo>
                <a:cubicBezTo>
                  <a:pt x="1935698" y="62724"/>
                  <a:pt x="1937849" y="73538"/>
                  <a:pt x="1937850" y="84781"/>
                </a:cubicBezTo>
                <a:lnTo>
                  <a:pt x="1937850" y="480425"/>
                </a:lnTo>
                <a:cubicBezTo>
                  <a:pt x="1937849" y="491668"/>
                  <a:pt x="1935698" y="502483"/>
                  <a:pt x="1931395" y="512869"/>
                </a:cubicBezTo>
                <a:cubicBezTo>
                  <a:pt x="1927095" y="523257"/>
                  <a:pt x="1920968" y="532424"/>
                  <a:pt x="1913018" y="540374"/>
                </a:cubicBezTo>
                <a:cubicBezTo>
                  <a:pt x="1905069" y="548324"/>
                  <a:pt x="1895900" y="554449"/>
                  <a:pt x="1885512" y="558753"/>
                </a:cubicBezTo>
                <a:cubicBezTo>
                  <a:pt x="1875126" y="563055"/>
                  <a:pt x="1864313" y="565206"/>
                  <a:pt x="1853071" y="565206"/>
                </a:cubicBezTo>
                <a:lnTo>
                  <a:pt x="84783" y="565206"/>
                </a:lnTo>
                <a:cubicBezTo>
                  <a:pt x="73539" y="565206"/>
                  <a:pt x="62726" y="563055"/>
                  <a:pt x="52336" y="558753"/>
                </a:cubicBezTo>
                <a:cubicBezTo>
                  <a:pt x="41952" y="554449"/>
                  <a:pt x="32782" y="548324"/>
                  <a:pt x="24834" y="540374"/>
                </a:cubicBezTo>
                <a:cubicBezTo>
                  <a:pt x="16884" y="532424"/>
                  <a:pt x="10757" y="523257"/>
                  <a:pt x="6455" y="512869"/>
                </a:cubicBezTo>
                <a:cubicBezTo>
                  <a:pt x="2152" y="502483"/>
                  <a:pt x="0" y="491668"/>
                  <a:pt x="2" y="480425"/>
                </a:cubicBezTo>
                <a:lnTo>
                  <a:pt x="2" y="84781"/>
                </a:lnTo>
                <a:cubicBezTo>
                  <a:pt x="0" y="73538"/>
                  <a:pt x="2152" y="62724"/>
                  <a:pt x="6455" y="52336"/>
                </a:cubicBezTo>
                <a:cubicBezTo>
                  <a:pt x="10757" y="41950"/>
                  <a:pt x="16884" y="32782"/>
                  <a:pt x="24834" y="24832"/>
                </a:cubicBezTo>
                <a:cubicBezTo>
                  <a:pt x="32782" y="16882"/>
                  <a:pt x="41952" y="10755"/>
                  <a:pt x="52336" y="6453"/>
                </a:cubicBezTo>
                <a:cubicBezTo>
                  <a:pt x="62726" y="2151"/>
                  <a:pt x="73539" y="0"/>
                  <a:pt x="8478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9673A6"/>
            </a:solidFill>
            <a:prstDash val="solid"/>
          </a:ln>
        </p:spPr>
      </p:sp>
      <p:sp>
        <p:nvSpPr>
          <p:cNvPr id="2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A3E1080D-6B37-4C1E-B66C-8577D302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245" y="1924301"/>
            <a:ext cx="1808473" cy="19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Noise Contrastive Loss</a:t>
            </a:r>
          </a:p>
        </p:txBody>
      </p:sp>
      <p:sp>
        <p:nvSpPr>
          <p:cNvPr id="2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1E03493F-6E16-42BE-BC46-F26A690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672" y="764349"/>
            <a:ext cx="661815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25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5830CE57-98A9-4E27-BAFD-02D2A8B5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048" y="3025172"/>
            <a:ext cx="419680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8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</a:t>
            </a:r>
          </a:p>
        </p:txBody>
      </p:sp>
      <p:sp>
        <p:nvSpPr>
          <p:cNvPr id="26" name="pdf-path-29">
            <a:extLst xmlns:a="http://schemas.openxmlformats.org/drawingml/2006/main">
              <a:ext uri="{FF2B5EF4-FFF2-40B4-BE49-F238E27FC236}">
                <a16:creationId xmlns:a16="http://schemas.microsoft.com/office/drawing/2014/main" id="{1737D089-26F0-4817-BF97-713BF04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395" y="1232466"/>
            <a:ext cx="339124" cy="95"/>
          </a:xfrm>
          <a:custGeom xmlns:a="http://schemas.openxmlformats.org/drawingml/2006/main">
            <a:pathLst>
              <a:path w="339124" h="95">
                <a:moveTo>
                  <a:pt x="0" y="0"/>
                </a:moveTo>
                <a:lnTo>
                  <a:pt x="339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27" name="pdf-path-30">
            <a:extLst xmlns:a="http://schemas.openxmlformats.org/drawingml/2006/main">
              <a:ext uri="{FF2B5EF4-FFF2-40B4-BE49-F238E27FC236}">
                <a16:creationId xmlns:a16="http://schemas.microsoft.com/office/drawing/2014/main" id="{CE691A42-3ABA-4598-9358-B3C60C1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43" y="1829969"/>
            <a:ext cx="95" cy="220107"/>
          </a:xfrm>
          <a:custGeom xmlns:a="http://schemas.openxmlformats.org/drawingml/2006/main">
            <a:pathLst>
              <a:path w="95" h="220107">
                <a:moveTo>
                  <a:pt x="0" y="0"/>
                </a:moveTo>
                <a:lnTo>
                  <a:pt x="0" y="220107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28" name="pdf-path-31">
            <a:extLst xmlns:a="http://schemas.openxmlformats.org/drawingml/2006/main">
              <a:ext uri="{FF2B5EF4-FFF2-40B4-BE49-F238E27FC236}">
                <a16:creationId xmlns:a16="http://schemas.microsoft.com/office/drawing/2014/main" id="{0015E8E1-99ED-414C-BA9D-4D1AFB79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22" y="2021816"/>
            <a:ext cx="113041" cy="113040"/>
          </a:xfrm>
          <a:custGeom xmlns:a="http://schemas.openxmlformats.org/drawingml/2006/main">
            <a:pathLst>
              <a:path w="113041" h="113040">
                <a:moveTo>
                  <a:pt x="56520" y="113040"/>
                </a:moveTo>
                <a:lnTo>
                  <a:pt x="0" y="0"/>
                </a:lnTo>
                <a:lnTo>
                  <a:pt x="56520" y="28260"/>
                </a:lnTo>
                <a:lnTo>
                  <a:pt x="113041" y="0"/>
                </a:lnTo>
                <a:lnTo>
                  <a:pt x="56520" y="1130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32">
            <a:extLst xmlns:a="http://schemas.openxmlformats.org/drawingml/2006/main">
              <a:ext uri="{FF2B5EF4-FFF2-40B4-BE49-F238E27FC236}">
                <a16:creationId xmlns:a16="http://schemas.microsoft.com/office/drawing/2014/main" id="{90DF91C7-21B9-4E9F-8333-F0BBA72E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22" y="2021816"/>
            <a:ext cx="113041" cy="113041"/>
          </a:xfrm>
          <a:custGeom xmlns:a="http://schemas.openxmlformats.org/drawingml/2006/main">
            <a:pathLst>
              <a:path w="113041" h="113041">
                <a:moveTo>
                  <a:pt x="56520" y="113041"/>
                </a:moveTo>
                <a:lnTo>
                  <a:pt x="113041" y="0"/>
                </a:lnTo>
                <a:lnTo>
                  <a:pt x="56520" y="282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30" name="pdf-path-33">
            <a:extLst xmlns:a="http://schemas.openxmlformats.org/drawingml/2006/main">
              <a:ext uri="{FF2B5EF4-FFF2-40B4-BE49-F238E27FC236}">
                <a16:creationId xmlns:a16="http://schemas.microsoft.com/office/drawing/2014/main" id="{B57E4B63-D5F6-40E1-93DC-D86D3DF1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1151720"/>
            <a:ext cx="968925" cy="678249"/>
          </a:xfrm>
          <a:custGeom xmlns:a="http://schemas.openxmlformats.org/drawingml/2006/main">
            <a:pathLst>
              <a:path w="968925" h="678249">
                <a:moveTo>
                  <a:pt x="0" y="242232"/>
                </a:moveTo>
                <a:cubicBezTo>
                  <a:pt x="0" y="108522"/>
                  <a:pt x="216878" y="0"/>
                  <a:pt x="484462" y="0"/>
                </a:cubicBezTo>
                <a:cubicBezTo>
                  <a:pt x="613006" y="0"/>
                  <a:pt x="736221" y="25518"/>
                  <a:pt x="826977" y="70894"/>
                </a:cubicBezTo>
                <a:cubicBezTo>
                  <a:pt x="917894" y="116435"/>
                  <a:pt x="968925" y="177960"/>
                  <a:pt x="968925" y="242232"/>
                </a:cubicBezTo>
                <a:lnTo>
                  <a:pt x="968925" y="436017"/>
                </a:lnTo>
                <a:cubicBezTo>
                  <a:pt x="968925" y="569728"/>
                  <a:pt x="752047" y="678249"/>
                  <a:pt x="484462" y="678249"/>
                </a:cubicBezTo>
                <a:cubicBezTo>
                  <a:pt x="216878" y="678249"/>
                  <a:pt x="0" y="569728"/>
                  <a:pt x="0" y="436017"/>
                </a:cubicBezTo>
                <a:lnTo>
                  <a:pt x="0" y="242232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4">
            <a:extLst xmlns:a="http://schemas.openxmlformats.org/drawingml/2006/main">
              <a:ext uri="{FF2B5EF4-FFF2-40B4-BE49-F238E27FC236}">
                <a16:creationId xmlns:a16="http://schemas.microsoft.com/office/drawing/2014/main" id="{BF433E7A-9E1D-42BF-B49C-DA350971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1151722"/>
            <a:ext cx="968924" cy="678247"/>
          </a:xfrm>
          <a:custGeom xmlns:a="http://schemas.openxmlformats.org/drawingml/2006/main">
            <a:pathLst>
              <a:path w="968924" h="678247">
                <a:moveTo>
                  <a:pt x="0" y="242231"/>
                </a:moveTo>
                <a:cubicBezTo>
                  <a:pt x="0" y="108520"/>
                  <a:pt x="216878" y="0"/>
                  <a:pt x="484462" y="0"/>
                </a:cubicBezTo>
                <a:cubicBezTo>
                  <a:pt x="613006" y="0"/>
                  <a:pt x="736221" y="25515"/>
                  <a:pt x="826977" y="70893"/>
                </a:cubicBezTo>
                <a:cubicBezTo>
                  <a:pt x="917894" y="116433"/>
                  <a:pt x="968924" y="177959"/>
                  <a:pt x="968924" y="242231"/>
                </a:cubicBezTo>
                <a:lnTo>
                  <a:pt x="968924" y="436016"/>
                </a:lnTo>
                <a:cubicBezTo>
                  <a:pt x="968924" y="569728"/>
                  <a:pt x="752047" y="678247"/>
                  <a:pt x="484462" y="678247"/>
                </a:cubicBezTo>
                <a:cubicBezTo>
                  <a:pt x="216878" y="678247"/>
                  <a:pt x="0" y="569728"/>
                  <a:pt x="0" y="436016"/>
                </a:cubicBezTo>
                <a:lnTo>
                  <a:pt x="0" y="242231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6B656"/>
            </a:solidFill>
            <a:prstDash val="solid"/>
          </a:ln>
        </p:spPr>
      </p:sp>
      <p:sp>
        <p:nvSpPr>
          <p:cNvPr id="32" name="pdf-path-35">
            <a:extLst xmlns:a="http://schemas.openxmlformats.org/drawingml/2006/main">
              <a:ext uri="{FF2B5EF4-FFF2-40B4-BE49-F238E27FC236}">
                <a16:creationId xmlns:a16="http://schemas.microsoft.com/office/drawing/2014/main" id="{2C34FD21-9CF2-4267-9779-7E016293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1393953"/>
            <a:ext cx="968924" cy="242231"/>
          </a:xfrm>
          <a:custGeom xmlns:a="http://schemas.openxmlformats.org/drawingml/2006/main">
            <a:pathLst>
              <a:path w="968924" h="242231">
                <a:moveTo>
                  <a:pt x="968924" y="0"/>
                </a:moveTo>
                <a:cubicBezTo>
                  <a:pt x="968924" y="133712"/>
                  <a:pt x="752047" y="242231"/>
                  <a:pt x="484462" y="242231"/>
                </a:cubicBezTo>
                <a:cubicBezTo>
                  <a:pt x="216878" y="242231"/>
                  <a:pt x="0" y="1337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6B656"/>
            </a:solidFill>
            <a:prstDash val="solid"/>
          </a:ln>
        </p:spPr>
      </p:sp>
      <p:sp>
        <p:nvSpPr>
          <p:cNvPr id="33" name="pdf-path-36">
            <a:extLst xmlns:a="http://schemas.openxmlformats.org/drawingml/2006/main">
              <a:ext uri="{FF2B5EF4-FFF2-40B4-BE49-F238E27FC236}">
                <a16:creationId xmlns:a16="http://schemas.microsoft.com/office/drawing/2014/main" id="{F251986C-C4EF-4684-91D4-A45F7262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966011"/>
            <a:ext cx="968925" cy="678247"/>
          </a:xfrm>
          <a:custGeom xmlns:a="http://schemas.openxmlformats.org/drawingml/2006/main">
            <a:pathLst>
              <a:path w="968925" h="678247">
                <a:moveTo>
                  <a:pt x="0" y="242232"/>
                </a:moveTo>
                <a:cubicBezTo>
                  <a:pt x="0" y="108519"/>
                  <a:pt x="216878" y="0"/>
                  <a:pt x="484462" y="0"/>
                </a:cubicBezTo>
                <a:cubicBezTo>
                  <a:pt x="613006" y="0"/>
                  <a:pt x="736221" y="25515"/>
                  <a:pt x="826977" y="70892"/>
                </a:cubicBezTo>
                <a:cubicBezTo>
                  <a:pt x="917894" y="116432"/>
                  <a:pt x="968925" y="177960"/>
                  <a:pt x="968925" y="242232"/>
                </a:cubicBezTo>
                <a:lnTo>
                  <a:pt x="968925" y="436016"/>
                </a:lnTo>
                <a:cubicBezTo>
                  <a:pt x="968925" y="569728"/>
                  <a:pt x="752047" y="678247"/>
                  <a:pt x="484462" y="678247"/>
                </a:cubicBezTo>
                <a:cubicBezTo>
                  <a:pt x="216878" y="678247"/>
                  <a:pt x="0" y="569728"/>
                  <a:pt x="0" y="436016"/>
                </a:cubicBezTo>
                <a:lnTo>
                  <a:pt x="0" y="242232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7">
            <a:extLst xmlns:a="http://schemas.openxmlformats.org/drawingml/2006/main">
              <a:ext uri="{FF2B5EF4-FFF2-40B4-BE49-F238E27FC236}">
                <a16:creationId xmlns:a16="http://schemas.microsoft.com/office/drawing/2014/main" id="{8CF6F22B-D461-4E85-9A60-74EEB545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966012"/>
            <a:ext cx="968924" cy="678247"/>
          </a:xfrm>
          <a:custGeom xmlns:a="http://schemas.openxmlformats.org/drawingml/2006/main">
            <a:pathLst>
              <a:path w="968924" h="678247">
                <a:moveTo>
                  <a:pt x="0" y="242231"/>
                </a:moveTo>
                <a:cubicBezTo>
                  <a:pt x="0" y="108520"/>
                  <a:pt x="216878" y="0"/>
                  <a:pt x="484462" y="0"/>
                </a:cubicBezTo>
                <a:cubicBezTo>
                  <a:pt x="613006" y="0"/>
                  <a:pt x="736221" y="25515"/>
                  <a:pt x="826977" y="70893"/>
                </a:cubicBezTo>
                <a:cubicBezTo>
                  <a:pt x="917894" y="116433"/>
                  <a:pt x="968924" y="177959"/>
                  <a:pt x="968924" y="242231"/>
                </a:cubicBezTo>
                <a:lnTo>
                  <a:pt x="968924" y="436016"/>
                </a:lnTo>
                <a:cubicBezTo>
                  <a:pt x="968924" y="569728"/>
                  <a:pt x="752047" y="678247"/>
                  <a:pt x="484462" y="678247"/>
                </a:cubicBezTo>
                <a:cubicBezTo>
                  <a:pt x="216878" y="678247"/>
                  <a:pt x="0" y="569728"/>
                  <a:pt x="0" y="436016"/>
                </a:cubicBezTo>
                <a:lnTo>
                  <a:pt x="0" y="242231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6B656"/>
            </a:solidFill>
            <a:prstDash val="solid"/>
          </a:ln>
        </p:spPr>
      </p:sp>
      <p:sp>
        <p:nvSpPr>
          <p:cNvPr id="35" name="pdf-path-38">
            <a:extLst xmlns:a="http://schemas.openxmlformats.org/drawingml/2006/main">
              <a:ext uri="{FF2B5EF4-FFF2-40B4-BE49-F238E27FC236}">
                <a16:creationId xmlns:a16="http://schemas.microsoft.com/office/drawing/2014/main" id="{D178C261-FC9F-4CF6-8F70-6EA2D3C8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1208243"/>
            <a:ext cx="968924" cy="242231"/>
          </a:xfrm>
          <a:custGeom xmlns:a="http://schemas.openxmlformats.org/drawingml/2006/main">
            <a:pathLst>
              <a:path w="968924" h="242231">
                <a:moveTo>
                  <a:pt x="968924" y="0"/>
                </a:moveTo>
                <a:cubicBezTo>
                  <a:pt x="968924" y="133712"/>
                  <a:pt x="752047" y="242231"/>
                  <a:pt x="484462" y="242231"/>
                </a:cubicBezTo>
                <a:cubicBezTo>
                  <a:pt x="216878" y="242231"/>
                  <a:pt x="0" y="1337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6B656"/>
            </a:solidFill>
            <a:prstDash val="solid"/>
          </a:ln>
        </p:spPr>
      </p:sp>
      <p:sp>
        <p:nvSpPr>
          <p:cNvPr id="36" name="pdf-path-39">
            <a:extLst xmlns:a="http://schemas.openxmlformats.org/drawingml/2006/main">
              <a:ext uri="{FF2B5EF4-FFF2-40B4-BE49-F238E27FC236}">
                <a16:creationId xmlns:a16="http://schemas.microsoft.com/office/drawing/2014/main" id="{8B5E2A6A-D856-4287-AB2D-6F4F9E6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780301"/>
            <a:ext cx="968925" cy="678246"/>
          </a:xfrm>
          <a:custGeom xmlns:a="http://schemas.openxmlformats.org/drawingml/2006/main">
            <a:pathLst>
              <a:path w="968925" h="678246">
                <a:moveTo>
                  <a:pt x="0" y="242230"/>
                </a:moveTo>
                <a:cubicBezTo>
                  <a:pt x="0" y="108519"/>
                  <a:pt x="216878" y="0"/>
                  <a:pt x="484462" y="0"/>
                </a:cubicBezTo>
                <a:cubicBezTo>
                  <a:pt x="613006" y="0"/>
                  <a:pt x="736221" y="25515"/>
                  <a:pt x="826977" y="70892"/>
                </a:cubicBezTo>
                <a:cubicBezTo>
                  <a:pt x="917894" y="116432"/>
                  <a:pt x="968925" y="177958"/>
                  <a:pt x="968925" y="242230"/>
                </a:cubicBezTo>
                <a:lnTo>
                  <a:pt x="968925" y="436016"/>
                </a:lnTo>
                <a:cubicBezTo>
                  <a:pt x="968925" y="569728"/>
                  <a:pt x="752047" y="678246"/>
                  <a:pt x="484462" y="678246"/>
                </a:cubicBezTo>
                <a:cubicBezTo>
                  <a:pt x="216878" y="678246"/>
                  <a:pt x="0" y="569728"/>
                  <a:pt x="0" y="436016"/>
                </a:cubicBezTo>
                <a:lnTo>
                  <a:pt x="0" y="242230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40">
            <a:extLst xmlns:a="http://schemas.openxmlformats.org/drawingml/2006/main">
              <a:ext uri="{FF2B5EF4-FFF2-40B4-BE49-F238E27FC236}">
                <a16:creationId xmlns:a16="http://schemas.microsoft.com/office/drawing/2014/main" id="{FFF5B457-3B5A-4104-A709-442745B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780301"/>
            <a:ext cx="968924" cy="678247"/>
          </a:xfrm>
          <a:custGeom xmlns:a="http://schemas.openxmlformats.org/drawingml/2006/main">
            <a:pathLst>
              <a:path w="968924" h="678247">
                <a:moveTo>
                  <a:pt x="0" y="242231"/>
                </a:moveTo>
                <a:cubicBezTo>
                  <a:pt x="0" y="108520"/>
                  <a:pt x="216878" y="0"/>
                  <a:pt x="484462" y="0"/>
                </a:cubicBezTo>
                <a:cubicBezTo>
                  <a:pt x="613006" y="0"/>
                  <a:pt x="736221" y="25515"/>
                  <a:pt x="826977" y="70893"/>
                </a:cubicBezTo>
                <a:cubicBezTo>
                  <a:pt x="917894" y="116433"/>
                  <a:pt x="968924" y="177959"/>
                  <a:pt x="968924" y="242231"/>
                </a:cubicBezTo>
                <a:lnTo>
                  <a:pt x="968924" y="436016"/>
                </a:lnTo>
                <a:cubicBezTo>
                  <a:pt x="968924" y="569728"/>
                  <a:pt x="752047" y="678247"/>
                  <a:pt x="484462" y="678247"/>
                </a:cubicBezTo>
                <a:cubicBezTo>
                  <a:pt x="216878" y="678247"/>
                  <a:pt x="0" y="569728"/>
                  <a:pt x="0" y="436016"/>
                </a:cubicBezTo>
                <a:lnTo>
                  <a:pt x="0" y="242231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6B656"/>
            </a:solidFill>
            <a:prstDash val="solid"/>
          </a:ln>
        </p:spPr>
      </p:sp>
      <p:sp>
        <p:nvSpPr>
          <p:cNvPr id="38" name="pdf-path-41">
            <a:extLst xmlns:a="http://schemas.openxmlformats.org/drawingml/2006/main">
              <a:ext uri="{FF2B5EF4-FFF2-40B4-BE49-F238E27FC236}">
                <a16:creationId xmlns:a16="http://schemas.microsoft.com/office/drawing/2014/main" id="{F69EAAC2-58C3-447D-A359-2CE5DCC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81" y="1022532"/>
            <a:ext cx="968924" cy="242231"/>
          </a:xfrm>
          <a:custGeom xmlns:a="http://schemas.openxmlformats.org/drawingml/2006/main">
            <a:pathLst>
              <a:path w="968924" h="242231">
                <a:moveTo>
                  <a:pt x="968924" y="0"/>
                </a:moveTo>
                <a:cubicBezTo>
                  <a:pt x="968924" y="133711"/>
                  <a:pt x="752047" y="242231"/>
                  <a:pt x="484462" y="242231"/>
                </a:cubicBezTo>
                <a:cubicBezTo>
                  <a:pt x="216878" y="242231"/>
                  <a:pt x="0" y="133711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6B656"/>
            </a:solidFill>
            <a:prstDash val="solid"/>
          </a:ln>
        </p:spPr>
      </p:sp>
      <p:sp>
        <p:nvSpPr>
          <p:cNvPr id="39" name="pdf-path-42">
            <a:extLst xmlns:a="http://schemas.openxmlformats.org/drawingml/2006/main">
              <a:ext uri="{FF2B5EF4-FFF2-40B4-BE49-F238E27FC236}">
                <a16:creationId xmlns:a16="http://schemas.microsoft.com/office/drawing/2014/main" id="{D032E903-5011-48B0-89FF-0711276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385" y="2354803"/>
            <a:ext cx="95" cy="300851"/>
          </a:xfrm>
          <a:custGeom xmlns:a="http://schemas.openxmlformats.org/drawingml/2006/main">
            <a:pathLst>
              <a:path w="95" h="300851">
                <a:moveTo>
                  <a:pt x="0" y="0"/>
                </a:moveTo>
                <a:lnTo>
                  <a:pt x="0" y="300851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40" name="pdf-path-43">
            <a:extLst xmlns:a="http://schemas.openxmlformats.org/drawingml/2006/main">
              <a:ext uri="{FF2B5EF4-FFF2-40B4-BE49-F238E27FC236}">
                <a16:creationId xmlns:a16="http://schemas.microsoft.com/office/drawing/2014/main" id="{59D5A9B4-16E4-4547-9BA6-D79835AC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863" y="2627394"/>
            <a:ext cx="113042" cy="113042"/>
          </a:xfrm>
          <a:custGeom xmlns:a="http://schemas.openxmlformats.org/drawingml/2006/main">
            <a:pathLst>
              <a:path w="113042" h="113042">
                <a:moveTo>
                  <a:pt x="56522" y="113042"/>
                </a:moveTo>
                <a:lnTo>
                  <a:pt x="0" y="0"/>
                </a:lnTo>
                <a:lnTo>
                  <a:pt x="56522" y="28260"/>
                </a:lnTo>
                <a:lnTo>
                  <a:pt x="113042" y="0"/>
                </a:lnTo>
                <a:lnTo>
                  <a:pt x="56522" y="1130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4">
            <a:extLst xmlns:a="http://schemas.openxmlformats.org/drawingml/2006/main">
              <a:ext uri="{FF2B5EF4-FFF2-40B4-BE49-F238E27FC236}">
                <a16:creationId xmlns:a16="http://schemas.microsoft.com/office/drawing/2014/main" id="{D9371EA5-32A4-49EE-AA63-73290417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864" y="2627394"/>
            <a:ext cx="113041" cy="113042"/>
          </a:xfrm>
          <a:custGeom xmlns:a="http://schemas.openxmlformats.org/drawingml/2006/main">
            <a:pathLst>
              <a:path w="113041" h="113042">
                <a:moveTo>
                  <a:pt x="56520" y="113042"/>
                </a:moveTo>
                <a:lnTo>
                  <a:pt x="113041" y="0"/>
                </a:lnTo>
                <a:lnTo>
                  <a:pt x="56520" y="282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42" name="pdf-path-45">
            <a:extLst xmlns:a="http://schemas.openxmlformats.org/drawingml/2006/main">
              <a:ext uri="{FF2B5EF4-FFF2-40B4-BE49-F238E27FC236}">
                <a16:creationId xmlns:a16="http://schemas.microsoft.com/office/drawing/2014/main" id="{DDF04BD6-0434-4034-BB68-098AA5EC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459" y="1789597"/>
            <a:ext cx="1937850" cy="565205"/>
          </a:xfrm>
          <a:custGeom xmlns:a="http://schemas.openxmlformats.org/drawingml/2006/main">
            <a:pathLst>
              <a:path w="1937850" h="565205">
                <a:moveTo>
                  <a:pt x="84781" y="0"/>
                </a:moveTo>
                <a:lnTo>
                  <a:pt x="1853068" y="0"/>
                </a:lnTo>
                <a:cubicBezTo>
                  <a:pt x="1864311" y="0"/>
                  <a:pt x="1875124" y="2151"/>
                  <a:pt x="1885512" y="6454"/>
                </a:cubicBezTo>
                <a:cubicBezTo>
                  <a:pt x="1895898" y="10754"/>
                  <a:pt x="1905068" y="16881"/>
                  <a:pt x="1913018" y="24830"/>
                </a:cubicBezTo>
                <a:cubicBezTo>
                  <a:pt x="1920968" y="32781"/>
                  <a:pt x="1927092" y="41950"/>
                  <a:pt x="1931395" y="52336"/>
                </a:cubicBezTo>
                <a:cubicBezTo>
                  <a:pt x="1935696" y="62722"/>
                  <a:pt x="1937848" y="73538"/>
                  <a:pt x="1937850" y="84780"/>
                </a:cubicBezTo>
                <a:lnTo>
                  <a:pt x="1937850" y="480425"/>
                </a:lnTo>
                <a:cubicBezTo>
                  <a:pt x="1937848" y="491667"/>
                  <a:pt x="1935696" y="502482"/>
                  <a:pt x="1931395" y="512869"/>
                </a:cubicBezTo>
                <a:cubicBezTo>
                  <a:pt x="1927092" y="523255"/>
                  <a:pt x="1920968" y="532424"/>
                  <a:pt x="1913018" y="540374"/>
                </a:cubicBezTo>
                <a:cubicBezTo>
                  <a:pt x="1905068" y="548323"/>
                  <a:pt x="1895898" y="554449"/>
                  <a:pt x="1885512" y="558751"/>
                </a:cubicBezTo>
                <a:cubicBezTo>
                  <a:pt x="1875124" y="563054"/>
                  <a:pt x="1864311" y="565205"/>
                  <a:pt x="1853068" y="565205"/>
                </a:cubicBezTo>
                <a:lnTo>
                  <a:pt x="84781" y="565205"/>
                </a:lnTo>
                <a:cubicBezTo>
                  <a:pt x="73539" y="565205"/>
                  <a:pt x="62724" y="563054"/>
                  <a:pt x="52338" y="558751"/>
                </a:cubicBezTo>
                <a:cubicBezTo>
                  <a:pt x="41949" y="554449"/>
                  <a:pt x="32783" y="548323"/>
                  <a:pt x="24832" y="540374"/>
                </a:cubicBezTo>
                <a:cubicBezTo>
                  <a:pt x="16882" y="532424"/>
                  <a:pt x="10756" y="523255"/>
                  <a:pt x="6453" y="512869"/>
                </a:cubicBezTo>
                <a:cubicBezTo>
                  <a:pt x="2151" y="502482"/>
                  <a:pt x="0" y="491667"/>
                  <a:pt x="2" y="480425"/>
                </a:cubicBezTo>
                <a:lnTo>
                  <a:pt x="2" y="84780"/>
                </a:lnTo>
                <a:cubicBezTo>
                  <a:pt x="0" y="73538"/>
                  <a:pt x="2151" y="62722"/>
                  <a:pt x="6453" y="52336"/>
                </a:cubicBezTo>
                <a:cubicBezTo>
                  <a:pt x="10756" y="41950"/>
                  <a:pt x="16882" y="32781"/>
                  <a:pt x="24832" y="24830"/>
                </a:cubicBezTo>
                <a:cubicBezTo>
                  <a:pt x="32783" y="16881"/>
                  <a:pt x="41949" y="10754"/>
                  <a:pt x="52338" y="6454"/>
                </a:cubicBezTo>
                <a:cubicBezTo>
                  <a:pt x="62724" y="2151"/>
                  <a:pt x="73539" y="0"/>
                  <a:pt x="84781" y="0"/>
                </a:cubicBezTo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46">
            <a:extLst xmlns:a="http://schemas.openxmlformats.org/drawingml/2006/main">
              <a:ext uri="{FF2B5EF4-FFF2-40B4-BE49-F238E27FC236}">
                <a16:creationId xmlns:a16="http://schemas.microsoft.com/office/drawing/2014/main" id="{0B713CAA-566C-40E6-B1E9-8D8F73FF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460" y="1789597"/>
            <a:ext cx="1937849" cy="565206"/>
          </a:xfrm>
          <a:custGeom xmlns:a="http://schemas.openxmlformats.org/drawingml/2006/main">
            <a:pathLst>
              <a:path w="1937849" h="565206">
                <a:moveTo>
                  <a:pt x="84781" y="0"/>
                </a:moveTo>
                <a:lnTo>
                  <a:pt x="1853068" y="0"/>
                </a:lnTo>
                <a:cubicBezTo>
                  <a:pt x="1864309" y="0"/>
                  <a:pt x="1875124" y="2151"/>
                  <a:pt x="1885512" y="6453"/>
                </a:cubicBezTo>
                <a:cubicBezTo>
                  <a:pt x="1895897" y="10755"/>
                  <a:pt x="1905067" y="16882"/>
                  <a:pt x="1913017" y="24832"/>
                </a:cubicBezTo>
                <a:cubicBezTo>
                  <a:pt x="1920967" y="32782"/>
                  <a:pt x="1927092" y="41949"/>
                  <a:pt x="1931395" y="52336"/>
                </a:cubicBezTo>
                <a:cubicBezTo>
                  <a:pt x="1935697" y="62723"/>
                  <a:pt x="1937849" y="73538"/>
                  <a:pt x="1937849" y="84781"/>
                </a:cubicBezTo>
                <a:lnTo>
                  <a:pt x="1937849" y="480425"/>
                </a:lnTo>
                <a:cubicBezTo>
                  <a:pt x="1937849" y="491668"/>
                  <a:pt x="1935697" y="502482"/>
                  <a:pt x="1931395" y="512869"/>
                </a:cubicBezTo>
                <a:cubicBezTo>
                  <a:pt x="1927092" y="523256"/>
                  <a:pt x="1920967" y="532424"/>
                  <a:pt x="1913017" y="540374"/>
                </a:cubicBezTo>
                <a:cubicBezTo>
                  <a:pt x="1905067" y="548324"/>
                  <a:pt x="1895897" y="554449"/>
                  <a:pt x="1885512" y="558753"/>
                </a:cubicBezTo>
                <a:cubicBezTo>
                  <a:pt x="1875124" y="563055"/>
                  <a:pt x="1864309" y="565206"/>
                  <a:pt x="1853068" y="565206"/>
                </a:cubicBezTo>
                <a:lnTo>
                  <a:pt x="84781" y="565206"/>
                </a:lnTo>
                <a:cubicBezTo>
                  <a:pt x="73538" y="565206"/>
                  <a:pt x="62723" y="563055"/>
                  <a:pt x="52336" y="558753"/>
                </a:cubicBezTo>
                <a:cubicBezTo>
                  <a:pt x="41949" y="554449"/>
                  <a:pt x="32782" y="548324"/>
                  <a:pt x="24832" y="540374"/>
                </a:cubicBezTo>
                <a:cubicBezTo>
                  <a:pt x="16882" y="532424"/>
                  <a:pt x="10755" y="523256"/>
                  <a:pt x="6453" y="512869"/>
                </a:cubicBezTo>
                <a:cubicBezTo>
                  <a:pt x="2151" y="502482"/>
                  <a:pt x="0" y="491668"/>
                  <a:pt x="0" y="480425"/>
                </a:cubicBezTo>
                <a:lnTo>
                  <a:pt x="0" y="84781"/>
                </a:lnTo>
                <a:cubicBezTo>
                  <a:pt x="0" y="73538"/>
                  <a:pt x="2151" y="62723"/>
                  <a:pt x="6453" y="52336"/>
                </a:cubicBezTo>
                <a:cubicBezTo>
                  <a:pt x="10755" y="41949"/>
                  <a:pt x="16882" y="32782"/>
                  <a:pt x="24832" y="24832"/>
                </a:cubicBezTo>
                <a:cubicBezTo>
                  <a:pt x="32782" y="16882"/>
                  <a:pt x="41949" y="10755"/>
                  <a:pt x="52336" y="6453"/>
                </a:cubicBezTo>
                <a:cubicBezTo>
                  <a:pt x="62723" y="2151"/>
                  <a:pt x="73538" y="0"/>
                  <a:pt x="847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D79B00"/>
            </a:solidFill>
            <a:prstDash val="solid"/>
          </a:ln>
        </p:spPr>
      </p:sp>
      <p:sp>
        <p:nvSpPr>
          <p:cNvPr id="44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EB3D2BA3-233A-4055-ABB6-31E618B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527" y="1988896"/>
            <a:ext cx="441320" cy="19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k-NN</a:t>
            </a:r>
          </a:p>
        </p:txBody>
      </p:sp>
      <p:sp>
        <p:nvSpPr>
          <p:cNvPr id="45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D14CD403-1E8A-46EB-B83C-85BF4290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26" y="69953"/>
            <a:ext cx="1751868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Replay Buffer</a:t>
            </a:r>
          </a:p>
        </p:txBody>
      </p:sp>
      <p:sp>
        <p:nvSpPr>
          <p:cNvPr id="46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FC7BF129-7A77-4218-8AC3-2BFC96FC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877" y="69953"/>
            <a:ext cx="581368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Entr</a:t>
            </a:r>
          </a:p>
        </p:txBody>
      </p:sp>
      <p:sp>
        <p:nvSpPr>
          <p:cNvPr id="47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B0D1F1C0-E32F-4275-9FA3-0CAD566D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980" y="69953"/>
            <a:ext cx="452351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opy</a:t>
            </a:r>
          </a:p>
        </p:txBody>
      </p:sp>
      <p:sp>
        <p:nvSpPr>
          <p:cNvPr id="48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9A8A9BF2-6FEE-47EA-BBE1-EE18836C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896" y="69953"/>
            <a:ext cx="2124051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Conditional Entr</a:t>
            </a:r>
          </a:p>
        </p:txBody>
      </p:sp>
      <p:sp>
        <p:nvSpPr>
          <p:cNvPr id="49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B0A65DDE-92BE-41FE-B009-ED77D6D4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662" y="69953"/>
            <a:ext cx="452352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opy</a:t>
            </a:r>
          </a:p>
        </p:txBody>
      </p:sp>
      <p:sp>
        <p:nvSpPr>
          <p:cNvPr id="50" name="pdf-path-54">
            <a:extLst xmlns:a="http://schemas.openxmlformats.org/drawingml/2006/main">
              <a:ext uri="{FF2B5EF4-FFF2-40B4-BE49-F238E27FC236}">
                <a16:creationId xmlns:a16="http://schemas.microsoft.com/office/drawing/2014/main" id="{AFF68912-9472-4EA0-9C05-DD731290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703" y="949863"/>
            <a:ext cx="726693" cy="565205"/>
          </a:xfrm>
          <a:custGeom xmlns:a="http://schemas.openxmlformats.org/drawingml/2006/main">
            <a:pathLst>
              <a:path w="726693" h="565205">
                <a:moveTo>
                  <a:pt x="0" y="565205"/>
                </a:moveTo>
                <a:lnTo>
                  <a:pt x="0" y="0"/>
                </a:lnTo>
                <a:lnTo>
                  <a:pt x="454265" y="0"/>
                </a:lnTo>
                <a:lnTo>
                  <a:pt x="726693" y="282603"/>
                </a:lnTo>
                <a:lnTo>
                  <a:pt x="454265" y="565205"/>
                </a:lnTo>
                <a:lnTo>
                  <a:pt x="0" y="565205"/>
                </a:lnTo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55">
            <a:extLst xmlns:a="http://schemas.openxmlformats.org/drawingml/2006/main">
              <a:ext uri="{FF2B5EF4-FFF2-40B4-BE49-F238E27FC236}">
                <a16:creationId xmlns:a16="http://schemas.microsoft.com/office/drawing/2014/main" id="{77256570-E602-4916-8E88-3DDDB1F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703" y="949863"/>
            <a:ext cx="726693" cy="565206"/>
          </a:xfrm>
          <a:custGeom xmlns:a="http://schemas.openxmlformats.org/drawingml/2006/main">
            <a:pathLst>
              <a:path w="726693" h="565206">
                <a:moveTo>
                  <a:pt x="0" y="565206"/>
                </a:moveTo>
                <a:lnTo>
                  <a:pt x="0" y="0"/>
                </a:lnTo>
                <a:lnTo>
                  <a:pt x="454264" y="0"/>
                </a:lnTo>
                <a:lnTo>
                  <a:pt x="726693" y="282603"/>
                </a:lnTo>
                <a:lnTo>
                  <a:pt x="454264" y="565206"/>
                </a:lnTo>
                <a:lnTo>
                  <a:pt x="0" y="565206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6C8EBF"/>
            </a:solidFill>
            <a:prstDash val="solid"/>
          </a:ln>
        </p:spPr>
      </p:sp>
      <p:sp>
        <p:nvSpPr>
          <p:cNvPr id="52" name="pdf-path-56">
            <a:extLst xmlns:a="http://schemas.openxmlformats.org/drawingml/2006/main">
              <a:ext uri="{FF2B5EF4-FFF2-40B4-BE49-F238E27FC236}">
                <a16:creationId xmlns:a16="http://schemas.microsoft.com/office/drawing/2014/main" id="{D4B4EF94-0144-410D-B592-CACA1925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107" y="2564736"/>
            <a:ext cx="726694" cy="565206"/>
          </a:xfrm>
          <a:custGeom xmlns:a="http://schemas.openxmlformats.org/drawingml/2006/main">
            <a:pathLst>
              <a:path w="726694" h="565206">
                <a:moveTo>
                  <a:pt x="0" y="565206"/>
                </a:moveTo>
                <a:lnTo>
                  <a:pt x="0" y="0"/>
                </a:lnTo>
                <a:lnTo>
                  <a:pt x="454264" y="0"/>
                </a:lnTo>
                <a:lnTo>
                  <a:pt x="726694" y="282603"/>
                </a:lnTo>
                <a:lnTo>
                  <a:pt x="454264" y="565206"/>
                </a:lnTo>
                <a:lnTo>
                  <a:pt x="0" y="565206"/>
                </a:lnTo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57">
            <a:extLst xmlns:a="http://schemas.openxmlformats.org/drawingml/2006/main">
              <a:ext uri="{FF2B5EF4-FFF2-40B4-BE49-F238E27FC236}">
                <a16:creationId xmlns:a16="http://schemas.microsoft.com/office/drawing/2014/main" id="{8281633A-D725-4461-951A-227420EF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108" y="2564737"/>
            <a:ext cx="726693" cy="565206"/>
          </a:xfrm>
          <a:custGeom xmlns:a="http://schemas.openxmlformats.org/drawingml/2006/main">
            <a:pathLst>
              <a:path w="726693" h="565206">
                <a:moveTo>
                  <a:pt x="0" y="565206"/>
                </a:moveTo>
                <a:lnTo>
                  <a:pt x="0" y="0"/>
                </a:lnTo>
                <a:lnTo>
                  <a:pt x="454265" y="0"/>
                </a:lnTo>
                <a:lnTo>
                  <a:pt x="726693" y="282603"/>
                </a:lnTo>
                <a:lnTo>
                  <a:pt x="454265" y="565206"/>
                </a:lnTo>
                <a:lnTo>
                  <a:pt x="0" y="565206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B85450"/>
            </a:solidFill>
            <a:prstDash val="solid"/>
          </a:ln>
        </p:spPr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D568F0-0FDA-4F55-9EBB-FE9913D3C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629edf5cb4879"/>
          <a:srcRect xmlns:a="http://schemas.openxmlformats.org/drawingml/2006/main" l="0" t="15" r="0" b="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31" y="2274706"/>
            <a:ext cx="1614874" cy="306180"/>
          </a:xfrm>
          <a:prstGeom xmlns:a="http://schemas.openxmlformats.org/drawingml/2006/main" prst="rect">
            <a:avLst/>
          </a:prstGeom>
        </p:spPr>
      </p:pic>
      <p:sp>
        <p:nvSpPr>
          <p:cNvPr id="55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BF197929-A0D8-4F85-8C68-EB2D40F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31" y="2274706"/>
            <a:ext cx="1614874" cy="30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8EF8C9-BB0C-453B-AC76-49888B250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b14dc24ab401e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700" y="2903860"/>
            <a:ext cx="1222136" cy="290677"/>
          </a:xfrm>
          <a:prstGeom xmlns:a="http://schemas.openxmlformats.org/drawingml/2006/main" prst="rect">
            <a:avLst/>
          </a:prstGeom>
        </p:spPr>
      </p:pic>
      <p:sp>
        <p:nvSpPr>
          <p:cNvPr id="57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F8944D46-A91F-4960-95EC-CD32D18C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00" y="2903860"/>
            <a:ext cx="1222136" cy="290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65554D-C029-4B9E-AF2B-106C6DFE4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fc31408c84fb8"/>
          <a:srcRect xmlns:a="http://schemas.openxmlformats.org/drawingml/2006/main" l="0" t="7" r="0" b="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4498" y="2652748"/>
            <a:ext cx="1308047" cy="373036"/>
          </a:xfrm>
          <a:prstGeom xmlns:a="http://schemas.openxmlformats.org/drawingml/2006/main" prst="rect">
            <a:avLst/>
          </a:prstGeom>
        </p:spPr>
      </p:pic>
      <p:sp>
        <p:nvSpPr>
          <p:cNvPr id="59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3502F437-052E-4513-9996-94A2495F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498" y="2652748"/>
            <a:ext cx="1308047" cy="373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5E1ED2-D41D-4052-815C-940ACC3D8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a6f13feac43c2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96861" y="1138642"/>
            <a:ext cx="226082" cy="203959"/>
          </a:xfrm>
          <a:prstGeom xmlns:a="http://schemas.openxmlformats.org/drawingml/2006/main" prst="rect">
            <a:avLst/>
          </a:prstGeom>
        </p:spPr>
      </p:pic>
      <p:sp>
        <p:nvSpPr>
          <p:cNvPr id="61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A50687E1-3AD3-4C11-9841-353CE3AC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61" y="1138642"/>
            <a:ext cx="226082" cy="203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df-path-64">
            <a:extLst xmlns:a="http://schemas.openxmlformats.org/drawingml/2006/main">
              <a:ext uri="{FF2B5EF4-FFF2-40B4-BE49-F238E27FC236}">
                <a16:creationId xmlns:a16="http://schemas.microsoft.com/office/drawing/2014/main" id="{661E7112-02DB-4F8B-B4C5-BA12E5D4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22" y="1232466"/>
            <a:ext cx="258379" cy="95"/>
          </a:xfrm>
          <a:custGeom xmlns:a="http://schemas.openxmlformats.org/drawingml/2006/main">
            <a:pathLst>
              <a:path w="258379" h="95">
                <a:moveTo>
                  <a:pt x="0" y="0"/>
                </a:moveTo>
                <a:lnTo>
                  <a:pt x="2583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63" name="pdf-path-65">
            <a:extLst xmlns:a="http://schemas.openxmlformats.org/drawingml/2006/main">
              <a:ext uri="{FF2B5EF4-FFF2-40B4-BE49-F238E27FC236}">
                <a16:creationId xmlns:a16="http://schemas.microsoft.com/office/drawing/2014/main" id="{A4936A1B-E56E-4C6F-AC7B-56DD650A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35" y="748003"/>
            <a:ext cx="161488" cy="968924"/>
          </a:xfrm>
          <a:custGeom xmlns:a="http://schemas.openxmlformats.org/drawingml/2006/main">
            <a:pathLst>
              <a:path w="161488" h="968924">
                <a:moveTo>
                  <a:pt x="0" y="0"/>
                </a:moveTo>
                <a:lnTo>
                  <a:pt x="161488" y="0"/>
                </a:lnTo>
                <a:lnTo>
                  <a:pt x="161488" y="968924"/>
                </a:lnTo>
                <a:lnTo>
                  <a:pt x="0" y="968924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66">
            <a:extLst xmlns:a="http://schemas.openxmlformats.org/drawingml/2006/main">
              <a:ext uri="{FF2B5EF4-FFF2-40B4-BE49-F238E27FC236}">
                <a16:creationId xmlns:a16="http://schemas.microsoft.com/office/drawing/2014/main" id="{5C2CE507-6B55-4029-BC73-2105CD5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35" y="748004"/>
            <a:ext cx="161487" cy="968924"/>
          </a:xfrm>
          <a:custGeom xmlns:a="http://schemas.openxmlformats.org/drawingml/2006/main">
            <a:pathLst>
              <a:path w="161487" h="968924">
                <a:moveTo>
                  <a:pt x="0" y="0"/>
                </a:moveTo>
                <a:lnTo>
                  <a:pt x="161487" y="0"/>
                </a:lnTo>
                <a:lnTo>
                  <a:pt x="161487" y="968924"/>
                </a:lnTo>
                <a:lnTo>
                  <a:pt x="0" y="968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6C8EBF"/>
            </a:solidFill>
            <a:prstDash val="solid"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630680-C155-49DF-B10F-C8DDD24BB1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ae62c1e0748a9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6463" y="1781523"/>
            <a:ext cx="226082" cy="317484"/>
          </a:xfrm>
          <a:prstGeom xmlns:a="http://schemas.openxmlformats.org/drawingml/2006/main" prst="rect">
            <a:avLst/>
          </a:prstGeom>
        </p:spPr>
      </p:pic>
      <p:sp>
        <p:nvSpPr>
          <p:cNvPr id="66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8633DA2F-FCF6-4F91-8C39-3496F71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463" y="1781523"/>
            <a:ext cx="226082" cy="317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pdf-path-68">
            <a:extLst xmlns:a="http://schemas.openxmlformats.org/drawingml/2006/main">
              <a:ext uri="{FF2B5EF4-FFF2-40B4-BE49-F238E27FC236}">
                <a16:creationId xmlns:a16="http://schemas.microsoft.com/office/drawing/2014/main" id="{3E4C1075-7E01-4C27-833B-DD6340EB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856" y="1028992"/>
            <a:ext cx="193785" cy="16472"/>
          </a:xfrm>
          <a:custGeom xmlns:a="http://schemas.openxmlformats.org/drawingml/2006/main">
            <a:pathLst>
              <a:path w="193785" h="16472">
                <a:moveTo>
                  <a:pt x="0" y="323"/>
                </a:moveTo>
                <a:lnTo>
                  <a:pt x="193785" y="0"/>
                </a:lnTo>
                <a:lnTo>
                  <a:pt x="193785" y="16472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68" name="pdf-path-69">
            <a:extLst xmlns:a="http://schemas.openxmlformats.org/drawingml/2006/main">
              <a:ext uri="{FF2B5EF4-FFF2-40B4-BE49-F238E27FC236}">
                <a16:creationId xmlns:a16="http://schemas.microsoft.com/office/drawing/2014/main" id="{CF337886-5E74-4428-8D8C-38A6B8B6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164" y="746711"/>
            <a:ext cx="726693" cy="565206"/>
          </a:xfrm>
          <a:custGeom xmlns:a="http://schemas.openxmlformats.org/drawingml/2006/main">
            <a:pathLst>
              <a:path w="726693" h="565206">
                <a:moveTo>
                  <a:pt x="0" y="565206"/>
                </a:moveTo>
                <a:lnTo>
                  <a:pt x="0" y="0"/>
                </a:lnTo>
                <a:lnTo>
                  <a:pt x="454265" y="0"/>
                </a:lnTo>
                <a:lnTo>
                  <a:pt x="726693" y="282603"/>
                </a:lnTo>
                <a:lnTo>
                  <a:pt x="454265" y="565206"/>
                </a:lnTo>
                <a:lnTo>
                  <a:pt x="0" y="565206"/>
                </a:lnTo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70">
            <a:extLst xmlns:a="http://schemas.openxmlformats.org/drawingml/2006/main">
              <a:ext uri="{FF2B5EF4-FFF2-40B4-BE49-F238E27FC236}">
                <a16:creationId xmlns:a16="http://schemas.microsoft.com/office/drawing/2014/main" id="{FDAC7B65-D9E9-4E12-8A2E-A2E6057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163" y="746710"/>
            <a:ext cx="726693" cy="565206"/>
          </a:xfrm>
          <a:custGeom xmlns:a="http://schemas.openxmlformats.org/drawingml/2006/main">
            <a:pathLst>
              <a:path w="726693" h="565206">
                <a:moveTo>
                  <a:pt x="0" y="565206"/>
                </a:moveTo>
                <a:lnTo>
                  <a:pt x="0" y="0"/>
                </a:lnTo>
                <a:lnTo>
                  <a:pt x="454264" y="0"/>
                </a:lnTo>
                <a:lnTo>
                  <a:pt x="726693" y="282603"/>
                </a:lnTo>
                <a:lnTo>
                  <a:pt x="454264" y="565206"/>
                </a:lnTo>
                <a:lnTo>
                  <a:pt x="0" y="565206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6C8EBF"/>
            </a:solidFill>
            <a:prstDash val="solid"/>
          </a:ln>
        </p:spPr>
      </p:sp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C7F360-9551-4FE6-8417-92EC84F7E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e2218d2f749d7"/>
          <a:srcRect xmlns:a="http://schemas.openxmlformats.org/drawingml/2006/main" l="0" t="16" r="0" b="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668" y="935490"/>
            <a:ext cx="226082" cy="203959"/>
          </a:xfrm>
          <a:prstGeom xmlns:a="http://schemas.openxmlformats.org/drawingml/2006/main" prst="rect">
            <a:avLst/>
          </a:prstGeom>
        </p:spPr>
      </p:pic>
      <p:sp>
        <p:nvSpPr>
          <p:cNvPr id="71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9F0567D0-022F-4EE0-A842-E1BD213C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668" y="935490"/>
            <a:ext cx="226082" cy="203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pdf-path-72">
            <a:extLst xmlns:a="http://schemas.openxmlformats.org/drawingml/2006/main">
              <a:ext uri="{FF2B5EF4-FFF2-40B4-BE49-F238E27FC236}">
                <a16:creationId xmlns:a16="http://schemas.microsoft.com/office/drawing/2014/main" id="{C9883095-5F14-4805-A50E-1DB89024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385" y="1529926"/>
            <a:ext cx="95" cy="259672"/>
          </a:xfrm>
          <a:custGeom xmlns:a="http://schemas.openxmlformats.org/drawingml/2006/main">
            <a:pathLst>
              <a:path w="95" h="259672">
                <a:moveTo>
                  <a:pt x="0" y="0"/>
                </a:moveTo>
                <a:lnTo>
                  <a:pt x="0" y="259672"/>
                </a:lnTo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000000"/>
            </a:solidFill>
            <a:prstDash val="solid"/>
          </a:ln>
        </p:spPr>
      </p:sp>
      <p:sp>
        <p:nvSpPr>
          <p:cNvPr id="73" name="pdf-path-73">
            <a:extLst xmlns:a="http://schemas.openxmlformats.org/drawingml/2006/main">
              <a:ext uri="{FF2B5EF4-FFF2-40B4-BE49-F238E27FC236}">
                <a16:creationId xmlns:a16="http://schemas.microsoft.com/office/drawing/2014/main" id="{DFE01D96-2E5B-46AA-91B0-4B4E8B5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642" y="561001"/>
            <a:ext cx="161488" cy="968924"/>
          </a:xfrm>
          <a:custGeom xmlns:a="http://schemas.openxmlformats.org/drawingml/2006/main">
            <a:pathLst>
              <a:path w="161488" h="968924">
                <a:moveTo>
                  <a:pt x="0" y="0"/>
                </a:moveTo>
                <a:lnTo>
                  <a:pt x="161488" y="0"/>
                </a:lnTo>
                <a:lnTo>
                  <a:pt x="161488" y="968924"/>
                </a:lnTo>
                <a:lnTo>
                  <a:pt x="0" y="968924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74">
            <a:extLst xmlns:a="http://schemas.openxmlformats.org/drawingml/2006/main">
              <a:ext uri="{FF2B5EF4-FFF2-40B4-BE49-F238E27FC236}">
                <a16:creationId xmlns:a16="http://schemas.microsoft.com/office/drawing/2014/main" id="{AC427171-4225-4E26-B272-ADB2C01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641" y="561002"/>
            <a:ext cx="161487" cy="968924"/>
          </a:xfrm>
          <a:custGeom xmlns:a="http://schemas.openxmlformats.org/drawingml/2006/main">
            <a:pathLst>
              <a:path w="161487" h="968924">
                <a:moveTo>
                  <a:pt x="0" y="0"/>
                </a:moveTo>
                <a:lnTo>
                  <a:pt x="161487" y="0"/>
                </a:lnTo>
                <a:lnTo>
                  <a:pt x="161487" y="968924"/>
                </a:lnTo>
                <a:lnTo>
                  <a:pt x="0" y="968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49">
            <a:solidFill>
              <a:srgbClr val="6C8EBF"/>
            </a:solidFill>
            <a:prstDash val="solid"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E86EF1-B9C6-417B-951C-5157F5DE2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334b2a55f4c22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3541" y="861044"/>
            <a:ext cx="226082" cy="317484"/>
          </a:xfrm>
          <a:prstGeom xmlns:a="http://schemas.openxmlformats.org/drawingml/2006/main" prst="rect">
            <a:avLst/>
          </a:prstGeom>
        </p:spPr>
      </p:pic>
      <p:sp>
        <p:nvSpPr>
          <p:cNvPr id="76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9033AEED-6670-46E1-8B40-EADB284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541" y="861044"/>
            <a:ext cx="226082" cy="317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23AF12-17B8-47BE-90F1-6349B13907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cb6a7fd444c9a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41030" y="2774346"/>
            <a:ext cx="3115254" cy="646757"/>
          </a:xfrm>
          <a:prstGeom xmlns:a="http://schemas.openxmlformats.org/drawingml/2006/main" prst="rect">
            <a:avLst/>
          </a:prstGeom>
        </p:spPr>
      </p:pic>
      <p:sp>
        <p:nvSpPr>
          <p:cNvPr id="78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75E5762A-60A7-48F5-A5E8-F64454F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030" y="2774346"/>
            <a:ext cx="3115254" cy="646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pdf-path-77">
            <a:extLst xmlns:a="http://schemas.openxmlformats.org/drawingml/2006/main">
              <a:ext uri="{FF2B5EF4-FFF2-40B4-BE49-F238E27FC236}">
                <a16:creationId xmlns:a16="http://schemas.microsoft.com/office/drawing/2014/main" id="{80563205-C0EC-4E74-B6E3-436E594B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9" y="18688"/>
            <a:ext cx="10362896" cy="380104"/>
          </a:xfrm>
          <a:custGeom xmlns:a="http://schemas.openxmlformats.org/drawingml/2006/main">
            <a:pathLst>
              <a:path w="10362896" h="380104">
                <a:moveTo>
                  <a:pt x="0" y="380104"/>
                </a:moveTo>
                <a:lnTo>
                  <a:pt x="10362896" y="380104"/>
                </a:lnTo>
                <a:lnTo>
                  <a:pt x="1036289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78">
            <a:extLst xmlns:a="http://schemas.openxmlformats.org/drawingml/2006/main">
              <a:ext uri="{FF2B5EF4-FFF2-40B4-BE49-F238E27FC236}">
                <a16:creationId xmlns:a16="http://schemas.microsoft.com/office/drawing/2014/main" id="{CF3CC197-D864-4E96-A5F6-66B68BC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9" y="18688"/>
            <a:ext cx="10362898" cy="380104"/>
          </a:xfrm>
          <a:custGeom xmlns:a="http://schemas.openxmlformats.org/drawingml/2006/main">
            <a:pathLst>
              <a:path w="10362898" h="380104">
                <a:moveTo>
                  <a:pt x="0" y="380104"/>
                </a:moveTo>
                <a:lnTo>
                  <a:pt x="10362898" y="380104"/>
                </a:lnTo>
                <a:lnTo>
                  <a:pt x="1036289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461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6ECE3945-46E5-4A0F-A011-734E4D78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728" y="65760"/>
            <a:ext cx="1937031" cy="26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Intrinsic Reward</a:t>
            </a:r>
          </a:p>
        </p:txBody>
      </p:sp>
      <p:sp>
        <p:nvSpPr>
          <p:cNvPr id="82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78427E07-6F87-4A77-8B24-E76A493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257" y="64729"/>
            <a:ext cx="2830792" cy="26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Representation Learning</a:t>
            </a:r>
          </a:p>
        </p:txBody>
      </p:sp>
      <p:sp>
        <p:nvSpPr>
          <p:cNvPr id="83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444F052E-0CBA-4C4A-B53C-B4D72A8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79" y="70032"/>
            <a:ext cx="1598076" cy="26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Replay Buffer</a:t>
            </a:r>
          </a:p>
        </p:txBody>
      </p:sp>
    </p:spTree>
    <p:extLst>
      <p:ext uri="{BB962C8B-B14F-4D97-AF65-F5344CB8AC3E}">
        <p14:creationId xmlns:p14="http://schemas.microsoft.com/office/powerpoint/2010/main" val="2005744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2026-10-09T20:24:05.8760000Z</dcterms:created>
  <dcterms:modified xsi:type="dcterms:W3CDTF">2026-10-09T20:24:05.8760000Z</dcterms:modified>
</coreProperties>
</file>