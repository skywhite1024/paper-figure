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23b2057a04a12" /><Relationship Type="http://schemas.openxmlformats.org/officeDocument/2006/relationships/extended-properties" Target="/docProps/app.xml" Id="R17794ab8930b4312" /><Relationship Type="http://schemas.openxmlformats.org/officeDocument/2006/relationships/officeDocument" Target="/ppt/presentation.xml" Id="Rcba5133b6a12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74bceb5674600"/>
  </p:sldMasterIdLst>
  <p:notesMasterIdLst>
    <p:notesMasterId xmlns:r="http://schemas.openxmlformats.org/officeDocument/2006/relationships" r:id="Re1aef2945e77416f"/>
  </p:notesMasterIdLst>
  <p:sldIdLst>
    <p:sldId xmlns:r="http://schemas.openxmlformats.org/officeDocument/2006/relationships" id="256" r:id="R74dd022125cc40ae"/>
  </p:sldIdLst>
  <p:sldSz cx="5105400" cy="428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2f47d01a246c8" /><Relationship Type="http://schemas.openxmlformats.org/officeDocument/2006/relationships/slideMaster" Target="/ppt/slideMasters/slideMaster1.xml" Id="R73174bceb5674600" /><Relationship Type="http://schemas.openxmlformats.org/officeDocument/2006/relationships/notesMaster" Target="/ppt/notesMasters/notesMaster1.xml" Id="Re1aef2945e77416f" /><Relationship Type="http://schemas.openxmlformats.org/officeDocument/2006/relationships/presProps" Target="/ppt/presProps.xml" Id="Rcf47645c4f844d4d" /><Relationship Type="http://schemas.openxmlformats.org/officeDocument/2006/relationships/tableStyles" Target="/ppt/tableStyles.xml" Id="Re83cf64ee41a4719" /><Relationship Type="http://schemas.openxmlformats.org/officeDocument/2006/relationships/slide" Target="/ppt/slides/slide1.xml" Id="R74dd022125cc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23b2995b3d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53defb33448e7" /><Relationship Type="http://schemas.openxmlformats.org/officeDocument/2006/relationships/notesMaster" Target="/ppt/notesMasters/notesMaster1.xml" Id="R8e20c7aa1ab3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"Dynamics-Aware Unsupervised Discovery of Skills",</a:t>
            </a:r>
          </a:p>
          <a:p xmlns:a="http://schemas.openxmlformats.org/drawingml/2006/main">
            <a:r>
              <a:t>  "paper_url": "https://arxiv.org/abs/1907.01657v2",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"e13faab20c899f5e49fba9593f62837fc028e16b8787850ed3b1a473e3bd7bb9",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126.5559997559,</a:t>
            </a:r>
          </a:p>
          <a:p xmlns:a="http://schemas.openxmlformats.org/drawingml/2006/main">
            <a:r>
              <a:t>    149.4858093262,</a:t>
            </a:r>
          </a:p>
          <a:p xmlns:a="http://schemas.openxmlformats.org/drawingml/2006/main">
            <a:r>
              <a:t>    304.7524414063,</a:t>
            </a:r>
          </a:p>
          <a:p xmlns:a="http://schemas.openxmlformats.org/drawingml/2006/main">
            <a:r>
              <a:t>    299.0390014648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Ordinary annotations are live text. Six compact source mathematical formula snippets retained; policy/model/environment blocks, signal routing and reward computation structure native. Flat fills approximate original gradients."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028e6efb34f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95b58816344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c3332638144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d2a7ec0f241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7e65d7b9548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36ed1de39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446D17-3360-4F85-A6DA-420179262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0540" y="1619250"/>
            <a:ext cx="408432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A2F7FF-508E-414C-B8AF-DBDC1AF1A2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5810" y="2357438"/>
            <a:ext cx="357378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4929CA-365C-46A4-A4A3-038A13A87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0540" y="1785938"/>
            <a:ext cx="4084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1D960-601E-41BC-8F3F-E333CB3CB8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79" y="333375"/>
            <a:ext cx="453104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4AAD8C-D376-4810-94F0-9874BC13E8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7179" y="1190625"/>
            <a:ext cx="4531043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572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1pPr>
            <a:lvl2pPr marL="22336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2pPr>
            <a:lvl3pPr marL="35099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3pPr>
            <a:lvl4pPr marL="47863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4pPr>
            <a:lvl5pPr marL="60626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5pPr>
            <a:lvl6pPr marL="73390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6pPr>
            <a:lvl7pPr marL="86153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7pPr>
            <a:lvl8pPr marL="98917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8pPr>
            <a:lvl9pPr marL="111680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7132AF-1471-4B93-980B-12357AE64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79" y="333375"/>
            <a:ext cx="453104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5DA49E-B560-4FE6-AF6B-329A19A2F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7179" y="1190625"/>
            <a:ext cx="2105978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572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1pPr>
            <a:lvl2pPr marL="22336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2pPr>
            <a:lvl3pPr marL="35099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3pPr>
            <a:lvl4pPr marL="47863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4pPr>
            <a:lvl5pPr marL="60626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5pPr>
            <a:lvl6pPr marL="73390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6pPr>
            <a:lvl7pPr marL="86153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7pPr>
            <a:lvl8pPr marL="98917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8pPr>
            <a:lvl9pPr marL="111680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17450E-90CB-462A-BB07-A6A5822DDB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712244" y="1190625"/>
            <a:ext cx="2105978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572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1pPr>
            <a:lvl2pPr marL="22336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2pPr>
            <a:lvl3pPr marL="35099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3pPr>
            <a:lvl4pPr marL="47863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4pPr>
            <a:lvl5pPr marL="60626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5pPr>
            <a:lvl6pPr marL="73390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6pPr>
            <a:lvl7pPr marL="86153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7pPr>
            <a:lvl8pPr marL="98917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8pPr>
            <a:lvl9pPr marL="111680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BEA41C-0F28-415B-BBC5-124122791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79" y="333375"/>
            <a:ext cx="453104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4E12F9-4F94-4324-9853-05B6F950D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7179" y="1190625"/>
            <a:ext cx="2105978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572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1pPr>
            <a:lvl2pPr marL="22336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2pPr>
            <a:lvl3pPr marL="35099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3pPr>
            <a:lvl4pPr marL="47863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4pPr>
            <a:lvl5pPr marL="60626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5pPr>
            <a:lvl6pPr marL="73390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6pPr>
            <a:lvl7pPr marL="86153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7pPr>
            <a:lvl8pPr marL="989171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8pPr>
            <a:lvl9pPr marL="1116806" indent="-95726">
              <a:lnSpc>
                <a:spcPct val="110000"/>
              </a:lnSpc>
              <a:spcBef>
                <a:spcPts val="0"/>
              </a:spcBef>
              <a:spcAft>
                <a:spcPts val="5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8f38ca14ae406a" /><Relationship Type="http://schemas.openxmlformats.org/officeDocument/2006/relationships/slideLayout" Target="/ppt/slideLayouts/slideLayout1.xml" Id="R420413ec47704fb9" /><Relationship Type="http://schemas.openxmlformats.org/officeDocument/2006/relationships/slideLayout" Target="/ppt/slideLayouts/slideLayout2.xml" Id="Rf945452636b04391" /><Relationship Type="http://schemas.openxmlformats.org/officeDocument/2006/relationships/slideLayout" Target="/ppt/slideLayouts/slideLayout3.xml" Id="R1c970b4ebbbc4363" /><Relationship Type="http://schemas.openxmlformats.org/officeDocument/2006/relationships/slideLayout" Target="/ppt/slideLayouts/slideLayout4.xml" Id="R4fff383fff4c4172" /><Relationship Type="http://schemas.openxmlformats.org/officeDocument/2006/relationships/slideLayout" Target="/ppt/slideLayouts/slideLayout5.xml" Id="Rd552887495de4643" /><Relationship Type="http://schemas.openxmlformats.org/officeDocument/2006/relationships/slideLayout" Target="/ppt/slideLayouts/slideLayout6.xml" Id="R3b95e8a8febc43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413ec47704fb9"/>
    <p:sldLayoutId xmlns:r="http://schemas.openxmlformats.org/officeDocument/2006/relationships" id="2147483650" r:id="Rf945452636b04391"/>
    <p:sldLayoutId xmlns:r="http://schemas.openxmlformats.org/officeDocument/2006/relationships" id="2147483651" r:id="R1c970b4ebbbc4363"/>
    <p:sldLayoutId xmlns:r="http://schemas.openxmlformats.org/officeDocument/2006/relationships" id="2147483652" r:id="R4fff383fff4c4172"/>
    <p:sldLayoutId xmlns:r="http://schemas.openxmlformats.org/officeDocument/2006/relationships" id="2147483653" r:id="Rd552887495de4643"/>
    <p:sldLayoutId xmlns:r="http://schemas.openxmlformats.org/officeDocument/2006/relationships" id="2147483654" r:id="R3b95e8a8febc43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d217f43b1488a" /><Relationship Type="http://schemas.openxmlformats.org/officeDocument/2006/relationships/image" Target="/ppt/media/image.png" Id="R612e17838af2457f" /><Relationship Type="http://schemas.openxmlformats.org/officeDocument/2006/relationships/image" Target="/ppt/media/image2.png" Id="Ra9e88b69105546a7" /><Relationship Type="http://schemas.openxmlformats.org/officeDocument/2006/relationships/image" Target="/ppt/media/image3.png" Id="R419d167d332347f2" /><Relationship Type="http://schemas.openxmlformats.org/officeDocument/2006/relationships/image" Target="/ppt/media/image4.png" Id="R950bec79535e4385" /><Relationship Type="http://schemas.openxmlformats.org/officeDocument/2006/relationships/image" Target="/ppt/media/image5.png" Id="R6e02b113e5384a10" /><Relationship Type="http://schemas.openxmlformats.org/officeDocument/2006/relationships/image" Target="/ppt/media/image6.png" Id="R4028ac8e1c4247d4" /><Relationship Type="http://schemas.openxmlformats.org/officeDocument/2006/relationships/notesSlide" Target="/ppt/notesSlides/notesSlide1.xml" Id="Rfb1d8f1f2b10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intrinsic-panel">
            <a:extLst xmlns:a="http://schemas.openxmlformats.org/drawingml/2006/main">
              <a:ext uri="{FF2B5EF4-FFF2-40B4-BE49-F238E27FC236}">
                <a16:creationId xmlns:a16="http://schemas.microsoft.com/office/drawing/2014/main" id="{DE0E0F3C-94C0-4223-B4E9-37514076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819150"/>
            <a:ext cx="32099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20955">
            <a:solidFill>
              <a:srgbClr val="000000"/>
            </a:solidFill>
            <a:prstDash val="dash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skill">
            <a:extLst xmlns:a="http://schemas.openxmlformats.org/drawingml/2006/main">
              <a:ext uri="{FF2B5EF4-FFF2-40B4-BE49-F238E27FC236}">
                <a16:creationId xmlns:a16="http://schemas.microsoft.com/office/drawing/2014/main" id="{748BE7D9-2ABD-4CAA-9263-C1FD0AD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466725"/>
            <a:ext cx="1095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EB9"/>
          </a:solidFill>
          <a:ln xmlns:a="http://schemas.openxmlformats.org/drawingml/2006/main" w="13335">
            <a:solidFill>
              <a:srgbClr val="6D756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skill-label">
            <a:extLst xmlns:a="http://schemas.openxmlformats.org/drawingml/2006/main">
              <a:ext uri="{FF2B5EF4-FFF2-40B4-BE49-F238E27FC236}">
                <a16:creationId xmlns:a16="http://schemas.microsoft.com/office/drawing/2014/main" id="{8F655A22-27BD-401E-8C22-F30B212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4762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98138-3796-4B8A-B381-878E18F5FA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17838af2457f"/>
          <a:srcRect xmlns:a="http://schemas.openxmlformats.org/drawingml/2006/main" l="0" t="828" r="0" b="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7175" y="695325"/>
            <a:ext cx="695325" cy="200025"/>
          </a:xfrm>
          <a:prstGeom xmlns:a="http://schemas.openxmlformats.org/drawingml/2006/main" prst="rect">
            <a:avLst/>
          </a:prstGeom>
        </p:spPr>
      </p:pic>
      <p:sp>
        <p:nvSpPr>
          <p:cNvPr id="5" name="skill-formula">
            <a:extLst xmlns:a="http://schemas.openxmlformats.org/drawingml/2006/main">
              <a:ext uri="{FF2B5EF4-FFF2-40B4-BE49-F238E27FC236}">
                <a16:creationId xmlns:a16="http://schemas.microsoft.com/office/drawing/2014/main" id="{8F9FAC41-9247-41C4-A1E7-C7B4F7F1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695325"/>
            <a:ext cx="695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sample-skill-label">
            <a:extLst xmlns:a="http://schemas.openxmlformats.org/drawingml/2006/main">
              <a:ext uri="{FF2B5EF4-FFF2-40B4-BE49-F238E27FC236}">
                <a16:creationId xmlns:a16="http://schemas.microsoft.com/office/drawing/2014/main" id="{A03C47FE-6415-4A23-B60E-B609CBF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" y="0"/>
            <a:ext cx="1114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one skill per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episode from the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prior distribution</a:t>
            </a:r>
          </a:p>
        </p:txBody>
      </p:sp>
      <p:sp>
        <p:nvSpPr>
          <p:cNvPr id="7" name="intrinsic-label">
            <a:extLst xmlns:a="http://schemas.openxmlformats.org/drawingml/2006/main">
              <a:ext uri="{FF2B5EF4-FFF2-40B4-BE49-F238E27FC236}">
                <a16:creationId xmlns:a16="http://schemas.microsoft.com/office/drawing/2014/main" id="{03BEEF00-0C2E-4732-9610-FA052A5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857250"/>
            <a:ext cx="962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Intrinsic Reward</a:t>
            </a:r>
          </a:p>
          <a:p xmlns:a="http://schemas.openxmlformats.org/drawingml/2006/main">
            <a:pPr algn="ctr">
              <a:def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Computation</a:t>
            </a:r>
          </a:p>
        </p:txBody>
      </p:sp>
      <p:sp>
        <p:nvSpPr>
          <p:cNvPr id="8" name="skill-dynamics">
            <a:extLst xmlns:a="http://schemas.openxmlformats.org/drawingml/2006/main">
              <a:ext uri="{FF2B5EF4-FFF2-40B4-BE49-F238E27FC236}">
                <a16:creationId xmlns:a16="http://schemas.microsoft.com/office/drawing/2014/main" id="{C3191149-97CD-4653-87E2-3A6438BD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225" y="895350"/>
            <a:ext cx="1466850" cy="847725"/>
          </a:xfrm>
          <a:custGeom xmlns:a="http://schemas.openxmlformats.org/drawingml/2006/main">
            <a:pathLst>
              <a:path w="1466850" h="847725">
                <a:moveTo>
                  <a:pt x="0" y="161925"/>
                </a:moveTo>
                <a:lnTo>
                  <a:pt x="1466850" y="0"/>
                </a:lnTo>
                <a:lnTo>
                  <a:pt x="1466850" y="847725"/>
                </a:lnTo>
                <a:lnTo>
                  <a:pt x="0" y="676275"/>
                </a:lnTo>
                <a:close/>
              </a:path>
            </a:pathLst>
          </a:custGeom>
          <a:solidFill xmlns:a="http://schemas.openxmlformats.org/drawingml/2006/main">
            <a:srgbClr val="ADC3EB"/>
          </a:solidFill>
          <a:ln xmlns:a="http://schemas.openxmlformats.org/drawingml/2006/main" w="13335">
            <a:solidFill>
              <a:srgbClr val="707887"/>
            </a:solidFill>
            <a:prstDash val="solid"/>
          </a:ln>
        </p:spPr>
      </p:sp>
      <p:sp>
        <p:nvSpPr>
          <p:cNvPr id="9" name="dynamics-label">
            <a:extLst xmlns:a="http://schemas.openxmlformats.org/drawingml/2006/main">
              <a:ext uri="{FF2B5EF4-FFF2-40B4-BE49-F238E27FC236}">
                <a16:creationId xmlns:a16="http://schemas.microsoft.com/office/drawing/2014/main" id="{FF4208B1-477D-4385-B056-69EF1CF3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104900"/>
            <a:ext cx="1266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skill-dynamics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827A2-558B-489C-8C5F-0FA1DDBAE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88b69105546a7"/>
          <a:srcRect xmlns:a="http://schemas.openxmlformats.org/drawingml/2006/main" l="0" t="812" r="0" b="8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7025" y="1333500"/>
            <a:ext cx="923925" cy="219075"/>
          </a:xfrm>
          <a:prstGeom xmlns:a="http://schemas.openxmlformats.org/drawingml/2006/main" prst="rect">
            <a:avLst/>
          </a:prstGeom>
        </p:spPr>
      </p:pic>
      <p:sp>
        <p:nvSpPr>
          <p:cNvPr id="11" name="dynamics-equation">
            <a:extLst xmlns:a="http://schemas.openxmlformats.org/drawingml/2006/main">
              <a:ext uri="{FF2B5EF4-FFF2-40B4-BE49-F238E27FC236}">
                <a16:creationId xmlns:a16="http://schemas.microsoft.com/office/drawing/2014/main" id="{87214692-4954-430E-993F-98E2C0DD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1333500"/>
            <a:ext cx="923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train-dynamics">
            <a:extLst xmlns:a="http://schemas.openxmlformats.org/drawingml/2006/main">
              <a:ext uri="{FF2B5EF4-FFF2-40B4-BE49-F238E27FC236}">
                <a16:creationId xmlns:a16="http://schemas.microsoft.com/office/drawing/2014/main" id="{4F73F0B7-BB3D-4E64-9A75-231D12D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0"/>
            <a:ext cx="1266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skill-dynamics to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maximize the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transition probability</a:t>
            </a:r>
          </a:p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 (s, z) -&gt; s′</a:t>
            </a:r>
          </a:p>
        </p:txBody>
      </p:sp>
      <p:sp>
        <p:nvSpPr>
          <p:cNvPr id="13" name="reward-ratio">
            <a:extLst xmlns:a="http://schemas.openxmlformats.org/drawingml/2006/main">
              <a:ext uri="{FF2B5EF4-FFF2-40B4-BE49-F238E27FC236}">
                <a16:creationId xmlns:a16="http://schemas.microsoft.com/office/drawing/2014/main" id="{BAD6B37B-F52B-461C-8EA9-F43EDC7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1981200"/>
            <a:ext cx="13716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C7"/>
          </a:solidFill>
          <a:ln xmlns:a="http://schemas.openxmlformats.org/drawingml/2006/main" w="13335">
            <a:solidFill>
              <a:srgbClr val="7E877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F956E-3AA6-4251-90F9-CDAF1CD27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d167d332347f2"/>
          <a:srcRect xmlns:a="http://schemas.openxmlformats.org/drawingml/2006/main" l="0" t="229" r="0" b="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0" y="2095500"/>
            <a:ext cx="1238250" cy="561975"/>
          </a:xfrm>
          <a:prstGeom xmlns:a="http://schemas.openxmlformats.org/drawingml/2006/main" prst="rect">
            <a:avLst/>
          </a:prstGeom>
        </p:spPr>
      </p:pic>
      <p:sp>
        <p:nvSpPr>
          <p:cNvPr id="15" name="reward-ratio-equation">
            <a:extLst xmlns:a="http://schemas.openxmlformats.org/drawingml/2006/main">
              <a:ext uri="{FF2B5EF4-FFF2-40B4-BE49-F238E27FC236}">
                <a16:creationId xmlns:a16="http://schemas.microsoft.com/office/drawing/2014/main" id="{247CFDE3-9D13-4C31-AC7D-A71FE3F7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095500"/>
            <a:ext cx="1238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sample-set">
            <a:extLst xmlns:a="http://schemas.openxmlformats.org/drawingml/2006/main">
              <a:ext uri="{FF2B5EF4-FFF2-40B4-BE49-F238E27FC236}">
                <a16:creationId xmlns:a16="http://schemas.microsoft.com/office/drawing/2014/main" id="{67384CBD-DEF1-48FF-9481-39ACFBF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25050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a set of</a:t>
            </a:r>
          </a:p>
        </p:txBody>
      </p:sp>
      <p:sp>
        <p:nvSpPr>
          <p:cNvPr id="17" name="sample-set-formula">
            <a:extLst xmlns:a="http://schemas.openxmlformats.org/drawingml/2006/main">
              <a:ext uri="{FF2B5EF4-FFF2-40B4-BE49-F238E27FC236}">
                <a16:creationId xmlns:a16="http://schemas.microsoft.com/office/drawing/2014/main" id="{98CEDDE2-B89F-42E7-9F1F-04F17B7A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5747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z′ ~ p(z)</a:t>
            </a:r>
          </a:p>
        </p:txBody>
      </p:sp>
      <p:sp>
        <p:nvSpPr>
          <p:cNvPr id="18" name="agent">
            <a:extLst xmlns:a="http://schemas.openxmlformats.org/drawingml/2006/main">
              <a:ext uri="{FF2B5EF4-FFF2-40B4-BE49-F238E27FC236}">
                <a16:creationId xmlns:a16="http://schemas.microsoft.com/office/drawing/2014/main" id="{1514C571-3BEA-4FA8-9DC7-1ABFD516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048000"/>
            <a:ext cx="1095375" cy="1028700"/>
          </a:xfrm>
          <a:custGeom xmlns:a="http://schemas.openxmlformats.org/drawingml/2006/main">
            <a:pathLst>
              <a:path w="1095375" h="1028700">
                <a:moveTo>
                  <a:pt x="0" y="257175"/>
                </a:moveTo>
                <a:lnTo>
                  <a:pt x="1095375" y="0"/>
                </a:lnTo>
                <a:lnTo>
                  <a:pt x="1095375" y="10287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A7C2EF"/>
          </a:solidFill>
          <a:ln xmlns:a="http://schemas.openxmlformats.org/drawingml/2006/main" w="13335">
            <a:solidFill>
              <a:srgbClr val="727C8A"/>
            </a:solidFill>
            <a:prstDash val="solid"/>
          </a:ln>
        </p:spPr>
      </p:sp>
      <p:sp>
        <p:nvSpPr>
          <p:cNvPr id="19" name="agent-label">
            <a:extLst xmlns:a="http://schemas.openxmlformats.org/drawingml/2006/main">
              <a:ext uri="{FF2B5EF4-FFF2-40B4-BE49-F238E27FC236}">
                <a16:creationId xmlns:a16="http://schemas.microsoft.com/office/drawing/2014/main" id="{032F6B1B-820F-4DC3-8E38-DD57D9E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5280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66E2B-641B-4B87-A9FA-A87217D2B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bec79535e4385"/>
          <a:srcRect xmlns:a="http://schemas.openxmlformats.org/drawingml/2006/main" l="0" t="725" r="0" b="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" y="3600450"/>
            <a:ext cx="790575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agent-policy">
            <a:extLst xmlns:a="http://schemas.openxmlformats.org/drawingml/2006/main">
              <a:ext uri="{FF2B5EF4-FFF2-40B4-BE49-F238E27FC236}">
                <a16:creationId xmlns:a16="http://schemas.microsoft.com/office/drawing/2014/main" id="{71830CC8-D291-4619-B573-159A451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600450"/>
            <a:ext cx="790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environment">
            <a:extLst xmlns:a="http://schemas.openxmlformats.org/drawingml/2006/main">
              <a:ext uri="{FF2B5EF4-FFF2-40B4-BE49-F238E27FC236}">
                <a16:creationId xmlns:a16="http://schemas.microsoft.com/office/drawing/2014/main" id="{9BCBF758-EC19-4514-8AB6-64189674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3257550"/>
            <a:ext cx="16478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AA"/>
          </a:solidFill>
          <a:ln xmlns:a="http://schemas.openxmlformats.org/drawingml/2006/main" w="13335">
            <a:solidFill>
              <a:srgbClr val="71806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environment-label">
            <a:extLst xmlns:a="http://schemas.openxmlformats.org/drawingml/2006/main">
              <a:ext uri="{FF2B5EF4-FFF2-40B4-BE49-F238E27FC236}">
                <a16:creationId xmlns:a16="http://schemas.microsoft.com/office/drawing/2014/main" id="{CF456628-472C-484E-8F22-5C215FDF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314700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36208-1449-4307-98E3-1E545CA6E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b113e5384a10"/>
          <a:srcRect xmlns:a="http://schemas.openxmlformats.org/drawingml/2006/main" l="0" t="823" r="0" b="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9400" y="3590925"/>
            <a:ext cx="11811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environment-equation">
            <a:extLst xmlns:a="http://schemas.openxmlformats.org/drawingml/2006/main">
              <a:ext uri="{FF2B5EF4-FFF2-40B4-BE49-F238E27FC236}">
                <a16:creationId xmlns:a16="http://schemas.microsoft.com/office/drawing/2014/main" id="{4698EAE7-91DD-4BE7-97E9-934B625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5909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reward-square">
            <a:extLst xmlns:a="http://schemas.openxmlformats.org/drawingml/2006/main">
              <a:ext uri="{FF2B5EF4-FFF2-40B4-BE49-F238E27FC236}">
                <a16:creationId xmlns:a16="http://schemas.microsoft.com/office/drawing/2014/main" id="{1D0F1AF2-735C-4D5E-BB0E-733FCB3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3114675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skill-down">
            <a:extLst xmlns:a="http://schemas.openxmlformats.org/drawingml/2006/main">
              <a:ext uri="{FF2B5EF4-FFF2-40B4-BE49-F238E27FC236}">
                <a16:creationId xmlns:a16="http://schemas.microsoft.com/office/drawing/2014/main" id="{13B72A5F-6313-4D9F-A8C2-B49DC2A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895350"/>
            <a:ext cx="95" cy="2209800"/>
          </a:xfrm>
          <a:custGeom xmlns:a="http://schemas.openxmlformats.org/drawingml/2006/main">
            <a:pathLst>
              <a:path w="9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  <a:prstDash val="solid"/>
          </a:ln>
        </p:spPr>
      </p:sp>
      <p:sp>
        <p:nvSpPr>
          <p:cNvPr id="28" name="square-agent">
            <a:extLst xmlns:a="http://schemas.openxmlformats.org/drawingml/2006/main">
              <a:ext uri="{FF2B5EF4-FFF2-40B4-BE49-F238E27FC236}">
                <a16:creationId xmlns:a16="http://schemas.microsoft.com/office/drawing/2014/main" id="{7E2FF57B-50FB-4B1D-9590-FE136692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390900"/>
            <a:ext cx="257175" cy="171450"/>
          </a:xfrm>
          <a:custGeom xmlns:a="http://schemas.openxmlformats.org/drawingml/2006/main">
            <a:pathLst>
              <a:path w="257175" h="171450">
                <a:moveTo>
                  <a:pt x="0" y="0"/>
                </a:moveTo>
                <a:lnTo>
                  <a:pt x="0" y="171450"/>
                </a:lnTo>
                <a:lnTo>
                  <a:pt x="2571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  <a:prstDash val="solid"/>
          </a:ln>
        </p:spPr>
      </p:sp>
      <p:sp>
        <p:nvSpPr>
          <p:cNvPr id="29" name="square-agent-head">
            <a:extLst xmlns:a="http://schemas.openxmlformats.org/drawingml/2006/main">
              <a:ext uri="{FF2B5EF4-FFF2-40B4-BE49-F238E27FC236}">
                <a16:creationId xmlns:a16="http://schemas.microsoft.com/office/drawing/2014/main" id="{BEC10BEF-6DA3-498F-B3E4-3A9422D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352806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gent-action">
            <a:extLst xmlns:a="http://schemas.openxmlformats.org/drawingml/2006/main">
              <a:ext uri="{FF2B5EF4-FFF2-40B4-BE49-F238E27FC236}">
                <a16:creationId xmlns:a16="http://schemas.microsoft.com/office/drawing/2014/main" id="{B2AA391B-C678-4548-94A5-AF7E72A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3562350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555555"/>
            </a:solidFill>
            <a:prstDash val="solid"/>
          </a:ln>
        </p:spPr>
      </p:sp>
      <p:sp>
        <p:nvSpPr>
          <p:cNvPr id="31" name="agent-action-head">
            <a:extLst xmlns:a="http://schemas.openxmlformats.org/drawingml/2006/main">
              <a:ext uri="{FF2B5EF4-FFF2-40B4-BE49-F238E27FC236}">
                <a16:creationId xmlns:a16="http://schemas.microsoft.com/office/drawing/2014/main" id="{5DC80CD6-78C1-4FB9-8E61-8EA8327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52806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uter-loop">
            <a:extLst xmlns:a="http://schemas.openxmlformats.org/drawingml/2006/main">
              <a:ext uri="{FF2B5EF4-FFF2-40B4-BE49-F238E27FC236}">
                <a16:creationId xmlns:a16="http://schemas.microsoft.com/office/drawing/2014/main" id="{C5EE6546-2BBB-4386-B468-1DC36D5A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676275"/>
            <a:ext cx="3743325" cy="2886075"/>
          </a:xfrm>
          <a:custGeom xmlns:a="http://schemas.openxmlformats.org/drawingml/2006/main">
            <a:pathLst>
              <a:path w="3743325" h="2886075">
                <a:moveTo>
                  <a:pt x="0" y="0"/>
                </a:moveTo>
                <a:lnTo>
                  <a:pt x="3743325" y="0"/>
                </a:lnTo>
                <a:lnTo>
                  <a:pt x="3743325" y="2886075"/>
                </a:lnTo>
                <a:lnTo>
                  <a:pt x="2990850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33" name="state-model-input">
            <a:extLst xmlns:a="http://schemas.openxmlformats.org/drawingml/2006/main">
              <a:ext uri="{FF2B5EF4-FFF2-40B4-BE49-F238E27FC236}">
                <a16:creationId xmlns:a16="http://schemas.microsoft.com/office/drawing/2014/main" id="{970D717B-AAFA-4EC6-BF0F-05C62CD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828800"/>
            <a:ext cx="314325" cy="95"/>
          </a:xfrm>
          <a:custGeom xmlns:a="http://schemas.openxmlformats.org/drawingml/2006/main">
            <a:pathLst>
              <a:path w="314325" h="95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34" name="state-model-input-head">
            <a:extLst xmlns:a="http://schemas.openxmlformats.org/drawingml/2006/main">
              <a:ext uri="{FF2B5EF4-FFF2-40B4-BE49-F238E27FC236}">
                <a16:creationId xmlns:a16="http://schemas.microsoft.com/office/drawing/2014/main" id="{ECBA4D14-AC65-475D-AE50-005D513F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794510"/>
            <a:ext cx="76200" cy="68580"/>
          </a:xfrm>
          <a:custGeom xmlns:a="http://schemas.openxmlformats.org/drawingml/2006/main">
            <a:pathLst>
              <a:path w="76200" h="68580">
                <a:moveTo>
                  <a:pt x="0" y="34290"/>
                </a:moveTo>
                <a:lnTo>
                  <a:pt x="76200" y="0"/>
                </a:lnTo>
                <a:lnTo>
                  <a:pt x="76200" y="6858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te-current">
            <a:extLst xmlns:a="http://schemas.openxmlformats.org/drawingml/2006/main">
              <a:ext uri="{FF2B5EF4-FFF2-40B4-BE49-F238E27FC236}">
                <a16:creationId xmlns:a16="http://schemas.microsoft.com/office/drawing/2014/main" id="{CCC11BB3-FDEE-47C2-8733-F518594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943225"/>
            <a:ext cx="3857625" cy="619125"/>
          </a:xfrm>
          <a:custGeom xmlns:a="http://schemas.openxmlformats.org/drawingml/2006/main">
            <a:pathLst>
              <a:path w="3857625" h="619125">
                <a:moveTo>
                  <a:pt x="3533775" y="619125"/>
                </a:moveTo>
                <a:lnTo>
                  <a:pt x="3857625" y="619125"/>
                </a:lnTo>
                <a:lnTo>
                  <a:pt x="3857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36" name="ratio-output">
            <a:extLst xmlns:a="http://schemas.openxmlformats.org/drawingml/2006/main">
              <a:ext uri="{FF2B5EF4-FFF2-40B4-BE49-F238E27FC236}">
                <a16:creationId xmlns:a16="http://schemas.microsoft.com/office/drawing/2014/main" id="{A72AC4C2-EB32-4711-B6A0-6C5376D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838325"/>
            <a:ext cx="771525" cy="95"/>
          </a:xfrm>
          <a:custGeom xmlns:a="http://schemas.openxmlformats.org/drawingml/2006/main">
            <a:pathLst>
              <a:path w="771525" h="95">
                <a:moveTo>
                  <a:pt x="771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66666"/>
            </a:solidFill>
            <a:prstDash val="solid"/>
          </a:ln>
        </p:spPr>
      </p:sp>
      <p:sp>
        <p:nvSpPr>
          <p:cNvPr id="37" name="density-to-ratio">
            <a:extLst xmlns:a="http://schemas.openxmlformats.org/drawingml/2006/main">
              <a:ext uri="{FF2B5EF4-FFF2-40B4-BE49-F238E27FC236}">
                <a16:creationId xmlns:a16="http://schemas.microsoft.com/office/drawing/2014/main" id="{592F9FCF-2740-4028-B610-314FC93D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1314450"/>
            <a:ext cx="342900" cy="666750"/>
          </a:xfrm>
          <a:custGeom xmlns:a="http://schemas.openxmlformats.org/drawingml/2006/main">
            <a:pathLst>
              <a:path w="342900" h="666750">
                <a:moveTo>
                  <a:pt x="342900" y="0"/>
                </a:moveTo>
                <a:lnTo>
                  <a:pt x="0" y="0"/>
                </a:ln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  <a:prstDash val="solid"/>
          </a:ln>
        </p:spPr>
      </p:sp>
      <p:sp>
        <p:nvSpPr>
          <p:cNvPr id="38" name="density-to-ratio-head">
            <a:extLst xmlns:a="http://schemas.openxmlformats.org/drawingml/2006/main">
              <a:ext uri="{FF2B5EF4-FFF2-40B4-BE49-F238E27FC236}">
                <a16:creationId xmlns:a16="http://schemas.microsoft.com/office/drawing/2014/main" id="{D267F56F-552B-4FAB-AB87-0B2E9DEB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5035" y="19050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76200"/>
                </a:moveTo>
                <a:lnTo>
                  <a:pt x="0" y="0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kill-samples-density">
            <a:extLst xmlns:a="http://schemas.openxmlformats.org/drawingml/2006/main">
              <a:ext uri="{FF2B5EF4-FFF2-40B4-BE49-F238E27FC236}">
                <a16:creationId xmlns:a16="http://schemas.microsoft.com/office/drawing/2014/main" id="{2E25CF90-A1FF-4C8C-87E5-39768530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1314450"/>
            <a:ext cx="1428750" cy="1057275"/>
          </a:xfrm>
          <a:custGeom xmlns:a="http://schemas.openxmlformats.org/drawingml/2006/main">
            <a:pathLst>
              <a:path w="1428750" h="1057275">
                <a:moveTo>
                  <a:pt x="0" y="1057275"/>
                </a:moveTo>
                <a:lnTo>
                  <a:pt x="1428750" y="1057275"/>
                </a:lnTo>
                <a:lnTo>
                  <a:pt x="1428750" y="0"/>
                </a:ln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  <a:prstDash val="solid"/>
          </a:ln>
        </p:spPr>
      </p:sp>
      <p:sp>
        <p:nvSpPr>
          <p:cNvPr id="40" name="skill-samples-density-head">
            <a:extLst xmlns:a="http://schemas.openxmlformats.org/drawingml/2006/main">
              <a:ext uri="{FF2B5EF4-FFF2-40B4-BE49-F238E27FC236}">
                <a16:creationId xmlns:a16="http://schemas.microsoft.com/office/drawing/2014/main" id="{299EE2EC-5F7C-485E-9B18-6C37AB7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1280160"/>
            <a:ext cx="76200" cy="68580"/>
          </a:xfrm>
          <a:custGeom xmlns:a="http://schemas.openxmlformats.org/drawingml/2006/main">
            <a:pathLst>
              <a:path w="76200" h="68580">
                <a:moveTo>
                  <a:pt x="0" y="34290"/>
                </a:moveTo>
                <a:lnTo>
                  <a:pt x="76200" y="0"/>
                </a:lnTo>
                <a:lnTo>
                  <a:pt x="76200" y="6858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z-top">
            <a:extLst xmlns:a="http://schemas.openxmlformats.org/drawingml/2006/main">
              <a:ext uri="{FF2B5EF4-FFF2-40B4-BE49-F238E27FC236}">
                <a16:creationId xmlns:a16="http://schemas.microsoft.com/office/drawing/2014/main" id="{807D29AA-594E-47F9-A5FC-F571591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953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2" name="z-left">
            <a:extLst xmlns:a="http://schemas.openxmlformats.org/drawingml/2006/main">
              <a:ext uri="{FF2B5EF4-FFF2-40B4-BE49-F238E27FC236}">
                <a16:creationId xmlns:a16="http://schemas.microsoft.com/office/drawing/2014/main" id="{6F2AEA63-B6C2-4A98-9E14-09DF698B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1238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3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71342375-B7CF-4EE5-9822-F0D411DB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5433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4" name="next-state">
            <a:extLst xmlns:a="http://schemas.openxmlformats.org/drawingml/2006/main">
              <a:ext uri="{FF2B5EF4-FFF2-40B4-BE49-F238E27FC236}">
                <a16:creationId xmlns:a16="http://schemas.microsoft.com/office/drawing/2014/main" id="{6A675A32-6DA0-44C7-8A7E-540C83D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590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s′</a:t>
            </a:r>
          </a:p>
        </p:txBody>
      </p:sp>
      <p:sp>
        <p:nvSpPr>
          <p:cNvPr id="45" name="state-prime">
            <a:extLst xmlns:a="http://schemas.openxmlformats.org/drawingml/2006/main">
              <a:ext uri="{FF2B5EF4-FFF2-40B4-BE49-F238E27FC236}">
                <a16:creationId xmlns:a16="http://schemas.microsoft.com/office/drawing/2014/main" id="{633A8444-F753-471E-AD09-A2A0B815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294322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s′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E1072F-99D1-45B1-B56D-599B613B9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8ac8e1c4247d4"/>
          <a:srcRect xmlns:a="http://schemas.openxmlformats.org/drawingml/2006/main" l="0" t="813" r="0" b="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19250"/>
            <a:ext cx="571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intrinsic-reward-label">
            <a:extLst xmlns:a="http://schemas.openxmlformats.org/drawingml/2006/main">
              <a:ext uri="{FF2B5EF4-FFF2-40B4-BE49-F238E27FC236}">
                <a16:creationId xmlns:a16="http://schemas.microsoft.com/office/drawing/2014/main" id="{3791B527-661A-4AE7-B490-5559BB7E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619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samples-label">
            <a:extLst xmlns:a="http://schemas.openxmlformats.org/drawingml/2006/main">
              <a:ext uri="{FF2B5EF4-FFF2-40B4-BE49-F238E27FC236}">
                <a16:creationId xmlns:a16="http://schemas.microsoft.com/office/drawing/2014/main" id="{A1765E81-CE8F-4C6B-AB59-3680BE5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171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z, {z′}</a:t>
            </a:r>
          </a:p>
        </p:txBody>
      </p:sp>
      <p:sp>
        <p:nvSpPr>
          <p:cNvPr id="49" name="train-agent">
            <a:extLst xmlns:a="http://schemas.openxmlformats.org/drawingml/2006/main">
              <a:ext uri="{FF2B5EF4-FFF2-40B4-BE49-F238E27FC236}">
                <a16:creationId xmlns:a16="http://schemas.microsoft.com/office/drawing/2014/main" id="{93EAC4D2-843C-4FFF-A48D-C226AA52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88620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 agent</a:t>
            </a:r>
          </a:p>
          <a:p xmlns:a="http://schemas.openxmlformats.org/drawingml/2006/main">
            <a: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maximize the</a:t>
            </a:r>
          </a:p>
          <a:p xmlns:a="http://schemas.openxmlformats.org/drawingml/2006/main">
            <a: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reward r(s′, s, z)</a:t>
            </a:r>
          </a:p>
        </p:txBody>
      </p:sp>
    </p:spTree>
    <p:extLst>
      <p:ext uri="{BB962C8B-B14F-4D97-AF65-F5344CB8AC3E}">
        <p14:creationId xmlns:p14="http://schemas.microsoft.com/office/powerpoint/2010/main" val="1747714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2026-10-09T20:51:34.5610000Z</dcterms:created>
  <dcterms:modified xsi:type="dcterms:W3CDTF">2026-10-09T20:51:34.5610000Z</dcterms:modified>
</coreProperties>
</file>