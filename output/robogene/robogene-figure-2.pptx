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768ca47f0743b6" /><Relationship Type="http://schemas.openxmlformats.org/officeDocument/2006/relationships/extended-properties" Target="/docProps/app.xml" Id="Rf5df901213f942f2" /><Relationship Type="http://schemas.openxmlformats.org/officeDocument/2006/relationships/officeDocument" Target="/ppt/presentation.xml" Id="Rd9ed4496428140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faaebd26c94c14"/>
  </p:sldMasterIdLst>
  <p:notesMasterIdLst>
    <p:notesMasterId xmlns:r="http://schemas.openxmlformats.org/officeDocument/2006/relationships" r:id="R7bc2b22d5cf24c64"/>
  </p:notesMasterIdLst>
  <p:sldIdLst>
    <p:sldId xmlns:r="http://schemas.openxmlformats.org/officeDocument/2006/relationships" id="256" r:id="Rca52ede9038f42bb"/>
  </p:sldIdLst>
  <p:sldSz cx="13744575" cy="72294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d942df87f6446a" /><Relationship Type="http://schemas.openxmlformats.org/officeDocument/2006/relationships/slideMaster" Target="/ppt/slideMasters/slideMaster1.xml" Id="R20faaebd26c94c14" /><Relationship Type="http://schemas.openxmlformats.org/officeDocument/2006/relationships/notesMaster" Target="/ppt/notesMasters/notesMaster1.xml" Id="R7bc2b22d5cf24c64" /><Relationship Type="http://schemas.openxmlformats.org/officeDocument/2006/relationships/presProps" Target="/ppt/presProps.xml" Id="Rdccfcdae3b994f9f" /><Relationship Type="http://schemas.openxmlformats.org/officeDocument/2006/relationships/tableStyles" Target="/ppt/tableStyles.xml" Id="R04fcf705d3df43e4" /><Relationship Type="http://schemas.openxmlformats.org/officeDocument/2006/relationships/slide" Target="/ppt/slides/slide1.xml" Id="Rca52ede9038f42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964564822e4a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25e89adc2c4116" /><Relationship Type="http://schemas.openxmlformats.org/officeDocument/2006/relationships/notesMaster" Target="/ppt/notesMasters/notesMaster1.xml" Id="Rcd6e03ee46f140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"RoboGene: Boosting VLA Pre-training via Diversity-Driven Agentic Framework for Real-World Task Generation",</a:t>
            </a:r>
          </a:p>
          <a:p xmlns:a="http://schemas.openxmlformats.org/drawingml/2006/main">
            <a:r>
              <a:t>  "paper_url": "https://arxiv.org/pdf/2602.16444v2",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"unverified",</a:t>
            </a:r>
          </a:p>
          <a:p xmlns:a="http://schemas.openxmlformats.org/drawingml/2006/main">
            <a:r>
              <a:t>  "notes": "Native extracted geometry and ordinary live text; source raster photos/icons are separately preserved. Source clipping and cross-format QA pending. Native rounded panels replace source bitmap panels; broad bitmap drop shadows omitted. Reviewed icon clipping removes source duplicate hidden fragments. Gradient card fill approximated with uniform native fills. Updated exact isolated SVG image extraction restores full robot-icon silhouettes and the articulated three-arm collection illustration. Photo stacks and clipped sprite icons follow original source paint order; only reviewed bitmap panels and shadows are replaced/omitted.",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"c65de2109ed099e23bfef6f7d7fab0c622371c041d7cf7e852c4f819cc51c151",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65,</a:t>
            </a:r>
          </a:p>
          <a:p xmlns:a="http://schemas.openxmlformats.org/drawingml/2006/main">
            <a:r>
              <a:t>    52,</a:t>
            </a:r>
          </a:p>
          <a:p xmlns:a="http://schemas.openxmlformats.org/drawingml/2006/main">
            <a:r>
              <a:t>    546,</a:t>
            </a:r>
          </a:p>
          <a:p xmlns:a="http://schemas.openxmlformats.org/drawingml/2006/main">
            <a:r>
              <a:t>    305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"35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"path crosses crop boundary: 1",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v",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"unhandled image/shading at seq 2: [370.52423095703125, 55.49497985839844, 544.657958984375, 304.5861511230469]; requires reviewed raster region",</a:t>
            </a:r>
          </a:p>
          <a:p xmlns:a="http://schemas.openxmlformats.org/drawingml/2006/main">
            <a:r>
              <a:t>    "unhandled image/shading at seq 4: [68.3936996459961, 55.494964599609375, 370.64532470703125, 305.1916198730469]; requires reviewed raster region",</a:t>
            </a:r>
          </a:p>
          <a:p xmlns:a="http://schemas.openxmlformats.org/drawingml/2006/main">
            <a:r>
              <a:t>    "unhandled image/shading at seq 10: [373.18829345703125, 60.82313919067383, 455.411376953125, 111.56169128417969]; requires reviewed raster region",</a:t>
            </a:r>
          </a:p>
          <a:p xmlns:a="http://schemas.openxmlformats.org/drawingml/2006/main">
            <a:r>
              <a:t>    "unhandled image/shading at seq 11: [374.15704345703125, 61.791893005371094, 452.262939453125, 108.41323852539062]; requires reviewed raster region",</a:t>
            </a:r>
          </a:p>
          <a:p xmlns:a="http://schemas.openxmlformats.org/drawingml/2006/main">
            <a:r>
              <a:t>    "unhandled image/shading at seq 12: [242.76962280273438, 145.22592163085938, 280.67218017578125, 183.61285400390625]; requires reviewed raster region",</a:t>
            </a:r>
          </a:p>
          <a:p xmlns:a="http://schemas.openxmlformats.org/drawingml/2006/main">
            <a:r>
              <a:t>    "unhandled image/shading at seq 13: [161.15200805664062, 136.50714111328125, 252.45718383789062, 240.1639404296875]; requires reviewed raster region",</a:t>
            </a:r>
          </a:p>
          <a:p xmlns:a="http://schemas.openxmlformats.org/drawingml/2006/main">
            <a:r>
              <a:t>    "unhandled image/shading at seq 14: [162.12075805664062, 137.4758758544922, 249.4298095703125, 237.13656616210938]; requires reviewed raster region",</a:t>
            </a:r>
          </a:p>
          <a:p xmlns:a="http://schemas.openxmlformats.org/drawingml/2006/main">
            <a:r>
              <a:t>    "unhandled image/shading at seq 17: [154.8551025390625, 144.25717163085938, 192.6365509033203, 182.64410400390625]; requires reviewed raster region",</a:t>
            </a:r>
          </a:p>
          <a:p xmlns:a="http://schemas.openxmlformats.org/drawingml/2006/main">
            <a:r>
              <a:t>    "unhandled image/shading at seq 18: [79.53438568115234, 59.8543701171875, 151.22225952148438, 114.34684753417969]; requires reviewed raster region",</a:t>
            </a:r>
          </a:p>
          <a:p xmlns:a="http://schemas.openxmlformats.org/drawingml/2006/main">
            <a:r>
              <a:t>    "unhandled image/shading at seq 19: [80.50314331054688, 60.823143005371094, 148.07382202148438, 111.19841003417969]; requires reviewed raster region",</a:t>
            </a:r>
          </a:p>
          <a:p xmlns:a="http://schemas.openxmlformats.org/drawingml/2006/main">
            <a:r>
              <a:t>    "unhandled image/shading at seq 22: [81.9562759399414, 83.95216369628906, 108.3548583984375, 107.44447326660156]; requires reviewed raster region",</a:t>
            </a:r>
          </a:p>
          <a:p xmlns:a="http://schemas.openxmlformats.org/drawingml/2006/main">
            <a:r>
              <a:t>    "unhandled image/shading at seq 23: [83.04612731933594, 85.04200744628906, 105.81187438964844, 104.4171142578125]; requires reviewed raster region",</a:t>
            </a:r>
          </a:p>
          <a:p xmlns:a="http://schemas.openxmlformats.org/drawingml/2006/main">
            <a:r>
              <a:t>    "unhandled image/shading at seq 24: [91.1712875366211, 69.90132904052734, 141.8583221435547, 120.59013366699219]; requires reviewed raster region",</a:t>
            </a:r>
          </a:p>
          <a:p xmlns:a="http://schemas.openxmlformats.org/drawingml/2006/main">
            <a:r>
              <a:t>    "unhandled image/shading at seq 25: [170.59738159179688, 59.85437774658203, 245.3126220703125, 112.77262878417969]; requires reviewed raster region",</a:t>
            </a:r>
          </a:p>
          <a:p xmlns:a="http://schemas.openxmlformats.org/drawingml/2006/main">
            <a:r>
              <a:t>    "unhandled image/shading at seq 26: [171.56613159179688, 60.8231315612793, 242.28526306152344, 109.74526977539062]; requires reviewed raster region",</a:t>
            </a:r>
          </a:p>
          <a:p xmlns:a="http://schemas.openxmlformats.org/drawingml/2006/main">
            <a:r>
              <a:t>    "unhandled image/shading at seq 29: [184.52322387695312, 86.85843658447266, 201.7186279296875, 105.50697326660156]; requires reviewed raster region",</a:t>
            </a:r>
          </a:p>
          <a:p xmlns:a="http://schemas.openxmlformats.org/drawingml/2006/main">
            <a:r>
              <a:t>    "unhandled image/shading at seq 30: [263.8400573730469, 59.8543815612793, 337.5865478515625, 114.22576904296875]; requires reviewed raster region",</a:t>
            </a:r>
          </a:p>
          <a:p xmlns:a="http://schemas.openxmlformats.org/drawingml/2006/main">
            <a:r>
              <a:t>    "unhandled image/shading at seq 31: [264.808837890625, 60.823143005371094, 334.5592041015625, 111.07731628417969]; requires reviewed raster region",</a:t>
            </a:r>
          </a:p>
          <a:p xmlns:a="http://schemas.openxmlformats.org/drawingml/2006/main">
            <a:r>
              <a:t>    "unhandled image/shading at seq 34: [266.96832275390625, 84.48699951171875, 292.39813232421875, 109.91682434082031]; requires reviewed raster region",</a:t>
            </a:r>
          </a:p>
          <a:p xmlns:a="http://schemas.openxmlformats.org/drawingml/2006/main">
            <a:r>
              <a:t>    "unhandled image/shading at seq 35: [163.2106170654297, 242.70692443847656, 237.07818603515625, 296.59393310546875]; requires reviewed raster region",</a:t>
            </a:r>
          </a:p>
          <a:p xmlns:a="http://schemas.openxmlformats.org/drawingml/2006/main">
            <a:r>
              <a:t>    "unhandled image/shading at seq 36: [164.05828857421875, 243.6756591796875, 234.05084228515625, 293.4454650878906]; requires reviewed raster region",</a:t>
            </a:r>
          </a:p>
          <a:p xmlns:a="http://schemas.openxmlformats.org/drawingml/2006/main">
            <a:r>
              <a:t>    "unhandled image/shading at seq 38: [172.53488159179688, 255.17962646484375, 226.54298400878906, 299.74237060546875]; requires reviewed raster region",</a:t>
            </a:r>
          </a:p>
          <a:p xmlns:a="http://schemas.openxmlformats.org/drawingml/2006/main">
            <a:r>
              <a:t>    "unhandled image/shading at seq 48: [292.5394287109375, 242.70692443847656, 369.43438720703125, 296.47283935546875]; requires reviewed raster region",</a:t>
            </a:r>
          </a:p>
          <a:p xmlns:a="http://schemas.openxmlformats.org/drawingml/2006/main">
            <a:r>
              <a:t>    "unhandled image/shading at seq 49: [293.5081787109375, 243.6756591796875, 366.2859191894531, 293.3243713378906]; requires reviewed raster region",</a:t>
            </a:r>
          </a:p>
          <a:p xmlns:a="http://schemas.openxmlformats.org/drawingml/2006/main">
            <a:r>
              <a:t>    "unhandled image/shading at seq 54: [302.77435302734375, 266.4501037597656, 329.3981628417969, 291.7545471191406]; requires reviewed raster region",</a:t>
            </a:r>
          </a:p>
          <a:p xmlns:a="http://schemas.openxmlformats.org/drawingml/2006/main">
            <a:r>
              <a:t>    "unhandled image/shading at seq 55: [331.7740478515625, 267.16796875, 355.750732421875, 289.9337158203125]; requires reviewed raster region",</a:t>
            </a:r>
          </a:p>
          <a:p xmlns:a="http://schemas.openxmlformats.org/drawingml/2006/main">
            <a:r>
              <a:t>    "unhandled image/shading at seq 83: [372.05560302734375, 230.90354919433594, 392.14813232421875, 250.99607849121094]; requires reviewed raster region",</a:t>
            </a:r>
          </a:p>
          <a:p xmlns:a="http://schemas.openxmlformats.org/drawingml/2006/main">
            <a:r>
              <a:t>    "unhandled image/shading at seq 84: [161.39419555664062, 185.18707275390625, 190.94122314453125, 206.74188232421875]; requires reviewed raster region",</a:t>
            </a:r>
          </a:p>
          <a:p xmlns:a="http://schemas.openxmlformats.org/drawingml/2006/main">
            <a:r>
              <a:t>    "unhandled image/shading at seq 85: [231.5078582763672, 160.60491943359375, 243.01182556152344, 172.10888671875]; requires reviewed raster region",</a:t>
            </a:r>
          </a:p>
          <a:p xmlns:a="http://schemas.openxmlformats.org/drawingml/2006/main">
            <a:r>
              <a:t>    "unhandled image/shading at seq 86: [201.4884490966797, 80.5606689453125, 232.7898406982422, 111.862060546875]; requires reviewed raster region",</a:t>
            </a:r>
          </a:p>
          <a:p xmlns:a="http://schemas.openxmlformats.org/drawingml/2006/main">
            <a:r>
              <a:t>    "unhandled image/shading at seq 93: [72.99528503417969, 136.50714111328125, 164.30047607421875, 240.1639404296875]; requires reviewed raster region",</a:t>
            </a:r>
          </a:p>
          <a:p xmlns:a="http://schemas.openxmlformats.org/drawingml/2006/main">
            <a:r>
              <a:t>    "unhandled image/shading at seq 94: [73.84294891357422, 137.4758758544922, 161.27310180664062, 237.13656616210938]; requires reviewed raster region",</a:t>
            </a:r>
          </a:p>
          <a:p xmlns:a="http://schemas.openxmlformats.org/drawingml/2006/main">
            <a:r>
              <a:t>    "unhandled image/shading at seq 97: [66.69837951660156, 144.25717163085938, 104.47982788085938, 182.64410400390625]; requires reviewed raster region",</a:t>
            </a:r>
          </a:p>
          <a:p xmlns:a="http://schemas.openxmlformats.org/drawingml/2006/main">
            <a:r>
              <a:t>    "unhandled image/shading at seq 99: [75.53826904296875, 185.1870880126953, 95.63993835449219, 205.40985107421875]; requires reviewed raster region",</a:t>
            </a:r>
          </a:p>
          <a:p xmlns:a="http://schemas.openxmlformats.org/drawingml/2006/main">
            <a:r>
              <a:t>    "unhandled image/shading at seq 107: [399.30908203125, 79.2914810180664, 426.7242431640625, 106.70664978027344]; requires reviewed raster region",</a:t>
            </a:r>
          </a:p>
          <a:p xmlns:a="http://schemas.openxmlformats.org/drawingml/2006/main">
            <a:r>
              <a:t>    "unhandled image/shading at seq 109: [442.69647216796875, 171.98779296875, 484.3529357910156, 192.45274353027344]; requires reviewed raster region",</a:t>
            </a:r>
          </a:p>
          <a:p xmlns:a="http://schemas.openxmlformats.org/drawingml/2006/main">
            <a:r>
              <a:t>    "unhandled image/shading at seq 112: [93.0122299194336, 69.70390319824219, 143.69931030273438, 120.39204406738281]; requires reviewed raster region",</a:t>
            </a:r>
          </a:p>
          <a:p xmlns:a="http://schemas.openxmlformats.org/drawingml/2006/main">
            <a:r>
              <a:t>    "unhandled image/shading at seq 113: [407.3369140625, 234.59359741210938, 523.1031494140625, 297.44158935546875]; requires reviewed raster region",</a:t>
            </a:r>
          </a:p>
          <a:p xmlns:a="http://schemas.openxmlformats.org/drawingml/2006/main">
            <a:r>
              <a:t>    "unhandled image/shading at seq 114: [408.3056640625, 235.5623321533203, 520.0758056640625, 294.4142150878906]; requires reviewed raster region",</a:t>
            </a:r>
          </a:p>
          <a:p xmlns:a="http://schemas.openxmlformats.org/drawingml/2006/main">
            <a:r>
              <a:t>    "unhandled image/shading at seq 126: [249.06654357910156, 136.50714111328125, 340.4927978515625, 239.6795654296875]; requires reviewed raster region",</a:t>
            </a:r>
          </a:p>
          <a:p xmlns:a="http://schemas.openxmlformats.org/drawingml/2006/main">
            <a:r>
              <a:t>    "unhandled image/shading at seq 127: [250.03530883789062, 137.4758758544922, 337.3443603515625, 236.53109741210938]; requires reviewed raster region",</a:t>
            </a:r>
          </a:p>
          <a:p xmlns:a="http://schemas.openxmlformats.org/drawingml/2006/main">
            <a:r>
              <a:t>    "unhandled image/shading at seq 142: [252.6993865966797, 185.18707275390625, 270.7424621582031, 203.23013305664062]; requires reviewed raster region",</a:t>
            </a:r>
          </a:p>
          <a:p xmlns:a="http://schemas.openxmlformats.org/drawingml/2006/main">
            <a:r>
              <a:t>    "unhandled image/shading at seq 143: [316.15283203125, 160.60491943359375, 327.65679931640625, 172.10888671875]; requires reviewed raster region",</a:t>
            </a:r>
          </a:p>
          <a:p xmlns:a="http://schemas.openxmlformats.org/drawingml/2006/main">
            <a:r>
              <a:t>    "unhandled image/shading at seq 145: [112.98565673828125, 122.0826416015625, 295.9812927246094, 125.52473449707031]; requires reviewed raster region",</a:t>
            </a:r>
          </a:p>
          <a:p xmlns:a="http://schemas.openxmlformats.org/drawingml/2006/main">
            <a:r>
              <a:t>    "unhandled image/shading at seq 146: [506.7412109375, 202.4045867919922, 523.0726928710938, 215.69393920898438]; requires reviewed raster region",</a:t>
            </a:r>
          </a:p>
          <a:p xmlns:a="http://schemas.openxmlformats.org/drawingml/2006/main">
            <a:r>
              <a:t>    "unhandled image/shading at seq 147: [471.7591552734375, 56.58483123779297, 540.661865234375, 103.6905517578125]; requires reviewed raster region",</a:t>
            </a:r>
          </a:p>
          <a:p xmlns:a="http://schemas.openxmlformats.org/drawingml/2006/main">
            <a:r>
              <a:t>    "unhandled image/shading at seq 148: [476.6029052734375, 122.70237731933594, 535.2125854492188, 148.9798583984375]; requires reviewed raster region",</a:t>
            </a:r>
          </a:p>
          <a:p xmlns:a="http://schemas.openxmlformats.org/drawingml/2006/main">
            <a:r>
              <a:t>    "unhandled image/shading at seq 155: [374.27813720703125, 119.19062805175781, 543.204833984375, 177.92141723632812]; requires reviewed raster region",</a:t>
            </a:r>
          </a:p>
          <a:p xmlns:a="http://schemas.openxmlformats.org/drawingml/2006/main">
            <a:r>
              <a:t>    "unhandled image/shading at seq 156: [375.24688720703125, 120.15939331054688, 540.056396484375, 174.77296447753906]; requires reviewed raster region",</a:t>
            </a:r>
          </a:p>
          <a:p xmlns:a="http://schemas.openxmlformats.org/drawingml/2006/main">
            <a:r>
              <a:t>    "unhandled image/shading at seq 164: [385.4486083984375, 136.59890747070312, 418.84320068359375, 169.99351501464844]; requires reviewed raster region",</a:t>
            </a:r>
          </a:p>
          <a:p xmlns:a="http://schemas.openxmlformats.org/drawingml/2006/main">
            <a:r>
              <a:t>    "unhandled image/shading at seq 166: [482.41546630859375, 136.0227508544922, 513.1734619140625, 168.11276245117188]; requires reviewed raster region",</a:t>
            </a:r>
          </a:p>
          <a:p xmlns:a="http://schemas.openxmlformats.org/drawingml/2006/main">
            <a:r>
              <a:t>    "unhandled image/shading at seq 176: [434.4620361328125, 131.30006408691406, 467.88409423828125, 164.7221221923828]; requires reviewed raster region",</a:t>
            </a:r>
          </a:p>
          <a:p xmlns:a="http://schemas.openxmlformats.org/drawingml/2006/main">
            <a:r>
              <a:t>    "unhandled image/shading at seq 177: [438.5841064453125, 147.64468383789062, 471.9793395996094, 181.0389404296875]; requires reviewed raster region",</a:t>
            </a:r>
          </a:p>
          <a:p xmlns:a="http://schemas.openxmlformats.org/drawingml/2006/main">
            <a:r>
              <a:t>    "unhandled image/shading at seq 178: [435.588134765625, 136.5517578125, 462.75927734375, 163.72186279296875]; requires reviewed raster region",</a:t>
            </a:r>
          </a:p>
          <a:p xmlns:a="http://schemas.openxmlformats.org/drawingml/2006/main">
            <a:r>
              <a:t>    "unhandled image/shading at seq 180: [458.43878173828125, 254.5741729736328, 505.42340087890625, 285.5743408203125]; requires reviewed raster region",</a:t>
            </a:r>
          </a:p>
          <a:p xmlns:a="http://schemas.openxmlformats.org/drawingml/2006/main">
            <a:r>
              <a:t>    "unhandled image/shading at seq 181: [461.22393798828125, 253.96868896484375, 511.2359313964844, 288.9649658203125]; requires reviewed raster region",</a:t>
            </a:r>
          </a:p>
          <a:p xmlns:a="http://schemas.openxmlformats.org/drawingml/2006/main">
            <a:r>
              <a:t>    "unhandled image/shading at seq 182: [459.16534423828125, 255.4218292236328, 507.60308837890625, 292.2345275878906]; requires reviewed raster region",</a:t>
            </a:r>
          </a:p>
          <a:p xmlns:a="http://schemas.openxmlformats.org/drawingml/2006/main">
            <a:r>
              <a:t>    "unhandled image/shading at seq 183: [139.8394012451172, 160.60491943359375, 153.1597900390625, 173.92530822753906]; requires reviewed raster region",</a:t>
            </a:r>
          </a:p>
          <a:p xmlns:a="http://schemas.openxmlformats.org/drawingml/2006/main">
            <a:r>
              <a:t>    "unhandled image/shading at seq 184: [391.831298828125, 168.28811645507812, 534.0042724609375, 250.10250854492188]; requires reviewed raster region",</a:t>
            </a:r>
          </a:p>
          <a:p xmlns:a="http://schemas.openxmlformats.org/drawingml/2006/main">
            <a:r>
              <a:t>    "unhandled image/shading at seq 185: [463.89556884765625, 256.5720520019531, 508.319580078125, 289.9700622558594]; requires reviewed raster region",</a:t>
            </a:r>
          </a:p>
          <a:p xmlns:a="http://schemas.openxmlformats.org/drawingml/2006/main">
            <a:r>
              <a:t>    "unhandled image/shading at seq 186: [464.85675048828125, 264.98828125, 501.79052734375, 286.9063720703125]; requires reviewed raster region",</a:t>
            </a:r>
          </a:p>
          <a:p xmlns:a="http://schemas.openxmlformats.org/drawingml/2006/main">
            <a:r>
              <a:t>    "unhandled image/shading at seq 187: [239.98446655273438, 144.25717163085938, 277.76593017578125, 182.64410400390625]; requires reviewed raster region",</a:t>
            </a:r>
          </a:p>
          <a:p xmlns:a="http://schemas.openxmlformats.org/drawingml/2006/main">
            <a:r>
              <a:t>    "unhandled image/shading at seq 188: [483.14202880859375, 172.83543395996094, 496.09912109375, 185.79254150390625]; requires reviewed raster region",</a:t>
            </a:r>
          </a:p>
          <a:p xmlns:a="http://schemas.openxmlformats.org/drawingml/2006/main">
            <a:r>
              <a:t>    "unhandled image/shading at seq 205: [419.19012451171875, 238.99151611328125, 461.532958984375, 290.3780212402344]; requires reviewed raster region",</a:t>
            </a:r>
          </a:p>
          <a:p xmlns:a="http://schemas.openxmlformats.org/drawingml/2006/main">
            <a:r>
              <a:t>    "unhandled image/shading at seq 206: [416.05743408203125, 258.818115234375, 435.047119140625, 273.4255676269531]; requires reviewed raster region",</a:t>
            </a:r>
          </a:p>
          <a:p xmlns:a="http://schemas.openxmlformats.org/drawingml/2006/main">
            <a:r>
              <a:t>    "unhandled image/shading at seq 207: [414.96588134765625, 249.00381469726562, 437.36834716796875, 271.5273742675781];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25c6146ebd48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4b25fae3849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d42483d52046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482681b6b4d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91b99951849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71353765bf44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B6B591-B4AC-4DF2-9D95-D756D38F0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4458" y="2731135"/>
            <a:ext cx="10995660" cy="1044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E40091-7E70-430A-B1F0-B9121F32F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61686" y="3976211"/>
            <a:ext cx="9621203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7012476-772B-4346-9990-DCF85B20B3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4458" y="3012281"/>
            <a:ext cx="10995660" cy="1204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4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A5C46F-5DF6-4433-AAA1-6DE8A88F42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3132" y="562293"/>
            <a:ext cx="12198310" cy="883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42DB55-05CF-466E-9BF2-1E1E1CD7D1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3132" y="2008188"/>
            <a:ext cx="12198310" cy="4498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98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1pPr>
            <a:lvl2pPr marL="56229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2pPr>
            <a:lvl3pPr marL="88360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3pPr>
            <a:lvl4pPr marL="120491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4pPr>
            <a:lvl5pPr marL="152622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5pPr>
            <a:lvl6pPr marL="184753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6pPr>
            <a:lvl7pPr marL="216884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7pPr>
            <a:lvl8pPr marL="249015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8pPr>
            <a:lvl9pPr marL="281146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9FC9EF-F001-477B-A96D-1574B47C10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3132" y="562293"/>
            <a:ext cx="12198310" cy="883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4269A4-F96C-439A-9094-650276FEB6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3132" y="2008188"/>
            <a:ext cx="5669637" cy="4498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98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1pPr>
            <a:lvl2pPr marL="56229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2pPr>
            <a:lvl3pPr marL="88360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3pPr>
            <a:lvl4pPr marL="120491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4pPr>
            <a:lvl5pPr marL="152622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5pPr>
            <a:lvl6pPr marL="184753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6pPr>
            <a:lvl7pPr marL="216884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7pPr>
            <a:lvl8pPr marL="249015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8pPr>
            <a:lvl9pPr marL="281146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CEA74A-C1F4-492D-94A0-EE32C09530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301805" y="2008188"/>
            <a:ext cx="5669637" cy="4498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98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1pPr>
            <a:lvl2pPr marL="56229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2pPr>
            <a:lvl3pPr marL="88360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3pPr>
            <a:lvl4pPr marL="120491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4pPr>
            <a:lvl5pPr marL="152622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5pPr>
            <a:lvl6pPr marL="184753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6pPr>
            <a:lvl7pPr marL="216884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7pPr>
            <a:lvl8pPr marL="249015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8pPr>
            <a:lvl9pPr marL="281146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F6179A-57D7-4FFF-99F4-93FD0F9037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3132" y="562293"/>
            <a:ext cx="12198310" cy="883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7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8F615D-EFF7-4D29-81F2-D546E601E6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3132" y="2008188"/>
            <a:ext cx="5669637" cy="4498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98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1pPr>
            <a:lvl2pPr marL="56229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2pPr>
            <a:lvl3pPr marL="88360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3pPr>
            <a:lvl4pPr marL="120491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4pPr>
            <a:lvl5pPr marL="152622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5pPr>
            <a:lvl6pPr marL="184753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6pPr>
            <a:lvl7pPr marL="216884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7pPr>
            <a:lvl8pPr marL="249015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8pPr>
            <a:lvl9pPr marL="2811463" indent="-240982">
              <a:lnSpc>
                <a:spcPct val="110000"/>
              </a:lnSpc>
              <a:spcBef>
                <a:spcPts val="0"/>
              </a:spcBef>
              <a:spcAft>
                <a:spcPts val="126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ebcc7bf6214410" /><Relationship Type="http://schemas.openxmlformats.org/officeDocument/2006/relationships/slideLayout" Target="/ppt/slideLayouts/slideLayout1.xml" Id="Re728a573758843ad" /><Relationship Type="http://schemas.openxmlformats.org/officeDocument/2006/relationships/slideLayout" Target="/ppt/slideLayouts/slideLayout2.xml" Id="R869336324f464960" /><Relationship Type="http://schemas.openxmlformats.org/officeDocument/2006/relationships/slideLayout" Target="/ppt/slideLayouts/slideLayout3.xml" Id="R79a7a0e531f74001" /><Relationship Type="http://schemas.openxmlformats.org/officeDocument/2006/relationships/slideLayout" Target="/ppt/slideLayouts/slideLayout4.xml" Id="Rf1a5c76e3d124a6a" /><Relationship Type="http://schemas.openxmlformats.org/officeDocument/2006/relationships/slideLayout" Target="/ppt/slideLayouts/slideLayout5.xml" Id="R9bd659ec15414e6e" /><Relationship Type="http://schemas.openxmlformats.org/officeDocument/2006/relationships/slideLayout" Target="/ppt/slideLayouts/slideLayout6.xml" Id="R96ebb495e3c243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28a573758843ad"/>
    <p:sldLayoutId xmlns:r="http://schemas.openxmlformats.org/officeDocument/2006/relationships" id="2147483650" r:id="R869336324f464960"/>
    <p:sldLayoutId xmlns:r="http://schemas.openxmlformats.org/officeDocument/2006/relationships" id="2147483651" r:id="R79a7a0e531f74001"/>
    <p:sldLayoutId xmlns:r="http://schemas.openxmlformats.org/officeDocument/2006/relationships" id="2147483652" r:id="Rf1a5c76e3d124a6a"/>
    <p:sldLayoutId xmlns:r="http://schemas.openxmlformats.org/officeDocument/2006/relationships" id="2147483653" r:id="R9bd659ec15414e6e"/>
    <p:sldLayoutId xmlns:r="http://schemas.openxmlformats.org/officeDocument/2006/relationships" id="2147483654" r:id="R96ebb495e3c243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dfb9e514c94899" /><Relationship Type="http://schemas.openxmlformats.org/officeDocument/2006/relationships/image" Target="/ppt/media/image.png" Id="Re3fb5cfc92ed444c" /><Relationship Type="http://schemas.openxmlformats.org/officeDocument/2006/relationships/image" Target="/ppt/media/image2.png" Id="Rfa3b9948ef9648c7" /><Relationship Type="http://schemas.openxmlformats.org/officeDocument/2006/relationships/image" Target="/ppt/media/image3.png" Id="R9941a952c8bb4eb7" /><Relationship Type="http://schemas.openxmlformats.org/officeDocument/2006/relationships/image" Target="/ppt/media/image4.png" Id="Rfe263ce32f884363" /><Relationship Type="http://schemas.openxmlformats.org/officeDocument/2006/relationships/image" Target="/ppt/media/image5.png" Id="Ra47da1c1df27436a" /><Relationship Type="http://schemas.openxmlformats.org/officeDocument/2006/relationships/image" Target="/ppt/media/image6.png" Id="R89f2aaf5548844be" /><Relationship Type="http://schemas.openxmlformats.org/officeDocument/2006/relationships/image" Target="/ppt/media/image7.png" Id="Recb675a23d4242cb" /><Relationship Type="http://schemas.openxmlformats.org/officeDocument/2006/relationships/image" Target="/ppt/media/image8.png" Id="Rcffccae145eb452f" /><Relationship Type="http://schemas.openxmlformats.org/officeDocument/2006/relationships/image" Target="/ppt/media/image9.png" Id="Rb753bb11bf44498c" /><Relationship Type="http://schemas.openxmlformats.org/officeDocument/2006/relationships/image" Target="/ppt/media/image10.png" Id="R5b92473a1c734c3b" /><Relationship Type="http://schemas.openxmlformats.org/officeDocument/2006/relationships/image" Target="/ppt/media/image11.png" Id="R6d1295e140f8492c" /><Relationship Type="http://schemas.openxmlformats.org/officeDocument/2006/relationships/image" Target="/ppt/media/image12.png" Id="Rb16bee2e920843cf" /><Relationship Type="http://schemas.openxmlformats.org/officeDocument/2006/relationships/image" Target="/ppt/media/image13.png" Id="Re31cf417cf024bb0" /><Relationship Type="http://schemas.openxmlformats.org/officeDocument/2006/relationships/image" Target="/ppt/media/image14.png" Id="R95a7b8139cea400d" /><Relationship Type="http://schemas.openxmlformats.org/officeDocument/2006/relationships/image" Target="/ppt/media/image15.png" Id="R43d34ad4024147be" /><Relationship Type="http://schemas.openxmlformats.org/officeDocument/2006/relationships/image" Target="/ppt/media/image16.png" Id="R0056e480608b431c" /><Relationship Type="http://schemas.openxmlformats.org/officeDocument/2006/relationships/image" Target="/ppt/media/image17.png" Id="R42e549653bb04173" /><Relationship Type="http://schemas.openxmlformats.org/officeDocument/2006/relationships/image" Target="/ppt/media/image18.png" Id="R689891355feb4bd1" /><Relationship Type="http://schemas.openxmlformats.org/officeDocument/2006/relationships/image" Target="/ppt/media/image19.png" Id="R770d63e92e6c48ca" /><Relationship Type="http://schemas.openxmlformats.org/officeDocument/2006/relationships/image" Target="/ppt/media/image20.png" Id="Rd575084b04b34dbb" /><Relationship Type="http://schemas.openxmlformats.org/officeDocument/2006/relationships/image" Target="/ppt/media/image21.png" Id="R4082031a79784e71" /><Relationship Type="http://schemas.openxmlformats.org/officeDocument/2006/relationships/image" Target="/ppt/media/image22.png" Id="R41fd4697086743ed" /><Relationship Type="http://schemas.openxmlformats.org/officeDocument/2006/relationships/image" Target="/ppt/media/image23.png" Id="R00b49a9d763c4905" /><Relationship Type="http://schemas.openxmlformats.org/officeDocument/2006/relationships/image" Target="/ppt/media/image24.png" Id="R0d890d3223f24273" /><Relationship Type="http://schemas.openxmlformats.org/officeDocument/2006/relationships/image" Target="/ppt/media/image25.png" Id="R8c13ee4cd5d142be" /><Relationship Type="http://schemas.openxmlformats.org/officeDocument/2006/relationships/image" Target="/ppt/media/image26.png" Id="R8e991e886ed542f7" /><Relationship Type="http://schemas.openxmlformats.org/officeDocument/2006/relationships/image" Target="/ppt/media/image27.png" Id="Rb39d666105ca49fe" /><Relationship Type="http://schemas.openxmlformats.org/officeDocument/2006/relationships/image" Target="/ppt/media/image28.png" Id="R3daec80b050e42f3" /><Relationship Type="http://schemas.openxmlformats.org/officeDocument/2006/relationships/image" Target="/ppt/media/image29.png" Id="Re3c46aa0c2184c3e" /><Relationship Type="http://schemas.openxmlformats.org/officeDocument/2006/relationships/image" Target="/ppt/media/image30.png" Id="R73d06d1e02d14074" /><Relationship Type="http://schemas.openxmlformats.org/officeDocument/2006/relationships/image" Target="/ppt/media/image31.png" Id="R22564da25f57448a" /><Relationship Type="http://schemas.openxmlformats.org/officeDocument/2006/relationships/image" Target="/ppt/media/image32.png" Id="Re075aae94c154c9c" /><Relationship Type="http://schemas.openxmlformats.org/officeDocument/2006/relationships/image" Target="/ppt/media/image33.png" Id="R1726de4e6547444f" /><Relationship Type="http://schemas.openxmlformats.org/officeDocument/2006/relationships/image" Target="/ppt/media/image34.png" Id="R9e7d1c2c7e3849c7" /><Relationship Type="http://schemas.openxmlformats.org/officeDocument/2006/relationships/image" Target="/ppt/media/image35.png" Id="R84d5c12f14314331" /><Relationship Type="http://schemas.openxmlformats.org/officeDocument/2006/relationships/image" Target="/ppt/media/image36.png" Id="Re6bcd617f0e44610" /><Relationship Type="http://schemas.openxmlformats.org/officeDocument/2006/relationships/image" Target="/ppt/media/image37.png" Id="R4a55d0ee35904e8c" /><Relationship Type="http://schemas.openxmlformats.org/officeDocument/2006/relationships/image" Target="/ppt/media/image38.png" Id="R838fd58aafaa48d9" /><Relationship Type="http://schemas.openxmlformats.org/officeDocument/2006/relationships/image" Target="/ppt/media/image39.png" Id="R39c5de833e6b4bec" /><Relationship Type="http://schemas.openxmlformats.org/officeDocument/2006/relationships/image" Target="/ppt/media/image40.png" Id="R02b442f14f464ee9" /><Relationship Type="http://schemas.openxmlformats.org/officeDocument/2006/relationships/image" Target="/ppt/media/image41.png" Id="R34975f63f6284e52" /><Relationship Type="http://schemas.openxmlformats.org/officeDocument/2006/relationships/image" Target="/ppt/media/image42.png" Id="Rbbccc78835b24c4f" /><Relationship Type="http://schemas.openxmlformats.org/officeDocument/2006/relationships/notesSlide" Target="/ppt/notesSlides/notesSlide1.xml" Id="R9251669bb94b48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5" name="pdf-path-3">
            <a:extLst xmlns:a="http://schemas.openxmlformats.org/drawingml/2006/main">
              <a:ext uri="{FF2B5EF4-FFF2-40B4-BE49-F238E27FC236}">
                <a16:creationId xmlns:a16="http://schemas.microsoft.com/office/drawing/2014/main" id="{931334B2-ADA5-476C-ADE9-0B073CD1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0468" y="99593"/>
            <a:ext cx="4914893" cy="7055410"/>
          </a:xfrm>
          <a:custGeom xmlns:a="http://schemas.openxmlformats.org/drawingml/2006/main">
            <a:pathLst>
              <a:path w="4914893" h="7055410">
                <a:moveTo>
                  <a:pt x="0" y="127544"/>
                </a:moveTo>
                <a:cubicBezTo>
                  <a:pt x="0" y="57103"/>
                  <a:pt x="57101" y="0"/>
                  <a:pt x="127541" y="0"/>
                </a:cubicBezTo>
                <a:lnTo>
                  <a:pt x="4787348" y="0"/>
                </a:lnTo>
                <a:cubicBezTo>
                  <a:pt x="4857790" y="0"/>
                  <a:pt x="4914893" y="57103"/>
                  <a:pt x="4914893" y="127544"/>
                </a:cubicBezTo>
                <a:lnTo>
                  <a:pt x="4914893" y="6927867"/>
                </a:lnTo>
                <a:cubicBezTo>
                  <a:pt x="4914893" y="6998307"/>
                  <a:pt x="4857790" y="7055410"/>
                  <a:pt x="4787348" y="7055410"/>
                </a:cubicBezTo>
                <a:lnTo>
                  <a:pt x="127541" y="7055410"/>
                </a:lnTo>
                <a:cubicBezTo>
                  <a:pt x="57101" y="7055410"/>
                  <a:pt x="0" y="6998307"/>
                  <a:pt x="0" y="6927867"/>
                </a:cubicBezTo>
                <a:lnTo>
                  <a:pt x="0" y="127544"/>
                </a:lnTo>
              </a:path>
            </a:pathLst>
          </a:custGeom>
          <a:solidFill xmlns:a="http://schemas.openxmlformats.org/drawingml/2006/main">
            <a:srgbClr val="EA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5">
            <a:extLst xmlns:a="http://schemas.openxmlformats.org/drawingml/2006/main">
              <a:ext uri="{FF2B5EF4-FFF2-40B4-BE49-F238E27FC236}">
                <a16:creationId xmlns:a16="http://schemas.microsoft.com/office/drawing/2014/main" id="{71C8C109-CB5A-45D4-AE47-D75337E5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22" y="99593"/>
            <a:ext cx="8575290" cy="7074215"/>
          </a:xfrm>
          <a:custGeom xmlns:a="http://schemas.openxmlformats.org/drawingml/2006/main">
            <a:pathLst>
              <a:path w="8575290" h="7074215">
                <a:moveTo>
                  <a:pt x="0" y="183574"/>
                </a:moveTo>
                <a:cubicBezTo>
                  <a:pt x="0" y="82188"/>
                  <a:pt x="82190" y="0"/>
                  <a:pt x="183575" y="0"/>
                </a:cubicBezTo>
                <a:lnTo>
                  <a:pt x="8391713" y="0"/>
                </a:lnTo>
                <a:cubicBezTo>
                  <a:pt x="8493098" y="0"/>
                  <a:pt x="8575290" y="82188"/>
                  <a:pt x="8575290" y="183574"/>
                </a:cubicBezTo>
                <a:lnTo>
                  <a:pt x="8575290" y="6890640"/>
                </a:lnTo>
                <a:cubicBezTo>
                  <a:pt x="8575290" y="6992026"/>
                  <a:pt x="8493098" y="7074215"/>
                  <a:pt x="8391713" y="7074215"/>
                </a:cubicBezTo>
                <a:lnTo>
                  <a:pt x="183575" y="7074215"/>
                </a:lnTo>
                <a:cubicBezTo>
                  <a:pt x="82190" y="7074215"/>
                  <a:pt x="0" y="6992026"/>
                  <a:pt x="0" y="6890640"/>
                </a:cubicBezTo>
                <a:lnTo>
                  <a:pt x="0" y="183574"/>
                </a:lnTo>
              </a:path>
            </a:pathLst>
          </a:cu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6">
            <a:extLst xmlns:a="http://schemas.openxmlformats.org/drawingml/2006/main">
              <a:ext uri="{FF2B5EF4-FFF2-40B4-BE49-F238E27FC236}">
                <a16:creationId xmlns:a16="http://schemas.microsoft.com/office/drawing/2014/main" id="{6D70C12C-99F9-4468-A2E7-D4B8A4F6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671" y="1634612"/>
            <a:ext cx="5503511" cy="521443"/>
          </a:xfrm>
          <a:custGeom xmlns:a="http://schemas.openxmlformats.org/drawingml/2006/main">
            <a:pathLst>
              <a:path w="5503511" h="521443">
                <a:moveTo>
                  <a:pt x="5503511" y="0"/>
                </a:moveTo>
                <a:lnTo>
                  <a:pt x="5503511" y="253359"/>
                </a:lnTo>
                <a:cubicBezTo>
                  <a:pt x="5503511" y="393477"/>
                  <a:pt x="5389926" y="507064"/>
                  <a:pt x="5249810" y="507064"/>
                </a:cubicBezTo>
                <a:lnTo>
                  <a:pt x="0" y="507064"/>
                </a:lnTo>
                <a:lnTo>
                  <a:pt x="0" y="521443"/>
                </a:lnTo>
                <a:lnTo>
                  <a:pt x="0" y="432329"/>
                </a:lnTo>
                <a:lnTo>
                  <a:pt x="0" y="343214"/>
                </a:lnTo>
                <a:lnTo>
                  <a:pt x="0" y="357593"/>
                </a:lnTo>
                <a:lnTo>
                  <a:pt x="5249810" y="357593"/>
                </a:lnTo>
                <a:cubicBezTo>
                  <a:pt x="5307379" y="357593"/>
                  <a:pt x="5354048" y="310924"/>
                  <a:pt x="5354048" y="253354"/>
                </a:cubicBezTo>
                <a:lnTo>
                  <a:pt x="5354048" y="0"/>
                </a:lnTo>
                <a:lnTo>
                  <a:pt x="5503511" y="0"/>
                </a:lnTo>
              </a:path>
            </a:pathLst>
          </a:custGeom>
          <a:solidFill xmlns:a="http://schemas.openxmlformats.org/drawingml/2006/main">
            <a:srgbClr val="ABC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7">
            <a:extLst xmlns:a="http://schemas.openxmlformats.org/drawingml/2006/main">
              <a:ext uri="{FF2B5EF4-FFF2-40B4-BE49-F238E27FC236}">
                <a16:creationId xmlns:a16="http://schemas.microsoft.com/office/drawing/2014/main" id="{FB63B025-38A9-4F96-B66B-B7E34618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672" y="1634612"/>
            <a:ext cx="5503510" cy="521443"/>
          </a:xfrm>
          <a:custGeom xmlns:a="http://schemas.openxmlformats.org/drawingml/2006/main">
            <a:pathLst>
              <a:path w="5503510" h="521443">
                <a:moveTo>
                  <a:pt x="5503510" y="0"/>
                </a:moveTo>
                <a:lnTo>
                  <a:pt x="5503510" y="253361"/>
                </a:lnTo>
                <a:cubicBezTo>
                  <a:pt x="5503510" y="393477"/>
                  <a:pt x="5389924" y="507064"/>
                  <a:pt x="5249809" y="507064"/>
                </a:cubicBezTo>
                <a:lnTo>
                  <a:pt x="0" y="507064"/>
                </a:lnTo>
                <a:lnTo>
                  <a:pt x="0" y="521443"/>
                </a:lnTo>
                <a:lnTo>
                  <a:pt x="0" y="432329"/>
                </a:lnTo>
                <a:lnTo>
                  <a:pt x="0" y="343215"/>
                </a:lnTo>
                <a:lnTo>
                  <a:pt x="0" y="357594"/>
                </a:lnTo>
                <a:lnTo>
                  <a:pt x="5249809" y="357594"/>
                </a:lnTo>
                <a:cubicBezTo>
                  <a:pt x="5307379" y="357594"/>
                  <a:pt x="5354047" y="310924"/>
                  <a:pt x="5354047" y="253355"/>
                </a:cubicBezTo>
                <a:lnTo>
                  <a:pt x="5354047" y="0"/>
                </a:lnTo>
                <a:lnTo>
                  <a:pt x="55035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627">
            <a:solidFill>
              <a:srgbClr val="042433"/>
            </a:solidFill>
            <a:prstDash val="solid"/>
          </a:ln>
        </p:spPr>
      </p:sp>
      <p:sp>
        <p:nvSpPr>
          <p:cNvPr id="5" name="pdf-path-8">
            <a:extLst xmlns:a="http://schemas.openxmlformats.org/drawingml/2006/main">
              <a:ext uri="{FF2B5EF4-FFF2-40B4-BE49-F238E27FC236}">
                <a16:creationId xmlns:a16="http://schemas.microsoft.com/office/drawing/2014/main" id="{58C63148-F7E8-411C-8B21-9E33160F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9636" y="4970738"/>
            <a:ext cx="301976" cy="515066"/>
          </a:xfrm>
          <a:custGeom xmlns:a="http://schemas.openxmlformats.org/drawingml/2006/main">
            <a:pathLst>
              <a:path w="301976" h="515066">
                <a:moveTo>
                  <a:pt x="237253" y="0"/>
                </a:moveTo>
                <a:lnTo>
                  <a:pt x="237253" y="408818"/>
                </a:lnTo>
                <a:lnTo>
                  <a:pt x="301976" y="408818"/>
                </a:lnTo>
                <a:lnTo>
                  <a:pt x="150987" y="515066"/>
                </a:lnTo>
                <a:lnTo>
                  <a:pt x="0" y="408818"/>
                </a:lnTo>
                <a:lnTo>
                  <a:pt x="64723" y="408818"/>
                </a:lnTo>
                <a:lnTo>
                  <a:pt x="64723" y="0"/>
                </a:lnTo>
                <a:lnTo>
                  <a:pt x="237253" y="0"/>
                </a:lnTo>
              </a:path>
            </a:pathLst>
          </a:custGeom>
          <a:solidFill xmlns:a="http://schemas.openxmlformats.org/drawingml/2006/main">
            <a:srgbClr val="ABC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9">
            <a:extLst xmlns:a="http://schemas.openxmlformats.org/drawingml/2006/main">
              <a:ext uri="{FF2B5EF4-FFF2-40B4-BE49-F238E27FC236}">
                <a16:creationId xmlns:a16="http://schemas.microsoft.com/office/drawing/2014/main" id="{49EE0913-B213-4C66-905B-425F2D69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9636" y="4970738"/>
            <a:ext cx="301977" cy="515066"/>
          </a:xfrm>
          <a:custGeom xmlns:a="http://schemas.openxmlformats.org/drawingml/2006/main">
            <a:pathLst>
              <a:path w="301977" h="515066">
                <a:moveTo>
                  <a:pt x="237254" y="0"/>
                </a:moveTo>
                <a:lnTo>
                  <a:pt x="237254" y="408819"/>
                </a:lnTo>
                <a:lnTo>
                  <a:pt x="301977" y="408819"/>
                </a:lnTo>
                <a:lnTo>
                  <a:pt x="150988" y="515066"/>
                </a:lnTo>
                <a:lnTo>
                  <a:pt x="0" y="408819"/>
                </a:lnTo>
                <a:lnTo>
                  <a:pt x="64723" y="408819"/>
                </a:lnTo>
                <a:lnTo>
                  <a:pt x="64723" y="0"/>
                </a:lnTo>
                <a:lnTo>
                  <a:pt x="2372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627">
            <a:solidFill>
              <a:srgbClr val="042433"/>
            </a:solidFill>
            <a:prstDash val="dash"/>
          </a:ln>
        </p:spPr>
      </p:sp>
      <p:sp>
        <p:nvSpPr>
          <p:cNvPr id="7" name="native-panel-3">
            <a:extLst xmlns:a="http://schemas.openxmlformats.org/drawingml/2006/main">
              <a:ext uri="{FF2B5EF4-FFF2-40B4-BE49-F238E27FC236}">
                <a16:creationId xmlns:a16="http://schemas.microsoft.com/office/drawing/2014/main" id="{3BF23E30-C056-407F-B102-5E09BBA6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5390" y="280035"/>
            <a:ext cx="2231708" cy="1331595"/>
          </a:xfrm>
          <a:custGeom xmlns:a="http://schemas.openxmlformats.org/drawingml/2006/main">
            <a:pathLst>
              <a:path w="2231708" h="1331595">
                <a:moveTo>
                  <a:pt x="200025" y="0"/>
                </a:moveTo>
                <a:lnTo>
                  <a:pt x="2031683" y="0"/>
                </a:lnTo>
                <a:quadBezTo>
                  <a:pt x="2231708" y="0"/>
                  <a:pt x="2231708" y="200025"/>
                </a:quadBezTo>
                <a:lnTo>
                  <a:pt x="2231708" y="1131570"/>
                </a:lnTo>
                <a:quadBezTo>
                  <a:pt x="2231708" y="1331595"/>
                  <a:pt x="2031683" y="1331595"/>
                </a:quadBezTo>
                <a:lnTo>
                  <a:pt x="200025" y="1331595"/>
                </a:lnTo>
                <a:quadBezTo>
                  <a:pt x="0" y="1331595"/>
                  <a:pt x="0" y="1131570"/>
                </a:quadBezTo>
                <a:lnTo>
                  <a:pt x="0" y="200025"/>
                </a:lnTo>
                <a:quadBezTo>
                  <a:pt x="0" y="0"/>
                  <a:pt x="200025" y="0"/>
                </a:quadBezTo>
                <a:close/>
              </a:path>
            </a:pathLst>
          </a:custGeom>
          <a:solidFill xmlns:a="http://schemas.openxmlformats.org/drawingml/2006/main">
            <a:srgbClr val="E8E1ED"/>
          </a:solidFill>
          <a:ln xmlns:a="http://schemas.openxmlformats.org/drawingml/2006/main" w="11430">
            <a:solidFill>
              <a:srgbClr val="18323D"/>
            </a:solidFill>
            <a:prstDash val="dash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83410-9BF0-4150-9EAD-4FD43F6A44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b5cfc92ed444c"/>
          <a:srcRect xmlns:a="http://schemas.openxmlformats.org/drawingml/2006/main" l="198" t="0" r="1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4285" y="2663931"/>
            <a:ext cx="769547" cy="1030138"/>
          </a:xfrm>
          <a:prstGeom xmlns:a="http://schemas.openxmlformats.org/drawingml/2006/main" prst="rect">
            <a:avLst/>
          </a:prstGeom>
        </p:spPr>
      </p:pic>
      <p:sp>
        <p:nvSpPr>
          <p:cNvPr id="9" name="robogene-exact-source-4">
            <a:extLst xmlns:a="http://schemas.openxmlformats.org/drawingml/2006/main">
              <a:ext uri="{FF2B5EF4-FFF2-40B4-BE49-F238E27FC236}">
                <a16:creationId xmlns:a16="http://schemas.microsoft.com/office/drawing/2014/main" id="{E4250732-99F6-40C5-AE7D-CFE140E5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4285" y="2663931"/>
            <a:ext cx="769547" cy="103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native-panel-6">
            <a:extLst xmlns:a="http://schemas.openxmlformats.org/drawingml/2006/main">
              <a:ext uri="{FF2B5EF4-FFF2-40B4-BE49-F238E27FC236}">
                <a16:creationId xmlns:a16="http://schemas.microsoft.com/office/drawing/2014/main" id="{AA26FADD-EC71-4133-A467-E80D5ECE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4632" y="2443163"/>
            <a:ext cx="2494598" cy="2846070"/>
          </a:xfrm>
          <a:custGeom xmlns:a="http://schemas.openxmlformats.org/drawingml/2006/main">
            <a:pathLst>
              <a:path w="2494598" h="2846070">
                <a:moveTo>
                  <a:pt x="314325" y="0"/>
                </a:moveTo>
                <a:lnTo>
                  <a:pt x="2180273" y="0"/>
                </a:lnTo>
                <a:quadBezTo>
                  <a:pt x="2494598" y="0"/>
                  <a:pt x="2494598" y="314325"/>
                </a:quadBezTo>
                <a:lnTo>
                  <a:pt x="2494598" y="2531745"/>
                </a:lnTo>
                <a:quadBezTo>
                  <a:pt x="2494598" y="2846070"/>
                  <a:pt x="2180273" y="2846070"/>
                </a:quadBezTo>
                <a:lnTo>
                  <a:pt x="314325" y="2846070"/>
                </a:lnTo>
                <a:quadBezTo>
                  <a:pt x="0" y="2846070"/>
                  <a:pt x="0" y="2531745"/>
                </a:quadBezTo>
                <a:lnTo>
                  <a:pt x="0" y="314325"/>
                </a:lnTo>
                <a:quadBezTo>
                  <a:pt x="0" y="0"/>
                  <a:pt x="314325" y="0"/>
                </a:quadBezTo>
                <a:close/>
              </a:path>
            </a:pathLst>
          </a:custGeom>
          <a:solidFill xmlns:a="http://schemas.openxmlformats.org/drawingml/2006/main">
            <a:srgbClr val="E5EEE5"/>
          </a:solidFill>
          <a:ln xmlns:a="http://schemas.openxmlformats.org/drawingml/2006/main" w="11430">
            <a:solidFill>
              <a:srgbClr val="18323D"/>
            </a:solidFill>
            <a:prstDash val="solid"/>
          </a:ln>
        </p:spPr>
      </p:sp>
      <p:sp>
        <p:nvSpPr>
          <p:cNvPr id="11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DD0A81C7-76ED-47F2-B312-6CCBB8E4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0976" y="2579829"/>
            <a:ext cx="2153371" cy="216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Constraint Adherence </a:t>
            </a:r>
          </a:p>
        </p:txBody>
      </p:sp>
      <p:sp>
        <p:nvSpPr>
          <p:cNvPr id="12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35FEDCEE-3707-4EDE-8E31-88B13A8D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3074" y="2856651"/>
            <a:ext cx="952104" cy="216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Evaluator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FA451-BFEC-444E-AF58-2FD0B51F2B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b9948ef9648c7"/>
          <a:srcRect xmlns:a="http://schemas.openxmlformats.org/drawingml/2006/main" l="0" t="82" r="0" b="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63784" y="2636249"/>
            <a:ext cx="773876" cy="1020600"/>
          </a:xfrm>
          <a:prstGeom xmlns:a="http://schemas.openxmlformats.org/drawingml/2006/main" prst="rect">
            <a:avLst/>
          </a:prstGeom>
        </p:spPr>
      </p:pic>
      <p:sp>
        <p:nvSpPr>
          <p:cNvPr id="14" name="robogene-exact-source-7">
            <a:extLst xmlns:a="http://schemas.openxmlformats.org/drawingml/2006/main">
              <a:ext uri="{FF2B5EF4-FFF2-40B4-BE49-F238E27FC236}">
                <a16:creationId xmlns:a16="http://schemas.microsoft.com/office/drawing/2014/main" id="{9611CE3E-0E9B-4670-8E2F-CEC44DC6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3784" y="2636249"/>
            <a:ext cx="773876" cy="102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native-panel-9">
            <a:extLst xmlns:a="http://schemas.openxmlformats.org/drawingml/2006/main">
              <a:ext uri="{FF2B5EF4-FFF2-40B4-BE49-F238E27FC236}">
                <a16:creationId xmlns:a16="http://schemas.microsoft.com/office/drawing/2014/main" id="{6F728DD1-A224-4F83-A36A-C6B339CC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13" y="251460"/>
            <a:ext cx="1931670" cy="1440180"/>
          </a:xfrm>
          <a:custGeom xmlns:a="http://schemas.openxmlformats.org/drawingml/2006/main">
            <a:pathLst>
              <a:path w="1931670" h="1440180">
                <a:moveTo>
                  <a:pt x="200025" y="0"/>
                </a:moveTo>
                <a:lnTo>
                  <a:pt x="1731645" y="0"/>
                </a:lnTo>
                <a:quadBezTo>
                  <a:pt x="1931670" y="0"/>
                  <a:pt x="1931670" y="200025"/>
                </a:quadBezTo>
                <a:lnTo>
                  <a:pt x="1931670" y="1240155"/>
                </a:lnTo>
                <a:quadBezTo>
                  <a:pt x="1931670" y="1440180"/>
                  <a:pt x="1731645" y="1440180"/>
                </a:quadBezTo>
                <a:lnTo>
                  <a:pt x="200025" y="1440180"/>
                </a:lnTo>
                <a:quadBezTo>
                  <a:pt x="0" y="1440180"/>
                  <a:pt x="0" y="1240155"/>
                </a:quadBezTo>
                <a:lnTo>
                  <a:pt x="0" y="200025"/>
                </a:lnTo>
                <a:quadBezTo>
                  <a:pt x="0" y="0"/>
                  <a:pt x="200025" y="0"/>
                </a:quadBezTo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11430">
            <a:solidFill>
              <a:srgbClr val="18323D"/>
            </a:solidFill>
            <a:prstDash val="solid"/>
          </a:ln>
        </p:spPr>
      </p:sp>
      <p:sp>
        <p:nvSpPr>
          <p:cNvPr id="16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85DE523C-74FF-4661-ACD5-AD440E79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171" y="365255"/>
            <a:ext cx="993098" cy="216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rPr>
              <a:t>Statistical </a:t>
            </a:r>
          </a:p>
        </p:txBody>
      </p:sp>
      <p:sp>
        <p:nvSpPr>
          <p:cNvPr id="17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6AE950CD-B82C-4FA3-B263-DAC53B48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568" y="638616"/>
            <a:ext cx="1160306" cy="216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rPr>
              <a:t>Information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F2A29-3D8E-4680-990B-07534C5850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1a952c8bb4eb7"/>
          <a:srcRect xmlns:a="http://schemas.openxmlformats.org/drawingml/2006/main" l="215" t="0" r="2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3623" y="932213"/>
            <a:ext cx="706596" cy="623343"/>
          </a:xfrm>
          <a:prstGeom xmlns:a="http://schemas.openxmlformats.org/drawingml/2006/main" prst="rect">
            <a:avLst/>
          </a:prstGeom>
        </p:spPr>
      </p:pic>
      <p:sp>
        <p:nvSpPr>
          <p:cNvPr id="19" name="robogene-exact-source-10">
            <a:extLst xmlns:a="http://schemas.openxmlformats.org/drawingml/2006/main">
              <a:ext uri="{FF2B5EF4-FFF2-40B4-BE49-F238E27FC236}">
                <a16:creationId xmlns:a16="http://schemas.microsoft.com/office/drawing/2014/main" id="{F019A107-C617-49F4-BE3E-3B03ACAE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623" y="932213"/>
            <a:ext cx="706596" cy="623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074EA9-22C2-4E3D-BDDC-C6C9FE3DAC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63ce32f884363"/>
          <a:srcRect xmlns:a="http://schemas.openxmlformats.org/drawingml/2006/main" l="0" t="110" r="0" b="1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5668" y="944175"/>
            <a:ext cx="650531" cy="553644"/>
          </a:xfrm>
          <a:prstGeom xmlns:a="http://schemas.openxmlformats.org/drawingml/2006/main" prst="rect">
            <a:avLst/>
          </a:prstGeom>
        </p:spPr>
      </p:pic>
      <p:sp>
        <p:nvSpPr>
          <p:cNvPr id="21" name="robogene-exact-source-11">
            <a:extLst xmlns:a="http://schemas.openxmlformats.org/drawingml/2006/main">
              <a:ext uri="{FF2B5EF4-FFF2-40B4-BE49-F238E27FC236}">
                <a16:creationId xmlns:a16="http://schemas.microsoft.com/office/drawing/2014/main" id="{EF16E005-F32E-4BD4-9AE8-9EBF0224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668" y="944175"/>
            <a:ext cx="650531" cy="553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208059-D34A-472F-A920-78ACA1FCE4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da1c1df27436a"/>
          <a:srcRect xmlns:a="http://schemas.openxmlformats.org/drawingml/2006/main" l="2" t="0" r="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2401" y="1026105"/>
            <a:ext cx="419268" cy="400225"/>
          </a:xfrm>
          <a:prstGeom xmlns:a="http://schemas.openxmlformats.org/drawingml/2006/main" prst="rect">
            <a:avLst/>
          </a:prstGeom>
        </p:spPr>
      </p:pic>
      <p:sp>
        <p:nvSpPr>
          <p:cNvPr id="23" name="robogene-exact-source-12">
            <a:extLst xmlns:a="http://schemas.openxmlformats.org/drawingml/2006/main">
              <a:ext uri="{FF2B5EF4-FFF2-40B4-BE49-F238E27FC236}">
                <a16:creationId xmlns:a16="http://schemas.microsoft.com/office/drawing/2014/main" id="{0175D774-03B4-4E9F-966A-77E2E2F6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401" y="1026105"/>
            <a:ext cx="419268" cy="4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native-panel-14">
            <a:extLst xmlns:a="http://schemas.openxmlformats.org/drawingml/2006/main">
              <a:ext uri="{FF2B5EF4-FFF2-40B4-BE49-F238E27FC236}">
                <a16:creationId xmlns:a16="http://schemas.microsoft.com/office/drawing/2014/main" id="{0D9A38B4-FC93-4F8A-AFE8-155F6F76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6095" y="251460"/>
            <a:ext cx="2020253" cy="1397318"/>
          </a:xfrm>
          <a:custGeom xmlns:a="http://schemas.openxmlformats.org/drawingml/2006/main">
            <a:pathLst>
              <a:path w="2020253" h="1397318">
                <a:moveTo>
                  <a:pt x="200025" y="0"/>
                </a:moveTo>
                <a:lnTo>
                  <a:pt x="1820228" y="0"/>
                </a:lnTo>
                <a:quadBezTo>
                  <a:pt x="2020253" y="0"/>
                  <a:pt x="2020253" y="200025"/>
                </a:quadBezTo>
                <a:lnTo>
                  <a:pt x="2020253" y="1197293"/>
                </a:lnTo>
                <a:quadBezTo>
                  <a:pt x="2020253" y="1397318"/>
                  <a:pt x="1820228" y="1397318"/>
                </a:quadBezTo>
                <a:lnTo>
                  <a:pt x="200025" y="1397318"/>
                </a:lnTo>
                <a:quadBezTo>
                  <a:pt x="0" y="1397318"/>
                  <a:pt x="0" y="1197293"/>
                </a:quadBezTo>
                <a:lnTo>
                  <a:pt x="0" y="200025"/>
                </a:lnTo>
                <a:quadBezTo>
                  <a:pt x="0" y="0"/>
                  <a:pt x="200025" y="0"/>
                </a:quadBezTo>
                <a:close/>
              </a:path>
            </a:pathLst>
          </a:custGeom>
          <a:solidFill xmlns:a="http://schemas.openxmlformats.org/drawingml/2006/main">
            <a:srgbClr val="E5EEE5"/>
          </a:solidFill>
          <a:ln xmlns:a="http://schemas.openxmlformats.org/drawingml/2006/main" w="11430">
            <a:solidFill>
              <a:srgbClr val="18323D"/>
            </a:solidFill>
            <a:prstDash val="solid"/>
          </a:ln>
        </p:spPr>
      </p:sp>
      <p:sp>
        <p:nvSpPr>
          <p:cNvPr id="25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AB809FF8-384D-4D92-B942-5720BF30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3701" y="365255"/>
            <a:ext cx="838020" cy="216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rPr>
              <a:t>Proposal</a:t>
            </a:r>
          </a:p>
        </p:txBody>
      </p:sp>
      <p:sp>
        <p:nvSpPr>
          <p:cNvPr id="26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F30B51EE-425B-4882-802A-0D80A9E4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1911" y="638616"/>
            <a:ext cx="988091" cy="216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rPr>
              <a:t>Generator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8BDA31-3081-4475-9C0A-A2F37DF235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2aaf5548844be"/>
          <a:srcRect xmlns:a="http://schemas.openxmlformats.org/drawingml/2006/main" l="350" t="0" r="3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5376" y="996080"/>
            <a:ext cx="491359" cy="532882"/>
          </a:xfrm>
          <a:prstGeom xmlns:a="http://schemas.openxmlformats.org/drawingml/2006/main" prst="rect">
            <a:avLst/>
          </a:prstGeom>
        </p:spPr>
      </p:pic>
      <p:sp>
        <p:nvSpPr>
          <p:cNvPr id="28" name="robogene-exact-source-15">
            <a:extLst xmlns:a="http://schemas.openxmlformats.org/drawingml/2006/main">
              <a:ext uri="{FF2B5EF4-FFF2-40B4-BE49-F238E27FC236}">
                <a16:creationId xmlns:a16="http://schemas.microsoft.com/office/drawing/2014/main" id="{A2DD5B29-6E6C-4772-9D37-68447EB4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5376" y="996080"/>
            <a:ext cx="491359" cy="532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native-panel-17">
            <a:extLst xmlns:a="http://schemas.openxmlformats.org/drawingml/2006/main">
              <a:ext uri="{FF2B5EF4-FFF2-40B4-BE49-F238E27FC236}">
                <a16:creationId xmlns:a16="http://schemas.microsoft.com/office/drawing/2014/main" id="{374FF7CE-0F32-4E8D-87F2-A57964BA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9285" y="251460"/>
            <a:ext cx="1994535" cy="1437322"/>
          </a:xfrm>
          <a:custGeom xmlns:a="http://schemas.openxmlformats.org/drawingml/2006/main">
            <a:pathLst>
              <a:path w="1994535" h="1437322">
                <a:moveTo>
                  <a:pt x="200025" y="0"/>
                </a:moveTo>
                <a:lnTo>
                  <a:pt x="1794510" y="0"/>
                </a:lnTo>
                <a:quadBezTo>
                  <a:pt x="1994535" y="0"/>
                  <a:pt x="1994535" y="200025"/>
                </a:quadBezTo>
                <a:lnTo>
                  <a:pt x="1994535" y="1237297"/>
                </a:lnTo>
                <a:quadBezTo>
                  <a:pt x="1994535" y="1437322"/>
                  <a:pt x="1794510" y="1437322"/>
                </a:quadBezTo>
                <a:lnTo>
                  <a:pt x="200025" y="1437322"/>
                </a:lnTo>
                <a:quadBezTo>
                  <a:pt x="0" y="1437322"/>
                  <a:pt x="0" y="1237297"/>
                </a:quadBezTo>
                <a:lnTo>
                  <a:pt x="0" y="200025"/>
                </a:lnTo>
                <a:quadBezTo>
                  <a:pt x="0" y="0"/>
                  <a:pt x="200025" y="0"/>
                </a:quadBezTo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11430">
            <a:solidFill>
              <a:srgbClr val="18323D"/>
            </a:solidFill>
            <a:prstDash val="solid"/>
          </a:ln>
        </p:spPr>
      </p:sp>
      <p:sp>
        <p:nvSpPr>
          <p:cNvPr id="30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CD89C7D7-A1B6-4281-9376-9D6E68F1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9590" y="365255"/>
            <a:ext cx="1137997" cy="216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rPr>
              <a:t>Initial Task </a:t>
            </a:r>
          </a:p>
        </p:txBody>
      </p:sp>
      <p:sp>
        <p:nvSpPr>
          <p:cNvPr id="31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4CAFC0C1-489C-487F-98E5-5BA4CB46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648" y="638616"/>
            <a:ext cx="1186908" cy="216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rPr>
              <a:t>Descriptions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9F65E8-1C65-42D3-A337-F5793F5AC6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675a23d4242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541" y="976122"/>
            <a:ext cx="535431" cy="554554"/>
          </a:xfrm>
          <a:prstGeom xmlns:a="http://schemas.openxmlformats.org/drawingml/2006/main" prst="rect">
            <a:avLst/>
          </a:prstGeom>
        </p:spPr>
      </p:pic>
      <p:sp>
        <p:nvSpPr>
          <p:cNvPr id="33" name="robogene-exact-source-18">
            <a:extLst xmlns:a="http://schemas.openxmlformats.org/drawingml/2006/main">
              <a:ext uri="{FF2B5EF4-FFF2-40B4-BE49-F238E27FC236}">
                <a16:creationId xmlns:a16="http://schemas.microsoft.com/office/drawing/2014/main" id="{D061974E-CB9E-48F7-85D1-9FE6B4C8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5541" y="976122"/>
            <a:ext cx="535431" cy="554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native-panel-20">
            <a:extLst xmlns:a="http://schemas.openxmlformats.org/drawingml/2006/main">
              <a:ext uri="{FF2B5EF4-FFF2-40B4-BE49-F238E27FC236}">
                <a16:creationId xmlns:a16="http://schemas.microsoft.com/office/drawing/2014/main" id="{99D1E4AF-BA2F-4FA2-8EC0-9F635C02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1782" y="5477827"/>
            <a:ext cx="2000250" cy="1420177"/>
          </a:xfrm>
          <a:custGeom xmlns:a="http://schemas.openxmlformats.org/drawingml/2006/main">
            <a:pathLst>
              <a:path w="2000250" h="1420177">
                <a:moveTo>
                  <a:pt x="200025" y="0"/>
                </a:moveTo>
                <a:lnTo>
                  <a:pt x="1800225" y="0"/>
                </a:lnTo>
                <a:quadBezTo>
                  <a:pt x="2000250" y="0"/>
                  <a:pt x="2000250" y="200025"/>
                </a:quadBezTo>
                <a:lnTo>
                  <a:pt x="2000250" y="1220152"/>
                </a:lnTo>
                <a:quadBezTo>
                  <a:pt x="2000250" y="1420177"/>
                  <a:pt x="1800225" y="1420177"/>
                </a:quadBezTo>
                <a:lnTo>
                  <a:pt x="200025" y="1420177"/>
                </a:lnTo>
                <a:quadBezTo>
                  <a:pt x="0" y="1420177"/>
                  <a:pt x="0" y="1220152"/>
                </a:quadBezTo>
                <a:lnTo>
                  <a:pt x="0" y="200025"/>
                </a:lnTo>
                <a:quadBezTo>
                  <a:pt x="0" y="0"/>
                  <a:pt x="200025" y="0"/>
                </a:quadBezTo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11430">
            <a:solidFill>
              <a:srgbClr val="18323D"/>
            </a:solidFill>
            <a:prstDash val="solid"/>
          </a:ln>
        </p:spPr>
      </p:sp>
      <p:sp>
        <p:nvSpPr>
          <p:cNvPr id="35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B64DA566-B405-4F5A-8F56-F404F407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34" y="5656012"/>
            <a:ext cx="1776018" cy="216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Critique Feedback</a:t>
            </a:r>
          </a:p>
        </p:txBody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995130-196B-4934-AC9A-B191A0E07B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ccae145eb452f"/>
          <a:srcRect xmlns:a="http://schemas.openxmlformats.org/drawingml/2006/main" l="0" t="124" r="0" b="1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44285" y="6043429"/>
            <a:ext cx="1200330" cy="712713"/>
          </a:xfrm>
          <a:prstGeom xmlns:a="http://schemas.openxmlformats.org/drawingml/2006/main" prst="rect">
            <a:avLst/>
          </a:prstGeom>
        </p:spPr>
      </p:pic>
      <p:sp>
        <p:nvSpPr>
          <p:cNvPr id="37" name="robogene-exact-source-21">
            <a:extLst xmlns:a="http://schemas.openxmlformats.org/drawingml/2006/main">
              <a:ext uri="{FF2B5EF4-FFF2-40B4-BE49-F238E27FC236}">
                <a16:creationId xmlns:a16="http://schemas.microsoft.com/office/drawing/2014/main" id="{6F614B6B-E79A-4F15-AB76-E8224DF3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4285" y="6043429"/>
            <a:ext cx="1200330" cy="712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86F38D57-5D41-4E1C-BD2D-AF8AF3F8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7493" y="451761"/>
            <a:ext cx="493759" cy="216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rPr>
              <a:t>Long</a:t>
            </a:r>
          </a:p>
        </p:txBody>
      </p:sp>
      <p:sp>
        <p:nvSpPr>
          <p:cNvPr id="39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9CAEB3AC-1733-4767-99D1-D7493DC4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4908" y="451761"/>
            <a:ext cx="72018" cy="216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40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52B45BE9-76C0-432C-A7E9-5A2B87F6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8797" y="451761"/>
            <a:ext cx="1383893" cy="216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rPr>
              <a:t>Term Memory</a:t>
            </a:r>
          </a:p>
        </p:txBody>
      </p:sp>
      <p:sp>
        <p:nvSpPr>
          <p:cNvPr id="41" name="pdf-path-42">
            <a:extLst xmlns:a="http://schemas.openxmlformats.org/drawingml/2006/main">
              <a:ext uri="{FF2B5EF4-FFF2-40B4-BE49-F238E27FC236}">
                <a16:creationId xmlns:a16="http://schemas.microsoft.com/office/drawing/2014/main" id="{B9986E1C-0DEC-4CC4-92C0-61529EDE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7540" y="904964"/>
            <a:ext cx="576026" cy="4589114"/>
          </a:xfrm>
          <a:custGeom xmlns:a="http://schemas.openxmlformats.org/drawingml/2006/main">
            <a:pathLst>
              <a:path w="576026" h="4589114">
                <a:moveTo>
                  <a:pt x="0" y="0"/>
                </a:moveTo>
                <a:lnTo>
                  <a:pt x="245021" y="0"/>
                </a:lnTo>
                <a:cubicBezTo>
                  <a:pt x="384202" y="0"/>
                  <a:pt x="497030" y="112829"/>
                  <a:pt x="497030" y="252010"/>
                </a:cubicBezTo>
                <a:lnTo>
                  <a:pt x="497030" y="4400937"/>
                </a:lnTo>
                <a:lnTo>
                  <a:pt x="576026" y="4400937"/>
                </a:lnTo>
                <a:lnTo>
                  <a:pt x="425027" y="4589114"/>
                </a:lnTo>
                <a:lnTo>
                  <a:pt x="274028" y="4400937"/>
                </a:lnTo>
                <a:lnTo>
                  <a:pt x="353023" y="4400937"/>
                </a:lnTo>
                <a:lnTo>
                  <a:pt x="353023" y="252010"/>
                </a:lnTo>
                <a:cubicBezTo>
                  <a:pt x="353023" y="192362"/>
                  <a:pt x="304668" y="144008"/>
                  <a:pt x="245021" y="144008"/>
                </a:cubicBezTo>
                <a:lnTo>
                  <a:pt x="0" y="14400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BC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df-path-43">
            <a:extLst xmlns:a="http://schemas.openxmlformats.org/drawingml/2006/main">
              <a:ext uri="{FF2B5EF4-FFF2-40B4-BE49-F238E27FC236}">
                <a16:creationId xmlns:a16="http://schemas.microsoft.com/office/drawing/2014/main" id="{A89735E5-CC82-43FC-928A-7BDB5765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7541" y="904964"/>
            <a:ext cx="576025" cy="4589115"/>
          </a:xfrm>
          <a:custGeom xmlns:a="http://schemas.openxmlformats.org/drawingml/2006/main">
            <a:pathLst>
              <a:path w="576025" h="4589115">
                <a:moveTo>
                  <a:pt x="0" y="0"/>
                </a:moveTo>
                <a:lnTo>
                  <a:pt x="245020" y="0"/>
                </a:lnTo>
                <a:cubicBezTo>
                  <a:pt x="384201" y="0"/>
                  <a:pt x="497030" y="112829"/>
                  <a:pt x="497030" y="252010"/>
                </a:cubicBezTo>
                <a:lnTo>
                  <a:pt x="497030" y="4400938"/>
                </a:lnTo>
                <a:lnTo>
                  <a:pt x="576025" y="4400938"/>
                </a:lnTo>
                <a:lnTo>
                  <a:pt x="425026" y="4589115"/>
                </a:lnTo>
                <a:lnTo>
                  <a:pt x="274028" y="4400938"/>
                </a:lnTo>
                <a:lnTo>
                  <a:pt x="353023" y="4400938"/>
                </a:lnTo>
                <a:lnTo>
                  <a:pt x="353023" y="252010"/>
                </a:lnTo>
                <a:cubicBezTo>
                  <a:pt x="353023" y="192362"/>
                  <a:pt x="304668" y="144007"/>
                  <a:pt x="245020" y="144007"/>
                </a:cubicBezTo>
                <a:lnTo>
                  <a:pt x="0" y="1440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627">
            <a:solidFill>
              <a:srgbClr val="042433"/>
            </a:solidFill>
            <a:prstDash val="solid"/>
          </a:ln>
        </p:spPr>
      </p:sp>
      <p:sp>
        <p:nvSpPr>
          <p:cNvPr id="43" name="pdf-path-44">
            <a:extLst xmlns:a="http://schemas.openxmlformats.org/drawingml/2006/main">
              <a:ext uri="{FF2B5EF4-FFF2-40B4-BE49-F238E27FC236}">
                <a16:creationId xmlns:a16="http://schemas.microsoft.com/office/drawing/2014/main" id="{3A781251-4EDC-492F-82CA-7B51B48A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2972" y="6122404"/>
            <a:ext cx="1685073" cy="328512"/>
          </a:xfrm>
          <a:custGeom xmlns:a="http://schemas.openxmlformats.org/drawingml/2006/main">
            <a:pathLst>
              <a:path w="1685073" h="328512">
                <a:moveTo>
                  <a:pt x="0" y="82129"/>
                </a:moveTo>
                <a:lnTo>
                  <a:pt x="1520817" y="82129"/>
                </a:lnTo>
                <a:lnTo>
                  <a:pt x="1520817" y="0"/>
                </a:lnTo>
                <a:lnTo>
                  <a:pt x="1685073" y="164257"/>
                </a:lnTo>
                <a:lnTo>
                  <a:pt x="1520817" y="328512"/>
                </a:lnTo>
                <a:lnTo>
                  <a:pt x="1520817" y="246385"/>
                </a:lnTo>
                <a:lnTo>
                  <a:pt x="0" y="246385"/>
                </a:lnTo>
                <a:lnTo>
                  <a:pt x="0" y="82129"/>
                </a:lnTo>
              </a:path>
            </a:pathLst>
          </a:custGeom>
          <a:solidFill xmlns:a="http://schemas.openxmlformats.org/drawingml/2006/main">
            <a:srgbClr val="ABC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df-path-45">
            <a:extLst xmlns:a="http://schemas.openxmlformats.org/drawingml/2006/main">
              <a:ext uri="{FF2B5EF4-FFF2-40B4-BE49-F238E27FC236}">
                <a16:creationId xmlns:a16="http://schemas.microsoft.com/office/drawing/2014/main" id="{B34D3EE5-8F24-41BE-ABFC-92F2479A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2972" y="6122404"/>
            <a:ext cx="1685074" cy="328512"/>
          </a:xfrm>
          <a:custGeom xmlns:a="http://schemas.openxmlformats.org/drawingml/2006/main">
            <a:pathLst>
              <a:path w="1685074" h="328512">
                <a:moveTo>
                  <a:pt x="0" y="82129"/>
                </a:moveTo>
                <a:lnTo>
                  <a:pt x="1520818" y="82129"/>
                </a:lnTo>
                <a:lnTo>
                  <a:pt x="1520818" y="0"/>
                </a:lnTo>
                <a:lnTo>
                  <a:pt x="1685074" y="164257"/>
                </a:lnTo>
                <a:lnTo>
                  <a:pt x="1520818" y="328512"/>
                </a:lnTo>
                <a:lnTo>
                  <a:pt x="1520818" y="246385"/>
                </a:lnTo>
                <a:lnTo>
                  <a:pt x="0" y="246385"/>
                </a:lnTo>
                <a:lnTo>
                  <a:pt x="0" y="82129"/>
                </a:lnTo>
              </a:path>
            </a:pathLst>
          </a:custGeom>
          <a:noFill xmlns:a="http://schemas.openxmlformats.org/drawingml/2006/main"/>
          <a:ln xmlns:a="http://schemas.openxmlformats.org/drawingml/2006/main" w="21627">
            <a:solidFill>
              <a:srgbClr val="042433"/>
            </a:solidFill>
            <a:prstDash val="solid"/>
          </a:ln>
        </p:spPr>
      </p:sp>
      <p:sp>
        <p:nvSpPr>
          <p:cNvPr id="45" name="pdf-path-46">
            <a:extLst xmlns:a="http://schemas.openxmlformats.org/drawingml/2006/main">
              <a:ext uri="{FF2B5EF4-FFF2-40B4-BE49-F238E27FC236}">
                <a16:creationId xmlns:a16="http://schemas.microsoft.com/office/drawing/2014/main" id="{5139384C-CD8B-4682-AD5A-9A87049C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863" y="2008793"/>
            <a:ext cx="281685" cy="448015"/>
          </a:xfrm>
          <a:custGeom xmlns:a="http://schemas.openxmlformats.org/drawingml/2006/main">
            <a:pathLst>
              <a:path w="281685" h="448015">
                <a:moveTo>
                  <a:pt x="230353" y="0"/>
                </a:moveTo>
                <a:lnTo>
                  <a:pt x="230353" y="348907"/>
                </a:lnTo>
                <a:lnTo>
                  <a:pt x="281685" y="348907"/>
                </a:lnTo>
                <a:lnTo>
                  <a:pt x="140841" y="448015"/>
                </a:lnTo>
                <a:lnTo>
                  <a:pt x="0" y="348907"/>
                </a:lnTo>
                <a:lnTo>
                  <a:pt x="51331" y="348907"/>
                </a:lnTo>
                <a:lnTo>
                  <a:pt x="51331" y="0"/>
                </a:lnTo>
                <a:lnTo>
                  <a:pt x="230353" y="0"/>
                </a:lnTo>
              </a:path>
            </a:pathLst>
          </a:custGeom>
          <a:solidFill xmlns:a="http://schemas.openxmlformats.org/drawingml/2006/main">
            <a:srgbClr val="ABC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path-47">
            <a:extLst xmlns:a="http://schemas.openxmlformats.org/drawingml/2006/main">
              <a:ext uri="{FF2B5EF4-FFF2-40B4-BE49-F238E27FC236}">
                <a16:creationId xmlns:a16="http://schemas.microsoft.com/office/drawing/2014/main" id="{7AAE9A50-D488-44A9-9F90-99D84C39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863" y="2008793"/>
            <a:ext cx="281684" cy="448013"/>
          </a:xfrm>
          <a:custGeom xmlns:a="http://schemas.openxmlformats.org/drawingml/2006/main">
            <a:pathLst>
              <a:path w="281684" h="448013">
                <a:moveTo>
                  <a:pt x="230353" y="0"/>
                </a:moveTo>
                <a:lnTo>
                  <a:pt x="230353" y="348906"/>
                </a:lnTo>
                <a:lnTo>
                  <a:pt x="281684" y="348906"/>
                </a:lnTo>
                <a:lnTo>
                  <a:pt x="140842" y="448013"/>
                </a:lnTo>
                <a:lnTo>
                  <a:pt x="0" y="348906"/>
                </a:lnTo>
                <a:lnTo>
                  <a:pt x="51332" y="348906"/>
                </a:lnTo>
                <a:lnTo>
                  <a:pt x="51332" y="0"/>
                </a:lnTo>
                <a:lnTo>
                  <a:pt x="2303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627">
            <a:solidFill>
              <a:srgbClr val="042433"/>
            </a:solidFill>
            <a:prstDash val="solid"/>
          </a:ln>
        </p:spPr>
      </p:sp>
      <p:sp>
        <p:nvSpPr>
          <p:cNvPr id="47" name="native-panel-23">
            <a:extLst xmlns:a="http://schemas.openxmlformats.org/drawingml/2006/main">
              <a:ext uri="{FF2B5EF4-FFF2-40B4-BE49-F238E27FC236}">
                <a16:creationId xmlns:a16="http://schemas.microsoft.com/office/drawing/2014/main" id="{F07E8A18-5C92-4FFD-A74D-DB494937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388" y="5477827"/>
            <a:ext cx="2080260" cy="1417320"/>
          </a:xfrm>
          <a:custGeom xmlns:a="http://schemas.openxmlformats.org/drawingml/2006/main">
            <a:pathLst>
              <a:path w="2080260" h="1417320">
                <a:moveTo>
                  <a:pt x="200025" y="0"/>
                </a:moveTo>
                <a:lnTo>
                  <a:pt x="1880235" y="0"/>
                </a:lnTo>
                <a:quadBezTo>
                  <a:pt x="2080260" y="0"/>
                  <a:pt x="2080260" y="200025"/>
                </a:quadBezTo>
                <a:lnTo>
                  <a:pt x="2080260" y="1217295"/>
                </a:lnTo>
                <a:quadBezTo>
                  <a:pt x="2080260" y="1417320"/>
                  <a:pt x="1880235" y="1417320"/>
                </a:quadBezTo>
                <a:lnTo>
                  <a:pt x="200025" y="1417320"/>
                </a:lnTo>
                <a:quadBezTo>
                  <a:pt x="0" y="1417320"/>
                  <a:pt x="0" y="1217295"/>
                </a:quadBezTo>
                <a:lnTo>
                  <a:pt x="0" y="200025"/>
                </a:lnTo>
                <a:quadBezTo>
                  <a:pt x="0" y="0"/>
                  <a:pt x="200025" y="0"/>
                </a:quadBezTo>
                <a:close/>
              </a:path>
            </a:pathLst>
          </a:custGeom>
          <a:solidFill xmlns:a="http://schemas.openxmlformats.org/drawingml/2006/main">
            <a:srgbClr val="E5EEE5"/>
          </a:solidFill>
          <a:ln xmlns:a="http://schemas.openxmlformats.org/drawingml/2006/main" w="11430">
            <a:solidFill>
              <a:srgbClr val="18323D"/>
            </a:solidFill>
            <a:prstDash val="solid"/>
          </a:ln>
        </p:spPr>
      </p:sp>
      <p:sp>
        <p:nvSpPr>
          <p:cNvPr id="48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01A618DA-967F-4CE9-8ADE-C0E7D5A0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6681" y="5642171"/>
            <a:ext cx="356626" cy="216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Self</a:t>
            </a:r>
          </a:p>
        </p:txBody>
      </p:sp>
      <p:sp>
        <p:nvSpPr>
          <p:cNvPr id="49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EA70BF4B-0F27-4C92-8F0B-5046F750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5323" y="5642171"/>
            <a:ext cx="72018" cy="216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50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77132328-9A27-49E3-BA46-7F41CDB1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9214" y="5642171"/>
            <a:ext cx="1019915" cy="216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Reflection </a:t>
            </a:r>
          </a:p>
        </p:txBody>
      </p:sp>
      <p:sp>
        <p:nvSpPr>
          <p:cNvPr id="51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FA70D913-F6EB-46BF-98A6-5477AE57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6436" y="5915531"/>
            <a:ext cx="715811" cy="216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Refiner</a:t>
            </a:r>
          </a:p>
        </p:txBody>
      </p:sp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E45B5E-F439-4721-B94A-CEFF361220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3bb11bf44498c"/>
          <a:srcRect xmlns:a="http://schemas.openxmlformats.org/drawingml/2006/main" l="23" t="0" r="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9009" y="6156454"/>
            <a:ext cx="608620" cy="627933"/>
          </a:xfrm>
          <a:prstGeom xmlns:a="http://schemas.openxmlformats.org/drawingml/2006/main" prst="rect">
            <a:avLst/>
          </a:prstGeom>
        </p:spPr>
      </p:pic>
      <p:sp>
        <p:nvSpPr>
          <p:cNvPr id="53" name="robogene-exact-source-24">
            <a:extLst xmlns:a="http://schemas.openxmlformats.org/drawingml/2006/main">
              <a:ext uri="{FF2B5EF4-FFF2-40B4-BE49-F238E27FC236}">
                <a16:creationId xmlns:a16="http://schemas.microsoft.com/office/drawing/2014/main" id="{582DE62E-AD5B-45ED-BB28-BD11710B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9009" y="6156454"/>
            <a:ext cx="608620" cy="627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7F3AF1-DAD0-441B-83D9-6B570BC14B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2473a1c734c3b"/>
          <a:srcRect xmlns:a="http://schemas.openxmlformats.org/drawingml/2006/main" l="266" t="0" r="2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0647" y="6224958"/>
            <a:ext cx="589976" cy="507032"/>
          </a:xfrm>
          <a:prstGeom xmlns:a="http://schemas.openxmlformats.org/drawingml/2006/main" prst="rect">
            <a:avLst/>
          </a:prstGeom>
        </p:spPr>
      </p:pic>
      <p:sp>
        <p:nvSpPr>
          <p:cNvPr id="55" name="robogene-exact-source-25">
            <a:extLst xmlns:a="http://schemas.openxmlformats.org/drawingml/2006/main">
              <a:ext uri="{FF2B5EF4-FFF2-40B4-BE49-F238E27FC236}">
                <a16:creationId xmlns:a16="http://schemas.microsoft.com/office/drawing/2014/main" id="{FF67B6AE-E98F-4A86-94A7-33E88AE7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0647" y="6224958"/>
            <a:ext cx="589976" cy="507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pdf-path-56">
            <a:extLst xmlns:a="http://schemas.openxmlformats.org/drawingml/2006/main">
              <a:ext uri="{FF2B5EF4-FFF2-40B4-BE49-F238E27FC236}">
                <a16:creationId xmlns:a16="http://schemas.microsoft.com/office/drawing/2014/main" id="{9E24A518-D734-49C2-907C-C878B6F3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583" y="5220920"/>
            <a:ext cx="1686935" cy="804335"/>
          </a:xfrm>
          <a:custGeom xmlns:a="http://schemas.openxmlformats.org/drawingml/2006/main">
            <a:pathLst>
              <a:path w="1686935" h="804335">
                <a:moveTo>
                  <a:pt x="1686935" y="0"/>
                </a:moveTo>
                <a:lnTo>
                  <a:pt x="1686935" y="381189"/>
                </a:lnTo>
                <a:cubicBezTo>
                  <a:pt x="1686935" y="575536"/>
                  <a:pt x="1529386" y="733085"/>
                  <a:pt x="1335038" y="733085"/>
                </a:cubicBezTo>
                <a:lnTo>
                  <a:pt x="187353" y="733085"/>
                </a:lnTo>
                <a:lnTo>
                  <a:pt x="187353" y="804335"/>
                </a:lnTo>
                <a:lnTo>
                  <a:pt x="0" y="657866"/>
                </a:lnTo>
                <a:lnTo>
                  <a:pt x="187353" y="511395"/>
                </a:lnTo>
                <a:lnTo>
                  <a:pt x="187353" y="582643"/>
                </a:lnTo>
                <a:lnTo>
                  <a:pt x="1335038" y="582643"/>
                </a:lnTo>
                <a:cubicBezTo>
                  <a:pt x="1446298" y="582643"/>
                  <a:pt x="1536492" y="492448"/>
                  <a:pt x="1536492" y="381189"/>
                </a:cubicBezTo>
                <a:lnTo>
                  <a:pt x="1536492" y="0"/>
                </a:lnTo>
                <a:lnTo>
                  <a:pt x="1686935" y="0"/>
                </a:lnTo>
              </a:path>
            </a:pathLst>
          </a:custGeom>
          <a:solidFill xmlns:a="http://schemas.openxmlformats.org/drawingml/2006/main">
            <a:srgbClr val="ABC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df-path-57">
            <a:extLst xmlns:a="http://schemas.openxmlformats.org/drawingml/2006/main">
              <a:ext uri="{FF2B5EF4-FFF2-40B4-BE49-F238E27FC236}">
                <a16:creationId xmlns:a16="http://schemas.microsoft.com/office/drawing/2014/main" id="{97EF6A7F-C30C-4027-A1F9-92B0C98E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583" y="5220919"/>
            <a:ext cx="1686935" cy="804335"/>
          </a:xfrm>
          <a:custGeom xmlns:a="http://schemas.openxmlformats.org/drawingml/2006/main">
            <a:pathLst>
              <a:path w="1686935" h="804335">
                <a:moveTo>
                  <a:pt x="1686935" y="0"/>
                </a:moveTo>
                <a:lnTo>
                  <a:pt x="1686935" y="381190"/>
                </a:lnTo>
                <a:cubicBezTo>
                  <a:pt x="1686935" y="575537"/>
                  <a:pt x="1529385" y="733087"/>
                  <a:pt x="1335038" y="733087"/>
                </a:cubicBezTo>
                <a:lnTo>
                  <a:pt x="187354" y="733087"/>
                </a:lnTo>
                <a:lnTo>
                  <a:pt x="187354" y="804335"/>
                </a:lnTo>
                <a:lnTo>
                  <a:pt x="0" y="657866"/>
                </a:lnTo>
                <a:lnTo>
                  <a:pt x="187354" y="511396"/>
                </a:lnTo>
                <a:lnTo>
                  <a:pt x="187354" y="582644"/>
                </a:lnTo>
                <a:lnTo>
                  <a:pt x="1335038" y="582644"/>
                </a:lnTo>
                <a:cubicBezTo>
                  <a:pt x="1446298" y="582644"/>
                  <a:pt x="1536492" y="492450"/>
                  <a:pt x="1536492" y="381190"/>
                </a:cubicBezTo>
                <a:lnTo>
                  <a:pt x="1536492" y="0"/>
                </a:lnTo>
                <a:lnTo>
                  <a:pt x="16869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627">
            <a:solidFill>
              <a:srgbClr val="042433"/>
            </a:solidFill>
            <a:prstDash val="dash"/>
          </a:ln>
        </p:spPr>
      </p:sp>
      <p:sp>
        <p:nvSpPr>
          <p:cNvPr id="58" name="pdf-path-58">
            <a:extLst xmlns:a="http://schemas.openxmlformats.org/drawingml/2006/main">
              <a:ext uri="{FF2B5EF4-FFF2-40B4-BE49-F238E27FC236}">
                <a16:creationId xmlns:a16="http://schemas.microsoft.com/office/drawing/2014/main" id="{773E9783-46A1-459C-AB0A-927B53F1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375" y="606686"/>
            <a:ext cx="666409" cy="349267"/>
          </a:xfrm>
          <a:custGeom xmlns:a="http://schemas.openxmlformats.org/drawingml/2006/main">
            <a:pathLst>
              <a:path w="666409" h="349267">
                <a:moveTo>
                  <a:pt x="0" y="87317"/>
                </a:moveTo>
                <a:lnTo>
                  <a:pt x="491776" y="87317"/>
                </a:lnTo>
                <a:lnTo>
                  <a:pt x="491776" y="0"/>
                </a:lnTo>
                <a:lnTo>
                  <a:pt x="666409" y="174634"/>
                </a:lnTo>
                <a:lnTo>
                  <a:pt x="491776" y="349267"/>
                </a:lnTo>
                <a:lnTo>
                  <a:pt x="491776" y="261950"/>
                </a:lnTo>
                <a:lnTo>
                  <a:pt x="0" y="261950"/>
                </a:lnTo>
                <a:lnTo>
                  <a:pt x="0" y="87317"/>
                </a:lnTo>
              </a:path>
            </a:pathLst>
          </a:custGeom>
          <a:solidFill xmlns:a="http://schemas.openxmlformats.org/drawingml/2006/main">
            <a:srgbClr val="ABC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path-59">
            <a:extLst xmlns:a="http://schemas.openxmlformats.org/drawingml/2006/main">
              <a:ext uri="{FF2B5EF4-FFF2-40B4-BE49-F238E27FC236}">
                <a16:creationId xmlns:a16="http://schemas.microsoft.com/office/drawing/2014/main" id="{6F4A85E3-2D5A-41C3-A0FC-DF689293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375" y="606686"/>
            <a:ext cx="666410" cy="349267"/>
          </a:xfrm>
          <a:custGeom xmlns:a="http://schemas.openxmlformats.org/drawingml/2006/main">
            <a:pathLst>
              <a:path w="666410" h="349267">
                <a:moveTo>
                  <a:pt x="0" y="87317"/>
                </a:moveTo>
                <a:lnTo>
                  <a:pt x="491777" y="87317"/>
                </a:lnTo>
                <a:lnTo>
                  <a:pt x="491777" y="0"/>
                </a:lnTo>
                <a:lnTo>
                  <a:pt x="666410" y="174634"/>
                </a:lnTo>
                <a:lnTo>
                  <a:pt x="491777" y="349267"/>
                </a:lnTo>
                <a:lnTo>
                  <a:pt x="491777" y="261950"/>
                </a:lnTo>
                <a:lnTo>
                  <a:pt x="0" y="261950"/>
                </a:lnTo>
                <a:lnTo>
                  <a:pt x="0" y="87317"/>
                </a:lnTo>
              </a:path>
            </a:pathLst>
          </a:custGeom>
          <a:noFill xmlns:a="http://schemas.openxmlformats.org/drawingml/2006/main"/>
          <a:ln xmlns:a="http://schemas.openxmlformats.org/drawingml/2006/main" w="21627">
            <a:solidFill>
              <a:srgbClr val="042433"/>
            </a:solidFill>
            <a:prstDash val="solid"/>
          </a:ln>
        </p:spPr>
      </p:sp>
      <p:sp>
        <p:nvSpPr>
          <p:cNvPr id="60" name="pdf-path-61">
            <a:extLst xmlns:a="http://schemas.openxmlformats.org/drawingml/2006/main">
              <a:ext uri="{FF2B5EF4-FFF2-40B4-BE49-F238E27FC236}">
                <a16:creationId xmlns:a16="http://schemas.microsoft.com/office/drawing/2014/main" id="{FD7F4236-00E7-4DC8-B9BC-6337A6AB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2480" y="599646"/>
            <a:ext cx="1164075" cy="67718"/>
          </a:xfrm>
          <a:custGeom xmlns:a="http://schemas.openxmlformats.org/drawingml/2006/main">
            <a:pathLst>
              <a:path w="1164075" h="67718">
                <a:moveTo>
                  <a:pt x="269" y="0"/>
                </a:moveTo>
                <a:lnTo>
                  <a:pt x="115606" y="1076"/>
                </a:lnTo>
                <a:lnTo>
                  <a:pt x="115338" y="29910"/>
                </a:lnTo>
                <a:lnTo>
                  <a:pt x="0" y="28834"/>
                </a:lnTo>
                <a:lnTo>
                  <a:pt x="269" y="0"/>
                </a:lnTo>
                <a:moveTo>
                  <a:pt x="202109" y="1883"/>
                </a:moveTo>
                <a:lnTo>
                  <a:pt x="317447" y="2959"/>
                </a:lnTo>
                <a:lnTo>
                  <a:pt x="317178" y="31793"/>
                </a:lnTo>
                <a:lnTo>
                  <a:pt x="201841" y="30718"/>
                </a:lnTo>
                <a:lnTo>
                  <a:pt x="202109" y="1883"/>
                </a:lnTo>
                <a:moveTo>
                  <a:pt x="403952" y="3765"/>
                </a:moveTo>
                <a:lnTo>
                  <a:pt x="519287" y="4841"/>
                </a:lnTo>
                <a:lnTo>
                  <a:pt x="519019" y="33674"/>
                </a:lnTo>
                <a:lnTo>
                  <a:pt x="403681" y="32599"/>
                </a:lnTo>
                <a:lnTo>
                  <a:pt x="403952" y="3765"/>
                </a:lnTo>
                <a:moveTo>
                  <a:pt x="605790" y="5648"/>
                </a:moveTo>
                <a:lnTo>
                  <a:pt x="721128" y="6723"/>
                </a:lnTo>
                <a:lnTo>
                  <a:pt x="720858" y="35557"/>
                </a:lnTo>
                <a:lnTo>
                  <a:pt x="605522" y="34482"/>
                </a:lnTo>
                <a:lnTo>
                  <a:pt x="605790" y="5648"/>
                </a:lnTo>
                <a:moveTo>
                  <a:pt x="807631" y="7530"/>
                </a:moveTo>
                <a:lnTo>
                  <a:pt x="922969" y="8607"/>
                </a:lnTo>
                <a:lnTo>
                  <a:pt x="922698" y="37440"/>
                </a:lnTo>
                <a:lnTo>
                  <a:pt x="807362" y="36365"/>
                </a:lnTo>
                <a:lnTo>
                  <a:pt x="807631" y="7530"/>
                </a:lnTo>
                <a:moveTo>
                  <a:pt x="1009472" y="9412"/>
                </a:moveTo>
                <a:lnTo>
                  <a:pt x="1092125" y="10183"/>
                </a:lnTo>
                <a:lnTo>
                  <a:pt x="1091855" y="39018"/>
                </a:lnTo>
                <a:lnTo>
                  <a:pt x="1009203" y="38246"/>
                </a:lnTo>
                <a:lnTo>
                  <a:pt x="1009472" y="9412"/>
                </a:lnTo>
                <a:moveTo>
                  <a:pt x="1077975" y="-18786"/>
                </a:moveTo>
                <a:lnTo>
                  <a:pt x="1164075" y="25273"/>
                </a:lnTo>
                <a:lnTo>
                  <a:pt x="1077170" y="67718"/>
                </a:lnTo>
                <a:lnTo>
                  <a:pt x="1077975" y="-18786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62">
            <a:extLst xmlns:a="http://schemas.openxmlformats.org/drawingml/2006/main">
              <a:ext uri="{FF2B5EF4-FFF2-40B4-BE49-F238E27FC236}">
                <a16:creationId xmlns:a16="http://schemas.microsoft.com/office/drawing/2014/main" id="{AD0B28A0-1C20-45F2-81C4-EB2BBB93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8195" y="2013109"/>
            <a:ext cx="281685" cy="448014"/>
          </a:xfrm>
          <a:custGeom xmlns:a="http://schemas.openxmlformats.org/drawingml/2006/main">
            <a:pathLst>
              <a:path w="281685" h="448014">
                <a:moveTo>
                  <a:pt x="230353" y="0"/>
                </a:moveTo>
                <a:lnTo>
                  <a:pt x="230353" y="348907"/>
                </a:lnTo>
                <a:lnTo>
                  <a:pt x="281685" y="348907"/>
                </a:lnTo>
                <a:lnTo>
                  <a:pt x="140843" y="448014"/>
                </a:lnTo>
                <a:lnTo>
                  <a:pt x="0" y="348907"/>
                </a:lnTo>
                <a:lnTo>
                  <a:pt x="51331" y="348907"/>
                </a:lnTo>
                <a:lnTo>
                  <a:pt x="51331" y="0"/>
                </a:lnTo>
                <a:lnTo>
                  <a:pt x="230353" y="0"/>
                </a:lnTo>
              </a:path>
            </a:pathLst>
          </a:custGeom>
          <a:solidFill xmlns:a="http://schemas.openxmlformats.org/drawingml/2006/main">
            <a:srgbClr val="ABC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path-63">
            <a:extLst xmlns:a="http://schemas.openxmlformats.org/drawingml/2006/main">
              <a:ext uri="{FF2B5EF4-FFF2-40B4-BE49-F238E27FC236}">
                <a16:creationId xmlns:a16="http://schemas.microsoft.com/office/drawing/2014/main" id="{1EBC1D94-56B9-4845-A60D-55A091B5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8196" y="2013109"/>
            <a:ext cx="281684" cy="448013"/>
          </a:xfrm>
          <a:custGeom xmlns:a="http://schemas.openxmlformats.org/drawingml/2006/main">
            <a:pathLst>
              <a:path w="281684" h="448013">
                <a:moveTo>
                  <a:pt x="230353" y="0"/>
                </a:moveTo>
                <a:lnTo>
                  <a:pt x="230353" y="348906"/>
                </a:lnTo>
                <a:lnTo>
                  <a:pt x="281684" y="348906"/>
                </a:lnTo>
                <a:lnTo>
                  <a:pt x="140842" y="448013"/>
                </a:lnTo>
                <a:lnTo>
                  <a:pt x="0" y="348906"/>
                </a:lnTo>
                <a:lnTo>
                  <a:pt x="51331" y="348906"/>
                </a:lnTo>
                <a:lnTo>
                  <a:pt x="51331" y="0"/>
                </a:lnTo>
                <a:lnTo>
                  <a:pt x="2303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627">
            <a:solidFill>
              <a:srgbClr val="042433"/>
            </a:solidFill>
            <a:prstDash val="solid"/>
          </a:ln>
        </p:spPr>
      </p:sp>
      <p:sp>
        <p:nvSpPr>
          <p:cNvPr id="63" name="pdf-path-64">
            <a:extLst xmlns:a="http://schemas.openxmlformats.org/drawingml/2006/main">
              <a:ext uri="{FF2B5EF4-FFF2-40B4-BE49-F238E27FC236}">
                <a16:creationId xmlns:a16="http://schemas.microsoft.com/office/drawing/2014/main" id="{173FD33E-D067-4006-8A0E-9FAC2EF2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038" y="5217355"/>
            <a:ext cx="1677706" cy="1233561"/>
          </a:xfrm>
          <a:custGeom xmlns:a="http://schemas.openxmlformats.org/drawingml/2006/main">
            <a:pathLst>
              <a:path w="1677706" h="1233561">
                <a:moveTo>
                  <a:pt x="0" y="0"/>
                </a:moveTo>
                <a:lnTo>
                  <a:pt x="0" y="467063"/>
                </a:lnTo>
                <a:cubicBezTo>
                  <a:pt x="0" y="834734"/>
                  <a:pt x="298056" y="1132791"/>
                  <a:pt x="665727" y="1132791"/>
                </a:cubicBezTo>
                <a:lnTo>
                  <a:pt x="1532542" y="1132792"/>
                </a:lnTo>
                <a:lnTo>
                  <a:pt x="1532542" y="1233561"/>
                </a:lnTo>
                <a:lnTo>
                  <a:pt x="1677706" y="1051525"/>
                </a:lnTo>
                <a:lnTo>
                  <a:pt x="1532542" y="869487"/>
                </a:lnTo>
                <a:lnTo>
                  <a:pt x="1532542" y="970258"/>
                </a:lnTo>
                <a:lnTo>
                  <a:pt x="665727" y="970258"/>
                </a:lnTo>
                <a:cubicBezTo>
                  <a:pt x="387821" y="970258"/>
                  <a:pt x="162533" y="744970"/>
                  <a:pt x="162533" y="467063"/>
                </a:cubicBezTo>
                <a:lnTo>
                  <a:pt x="162534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ABC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path-65">
            <a:extLst xmlns:a="http://schemas.openxmlformats.org/drawingml/2006/main">
              <a:ext uri="{FF2B5EF4-FFF2-40B4-BE49-F238E27FC236}">
                <a16:creationId xmlns:a16="http://schemas.microsoft.com/office/drawing/2014/main" id="{138664F1-B7D6-4A48-AA49-4DE8E41E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038" y="5217355"/>
            <a:ext cx="1677706" cy="1233561"/>
          </a:xfrm>
          <a:custGeom xmlns:a="http://schemas.openxmlformats.org/drawingml/2006/main">
            <a:pathLst>
              <a:path w="1677706" h="1233561">
                <a:moveTo>
                  <a:pt x="0" y="0"/>
                </a:moveTo>
                <a:lnTo>
                  <a:pt x="0" y="467063"/>
                </a:lnTo>
                <a:cubicBezTo>
                  <a:pt x="0" y="834733"/>
                  <a:pt x="298056" y="1132791"/>
                  <a:pt x="665727" y="1132791"/>
                </a:cubicBezTo>
                <a:lnTo>
                  <a:pt x="1532542" y="1132792"/>
                </a:lnTo>
                <a:lnTo>
                  <a:pt x="1532542" y="1233561"/>
                </a:lnTo>
                <a:lnTo>
                  <a:pt x="1677706" y="1051525"/>
                </a:lnTo>
                <a:lnTo>
                  <a:pt x="1532542" y="869487"/>
                </a:lnTo>
                <a:lnTo>
                  <a:pt x="1532542" y="970258"/>
                </a:lnTo>
                <a:lnTo>
                  <a:pt x="665727" y="970258"/>
                </a:lnTo>
                <a:cubicBezTo>
                  <a:pt x="387820" y="970258"/>
                  <a:pt x="162533" y="744969"/>
                  <a:pt x="162533" y="467063"/>
                </a:cubicBezTo>
                <a:lnTo>
                  <a:pt x="162534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627">
            <a:solidFill>
              <a:srgbClr val="042433"/>
            </a:solidFill>
            <a:prstDash val="dash"/>
          </a:ln>
        </p:spPr>
      </p:sp>
      <p:sp>
        <p:nvSpPr>
          <p:cNvPr id="65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AFA90E55-8518-48A7-B158-6CEF560C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839" y="1460136"/>
            <a:ext cx="422287" cy="158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scenes</a:t>
            </a:r>
          </a:p>
        </p:txBody>
      </p:sp>
      <p:sp>
        <p:nvSpPr>
          <p:cNvPr id="66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4958DF1F-E222-4F04-A9C8-E0EE91E7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8046" y="1460136"/>
            <a:ext cx="458272" cy="158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objects</a:t>
            </a:r>
          </a:p>
        </p:txBody>
      </p:sp>
      <p:sp>
        <p:nvSpPr>
          <p:cNvPr id="67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006DBA85-FAE5-46CF-A2CA-6E87A5B6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1725" y="1460136"/>
            <a:ext cx="340927" cy="158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skills</a:t>
            </a:r>
          </a:p>
        </p:txBody>
      </p:sp>
      <p:sp>
        <p:nvSpPr>
          <p:cNvPr id="68" name="pdf-path-69">
            <a:extLst xmlns:a="http://schemas.openxmlformats.org/drawingml/2006/main">
              <a:ext uri="{FF2B5EF4-FFF2-40B4-BE49-F238E27FC236}">
                <a16:creationId xmlns:a16="http://schemas.microsoft.com/office/drawing/2014/main" id="{81EA3667-056D-40EF-8968-4820C69F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1216" y="606686"/>
            <a:ext cx="666409" cy="349267"/>
          </a:xfrm>
          <a:custGeom xmlns:a="http://schemas.openxmlformats.org/drawingml/2006/main">
            <a:pathLst>
              <a:path w="666409" h="349267">
                <a:moveTo>
                  <a:pt x="0" y="87317"/>
                </a:moveTo>
                <a:lnTo>
                  <a:pt x="491776" y="87317"/>
                </a:lnTo>
                <a:lnTo>
                  <a:pt x="491776" y="0"/>
                </a:lnTo>
                <a:lnTo>
                  <a:pt x="666409" y="174634"/>
                </a:lnTo>
                <a:lnTo>
                  <a:pt x="491776" y="349267"/>
                </a:lnTo>
                <a:lnTo>
                  <a:pt x="491776" y="261950"/>
                </a:lnTo>
                <a:lnTo>
                  <a:pt x="0" y="261950"/>
                </a:lnTo>
                <a:lnTo>
                  <a:pt x="0" y="87317"/>
                </a:lnTo>
              </a:path>
            </a:pathLst>
          </a:custGeom>
          <a:solidFill xmlns:a="http://schemas.openxmlformats.org/drawingml/2006/main">
            <a:srgbClr val="ABC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df-path-70">
            <a:extLst xmlns:a="http://schemas.openxmlformats.org/drawingml/2006/main">
              <a:ext uri="{FF2B5EF4-FFF2-40B4-BE49-F238E27FC236}">
                <a16:creationId xmlns:a16="http://schemas.microsoft.com/office/drawing/2014/main" id="{4594733D-72FE-4BF1-BA29-C6CE3F03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1216" y="606686"/>
            <a:ext cx="666410" cy="349267"/>
          </a:xfrm>
          <a:custGeom xmlns:a="http://schemas.openxmlformats.org/drawingml/2006/main">
            <a:pathLst>
              <a:path w="666410" h="349267">
                <a:moveTo>
                  <a:pt x="0" y="87317"/>
                </a:moveTo>
                <a:lnTo>
                  <a:pt x="491777" y="87317"/>
                </a:lnTo>
                <a:lnTo>
                  <a:pt x="491777" y="0"/>
                </a:lnTo>
                <a:lnTo>
                  <a:pt x="666410" y="174634"/>
                </a:lnTo>
                <a:lnTo>
                  <a:pt x="491777" y="349267"/>
                </a:lnTo>
                <a:lnTo>
                  <a:pt x="491777" y="261950"/>
                </a:lnTo>
                <a:lnTo>
                  <a:pt x="0" y="261950"/>
                </a:lnTo>
                <a:lnTo>
                  <a:pt x="0" y="87317"/>
                </a:lnTo>
              </a:path>
            </a:pathLst>
          </a:custGeom>
          <a:noFill xmlns:a="http://schemas.openxmlformats.org/drawingml/2006/main"/>
          <a:ln xmlns:a="http://schemas.openxmlformats.org/drawingml/2006/main" w="21627">
            <a:solidFill>
              <a:srgbClr val="042433"/>
            </a:solidFill>
            <a:prstDash val="solid"/>
          </a:ln>
        </p:spPr>
      </p:sp>
      <p:sp>
        <p:nvSpPr>
          <p:cNvPr id="70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C0ACAFF2-1D8B-4EE4-84FD-B088B325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338" y="3187824"/>
            <a:ext cx="1149106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Classification:</a:t>
            </a:r>
          </a:p>
        </p:txBody>
      </p:sp>
      <p:sp>
        <p:nvSpPr>
          <p:cNvPr id="71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6AF91E48-E7F4-4896-B2A3-7405050B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5092" y="893664"/>
            <a:ext cx="479665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Single</a:t>
            </a:r>
          </a:p>
        </p:txBody>
      </p:sp>
      <p:sp>
        <p:nvSpPr>
          <p:cNvPr id="72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8705EA24-A8F9-46DB-97B6-5DE2E053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4484" y="893664"/>
            <a:ext cx="62416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73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2AE3AA86-D095-4258-8402-B518F03A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7562" y="893664"/>
            <a:ext cx="338857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arm </a:t>
            </a:r>
          </a:p>
        </p:txBody>
      </p:sp>
      <p:sp>
        <p:nvSpPr>
          <p:cNvPr id="74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4254516D-CF56-43FB-87B6-EF41D51F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5092" y="1108200"/>
            <a:ext cx="1266925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robot twist open </a:t>
            </a:r>
          </a:p>
        </p:txBody>
      </p:sp>
      <p:sp>
        <p:nvSpPr>
          <p:cNvPr id="75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6F8FB588-4771-4C36-9E6C-2FBCC603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5092" y="1340039"/>
            <a:ext cx="948205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oil bottle</a:t>
            </a:r>
          </a:p>
        </p:txBody>
      </p:sp>
      <p:sp>
        <p:nvSpPr>
          <p:cNvPr id="76" name="pdf-path-77">
            <a:extLst xmlns:a="http://schemas.openxmlformats.org/drawingml/2006/main">
              <a:ext uri="{FF2B5EF4-FFF2-40B4-BE49-F238E27FC236}">
                <a16:creationId xmlns:a16="http://schemas.microsoft.com/office/drawing/2014/main" id="{C9F28770-5E7E-4A3B-864A-BBB2CC1F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6022" y="3586745"/>
            <a:ext cx="918956" cy="2826908"/>
          </a:xfrm>
          <a:custGeom xmlns:a="http://schemas.openxmlformats.org/drawingml/2006/main">
            <a:pathLst>
              <a:path w="918956" h="2826908">
                <a:moveTo>
                  <a:pt x="0" y="2826908"/>
                </a:moveTo>
                <a:lnTo>
                  <a:pt x="378772" y="2826908"/>
                </a:lnTo>
                <a:cubicBezTo>
                  <a:pt x="639755" y="2826908"/>
                  <a:pt x="851324" y="2615340"/>
                  <a:pt x="851324" y="2354357"/>
                </a:cubicBezTo>
                <a:lnTo>
                  <a:pt x="851324" y="124822"/>
                </a:lnTo>
                <a:lnTo>
                  <a:pt x="918956" y="124822"/>
                </a:lnTo>
                <a:lnTo>
                  <a:pt x="776501" y="0"/>
                </a:lnTo>
                <a:lnTo>
                  <a:pt x="634043" y="124822"/>
                </a:lnTo>
                <a:lnTo>
                  <a:pt x="701671" y="124822"/>
                </a:lnTo>
                <a:lnTo>
                  <a:pt x="701671" y="2354357"/>
                </a:lnTo>
                <a:cubicBezTo>
                  <a:pt x="701671" y="2532690"/>
                  <a:pt x="557103" y="2677259"/>
                  <a:pt x="378767" y="2677259"/>
                </a:cubicBezTo>
                <a:lnTo>
                  <a:pt x="0" y="2677255"/>
                </a:lnTo>
                <a:lnTo>
                  <a:pt x="0" y="2826908"/>
                </a:lnTo>
              </a:path>
            </a:pathLst>
          </a:custGeom>
          <a:solidFill xmlns:a="http://schemas.openxmlformats.org/drawingml/2006/main">
            <a:srgbClr val="ABC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78">
            <a:extLst xmlns:a="http://schemas.openxmlformats.org/drawingml/2006/main">
              <a:ext uri="{FF2B5EF4-FFF2-40B4-BE49-F238E27FC236}">
                <a16:creationId xmlns:a16="http://schemas.microsoft.com/office/drawing/2014/main" id="{E0F2E21E-5D7D-4C54-AFCB-42FE9CA3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6023" y="3586745"/>
            <a:ext cx="918955" cy="2826908"/>
          </a:xfrm>
          <a:custGeom xmlns:a="http://schemas.openxmlformats.org/drawingml/2006/main">
            <a:pathLst>
              <a:path w="918955" h="2826908">
                <a:moveTo>
                  <a:pt x="0" y="2826908"/>
                </a:moveTo>
                <a:lnTo>
                  <a:pt x="378771" y="2826908"/>
                </a:lnTo>
                <a:cubicBezTo>
                  <a:pt x="639755" y="2826908"/>
                  <a:pt x="851324" y="2615338"/>
                  <a:pt x="851324" y="2354356"/>
                </a:cubicBezTo>
                <a:lnTo>
                  <a:pt x="851324" y="124821"/>
                </a:lnTo>
                <a:lnTo>
                  <a:pt x="918955" y="124821"/>
                </a:lnTo>
                <a:lnTo>
                  <a:pt x="776499" y="0"/>
                </a:lnTo>
                <a:lnTo>
                  <a:pt x="634044" y="124821"/>
                </a:lnTo>
                <a:lnTo>
                  <a:pt x="701671" y="124821"/>
                </a:lnTo>
                <a:lnTo>
                  <a:pt x="701671" y="2354356"/>
                </a:lnTo>
                <a:cubicBezTo>
                  <a:pt x="701671" y="2532690"/>
                  <a:pt x="557103" y="2677259"/>
                  <a:pt x="378768" y="2677259"/>
                </a:cubicBezTo>
                <a:lnTo>
                  <a:pt x="0" y="2677255"/>
                </a:lnTo>
                <a:lnTo>
                  <a:pt x="0" y="2826908"/>
                </a:lnTo>
              </a:path>
            </a:pathLst>
          </a:custGeom>
          <a:noFill xmlns:a="http://schemas.openxmlformats.org/drawingml/2006/main"/>
          <a:ln xmlns:a="http://schemas.openxmlformats.org/drawingml/2006/main" w="21627">
            <a:solidFill>
              <a:srgbClr val="042433"/>
            </a:solidFill>
            <a:prstDash val="solid"/>
          </a:ln>
        </p:spPr>
      </p:sp>
      <p:pic>
        <p:nvPic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C585CAB-37D9-425E-865C-530370E6D7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295e140f849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69805" y="5150445"/>
            <a:ext cx="421039" cy="440177"/>
          </a:xfrm>
          <a:prstGeom xmlns:a="http://schemas.openxmlformats.org/drawingml/2006/main" prst="rect">
            <a:avLst/>
          </a:prstGeom>
        </p:spPr>
      </p:pic>
      <p:sp>
        <p:nvSpPr>
          <p:cNvPr id="79" name="robogene-exact-source-26">
            <a:extLst xmlns:a="http://schemas.openxmlformats.org/drawingml/2006/main">
              <a:ext uri="{FF2B5EF4-FFF2-40B4-BE49-F238E27FC236}">
                <a16:creationId xmlns:a16="http://schemas.microsoft.com/office/drawing/2014/main" id="{E93B48F5-D904-4B82-AA46-13AB8750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9805" y="5150445"/>
            <a:ext cx="421039" cy="440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DD7B1AB-785B-4CE0-96D6-14FC002C0F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bee2e920843cf"/>
          <a:srcRect xmlns:a="http://schemas.openxmlformats.org/drawingml/2006/main" l="0" t="57" r="0" b="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72656" y="3872151"/>
            <a:ext cx="417410" cy="473791"/>
          </a:xfrm>
          <a:prstGeom xmlns:a="http://schemas.openxmlformats.org/drawingml/2006/main" prst="rect">
            <a:avLst/>
          </a:prstGeom>
        </p:spPr>
      </p:pic>
      <p:sp>
        <p:nvSpPr>
          <p:cNvPr id="81" name="robogene-exact-source-27">
            <a:extLst xmlns:a="http://schemas.openxmlformats.org/drawingml/2006/main">
              <a:ext uri="{FF2B5EF4-FFF2-40B4-BE49-F238E27FC236}">
                <a16:creationId xmlns:a16="http://schemas.microsoft.com/office/drawing/2014/main" id="{26D0236F-A483-4BD4-A85E-194ACA8B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2656" y="3872151"/>
            <a:ext cx="417410" cy="473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B75E479-BC93-4AE1-A849-468D27AF26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cf417cf024b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7962" y="3103386"/>
            <a:ext cx="328726" cy="328726"/>
          </a:xfrm>
          <a:prstGeom xmlns:a="http://schemas.openxmlformats.org/drawingml/2006/main" prst="rect">
            <a:avLst/>
          </a:prstGeom>
        </p:spPr>
      </p:pic>
      <p:sp>
        <p:nvSpPr>
          <p:cNvPr id="83" name="robogene-exact-source-28">
            <a:extLst xmlns:a="http://schemas.openxmlformats.org/drawingml/2006/main">
              <a:ext uri="{FF2B5EF4-FFF2-40B4-BE49-F238E27FC236}">
                <a16:creationId xmlns:a16="http://schemas.microsoft.com/office/drawing/2014/main" id="{231EEB5B-A450-4C27-ABA7-FF473789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7962" y="3103386"/>
            <a:ext cx="328726" cy="328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0E9EA90-8505-4BE1-8E2C-A3F8616CAB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7b8139cea40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0157" y="816121"/>
            <a:ext cx="894437" cy="894437"/>
          </a:xfrm>
          <a:prstGeom xmlns:a="http://schemas.openxmlformats.org/drawingml/2006/main" prst="rect">
            <a:avLst/>
          </a:prstGeom>
        </p:spPr>
      </p:pic>
      <p:sp>
        <p:nvSpPr>
          <p:cNvPr id="85" name="robogene-exact-source-29">
            <a:extLst xmlns:a="http://schemas.openxmlformats.org/drawingml/2006/main">
              <a:ext uri="{FF2B5EF4-FFF2-40B4-BE49-F238E27FC236}">
                <a16:creationId xmlns:a16="http://schemas.microsoft.com/office/drawing/2014/main" id="{3788A0F9-8D94-4C9E-AA74-B9B1D329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0157" y="816121"/>
            <a:ext cx="894437" cy="894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9E9E1A1F-4C88-49CB-A57B-D537A2CC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0828" y="3675723"/>
            <a:ext cx="740281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Critique:</a:t>
            </a:r>
          </a:p>
        </p:txBody>
      </p:sp>
      <p:sp>
        <p:nvSpPr>
          <p:cNvPr id="87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C69DFAD7-7DD6-452A-9538-BD521002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781" y="3893720"/>
            <a:ext cx="1011043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Entity OOD; </a:t>
            </a:r>
          </a:p>
        </p:txBody>
      </p:sp>
      <p:sp>
        <p:nvSpPr>
          <p:cNvPr id="88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09F4F77D-FE98-467D-B5E1-EC951D73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781" y="4108257"/>
            <a:ext cx="1288516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substitute the oil </a:t>
            </a:r>
          </a:p>
        </p:txBody>
      </p:sp>
      <p:sp>
        <p:nvSpPr>
          <p:cNvPr id="89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831A3276-06BE-4C5C-B74F-49BBF80C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781" y="4340095"/>
            <a:ext cx="854219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bottle with </a:t>
            </a:r>
          </a:p>
        </p:txBody>
      </p:sp>
      <p:sp>
        <p:nvSpPr>
          <p:cNvPr id="90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C280BE34-038A-44F3-B8FF-1C6AA847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781" y="4571934"/>
            <a:ext cx="1243495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beverage bottle .</a:t>
            </a:r>
          </a:p>
        </p:txBody>
      </p:sp>
      <p:sp>
        <p:nvSpPr>
          <p:cNvPr id="91" name="pdf-path-92">
            <a:extLst xmlns:a="http://schemas.openxmlformats.org/drawingml/2006/main">
              <a:ext uri="{FF2B5EF4-FFF2-40B4-BE49-F238E27FC236}">
                <a16:creationId xmlns:a16="http://schemas.microsoft.com/office/drawing/2014/main" id="{7A487FF4-FAEA-417A-8697-B4B81236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2065" y="3623276"/>
            <a:ext cx="1634793" cy="1190683"/>
          </a:xfrm>
          <a:custGeom xmlns:a="http://schemas.openxmlformats.org/drawingml/2006/main">
            <a:pathLst>
              <a:path w="1634793" h="1190683">
                <a:moveTo>
                  <a:pt x="0" y="41174"/>
                </a:moveTo>
                <a:cubicBezTo>
                  <a:pt x="0" y="18434"/>
                  <a:pt x="18434" y="0"/>
                  <a:pt x="41174" y="0"/>
                </a:cubicBezTo>
                <a:lnTo>
                  <a:pt x="1593619" y="0"/>
                </a:lnTo>
                <a:cubicBezTo>
                  <a:pt x="1616358" y="0"/>
                  <a:pt x="1634793" y="18434"/>
                  <a:pt x="1634793" y="41174"/>
                </a:cubicBezTo>
                <a:lnTo>
                  <a:pt x="1634793" y="1149510"/>
                </a:lnTo>
                <a:cubicBezTo>
                  <a:pt x="1634793" y="1172249"/>
                  <a:pt x="1616358" y="1190683"/>
                  <a:pt x="1593619" y="1190683"/>
                </a:cubicBezTo>
                <a:lnTo>
                  <a:pt x="41174" y="1190683"/>
                </a:lnTo>
                <a:cubicBezTo>
                  <a:pt x="18434" y="1190683"/>
                  <a:pt x="0" y="1172249"/>
                  <a:pt x="0" y="1149510"/>
                </a:cubicBezTo>
                <a:lnTo>
                  <a:pt x="0" y="41174"/>
                </a:lnTo>
              </a:path>
            </a:pathLst>
          </a:custGeom>
          <a:noFill xmlns:a="http://schemas.openxmlformats.org/drawingml/2006/main"/>
          <a:ln xmlns:a="http://schemas.openxmlformats.org/drawingml/2006/main" w="14418">
            <a:solidFill>
              <a:srgbClr val="C46F4F"/>
            </a:solidFill>
            <a:prstDash val="dash"/>
          </a:ln>
        </p:spPr>
      </p:sp>
      <p:sp>
        <p:nvSpPr>
          <p:cNvPr id="92" name="native-panel-31">
            <a:extLst xmlns:a="http://schemas.openxmlformats.org/drawingml/2006/main">
              <a:ext uri="{FF2B5EF4-FFF2-40B4-BE49-F238E27FC236}">
                <a16:creationId xmlns:a16="http://schemas.microsoft.com/office/drawing/2014/main" id="{DCC8CC9D-DF83-4EFA-833E-BDFC6609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" y="2443163"/>
            <a:ext cx="2500313" cy="2846070"/>
          </a:xfrm>
          <a:custGeom xmlns:a="http://schemas.openxmlformats.org/drawingml/2006/main">
            <a:pathLst>
              <a:path w="2500313" h="2846070">
                <a:moveTo>
                  <a:pt x="314325" y="0"/>
                </a:moveTo>
                <a:lnTo>
                  <a:pt x="2185988" y="0"/>
                </a:lnTo>
                <a:quadBezTo>
                  <a:pt x="2500313" y="0"/>
                  <a:pt x="2500313" y="314325"/>
                </a:quadBezTo>
                <a:lnTo>
                  <a:pt x="2500313" y="2531745"/>
                </a:lnTo>
                <a:quadBezTo>
                  <a:pt x="2500313" y="2846070"/>
                  <a:pt x="2185988" y="2846070"/>
                </a:quadBezTo>
                <a:lnTo>
                  <a:pt x="314325" y="2846070"/>
                </a:lnTo>
                <a:quadBezTo>
                  <a:pt x="0" y="2846070"/>
                  <a:pt x="0" y="2531745"/>
                </a:quadBezTo>
                <a:lnTo>
                  <a:pt x="0" y="314325"/>
                </a:lnTo>
                <a:quadBezTo>
                  <a:pt x="0" y="0"/>
                  <a:pt x="314325" y="0"/>
                </a:quadBezTo>
                <a:close/>
              </a:path>
            </a:pathLst>
          </a:custGeom>
          <a:solidFill xmlns:a="http://schemas.openxmlformats.org/drawingml/2006/main">
            <a:srgbClr val="E5EEE5"/>
          </a:solidFill>
          <a:ln xmlns:a="http://schemas.openxmlformats.org/drawingml/2006/main" w="11430">
            <a:solidFill>
              <a:srgbClr val="18323D"/>
            </a:solidFill>
            <a:prstDash val="solid"/>
          </a:ln>
        </p:spPr>
      </p:sp>
      <p:sp>
        <p:nvSpPr>
          <p:cNvPr id="93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CC31A177-EAE2-4DD6-81D7-BA627D87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565" y="2579829"/>
            <a:ext cx="1293364" cy="216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 Novelty </a:t>
            </a:r>
          </a:p>
        </p:txBody>
      </p:sp>
      <p:sp>
        <p:nvSpPr>
          <p:cNvPr id="94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D0EC7BA5-0241-4522-AB53-786D4466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580" y="2856651"/>
            <a:ext cx="952104" cy="216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Evaluator</a:t>
            </a:r>
          </a:p>
        </p:txBody>
      </p:sp>
      <p:pic>
        <p:nvPic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92753B6-3F4E-4B12-A73D-7C9886BA38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34ad4024147be"/>
          <a:srcRect xmlns:a="http://schemas.openxmlformats.org/drawingml/2006/main" l="0" t="82" r="0" b="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152" y="2636249"/>
            <a:ext cx="773876" cy="1020600"/>
          </a:xfrm>
          <a:prstGeom xmlns:a="http://schemas.openxmlformats.org/drawingml/2006/main" prst="rect">
            <a:avLst/>
          </a:prstGeom>
        </p:spPr>
      </p:pic>
      <p:sp>
        <p:nvSpPr>
          <p:cNvPr id="96" name="robogene-exact-source-32">
            <a:extLst xmlns:a="http://schemas.openxmlformats.org/drawingml/2006/main">
              <a:ext uri="{FF2B5EF4-FFF2-40B4-BE49-F238E27FC236}">
                <a16:creationId xmlns:a16="http://schemas.microsoft.com/office/drawing/2014/main" id="{3FCC6609-EB9E-4163-9D1F-A56D5911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152" y="2636249"/>
            <a:ext cx="773876" cy="102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D4EDBAF1-5C37-4F1E-87F8-93142F35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523" y="3187824"/>
            <a:ext cx="1149106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Classification:</a:t>
            </a:r>
          </a:p>
        </p:txBody>
      </p:sp>
      <p:pic>
        <p:nvPic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5448931-1A1E-4A98-AC84-E2F377A7D9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6e480608b431c"/>
          <a:srcRect xmlns:a="http://schemas.openxmlformats.org/drawingml/2006/main" l="0" t="523" r="0" b="5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0704" y="3805821"/>
            <a:ext cx="555258" cy="577865"/>
          </a:xfrm>
          <a:prstGeom xmlns:a="http://schemas.openxmlformats.org/drawingml/2006/main" prst="rect">
            <a:avLst/>
          </a:prstGeom>
        </p:spPr>
      </p:pic>
      <p:sp>
        <p:nvSpPr>
          <p:cNvPr id="99" name="robogene-exact-source-33">
            <a:extLst xmlns:a="http://schemas.openxmlformats.org/drawingml/2006/main">
              <a:ext uri="{FF2B5EF4-FFF2-40B4-BE49-F238E27FC236}">
                <a16:creationId xmlns:a16="http://schemas.microsoft.com/office/drawing/2014/main" id="{282C8C13-3602-4EAF-B9D0-9009CD8D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704" y="3805821"/>
            <a:ext cx="555258" cy="577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716D469E-4321-4BE3-8A19-EDEF324C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430" y="3675723"/>
            <a:ext cx="740280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Critique:</a:t>
            </a:r>
          </a:p>
        </p:txBody>
      </p:sp>
      <p:sp>
        <p:nvSpPr>
          <p:cNvPr id="101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705B9B52-B75B-49EF-8A68-69E23202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078" y="3893720"/>
            <a:ext cx="1083110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 novelty; </a:t>
            </a:r>
          </a:p>
        </p:txBody>
      </p:sp>
      <p:sp>
        <p:nvSpPr>
          <p:cNvPr id="102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66EC2490-F6EB-48CB-8995-AB9BDDB7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078" y="4108257"/>
            <a:ext cx="828990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introduces </a:t>
            </a:r>
          </a:p>
        </p:txBody>
      </p:sp>
      <p:sp>
        <p:nvSpPr>
          <p:cNvPr id="103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37E5C287-1274-4A89-85F6-3A1CA0CC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078" y="4340095"/>
            <a:ext cx="1457935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complex rotational </a:t>
            </a:r>
          </a:p>
        </p:txBody>
      </p:sp>
      <p:sp>
        <p:nvSpPr>
          <p:cNvPr id="104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2AAF2C25-B0AC-40F0-809C-F9963A4F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078" y="4571934"/>
            <a:ext cx="1465133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primitives and rare </a:t>
            </a:r>
          </a:p>
        </p:txBody>
      </p:sp>
      <p:sp>
        <p:nvSpPr>
          <p:cNvPr id="105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F8BD0E73-0371-4C90-A266-E7109C90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078" y="4786470"/>
            <a:ext cx="1472367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contact mechanics .</a:t>
            </a:r>
          </a:p>
        </p:txBody>
      </p:sp>
      <p:sp>
        <p:nvSpPr>
          <p:cNvPr id="106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8E0B06A7-05DD-469E-ADEB-6C763455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605" y="3627602"/>
            <a:ext cx="1694412" cy="1450220"/>
          </a:xfrm>
          <a:custGeom xmlns:a="http://schemas.openxmlformats.org/drawingml/2006/main">
            <a:pathLst>
              <a:path w="1694412" h="1450220">
                <a:moveTo>
                  <a:pt x="0" y="50148"/>
                </a:moveTo>
                <a:cubicBezTo>
                  <a:pt x="0" y="22452"/>
                  <a:pt x="22452" y="0"/>
                  <a:pt x="50149" y="0"/>
                </a:cubicBezTo>
                <a:lnTo>
                  <a:pt x="1644263" y="0"/>
                </a:lnTo>
                <a:cubicBezTo>
                  <a:pt x="1671960" y="0"/>
                  <a:pt x="1694412" y="22452"/>
                  <a:pt x="1694412" y="50148"/>
                </a:cubicBezTo>
                <a:lnTo>
                  <a:pt x="1694412" y="1400071"/>
                </a:lnTo>
                <a:cubicBezTo>
                  <a:pt x="1694412" y="1427768"/>
                  <a:pt x="1671960" y="1450220"/>
                  <a:pt x="1644263" y="1450220"/>
                </a:cubicBezTo>
                <a:lnTo>
                  <a:pt x="50149" y="1450220"/>
                </a:lnTo>
                <a:cubicBezTo>
                  <a:pt x="22452" y="1450220"/>
                  <a:pt x="0" y="1427768"/>
                  <a:pt x="0" y="1400071"/>
                </a:cubicBezTo>
                <a:lnTo>
                  <a:pt x="0" y="50148"/>
                </a:lnTo>
              </a:path>
            </a:pathLst>
          </a:custGeom>
          <a:noFill xmlns:a="http://schemas.openxmlformats.org/drawingml/2006/main"/>
          <a:ln xmlns:a="http://schemas.openxmlformats.org/drawingml/2006/main" w="14418">
            <a:solidFill>
              <a:srgbClr val="C46F4F"/>
            </a:solidFill>
            <a:prstDash val="dash"/>
          </a:ln>
        </p:spPr>
      </p:sp>
      <p:pic>
        <p:nvPic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30D7AF1-345F-41A3-87F1-7C5E90B7E9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549653bb041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7524" y="818068"/>
            <a:ext cx="563657" cy="706960"/>
          </a:xfrm>
          <a:prstGeom xmlns:a="http://schemas.openxmlformats.org/drawingml/2006/main" prst="rect">
            <a:avLst/>
          </a:prstGeom>
        </p:spPr>
      </p:pic>
      <p:sp>
        <p:nvSpPr>
          <p:cNvPr id="108" name="robogene-exact-source-34">
            <a:extLst xmlns:a="http://schemas.openxmlformats.org/drawingml/2006/main">
              <a:ext uri="{FF2B5EF4-FFF2-40B4-BE49-F238E27FC236}">
                <a16:creationId xmlns:a16="http://schemas.microsoft.com/office/drawing/2014/main" id="{4B6CF70E-78B1-409D-9A46-0D37F803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7524" y="818068"/>
            <a:ext cx="563657" cy="70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1ACC37DB-8E68-46C8-B6BE-B12FA486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5629" y="1157285"/>
            <a:ext cx="442020" cy="4650982"/>
          </a:xfrm>
          <a:custGeom xmlns:a="http://schemas.openxmlformats.org/drawingml/2006/main">
            <a:pathLst>
              <a:path w="442020" h="4650982">
                <a:moveTo>
                  <a:pt x="413185" y="61869"/>
                </a:moveTo>
                <a:lnTo>
                  <a:pt x="413185" y="14418"/>
                </a:lnTo>
                <a:lnTo>
                  <a:pt x="427603" y="28835"/>
                </a:lnTo>
                <a:lnTo>
                  <a:pt x="359711" y="28835"/>
                </a:lnTo>
                <a:lnTo>
                  <a:pt x="359711" y="0"/>
                </a:lnTo>
                <a:lnTo>
                  <a:pt x="442020" y="0"/>
                </a:lnTo>
                <a:lnTo>
                  <a:pt x="442020" y="61869"/>
                </a:lnTo>
                <a:lnTo>
                  <a:pt x="413185" y="61869"/>
                </a:lnTo>
                <a:moveTo>
                  <a:pt x="157862" y="28835"/>
                </a:moveTo>
                <a:lnTo>
                  <a:pt x="273205" y="28835"/>
                </a:lnTo>
                <a:lnTo>
                  <a:pt x="273205" y="0"/>
                </a:lnTo>
                <a:lnTo>
                  <a:pt x="157862" y="0"/>
                </a:lnTo>
                <a:close/>
                <a:moveTo>
                  <a:pt x="71356" y="28835"/>
                </a:moveTo>
                <a:lnTo>
                  <a:pt x="43255" y="28835"/>
                </a:lnTo>
                <a:lnTo>
                  <a:pt x="57671" y="14418"/>
                </a:lnTo>
                <a:lnTo>
                  <a:pt x="57671" y="101658"/>
                </a:lnTo>
                <a:lnTo>
                  <a:pt x="28837" y="101658"/>
                </a:lnTo>
                <a:lnTo>
                  <a:pt x="28837" y="0"/>
                </a:lnTo>
                <a:lnTo>
                  <a:pt x="71356" y="0"/>
                </a:lnTo>
                <a:lnTo>
                  <a:pt x="71356" y="28835"/>
                </a:lnTo>
                <a:moveTo>
                  <a:pt x="57671" y="188165"/>
                </a:moveTo>
                <a:lnTo>
                  <a:pt x="57671" y="303507"/>
                </a:lnTo>
                <a:lnTo>
                  <a:pt x="28837" y="303507"/>
                </a:lnTo>
                <a:lnTo>
                  <a:pt x="28837" y="188165"/>
                </a:lnTo>
                <a:lnTo>
                  <a:pt x="57671" y="188165"/>
                </a:lnTo>
                <a:moveTo>
                  <a:pt x="57671" y="390014"/>
                </a:moveTo>
                <a:lnTo>
                  <a:pt x="57671" y="505357"/>
                </a:lnTo>
                <a:lnTo>
                  <a:pt x="28837" y="505357"/>
                </a:lnTo>
                <a:lnTo>
                  <a:pt x="28837" y="390014"/>
                </a:lnTo>
                <a:lnTo>
                  <a:pt x="57671" y="390014"/>
                </a:lnTo>
                <a:moveTo>
                  <a:pt x="57671" y="591863"/>
                </a:moveTo>
                <a:lnTo>
                  <a:pt x="57671" y="707206"/>
                </a:lnTo>
                <a:lnTo>
                  <a:pt x="28837" y="707206"/>
                </a:lnTo>
                <a:lnTo>
                  <a:pt x="28837" y="591863"/>
                </a:lnTo>
                <a:lnTo>
                  <a:pt x="57671" y="591863"/>
                </a:lnTo>
                <a:moveTo>
                  <a:pt x="57671" y="793712"/>
                </a:moveTo>
                <a:lnTo>
                  <a:pt x="57671" y="909055"/>
                </a:lnTo>
                <a:lnTo>
                  <a:pt x="28837" y="909055"/>
                </a:lnTo>
                <a:lnTo>
                  <a:pt x="28837" y="793712"/>
                </a:lnTo>
                <a:lnTo>
                  <a:pt x="57671" y="793712"/>
                </a:lnTo>
                <a:moveTo>
                  <a:pt x="57671" y="995562"/>
                </a:moveTo>
                <a:lnTo>
                  <a:pt x="57671" y="1110904"/>
                </a:lnTo>
                <a:lnTo>
                  <a:pt x="28837" y="1110904"/>
                </a:lnTo>
                <a:lnTo>
                  <a:pt x="28837" y="995562"/>
                </a:lnTo>
                <a:lnTo>
                  <a:pt x="57671" y="995562"/>
                </a:lnTo>
                <a:moveTo>
                  <a:pt x="57671" y="1197411"/>
                </a:moveTo>
                <a:lnTo>
                  <a:pt x="57671" y="1312753"/>
                </a:lnTo>
                <a:lnTo>
                  <a:pt x="28837" y="1312753"/>
                </a:lnTo>
                <a:lnTo>
                  <a:pt x="28837" y="1197411"/>
                </a:lnTo>
                <a:lnTo>
                  <a:pt x="57671" y="1197411"/>
                </a:lnTo>
                <a:moveTo>
                  <a:pt x="57671" y="1399260"/>
                </a:moveTo>
                <a:lnTo>
                  <a:pt x="57671" y="1514603"/>
                </a:lnTo>
                <a:lnTo>
                  <a:pt x="28837" y="1514603"/>
                </a:lnTo>
                <a:lnTo>
                  <a:pt x="28837" y="1399260"/>
                </a:lnTo>
                <a:lnTo>
                  <a:pt x="57671" y="1399260"/>
                </a:lnTo>
                <a:moveTo>
                  <a:pt x="57671" y="1601110"/>
                </a:moveTo>
                <a:lnTo>
                  <a:pt x="57671" y="1716452"/>
                </a:lnTo>
                <a:lnTo>
                  <a:pt x="28837" y="1716452"/>
                </a:lnTo>
                <a:lnTo>
                  <a:pt x="28837" y="1601110"/>
                </a:lnTo>
                <a:lnTo>
                  <a:pt x="57671" y="1601110"/>
                </a:lnTo>
                <a:moveTo>
                  <a:pt x="57671" y="1802958"/>
                </a:moveTo>
                <a:lnTo>
                  <a:pt x="57671" y="1918301"/>
                </a:lnTo>
                <a:lnTo>
                  <a:pt x="28837" y="1918301"/>
                </a:lnTo>
                <a:lnTo>
                  <a:pt x="28837" y="1802958"/>
                </a:lnTo>
                <a:lnTo>
                  <a:pt x="57671" y="1802958"/>
                </a:lnTo>
                <a:moveTo>
                  <a:pt x="57671" y="2004808"/>
                </a:moveTo>
                <a:lnTo>
                  <a:pt x="57671" y="2120150"/>
                </a:lnTo>
                <a:lnTo>
                  <a:pt x="28837" y="2120150"/>
                </a:lnTo>
                <a:lnTo>
                  <a:pt x="28837" y="2004808"/>
                </a:lnTo>
                <a:lnTo>
                  <a:pt x="57671" y="2004808"/>
                </a:lnTo>
                <a:moveTo>
                  <a:pt x="57671" y="2206657"/>
                </a:moveTo>
                <a:lnTo>
                  <a:pt x="57671" y="2322000"/>
                </a:lnTo>
                <a:lnTo>
                  <a:pt x="28837" y="2322000"/>
                </a:lnTo>
                <a:lnTo>
                  <a:pt x="28837" y="2206657"/>
                </a:lnTo>
                <a:lnTo>
                  <a:pt x="57671" y="2206657"/>
                </a:lnTo>
                <a:moveTo>
                  <a:pt x="57671" y="2408506"/>
                </a:moveTo>
                <a:lnTo>
                  <a:pt x="57671" y="2523849"/>
                </a:lnTo>
                <a:lnTo>
                  <a:pt x="28837" y="2523849"/>
                </a:lnTo>
                <a:lnTo>
                  <a:pt x="28837" y="2408506"/>
                </a:lnTo>
                <a:lnTo>
                  <a:pt x="57671" y="2408506"/>
                </a:lnTo>
                <a:moveTo>
                  <a:pt x="57671" y="2610356"/>
                </a:moveTo>
                <a:lnTo>
                  <a:pt x="57671" y="2725698"/>
                </a:lnTo>
                <a:lnTo>
                  <a:pt x="28837" y="2725698"/>
                </a:lnTo>
                <a:lnTo>
                  <a:pt x="28837" y="2610356"/>
                </a:lnTo>
                <a:lnTo>
                  <a:pt x="57671" y="2610356"/>
                </a:lnTo>
                <a:moveTo>
                  <a:pt x="57671" y="2812205"/>
                </a:moveTo>
                <a:lnTo>
                  <a:pt x="57671" y="2927547"/>
                </a:lnTo>
                <a:lnTo>
                  <a:pt x="28837" y="2927547"/>
                </a:lnTo>
                <a:lnTo>
                  <a:pt x="28837" y="2812205"/>
                </a:lnTo>
                <a:lnTo>
                  <a:pt x="57671" y="2812205"/>
                </a:lnTo>
                <a:moveTo>
                  <a:pt x="57671" y="3014054"/>
                </a:moveTo>
                <a:lnTo>
                  <a:pt x="57671" y="3129396"/>
                </a:lnTo>
                <a:lnTo>
                  <a:pt x="28837" y="3129396"/>
                </a:lnTo>
                <a:lnTo>
                  <a:pt x="28837" y="3014054"/>
                </a:lnTo>
                <a:lnTo>
                  <a:pt x="57671" y="3014054"/>
                </a:lnTo>
                <a:moveTo>
                  <a:pt x="57671" y="3215904"/>
                </a:moveTo>
                <a:lnTo>
                  <a:pt x="57671" y="3331246"/>
                </a:lnTo>
                <a:lnTo>
                  <a:pt x="28837" y="3331246"/>
                </a:lnTo>
                <a:lnTo>
                  <a:pt x="28837" y="3215904"/>
                </a:lnTo>
                <a:lnTo>
                  <a:pt x="57671" y="3215904"/>
                </a:lnTo>
                <a:moveTo>
                  <a:pt x="57671" y="3417753"/>
                </a:moveTo>
                <a:lnTo>
                  <a:pt x="57671" y="3533095"/>
                </a:lnTo>
                <a:lnTo>
                  <a:pt x="28837" y="3533095"/>
                </a:lnTo>
                <a:lnTo>
                  <a:pt x="28837" y="3417753"/>
                </a:lnTo>
                <a:lnTo>
                  <a:pt x="57671" y="3417753"/>
                </a:lnTo>
                <a:moveTo>
                  <a:pt x="57671" y="3619602"/>
                </a:moveTo>
                <a:lnTo>
                  <a:pt x="57671" y="3734944"/>
                </a:lnTo>
                <a:lnTo>
                  <a:pt x="28837" y="3734944"/>
                </a:lnTo>
                <a:lnTo>
                  <a:pt x="28837" y="3619602"/>
                </a:lnTo>
                <a:lnTo>
                  <a:pt x="57671" y="3619602"/>
                </a:lnTo>
                <a:moveTo>
                  <a:pt x="57671" y="3821451"/>
                </a:moveTo>
                <a:lnTo>
                  <a:pt x="57671" y="3936794"/>
                </a:lnTo>
                <a:lnTo>
                  <a:pt x="28837" y="3936794"/>
                </a:lnTo>
                <a:lnTo>
                  <a:pt x="28837" y="3821451"/>
                </a:lnTo>
                <a:lnTo>
                  <a:pt x="57671" y="3821451"/>
                </a:lnTo>
                <a:moveTo>
                  <a:pt x="57671" y="4023300"/>
                </a:moveTo>
                <a:lnTo>
                  <a:pt x="57671" y="4138643"/>
                </a:lnTo>
                <a:lnTo>
                  <a:pt x="28837" y="4138643"/>
                </a:lnTo>
                <a:lnTo>
                  <a:pt x="28837" y="4023300"/>
                </a:lnTo>
                <a:lnTo>
                  <a:pt x="57671" y="4023300"/>
                </a:lnTo>
                <a:moveTo>
                  <a:pt x="57671" y="4225149"/>
                </a:moveTo>
                <a:lnTo>
                  <a:pt x="57671" y="4340492"/>
                </a:lnTo>
                <a:lnTo>
                  <a:pt x="28837" y="4340492"/>
                </a:lnTo>
                <a:lnTo>
                  <a:pt x="28837" y="4225149"/>
                </a:lnTo>
                <a:lnTo>
                  <a:pt x="57671" y="4225149"/>
                </a:lnTo>
                <a:moveTo>
                  <a:pt x="57671" y="4426999"/>
                </a:moveTo>
                <a:lnTo>
                  <a:pt x="57671" y="4542341"/>
                </a:lnTo>
                <a:lnTo>
                  <a:pt x="28837" y="4542341"/>
                </a:lnTo>
                <a:lnTo>
                  <a:pt x="28837" y="4426999"/>
                </a:lnTo>
                <a:lnTo>
                  <a:pt x="57671" y="4426999"/>
                </a:lnTo>
                <a:moveTo>
                  <a:pt x="86508" y="4564476"/>
                </a:moveTo>
                <a:lnTo>
                  <a:pt x="43255" y="4650982"/>
                </a:lnTo>
                <a:lnTo>
                  <a:pt x="0" y="4564476"/>
                </a:lnTo>
                <a:lnTo>
                  <a:pt x="86508" y="4564476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native-panel-59">
            <a:extLst xmlns:a="http://schemas.openxmlformats.org/drawingml/2006/main">
              <a:ext uri="{FF2B5EF4-FFF2-40B4-BE49-F238E27FC236}">
                <a16:creationId xmlns:a16="http://schemas.microsoft.com/office/drawing/2014/main" id="{AE317E8A-E1AF-40C3-95B8-08768A45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8350" y="3800475"/>
            <a:ext cx="3486150" cy="1257300"/>
          </a:xfrm>
          <a:custGeom xmlns:a="http://schemas.openxmlformats.org/drawingml/2006/main">
            <a:pathLst>
              <a:path w="3486150" h="1257300">
                <a:moveTo>
                  <a:pt x="0" y="0"/>
                </a:moveTo>
                <a:lnTo>
                  <a:pt x="3086100" y="0"/>
                </a:lnTo>
                <a:lnTo>
                  <a:pt x="3486150" y="190500"/>
                </a:lnTo>
                <a:lnTo>
                  <a:pt x="3486150" y="1028700"/>
                </a:lnTo>
                <a:lnTo>
                  <a:pt x="302895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11430">
            <a:solidFill>
              <a:srgbClr val="18323D"/>
            </a:solidFill>
            <a:prstDash val="solid"/>
          </a:ln>
        </p:spPr>
      </p:sp>
      <p:sp>
        <p:nvSpPr>
          <p:cNvPr id="111" name="robogene-document-native-folds">
            <a:extLst xmlns:a="http://schemas.openxmlformats.org/drawingml/2006/main">
              <a:ext uri="{FF2B5EF4-FFF2-40B4-BE49-F238E27FC236}">
                <a16:creationId xmlns:a16="http://schemas.microsoft.com/office/drawing/2014/main" id="{C299843B-617C-411A-B895-5D0B3B1A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8350" y="3800475"/>
            <a:ext cx="3486150" cy="1257300"/>
          </a:xfrm>
          <a:custGeom xmlns:a="http://schemas.openxmlformats.org/drawingml/2006/main">
            <a:pathLst>
              <a:path w="3486150" h="1257300">
                <a:moveTo>
                  <a:pt x="3086100" y="0"/>
                </a:moveTo>
                <a:lnTo>
                  <a:pt x="3086100" y="190500"/>
                </a:lnTo>
                <a:lnTo>
                  <a:pt x="3486150" y="190500"/>
                </a:lnTo>
                <a:moveTo>
                  <a:pt x="0" y="190500"/>
                </a:moveTo>
                <a:lnTo>
                  <a:pt x="3086100" y="190500"/>
                </a:lnTo>
                <a:moveTo>
                  <a:pt x="3028950" y="1257300"/>
                </a:moveTo>
                <a:lnTo>
                  <a:pt x="3028950" y="1028700"/>
                </a:lnTo>
                <a:lnTo>
                  <a:pt x="3486150" y="10287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8323D"/>
            </a:solidFill>
            <a:prstDash val="solid"/>
          </a:ln>
        </p:spPr>
      </p:sp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B9D6F82-EF05-43AC-97AD-229D1F8497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891355feb4bd1"/>
          <a:srcRect xmlns:a="http://schemas.openxmlformats.org/drawingml/2006/main" l="334" t="0" r="3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21245" y="3428651"/>
            <a:ext cx="1142720" cy="584786"/>
          </a:xfrm>
          <a:prstGeom xmlns:a="http://schemas.openxmlformats.org/drawingml/2006/main" prst="rect">
            <a:avLst/>
          </a:prstGeom>
        </p:spPr>
      </p:pic>
      <p:sp>
        <p:nvSpPr>
          <p:cNvPr id="113" name="robogene-exact-source-35">
            <a:extLst xmlns:a="http://schemas.openxmlformats.org/drawingml/2006/main">
              <a:ext uri="{FF2B5EF4-FFF2-40B4-BE49-F238E27FC236}">
                <a16:creationId xmlns:a16="http://schemas.microsoft.com/office/drawing/2014/main" id="{93E19C83-5D0F-4B8F-B253-6067BE2D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1245" y="3428651"/>
            <a:ext cx="1142720" cy="584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4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FD6234AA-DC18-40B4-A929-B3D3A4CF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201" y="440401"/>
            <a:ext cx="95" cy="378492"/>
          </a:xfrm>
          <a:custGeom xmlns:a="http://schemas.openxmlformats.org/drawingml/2006/main">
            <a:pathLst>
              <a:path w="95" h="378492">
                <a:moveTo>
                  <a:pt x="0" y="0"/>
                </a:moveTo>
                <a:lnTo>
                  <a:pt x="1" y="378492"/>
                </a:lnTo>
              </a:path>
            </a:pathLst>
          </a:custGeom>
          <a:noFill xmlns:a="http://schemas.openxmlformats.org/drawingml/2006/main"/>
          <a:ln xmlns:a="http://schemas.openxmlformats.org/drawingml/2006/main" w="21627">
            <a:solidFill>
              <a:srgbClr val="BFBFBF"/>
            </a:solidFill>
            <a:prstDash val="solid"/>
          </a:ln>
        </p:spPr>
      </p:sp>
      <p:sp>
        <p:nvSpPr>
          <p:cNvPr id="115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08D20EC7-8C7F-40C5-AB12-7163CE67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757" y="381339"/>
            <a:ext cx="95" cy="378492"/>
          </a:xfrm>
          <a:custGeom xmlns:a="http://schemas.openxmlformats.org/drawingml/2006/main">
            <a:pathLst>
              <a:path w="95" h="378492">
                <a:moveTo>
                  <a:pt x="0" y="0"/>
                </a:moveTo>
                <a:lnTo>
                  <a:pt x="1" y="378492"/>
                </a:lnTo>
              </a:path>
            </a:pathLst>
          </a:custGeom>
          <a:noFill xmlns:a="http://schemas.openxmlformats.org/drawingml/2006/main"/>
          <a:ln xmlns:a="http://schemas.openxmlformats.org/drawingml/2006/main" w="21627">
            <a:solidFill>
              <a:srgbClr val="BFBFBF"/>
            </a:solidFill>
            <a:prstDash val="solid"/>
          </a:ln>
        </p:spPr>
      </p:sp>
      <p:pic>
        <p:nvPic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DF987DB-B467-4AC8-A05D-916508B7D2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d63e92e6c48ca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29564" y="1039515"/>
            <a:ext cx="352567" cy="371632"/>
          </a:xfrm>
          <a:prstGeom xmlns:a="http://schemas.openxmlformats.org/drawingml/2006/main" prst="rect">
            <a:avLst/>
          </a:prstGeom>
        </p:spPr>
      </p:pic>
      <p:sp>
        <p:nvSpPr>
          <p:cNvPr id="117" name="robogene-exact-source-36">
            <a:extLst xmlns:a="http://schemas.openxmlformats.org/drawingml/2006/main">
              <a:ext uri="{FF2B5EF4-FFF2-40B4-BE49-F238E27FC236}">
                <a16:creationId xmlns:a16="http://schemas.microsoft.com/office/drawing/2014/main" id="{D54E38F9-B95A-4391-8C4C-EFD6ABAF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9564" y="1039515"/>
            <a:ext cx="352567" cy="371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native-panel-38">
            <a:extLst xmlns:a="http://schemas.openxmlformats.org/drawingml/2006/main">
              <a:ext uri="{FF2B5EF4-FFF2-40B4-BE49-F238E27FC236}">
                <a16:creationId xmlns:a16="http://schemas.microsoft.com/office/drawing/2014/main" id="{02370FC9-4A8F-404E-9D33-10659ADC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9798" y="5246370"/>
            <a:ext cx="3194685" cy="1680210"/>
          </a:xfrm>
          <a:custGeom xmlns:a="http://schemas.openxmlformats.org/drawingml/2006/main">
            <a:pathLst>
              <a:path w="3194685" h="1680210">
                <a:moveTo>
                  <a:pt x="200025" y="0"/>
                </a:moveTo>
                <a:lnTo>
                  <a:pt x="2994660" y="0"/>
                </a:lnTo>
                <a:quadBezTo>
                  <a:pt x="3194685" y="0"/>
                  <a:pt x="3194685" y="200025"/>
                </a:quadBezTo>
                <a:lnTo>
                  <a:pt x="3194685" y="1480185"/>
                </a:lnTo>
                <a:quadBezTo>
                  <a:pt x="3194685" y="1680210"/>
                  <a:pt x="2994660" y="1680210"/>
                </a:quadBezTo>
                <a:lnTo>
                  <a:pt x="200025" y="1680210"/>
                </a:lnTo>
                <a:quadBezTo>
                  <a:pt x="0" y="1680210"/>
                  <a:pt x="0" y="1480185"/>
                </a:quadBezTo>
                <a:lnTo>
                  <a:pt x="0" y="200025"/>
                </a:lnTo>
                <a:quadBezTo>
                  <a:pt x="0" y="0"/>
                  <a:pt x="200025" y="0"/>
                </a:quadBezTo>
                <a:close/>
              </a:path>
            </a:pathLst>
          </a:custGeom>
          <a:solidFill xmlns:a="http://schemas.openxmlformats.org/drawingml/2006/main">
            <a:srgbClr val="F7ECE8"/>
          </a:solidFill>
          <a:ln xmlns:a="http://schemas.openxmlformats.org/drawingml/2006/main" w="11430">
            <a:solidFill>
              <a:srgbClr val="18323D"/>
            </a:solidFill>
            <a:prstDash val="solid"/>
          </a:ln>
        </p:spPr>
      </p:sp>
      <p:sp>
        <p:nvSpPr>
          <p:cNvPr id="119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92DF47ED-05A4-4801-9AFE-B27B75B1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3259" y="5418476"/>
            <a:ext cx="393088" cy="201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</a:t>
            </a:r>
          </a:p>
        </p:txBody>
      </p:sp>
      <p:sp>
        <p:nvSpPr>
          <p:cNvPr id="120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B472476E-F07E-4DF1-8DB4-BD682E62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6144" y="5418476"/>
            <a:ext cx="67218" cy="201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21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16E6822D-8972-47F0-9002-4C62DD46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2826" y="5418476"/>
            <a:ext cx="549908" cy="201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World</a:t>
            </a:r>
          </a:p>
        </p:txBody>
      </p:sp>
      <p:sp>
        <p:nvSpPr>
          <p:cNvPr id="122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4B2D5AAA-1851-48A4-8F90-4F1FDC28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2677" y="5418476"/>
            <a:ext cx="991241" cy="201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Robot Data</a:t>
            </a:r>
          </a:p>
        </p:txBody>
      </p:sp>
      <p:sp>
        <p:nvSpPr>
          <p:cNvPr id="123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65AA6975-759B-4916-B07A-F3CB20DC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4364" y="5418476"/>
            <a:ext cx="874604" cy="201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Collection</a:t>
            </a:r>
          </a:p>
        </p:txBody>
      </p:sp>
      <p:sp>
        <p:nvSpPr>
          <p:cNvPr id="124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163E97D8-ECCF-4A7F-9834-A717F829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8944" y="440401"/>
            <a:ext cx="95" cy="378492"/>
          </a:xfrm>
          <a:custGeom xmlns:a="http://schemas.openxmlformats.org/drawingml/2006/main">
            <a:pathLst>
              <a:path w="95" h="378492">
                <a:moveTo>
                  <a:pt x="0" y="0"/>
                </a:moveTo>
                <a:lnTo>
                  <a:pt x="1" y="378492"/>
                </a:lnTo>
              </a:path>
            </a:pathLst>
          </a:custGeom>
          <a:noFill xmlns:a="http://schemas.openxmlformats.org/drawingml/2006/main"/>
          <a:ln xmlns:a="http://schemas.openxmlformats.org/drawingml/2006/main" w="21627">
            <a:solidFill>
              <a:srgbClr val="BFBFBF"/>
            </a:solidFill>
            <a:prstDash val="solid"/>
          </a:ln>
        </p:spPr>
      </p:sp>
      <p:sp>
        <p:nvSpPr>
          <p:cNvPr id="125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5A9D61F3-71CB-4D88-8463-F926B164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2500" y="381339"/>
            <a:ext cx="95" cy="378492"/>
          </a:xfrm>
          <a:custGeom xmlns:a="http://schemas.openxmlformats.org/drawingml/2006/main">
            <a:pathLst>
              <a:path w="95" h="378492">
                <a:moveTo>
                  <a:pt x="0" y="0"/>
                </a:moveTo>
                <a:lnTo>
                  <a:pt x="1" y="378492"/>
                </a:lnTo>
              </a:path>
            </a:pathLst>
          </a:custGeom>
          <a:noFill xmlns:a="http://schemas.openxmlformats.org/drawingml/2006/main"/>
          <a:ln xmlns:a="http://schemas.openxmlformats.org/drawingml/2006/main" w="21627">
            <a:solidFill>
              <a:srgbClr val="BFBFBF"/>
            </a:solidFill>
            <a:prstDash val="solid"/>
          </a:ln>
        </p:spPr>
      </p:sp>
      <p:sp>
        <p:nvSpPr>
          <p:cNvPr id="126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F5285391-7311-4B3E-BF76-BA87C86D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6705" y="440401"/>
            <a:ext cx="95" cy="378492"/>
          </a:xfrm>
          <a:custGeom xmlns:a="http://schemas.openxmlformats.org/drawingml/2006/main">
            <a:pathLst>
              <a:path w="95" h="378492">
                <a:moveTo>
                  <a:pt x="0" y="0"/>
                </a:moveTo>
                <a:lnTo>
                  <a:pt x="1" y="378492"/>
                </a:lnTo>
              </a:path>
            </a:pathLst>
          </a:custGeom>
          <a:noFill xmlns:a="http://schemas.openxmlformats.org/drawingml/2006/main"/>
          <a:ln xmlns:a="http://schemas.openxmlformats.org/drawingml/2006/main" w="21627">
            <a:solidFill>
              <a:srgbClr val="BFBFBF"/>
            </a:solidFill>
            <a:prstDash val="solid"/>
          </a:ln>
        </p:spPr>
      </p:sp>
      <p:sp>
        <p:nvSpPr>
          <p:cNvPr id="127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98E72C06-BF12-41C3-BD89-1D4221C2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0262" y="381339"/>
            <a:ext cx="95" cy="378492"/>
          </a:xfrm>
          <a:custGeom xmlns:a="http://schemas.openxmlformats.org/drawingml/2006/main">
            <a:pathLst>
              <a:path w="95" h="378492">
                <a:moveTo>
                  <a:pt x="0" y="0"/>
                </a:moveTo>
                <a:lnTo>
                  <a:pt x="1" y="378492"/>
                </a:lnTo>
              </a:path>
            </a:pathLst>
          </a:custGeom>
          <a:noFill xmlns:a="http://schemas.openxmlformats.org/drawingml/2006/main"/>
          <a:ln xmlns:a="http://schemas.openxmlformats.org/drawingml/2006/main" w="21627">
            <a:solidFill>
              <a:srgbClr val="BFBFBF"/>
            </a:solidFill>
            <a:prstDash val="solid"/>
          </a:ln>
        </p:spPr>
      </p:sp>
      <p:sp>
        <p:nvSpPr>
          <p:cNvPr id="128" name="native-panel-40">
            <a:extLst xmlns:a="http://schemas.openxmlformats.org/drawingml/2006/main">
              <a:ext uri="{FF2B5EF4-FFF2-40B4-BE49-F238E27FC236}">
                <a16:creationId xmlns:a16="http://schemas.microsoft.com/office/drawing/2014/main" id="{2A7AE713-BC63-42A1-B48A-7B0E76DE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375" y="2443163"/>
            <a:ext cx="2494598" cy="2828925"/>
          </a:xfrm>
          <a:custGeom xmlns:a="http://schemas.openxmlformats.org/drawingml/2006/main">
            <a:pathLst>
              <a:path w="2494598" h="2828925">
                <a:moveTo>
                  <a:pt x="314325" y="0"/>
                </a:moveTo>
                <a:lnTo>
                  <a:pt x="2180273" y="0"/>
                </a:lnTo>
                <a:quadBezTo>
                  <a:pt x="2494598" y="0"/>
                  <a:pt x="2494598" y="314325"/>
                </a:quadBezTo>
                <a:lnTo>
                  <a:pt x="2494598" y="2514600"/>
                </a:lnTo>
                <a:quadBezTo>
                  <a:pt x="2494598" y="2828925"/>
                  <a:pt x="2180273" y="2828925"/>
                </a:quadBezTo>
                <a:lnTo>
                  <a:pt x="314325" y="2828925"/>
                </a:lnTo>
                <a:quadBezTo>
                  <a:pt x="0" y="2828925"/>
                  <a:pt x="0" y="2514600"/>
                </a:quadBezTo>
                <a:lnTo>
                  <a:pt x="0" y="314325"/>
                </a:lnTo>
                <a:quadBezTo>
                  <a:pt x="0" y="0"/>
                  <a:pt x="314325" y="0"/>
                </a:quadBezTo>
                <a:close/>
              </a:path>
            </a:pathLst>
          </a:custGeom>
          <a:solidFill xmlns:a="http://schemas.openxmlformats.org/drawingml/2006/main">
            <a:srgbClr val="E5EEE5"/>
          </a:solidFill>
          <a:ln xmlns:a="http://schemas.openxmlformats.org/drawingml/2006/main" w="11430">
            <a:solidFill>
              <a:srgbClr val="18323D"/>
            </a:solidFill>
            <a:prstDash val="solid"/>
          </a:ln>
        </p:spPr>
      </p:sp>
      <p:sp>
        <p:nvSpPr>
          <p:cNvPr id="129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56F865C6-4D44-43C2-8310-50D15C03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3211" y="2579829"/>
            <a:ext cx="1892120" cy="216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Physical Feasibility </a:t>
            </a:r>
          </a:p>
        </p:txBody>
      </p:sp>
      <p:sp>
        <p:nvSpPr>
          <p:cNvPr id="130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23077C1A-9911-4E79-99A8-D5561A96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755" y="2856651"/>
            <a:ext cx="952104" cy="216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Evaluator</a:t>
            </a:r>
          </a:p>
        </p:txBody>
      </p:sp>
      <p:sp>
        <p:nvSpPr>
          <p:cNvPr id="131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8E087BEA-CFB1-41C7-88FB-189F314D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1913" y="2009845"/>
            <a:ext cx="281683" cy="448014"/>
          </a:xfrm>
          <a:custGeom xmlns:a="http://schemas.openxmlformats.org/drawingml/2006/main">
            <a:pathLst>
              <a:path w="281683" h="448014">
                <a:moveTo>
                  <a:pt x="230353" y="0"/>
                </a:moveTo>
                <a:lnTo>
                  <a:pt x="230353" y="348907"/>
                </a:lnTo>
                <a:lnTo>
                  <a:pt x="281683" y="348907"/>
                </a:lnTo>
                <a:lnTo>
                  <a:pt x="140841" y="448014"/>
                </a:lnTo>
                <a:lnTo>
                  <a:pt x="0" y="348907"/>
                </a:lnTo>
                <a:lnTo>
                  <a:pt x="51332" y="348907"/>
                </a:lnTo>
                <a:lnTo>
                  <a:pt x="51332" y="0"/>
                </a:lnTo>
                <a:lnTo>
                  <a:pt x="230353" y="0"/>
                </a:lnTo>
              </a:path>
            </a:pathLst>
          </a:custGeom>
          <a:solidFill xmlns:a="http://schemas.openxmlformats.org/drawingml/2006/main">
            <a:srgbClr val="ABC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5A413DAE-4C6A-4B1D-B691-F1FC069E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1912" y="2009845"/>
            <a:ext cx="281685" cy="448013"/>
          </a:xfrm>
          <a:custGeom xmlns:a="http://schemas.openxmlformats.org/drawingml/2006/main">
            <a:pathLst>
              <a:path w="281685" h="448013">
                <a:moveTo>
                  <a:pt x="230353" y="0"/>
                </a:moveTo>
                <a:lnTo>
                  <a:pt x="230353" y="348906"/>
                </a:lnTo>
                <a:lnTo>
                  <a:pt x="281685" y="348906"/>
                </a:lnTo>
                <a:lnTo>
                  <a:pt x="140842" y="448013"/>
                </a:lnTo>
                <a:lnTo>
                  <a:pt x="0" y="348906"/>
                </a:lnTo>
                <a:lnTo>
                  <a:pt x="51332" y="348906"/>
                </a:lnTo>
                <a:lnTo>
                  <a:pt x="51332" y="0"/>
                </a:lnTo>
                <a:lnTo>
                  <a:pt x="2303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627">
            <a:solidFill>
              <a:srgbClr val="042433"/>
            </a:solidFill>
            <a:prstDash val="solid"/>
          </a:ln>
        </p:spPr>
      </p:sp>
      <p:sp>
        <p:nvSpPr>
          <p:cNvPr id="133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B9270D2A-4D69-4B34-8896-0471874D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2021" y="3187824"/>
            <a:ext cx="1149106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Classification:</a:t>
            </a:r>
          </a:p>
        </p:txBody>
      </p:sp>
      <p:sp>
        <p:nvSpPr>
          <p:cNvPr id="134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4807E04D-B387-485D-B73D-5309D9B2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9200" y="3675723"/>
            <a:ext cx="740281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Critique:</a:t>
            </a:r>
          </a:p>
        </p:txBody>
      </p:sp>
      <p:sp>
        <p:nvSpPr>
          <p:cNvPr id="135" name="pdf-text-55-0">
            <a:extLst xmlns:a="http://schemas.openxmlformats.org/drawingml/2006/main">
              <a:ext uri="{FF2B5EF4-FFF2-40B4-BE49-F238E27FC236}">
                <a16:creationId xmlns:a16="http://schemas.microsoft.com/office/drawing/2014/main" id="{E5BEF349-BABD-4C5C-A35B-D20DFAA7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2542" y="3945624"/>
            <a:ext cx="1108320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Kinematically </a:t>
            </a:r>
          </a:p>
        </p:txBody>
      </p:sp>
      <p:sp>
        <p:nvSpPr>
          <p:cNvPr id="136" name="pdf-text-56-0">
            <a:extLst xmlns:a="http://schemas.openxmlformats.org/drawingml/2006/main">
              <a:ext uri="{FF2B5EF4-FFF2-40B4-BE49-F238E27FC236}">
                <a16:creationId xmlns:a16="http://schemas.microsoft.com/office/drawing/2014/main" id="{7B16F853-58FE-48AF-8D97-2EE05505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2542" y="4163621"/>
            <a:ext cx="1302949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infeasible; needs </a:t>
            </a:r>
          </a:p>
        </p:txBody>
      </p:sp>
      <p:sp>
        <p:nvSpPr>
          <p:cNvPr id="137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F4404FDB-F79B-46E5-AF7F-7C36E216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2542" y="4392000"/>
            <a:ext cx="322407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dual</a:t>
            </a:r>
          </a:p>
        </p:txBody>
      </p:sp>
      <p:sp>
        <p:nvSpPr>
          <p:cNvPr id="138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91686522-A6E3-4209-ABB0-CF952D84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5140" y="4392000"/>
            <a:ext cx="62416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39" name="pdf-text-59-0">
            <a:extLst xmlns:a="http://schemas.openxmlformats.org/drawingml/2006/main">
              <a:ext uri="{FF2B5EF4-FFF2-40B4-BE49-F238E27FC236}">
                <a16:creationId xmlns:a16="http://schemas.microsoft.com/office/drawing/2014/main" id="{C5314C43-3F47-4E42-B3E6-D33E39C4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8218" y="4392000"/>
            <a:ext cx="1090289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arm for stable </a:t>
            </a:r>
          </a:p>
        </p:txBody>
      </p:sp>
      <p:sp>
        <p:nvSpPr>
          <p:cNvPr id="140" name="pdf-text-60-0">
            <a:extLst xmlns:a="http://schemas.openxmlformats.org/drawingml/2006/main">
              <a:ext uri="{FF2B5EF4-FFF2-40B4-BE49-F238E27FC236}">
                <a16:creationId xmlns:a16="http://schemas.microsoft.com/office/drawing/2014/main" id="{186DC328-41C2-479F-8F4A-846802C3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2542" y="4623838"/>
            <a:ext cx="561621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counter</a:t>
            </a:r>
          </a:p>
        </p:txBody>
      </p:sp>
      <p:sp>
        <p:nvSpPr>
          <p:cNvPr id="141" name="pdf-text-61-0">
            <a:extLst xmlns:a="http://schemas.openxmlformats.org/drawingml/2006/main">
              <a:ext uri="{FF2B5EF4-FFF2-40B4-BE49-F238E27FC236}">
                <a16:creationId xmlns:a16="http://schemas.microsoft.com/office/drawing/2014/main" id="{0C95C1D0-C917-4402-AC97-77507A00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087" y="4623838"/>
            <a:ext cx="62416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42" name="pdf-text-62-0">
            <a:extLst xmlns:a="http://schemas.openxmlformats.org/drawingml/2006/main">
              <a:ext uri="{FF2B5EF4-FFF2-40B4-BE49-F238E27FC236}">
                <a16:creationId xmlns:a16="http://schemas.microsoft.com/office/drawing/2014/main" id="{40DD7727-9523-45B5-AC64-E3826416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4165" y="4623838"/>
            <a:ext cx="479375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force..</a:t>
            </a:r>
          </a:p>
        </p:txBody>
      </p:sp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2BF1CA7-BB66-41E2-BB2D-22CA52EF41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5084b04b34d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63510" y="3805821"/>
            <a:ext cx="515581" cy="515580"/>
          </a:xfrm>
          <a:prstGeom xmlns:a="http://schemas.openxmlformats.org/drawingml/2006/main" prst="rect">
            <a:avLst/>
          </a:prstGeom>
        </p:spPr>
      </p:pic>
      <p:sp>
        <p:nvSpPr>
          <p:cNvPr id="144" name="robogene-exact-source-41">
            <a:extLst xmlns:a="http://schemas.openxmlformats.org/drawingml/2006/main">
              <a:ext uri="{FF2B5EF4-FFF2-40B4-BE49-F238E27FC236}">
                <a16:creationId xmlns:a16="http://schemas.microsoft.com/office/drawing/2014/main" id="{28C92B54-A014-431C-BEEC-64B17A75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3510" y="3805821"/>
            <a:ext cx="515581" cy="515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CA05A2B-626F-485A-A10E-6A53BA28BA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2031a79784e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76692" y="3103386"/>
            <a:ext cx="328726" cy="328726"/>
          </a:xfrm>
          <a:prstGeom xmlns:a="http://schemas.openxmlformats.org/drawingml/2006/main" prst="rect">
            <a:avLst/>
          </a:prstGeom>
        </p:spPr>
      </p:pic>
      <p:sp>
        <p:nvSpPr>
          <p:cNvPr id="146" name="robogene-exact-source-42">
            <a:extLst xmlns:a="http://schemas.openxmlformats.org/drawingml/2006/main">
              <a:ext uri="{FF2B5EF4-FFF2-40B4-BE49-F238E27FC236}">
                <a16:creationId xmlns:a16="http://schemas.microsoft.com/office/drawing/2014/main" id="{C79248AE-CF30-4266-B096-97270F1C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6692" y="3103386"/>
            <a:ext cx="328726" cy="328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7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665247C7-AD86-41F1-A3AB-FA8D5025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4371" y="3586959"/>
            <a:ext cx="1634979" cy="1463407"/>
          </a:xfrm>
          <a:custGeom xmlns:a="http://schemas.openxmlformats.org/drawingml/2006/main">
            <a:pathLst>
              <a:path w="1634979" h="1463407">
                <a:moveTo>
                  <a:pt x="0" y="50605"/>
                </a:moveTo>
                <a:cubicBezTo>
                  <a:pt x="0" y="22656"/>
                  <a:pt x="22656" y="0"/>
                  <a:pt x="50605" y="0"/>
                </a:cubicBezTo>
                <a:lnTo>
                  <a:pt x="1584373" y="0"/>
                </a:lnTo>
                <a:cubicBezTo>
                  <a:pt x="1612322" y="0"/>
                  <a:pt x="1634979" y="22656"/>
                  <a:pt x="1634979" y="50605"/>
                </a:cubicBezTo>
                <a:lnTo>
                  <a:pt x="1634979" y="1412801"/>
                </a:lnTo>
                <a:cubicBezTo>
                  <a:pt x="1634979" y="1440751"/>
                  <a:pt x="1612322" y="1463407"/>
                  <a:pt x="1584373" y="1463407"/>
                </a:cubicBezTo>
                <a:lnTo>
                  <a:pt x="50605" y="1463407"/>
                </a:lnTo>
                <a:cubicBezTo>
                  <a:pt x="22656" y="1463407"/>
                  <a:pt x="0" y="1440751"/>
                  <a:pt x="0" y="1412801"/>
                </a:cubicBezTo>
                <a:lnTo>
                  <a:pt x="0" y="50605"/>
                </a:lnTo>
              </a:path>
            </a:pathLst>
          </a:custGeom>
          <a:noFill xmlns:a="http://schemas.openxmlformats.org/drawingml/2006/main"/>
          <a:ln xmlns:a="http://schemas.openxmlformats.org/drawingml/2006/main" w="14418">
            <a:solidFill>
              <a:srgbClr val="C46F4F"/>
            </a:solidFill>
            <a:prstDash val="dash"/>
          </a:ln>
        </p:spPr>
      </p:sp>
      <p:pic>
        <p:nvPic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E07E457-2087-4A0A-AB49-9404604A7F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d4697086743ed"/>
          <a:srcRect xmlns:a="http://schemas.openxmlformats.org/drawingml/2006/main" l="1581" t="0" r="15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7388" y="2002611"/>
            <a:ext cx="5076704" cy="98358"/>
          </a:xfrm>
          <a:prstGeom xmlns:a="http://schemas.openxmlformats.org/drawingml/2006/main" prst="rect">
            <a:avLst/>
          </a:prstGeom>
        </p:spPr>
      </p:pic>
      <p:sp>
        <p:nvSpPr>
          <p:cNvPr id="149" name="robogene-exact-source-43">
            <a:extLst xmlns:a="http://schemas.openxmlformats.org/drawingml/2006/main">
              <a:ext uri="{FF2B5EF4-FFF2-40B4-BE49-F238E27FC236}">
                <a16:creationId xmlns:a16="http://schemas.microsoft.com/office/drawing/2014/main" id="{D85A78C0-D456-4547-A43E-2EE87D9E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388" y="2002611"/>
            <a:ext cx="5076704" cy="9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8F72B71-5DAB-4CB8-BD6B-6270A932E6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49a9d763c4905"/>
          <a:srcRect xmlns:a="http://schemas.openxmlformats.org/drawingml/2006/main" l="0" t="159" r="0" b="1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22755" y="4297811"/>
            <a:ext cx="466672" cy="379743"/>
          </a:xfrm>
          <a:prstGeom xmlns:a="http://schemas.openxmlformats.org/drawingml/2006/main" prst="rect">
            <a:avLst/>
          </a:prstGeom>
        </p:spPr>
      </p:pic>
      <p:sp>
        <p:nvSpPr>
          <p:cNvPr id="151" name="robogene-exact-source-44">
            <a:extLst xmlns:a="http://schemas.openxmlformats.org/drawingml/2006/main">
              <a:ext uri="{FF2B5EF4-FFF2-40B4-BE49-F238E27FC236}">
                <a16:creationId xmlns:a16="http://schemas.microsoft.com/office/drawing/2014/main" id="{D5FCE9D9-FC86-45E0-AA0E-6F0938D7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2755" y="4297811"/>
            <a:ext cx="466672" cy="379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25C0370-39C2-4EFD-9E3D-1B3FF676A8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90d3223f24273"/>
          <a:srcRect xmlns:a="http://schemas.openxmlformats.org/drawingml/2006/main" l="183" t="0" r="1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18002" y="197837"/>
            <a:ext cx="1284062" cy="1260128"/>
          </a:xfrm>
          <a:prstGeom xmlns:a="http://schemas.openxmlformats.org/drawingml/2006/main" prst="rect">
            <a:avLst/>
          </a:prstGeom>
        </p:spPr>
      </p:pic>
      <p:sp>
        <p:nvSpPr>
          <p:cNvPr id="153" name="robogene-exact-source-45">
            <a:extLst xmlns:a="http://schemas.openxmlformats.org/drawingml/2006/main">
              <a:ext uri="{FF2B5EF4-FFF2-40B4-BE49-F238E27FC236}">
                <a16:creationId xmlns:a16="http://schemas.microsoft.com/office/drawing/2014/main" id="{EFF298D9-2A39-45AF-9E11-1101B83B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8002" y="197837"/>
            <a:ext cx="1284062" cy="1260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6B08AED-7F9F-42D0-ABBA-03C887514C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3ee4cd5d142be"/>
          <a:srcRect xmlns:a="http://schemas.openxmlformats.org/drawingml/2006/main" l="0" t="58" r="0" b="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89931" y="2352988"/>
            <a:ext cx="1218016" cy="199601"/>
          </a:xfrm>
          <a:prstGeom xmlns:a="http://schemas.openxmlformats.org/drawingml/2006/main" prst="rect">
            <a:avLst/>
          </a:prstGeom>
        </p:spPr>
      </p:pic>
      <p:sp>
        <p:nvSpPr>
          <p:cNvPr id="155" name="robogene-exact-source-46">
            <a:extLst xmlns:a="http://schemas.openxmlformats.org/drawingml/2006/main">
              <a:ext uri="{FF2B5EF4-FFF2-40B4-BE49-F238E27FC236}">
                <a16:creationId xmlns:a16="http://schemas.microsoft.com/office/drawing/2014/main" id="{BA16EE00-AEF3-42BA-B3DF-AED5E337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9931" y="2352988"/>
            <a:ext cx="1218016" cy="199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6" name="pdf-text-63-0">
            <a:extLst xmlns:a="http://schemas.openxmlformats.org/drawingml/2006/main">
              <a:ext uri="{FF2B5EF4-FFF2-40B4-BE49-F238E27FC236}">
                <a16:creationId xmlns:a16="http://schemas.microsoft.com/office/drawing/2014/main" id="{E7F86445-B568-4807-B6A6-72D07E6C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8449" y="1480648"/>
            <a:ext cx="615540" cy="346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Robo</a:t>
            </a:r>
          </a:p>
        </p:txBody>
      </p:sp>
      <p:sp>
        <p:nvSpPr>
          <p:cNvPr id="157" name="pdf-text-64-0">
            <a:extLst xmlns:a="http://schemas.openxmlformats.org/drawingml/2006/main">
              <a:ext uri="{FF2B5EF4-FFF2-40B4-BE49-F238E27FC236}">
                <a16:creationId xmlns:a16="http://schemas.microsoft.com/office/drawing/2014/main" id="{DAFAE913-788D-4FEA-BB69-33925BA2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8449" y="1480648"/>
            <a:ext cx="615540" cy="346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Robo</a:t>
            </a:r>
          </a:p>
        </p:txBody>
      </p:sp>
      <p:sp>
        <p:nvSpPr>
          <p:cNvPr id="158" name="pdf-text-65-0">
            <a:extLst xmlns:a="http://schemas.openxmlformats.org/drawingml/2006/main">
              <a:ext uri="{FF2B5EF4-FFF2-40B4-BE49-F238E27FC236}">
                <a16:creationId xmlns:a16="http://schemas.microsoft.com/office/drawing/2014/main" id="{58779799-C656-4028-9476-2B16C547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0216" y="1480648"/>
            <a:ext cx="611670" cy="346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5" b="0" i="0">
                <a:solidFill>
                  <a:srgbClr val="6A7A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25" b="0" i="0">
                <a:solidFill>
                  <a:srgbClr val="6A7A8B"/>
                </a:solidFill>
                <a:latin typeface="Arial"/>
                <a:ea typeface="Arial"/>
                <a:cs typeface="Arial"/>
              </a:defRPr>
            </a:pPr>
            <a:r>
              <a:rPr sz="2725" b="0" i="0">
                <a:solidFill>
                  <a:srgbClr val="6A7A8B"/>
                </a:solidFill>
                <a:latin typeface="Arial"/>
                <a:ea typeface="Arial"/>
                <a:cs typeface="Arial"/>
              </a:rPr>
              <a:t>Gene</a:t>
            </a:r>
          </a:p>
        </p:txBody>
      </p:sp>
      <p:sp>
        <p:nvSpPr>
          <p:cNvPr id="159" name="pdf-text-66-0">
            <a:extLst xmlns:a="http://schemas.openxmlformats.org/drawingml/2006/main">
              <a:ext uri="{FF2B5EF4-FFF2-40B4-BE49-F238E27FC236}">
                <a16:creationId xmlns:a16="http://schemas.microsoft.com/office/drawing/2014/main" id="{BFB07CCA-D7D6-440C-81AB-86066AAE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0216" y="1480648"/>
            <a:ext cx="611670" cy="346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5" b="0" i="0">
                <a:solidFill>
                  <a:srgbClr val="6A7A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25" b="0" i="0">
                <a:solidFill>
                  <a:srgbClr val="6A7A8B"/>
                </a:solidFill>
                <a:latin typeface="Arial"/>
                <a:ea typeface="Arial"/>
                <a:cs typeface="Arial"/>
              </a:defRPr>
            </a:pPr>
            <a:r>
              <a:rPr sz="2725" b="0" i="0">
                <a:solidFill>
                  <a:srgbClr val="6A7A8B"/>
                </a:solidFill>
                <a:latin typeface="Arial"/>
                <a:ea typeface="Arial"/>
                <a:cs typeface="Arial"/>
              </a:rPr>
              <a:t>Gene</a:t>
            </a:r>
          </a:p>
        </p:txBody>
      </p:sp>
      <p:sp>
        <p:nvSpPr>
          <p:cNvPr id="160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4248D3FB-B3C6-4F55-89FC-F2A61AAF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2081" y="1084988"/>
            <a:ext cx="764223" cy="971853"/>
          </a:xfrm>
          <a:custGeom xmlns:a="http://schemas.openxmlformats.org/drawingml/2006/main">
            <a:pathLst>
              <a:path w="764223" h="971853">
                <a:moveTo>
                  <a:pt x="620704" y="971853"/>
                </a:moveTo>
                <a:cubicBezTo>
                  <a:pt x="764223" y="761035"/>
                  <a:pt x="699918" y="419603"/>
                  <a:pt x="477079" y="209246"/>
                </a:cubicBezTo>
                <a:cubicBezTo>
                  <a:pt x="372762" y="110772"/>
                  <a:pt x="246477" y="54346"/>
                  <a:pt x="124723" y="51812"/>
                </a:cubicBezTo>
                <a:lnTo>
                  <a:pt x="100344" y="0"/>
                </a:lnTo>
                <a:lnTo>
                  <a:pt x="0" y="129334"/>
                </a:lnTo>
                <a:lnTo>
                  <a:pt x="203443" y="219109"/>
                </a:lnTo>
                <a:lnTo>
                  <a:pt x="180458" y="170258"/>
                </a:lnTo>
                <a:cubicBezTo>
                  <a:pt x="382663" y="210813"/>
                  <a:pt x="563041" y="432046"/>
                  <a:pt x="583342" y="664397"/>
                </a:cubicBezTo>
                <a:cubicBezTo>
                  <a:pt x="590929" y="751210"/>
                  <a:pt x="574957" y="831208"/>
                  <a:pt x="537618" y="893424"/>
                </a:cubicBezTo>
                <a:lnTo>
                  <a:pt x="620704" y="971853"/>
                </a:lnTo>
              </a:path>
            </a:pathLst>
          </a:custGeom>
          <a:solidFill xmlns:a="http://schemas.openxmlformats.org/drawingml/2006/main">
            <a:srgbClr val="A1B7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F5557059-8DB2-4C3C-8D8D-1F6BB7A2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2083" y="1084989"/>
            <a:ext cx="764220" cy="971854"/>
          </a:xfrm>
          <a:custGeom xmlns:a="http://schemas.openxmlformats.org/drawingml/2006/main">
            <a:pathLst>
              <a:path w="764220" h="971854">
                <a:moveTo>
                  <a:pt x="620702" y="971854"/>
                </a:moveTo>
                <a:cubicBezTo>
                  <a:pt x="764220" y="761035"/>
                  <a:pt x="699917" y="419604"/>
                  <a:pt x="477077" y="209246"/>
                </a:cubicBezTo>
                <a:cubicBezTo>
                  <a:pt x="372760" y="110772"/>
                  <a:pt x="246476" y="54347"/>
                  <a:pt x="124722" y="51811"/>
                </a:cubicBezTo>
                <a:lnTo>
                  <a:pt x="100343" y="0"/>
                </a:lnTo>
                <a:lnTo>
                  <a:pt x="0" y="129334"/>
                </a:lnTo>
                <a:lnTo>
                  <a:pt x="203442" y="219109"/>
                </a:lnTo>
                <a:lnTo>
                  <a:pt x="180456" y="170259"/>
                </a:lnTo>
                <a:cubicBezTo>
                  <a:pt x="382662" y="210813"/>
                  <a:pt x="563040" y="432047"/>
                  <a:pt x="583342" y="664398"/>
                </a:cubicBezTo>
                <a:cubicBezTo>
                  <a:pt x="590927" y="751210"/>
                  <a:pt x="574956" y="831208"/>
                  <a:pt x="537618" y="893424"/>
                </a:cubicBezTo>
                <a:lnTo>
                  <a:pt x="620702" y="971854"/>
                </a:lnTo>
              </a:path>
            </a:pathLst>
          </a:custGeom>
          <a:noFill xmlns:a="http://schemas.openxmlformats.org/drawingml/2006/main"/>
          <a:ln xmlns:a="http://schemas.openxmlformats.org/drawingml/2006/main" w="10973">
            <a:solidFill>
              <a:srgbClr val="042433"/>
            </a:solidFill>
            <a:prstDash val="solid"/>
          </a:ln>
        </p:spPr>
      </p:sp>
      <p:sp>
        <p:nvSpPr>
          <p:cNvPr id="162" name="native-panel-48">
            <a:extLst xmlns:a="http://schemas.openxmlformats.org/drawingml/2006/main">
              <a:ext uri="{FF2B5EF4-FFF2-40B4-BE49-F238E27FC236}">
                <a16:creationId xmlns:a16="http://schemas.microsoft.com/office/drawing/2014/main" id="{F6D137C7-0FD7-481F-99A6-525A397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3965" y="1948815"/>
            <a:ext cx="4712018" cy="1560195"/>
          </a:xfrm>
          <a:custGeom xmlns:a="http://schemas.openxmlformats.org/drawingml/2006/main">
            <a:pathLst>
              <a:path w="4712018" h="1560195">
                <a:moveTo>
                  <a:pt x="200025" y="0"/>
                </a:moveTo>
                <a:lnTo>
                  <a:pt x="4511993" y="0"/>
                </a:lnTo>
                <a:quadBezTo>
                  <a:pt x="4712018" y="0"/>
                  <a:pt x="4712018" y="200025"/>
                </a:quadBezTo>
                <a:lnTo>
                  <a:pt x="4712018" y="1360170"/>
                </a:lnTo>
                <a:quadBezTo>
                  <a:pt x="4712018" y="1560195"/>
                  <a:pt x="4511993" y="1560195"/>
                </a:quadBezTo>
                <a:lnTo>
                  <a:pt x="200025" y="1560195"/>
                </a:lnTo>
                <a:quadBezTo>
                  <a:pt x="0" y="1560195"/>
                  <a:pt x="0" y="1360170"/>
                </a:quadBezTo>
                <a:lnTo>
                  <a:pt x="0" y="200025"/>
                </a:lnTo>
                <a:quadBezTo>
                  <a:pt x="0" y="0"/>
                  <a:pt x="200025" y="0"/>
                </a:quadBezTo>
                <a:close/>
              </a:path>
            </a:pathLst>
          </a:custGeom>
          <a:solidFill xmlns:a="http://schemas.openxmlformats.org/drawingml/2006/main">
            <a:srgbClr val="E8E1E5"/>
          </a:solidFill>
          <a:ln xmlns:a="http://schemas.openxmlformats.org/drawingml/2006/main" w="11430">
            <a:solidFill>
              <a:srgbClr val="18323D"/>
            </a:solidFill>
            <a:prstDash val="solid"/>
          </a:ln>
        </p:spPr>
      </p:sp>
      <p:sp>
        <p:nvSpPr>
          <p:cNvPr id="163" name="pdf-text-67-0">
            <a:extLst xmlns:a="http://schemas.openxmlformats.org/drawingml/2006/main">
              <a:ext uri="{FF2B5EF4-FFF2-40B4-BE49-F238E27FC236}">
                <a16:creationId xmlns:a16="http://schemas.microsoft.com/office/drawing/2014/main" id="{272557F1-C59C-4063-9FDD-A46324EC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0981" y="2103536"/>
            <a:ext cx="649339" cy="201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rPr>
              <a:t>Human</a:t>
            </a:r>
          </a:p>
        </p:txBody>
      </p:sp>
      <p:sp>
        <p:nvSpPr>
          <p:cNvPr id="164" name="pdf-text-68-0">
            <a:extLst xmlns:a="http://schemas.openxmlformats.org/drawingml/2006/main">
              <a:ext uri="{FF2B5EF4-FFF2-40B4-BE49-F238E27FC236}">
                <a16:creationId xmlns:a16="http://schemas.microsoft.com/office/drawing/2014/main" id="{9089C8D9-F20B-40D2-9F0D-B11CB6EF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9782" y="2103536"/>
            <a:ext cx="67218" cy="201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65" name="pdf-text-69-0">
            <a:extLst xmlns:a="http://schemas.openxmlformats.org/drawingml/2006/main">
              <a:ext uri="{FF2B5EF4-FFF2-40B4-BE49-F238E27FC236}">
                <a16:creationId xmlns:a16="http://schemas.microsoft.com/office/drawing/2014/main" id="{F018A5B6-C1FB-4A0E-B902-7C3392F6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6464" y="2103536"/>
            <a:ext cx="168130" cy="201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</p:txBody>
      </p:sp>
      <p:sp>
        <p:nvSpPr>
          <p:cNvPr id="166" name="pdf-text-70-0">
            <a:extLst xmlns:a="http://schemas.openxmlformats.org/drawingml/2006/main">
              <a:ext uri="{FF2B5EF4-FFF2-40B4-BE49-F238E27FC236}">
                <a16:creationId xmlns:a16="http://schemas.microsoft.com/office/drawing/2014/main" id="{98C1B8E9-FBE4-4181-9A0B-059BBF75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4071" y="2103536"/>
            <a:ext cx="67218" cy="201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67" name="pdf-text-71-0">
            <a:extLst xmlns:a="http://schemas.openxmlformats.org/drawingml/2006/main">
              <a:ext uri="{FF2B5EF4-FFF2-40B4-BE49-F238E27FC236}">
                <a16:creationId xmlns:a16="http://schemas.microsoft.com/office/drawing/2014/main" id="{3616CE1E-79D2-48E9-801E-D2656E0B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0753" y="2103536"/>
            <a:ext cx="267984" cy="201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rPr>
              <a:t>the</a:t>
            </a:r>
          </a:p>
        </p:txBody>
      </p:sp>
      <p:sp>
        <p:nvSpPr>
          <p:cNvPr id="168" name="pdf-text-72-0">
            <a:extLst xmlns:a="http://schemas.openxmlformats.org/drawingml/2006/main">
              <a:ext uri="{FF2B5EF4-FFF2-40B4-BE49-F238E27FC236}">
                <a16:creationId xmlns:a16="http://schemas.microsoft.com/office/drawing/2014/main" id="{EB82FBEA-CF86-48D1-979E-B759378A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9285" y="2103536"/>
            <a:ext cx="67218" cy="201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69" name="pdf-text-73-0">
            <a:extLst xmlns:a="http://schemas.openxmlformats.org/drawingml/2006/main">
              <a:ext uri="{FF2B5EF4-FFF2-40B4-BE49-F238E27FC236}">
                <a16:creationId xmlns:a16="http://schemas.microsoft.com/office/drawing/2014/main" id="{555D6901-4A04-4B19-A3FD-02F16774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5967" y="2103536"/>
            <a:ext cx="499213" cy="201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9" b="1" i="0">
                <a:solidFill>
                  <a:srgbClr val="111133"/>
                </a:solidFill>
                <a:latin typeface="Times New Roman"/>
                <a:ea typeface="Times New Roman"/>
                <a:cs typeface="Times New Roman"/>
              </a:rPr>
              <a:t>Loop </a:t>
            </a:r>
          </a:p>
        </p:txBody>
      </p:sp>
      <p:pic>
        <p:nvPic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D865169-23C1-405B-8CDC-743AC52957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91e886ed542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52244" y="2455584"/>
            <a:ext cx="849283" cy="849283"/>
          </a:xfrm>
          <a:prstGeom xmlns:a="http://schemas.openxmlformats.org/drawingml/2006/main" prst="rect">
            <a:avLst/>
          </a:prstGeom>
        </p:spPr>
      </p:pic>
      <p:sp>
        <p:nvSpPr>
          <p:cNvPr id="171" name="robogene-exact-source-49">
            <a:extLst xmlns:a="http://schemas.openxmlformats.org/drawingml/2006/main">
              <a:ext uri="{FF2B5EF4-FFF2-40B4-BE49-F238E27FC236}">
                <a16:creationId xmlns:a16="http://schemas.microsoft.com/office/drawing/2014/main" id="{AD2684C8-A769-43DF-BF3A-DB6DC3F6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2244" y="2455584"/>
            <a:ext cx="849283" cy="849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2" name="pdf-text-74-0">
            <a:extLst xmlns:a="http://schemas.openxmlformats.org/drawingml/2006/main">
              <a:ext uri="{FF2B5EF4-FFF2-40B4-BE49-F238E27FC236}">
                <a16:creationId xmlns:a16="http://schemas.microsoft.com/office/drawing/2014/main" id="{B3ECC3D1-2721-40A8-84B8-DD252146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8977" y="3117606"/>
            <a:ext cx="688465" cy="158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4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Cycles=10</a:t>
            </a:r>
          </a:p>
        </p:txBody>
      </p:sp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582A367B-63F0-49DF-A194-A79136035D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d666105ca49fe"/>
          <a:srcRect xmlns:a="http://schemas.openxmlformats.org/drawingml/2006/main" l="0" t="8" r="0" b="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56928" y="2400950"/>
            <a:ext cx="640076" cy="859661"/>
          </a:xfrm>
          <a:prstGeom xmlns:a="http://schemas.openxmlformats.org/drawingml/2006/main" prst="rect">
            <a:avLst/>
          </a:prstGeom>
        </p:spPr>
      </p:pic>
      <p:sp>
        <p:nvSpPr>
          <p:cNvPr id="174" name="robogene-exact-source-50">
            <a:extLst xmlns:a="http://schemas.openxmlformats.org/drawingml/2006/main">
              <a:ext uri="{FF2B5EF4-FFF2-40B4-BE49-F238E27FC236}">
                <a16:creationId xmlns:a16="http://schemas.microsoft.com/office/drawing/2014/main" id="{58723B05-F1E0-44ED-9CC9-0CECB433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6928" y="2400950"/>
            <a:ext cx="640076" cy="859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5" name="pdf-text-75-0">
            <a:extLst xmlns:a="http://schemas.openxmlformats.org/drawingml/2006/main">
              <a:ext uri="{FF2B5EF4-FFF2-40B4-BE49-F238E27FC236}">
                <a16:creationId xmlns:a16="http://schemas.microsoft.com/office/drawing/2014/main" id="{4F716BA4-399B-4B74-B915-56F77400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4206" y="2113916"/>
            <a:ext cx="2190750" cy="201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Key-Value Pair</a:t>
            </a:r>
          </a:p>
        </p:txBody>
      </p:sp>
      <p:sp>
        <p:nvSpPr>
          <p:cNvPr id="176" name="pdf-text-76-0">
            <a:extLst xmlns:a="http://schemas.openxmlformats.org/drawingml/2006/main">
              <a:ext uri="{FF2B5EF4-FFF2-40B4-BE49-F238E27FC236}">
                <a16:creationId xmlns:a16="http://schemas.microsoft.com/office/drawing/2014/main" id="{94400828-21A6-4AA4-8420-1F768B89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89082" y="2113916"/>
            <a:ext cx="67218" cy="201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177" name="pdf-text-78-0">
            <a:extLst xmlns:a="http://schemas.openxmlformats.org/drawingml/2006/main">
              <a:ext uri="{FF2B5EF4-FFF2-40B4-BE49-F238E27FC236}">
                <a16:creationId xmlns:a16="http://schemas.microsoft.com/office/drawing/2014/main" id="{9918BA75-B039-4743-9820-BC5F96A7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9243" y="2352886"/>
            <a:ext cx="161202" cy="158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K:</a:t>
            </a:r>
          </a:p>
        </p:txBody>
      </p:sp>
      <p:sp>
        <p:nvSpPr>
          <p:cNvPr id="178" name="pdf-text-80-0">
            <a:extLst xmlns:a="http://schemas.openxmlformats.org/drawingml/2006/main">
              <a:ext uri="{FF2B5EF4-FFF2-40B4-BE49-F238E27FC236}">
                <a16:creationId xmlns:a16="http://schemas.microsoft.com/office/drawing/2014/main" id="{C960E6D6-5687-4821-9FAD-E381C04F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1093" y="2352886"/>
            <a:ext cx="1110155" cy="158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 Description</a:t>
            </a:r>
          </a:p>
        </p:txBody>
      </p:sp>
      <p:sp>
        <p:nvSpPr>
          <p:cNvPr id="179" name="pdf-text-81-0">
            <a:extLst xmlns:a="http://schemas.openxmlformats.org/drawingml/2006/main">
              <a:ext uri="{FF2B5EF4-FFF2-40B4-BE49-F238E27FC236}">
                <a16:creationId xmlns:a16="http://schemas.microsoft.com/office/drawing/2014/main" id="{9E6700FF-A116-403D-9880-C9C3726E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3499" y="2539740"/>
            <a:ext cx="161202" cy="158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V:</a:t>
            </a:r>
          </a:p>
        </p:txBody>
      </p:sp>
      <p:sp>
        <p:nvSpPr>
          <p:cNvPr id="180" name="pdf-text-83-0">
            <a:extLst xmlns:a="http://schemas.openxmlformats.org/drawingml/2006/main">
              <a:ext uri="{FF2B5EF4-FFF2-40B4-BE49-F238E27FC236}">
                <a16:creationId xmlns:a16="http://schemas.microsoft.com/office/drawing/2014/main" id="{6AFE78AE-438D-4E38-894F-0A0950CC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5348" y="2539740"/>
            <a:ext cx="1281478" cy="158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Refined Experience</a:t>
            </a:r>
          </a:p>
        </p:txBody>
      </p:sp>
      <p:pic>
        <p:nvPic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06E3AAB-A097-4C81-B595-408ECBAB19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ec80b050e42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10183" y="2428355"/>
            <a:ext cx="649424" cy="630323"/>
          </a:xfrm>
          <a:prstGeom xmlns:a="http://schemas.openxmlformats.org/drawingml/2006/main" prst="rect">
            <a:avLst/>
          </a:prstGeom>
        </p:spPr>
      </p:pic>
      <p:sp>
        <p:nvSpPr>
          <p:cNvPr id="182" name="robogene-exact-source-51">
            <a:extLst xmlns:a="http://schemas.openxmlformats.org/drawingml/2006/main">
              <a:ext uri="{FF2B5EF4-FFF2-40B4-BE49-F238E27FC236}">
                <a16:creationId xmlns:a16="http://schemas.microsoft.com/office/drawing/2014/main" id="{6670C0A3-6810-42A9-88F3-403983BB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0183" y="2428355"/>
            <a:ext cx="649424" cy="630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AA9E0D03-C250-4B7B-9969-86F4095FB4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46aa0c2184c3e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9678" y="2818929"/>
            <a:ext cx="181311" cy="181306"/>
          </a:xfrm>
          <a:prstGeom xmlns:a="http://schemas.openxmlformats.org/drawingml/2006/main" prst="rect">
            <a:avLst/>
          </a:prstGeom>
        </p:spPr>
      </p:pic>
      <p:sp>
        <p:nvSpPr>
          <p:cNvPr id="184" name="robogene-exact-source-52">
            <a:extLst xmlns:a="http://schemas.openxmlformats.org/drawingml/2006/main">
              <a:ext uri="{FF2B5EF4-FFF2-40B4-BE49-F238E27FC236}">
                <a16:creationId xmlns:a16="http://schemas.microsoft.com/office/drawing/2014/main" id="{7CCB6F55-9394-45E0-9CB5-ACD1A8E5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9678" y="2818929"/>
            <a:ext cx="181311" cy="181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BF441C4-C796-44FB-AC4E-89FB3F73B4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06d1e02d14074"/>
          <a:srcRect xmlns:a="http://schemas.openxmlformats.org/drawingml/2006/main" l="0" t="2" r="0" b="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44043" y="2444471"/>
            <a:ext cx="265117" cy="236703"/>
          </a:xfrm>
          <a:prstGeom xmlns:a="http://schemas.openxmlformats.org/drawingml/2006/main" prst="rect">
            <a:avLst/>
          </a:prstGeom>
        </p:spPr>
      </p:pic>
      <p:sp>
        <p:nvSpPr>
          <p:cNvPr id="186" name="robogene-exact-source-53">
            <a:extLst xmlns:a="http://schemas.openxmlformats.org/drawingml/2006/main">
              <a:ext uri="{FF2B5EF4-FFF2-40B4-BE49-F238E27FC236}">
                <a16:creationId xmlns:a16="http://schemas.microsoft.com/office/drawing/2014/main" id="{D5C7AC03-DE5C-4C91-A8EA-F2636905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4043" y="2444471"/>
            <a:ext cx="265117" cy="236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73D9C4E1-4A49-4E59-A02E-A259094D77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64da25f5744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53725" y="3305175"/>
            <a:ext cx="647700" cy="142875"/>
          </a:xfrm>
          <a:prstGeom xmlns:a="http://schemas.openxmlformats.org/drawingml/2006/main" prst="rect">
            <a:avLst/>
          </a:prstGeom>
        </p:spPr>
      </p:pic>
      <p:sp>
        <p:nvSpPr>
          <p:cNvPr id="188" name="robogene-exact-source-54">
            <a:extLst xmlns:a="http://schemas.openxmlformats.org/drawingml/2006/main">
              <a:ext uri="{FF2B5EF4-FFF2-40B4-BE49-F238E27FC236}">
                <a16:creationId xmlns:a16="http://schemas.microsoft.com/office/drawing/2014/main" id="{B1A55501-2B97-4F15-B55A-8AF2441D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3725" y="3305175"/>
            <a:ext cx="647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0FF50D15-285B-41D1-8980-DD6E6D91AF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5aae94c154c9c"/>
          <a:srcRect xmlns:a="http://schemas.openxmlformats.org/drawingml/2006/main" l="17" t="0" r="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42513" y="5788557"/>
            <a:ext cx="1333064" cy="885830"/>
          </a:xfrm>
          <a:prstGeom xmlns:a="http://schemas.openxmlformats.org/drawingml/2006/main" prst="rect">
            <a:avLst/>
          </a:prstGeom>
        </p:spPr>
      </p:pic>
      <p:sp>
        <p:nvSpPr>
          <p:cNvPr id="190" name="robogene-exact-source-55">
            <a:extLst xmlns:a="http://schemas.openxmlformats.org/drawingml/2006/main">
              <a:ext uri="{FF2B5EF4-FFF2-40B4-BE49-F238E27FC236}">
                <a16:creationId xmlns:a16="http://schemas.microsoft.com/office/drawing/2014/main" id="{C0C5292F-0C43-4FB9-BE6D-E46C3D63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2513" y="5788557"/>
            <a:ext cx="1333064" cy="885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4CA75D56-4A7C-4490-A001-4894F5099A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6de4e6547444f"/>
          <a:srcRect xmlns:a="http://schemas.openxmlformats.org/drawingml/2006/main" l="0" t="17" r="0" b="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31626" y="5780779"/>
            <a:ext cx="1410038" cy="980971"/>
          </a:xfrm>
          <a:prstGeom xmlns:a="http://schemas.openxmlformats.org/drawingml/2006/main" prst="rect">
            <a:avLst/>
          </a:prstGeom>
        </p:spPr>
      </p:pic>
      <p:sp>
        <p:nvSpPr>
          <p:cNvPr id="192" name="robogene-exact-source-56">
            <a:extLst xmlns:a="http://schemas.openxmlformats.org/drawingml/2006/main">
              <a:ext uri="{FF2B5EF4-FFF2-40B4-BE49-F238E27FC236}">
                <a16:creationId xmlns:a16="http://schemas.microsoft.com/office/drawing/2014/main" id="{29EAD538-75A5-4FCE-B293-13DE7B7C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1626" y="5780779"/>
            <a:ext cx="1410038" cy="980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7188F1D-D401-4276-8455-EE25373076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d1c2c7e3849c7"/>
          <a:srcRect xmlns:a="http://schemas.openxmlformats.org/drawingml/2006/main" l="91" t="0" r="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82366" y="5831905"/>
            <a:ext cx="1345926" cy="1013671"/>
          </a:xfrm>
          <a:prstGeom xmlns:a="http://schemas.openxmlformats.org/drawingml/2006/main" prst="rect">
            <a:avLst/>
          </a:prstGeom>
        </p:spPr>
      </p:pic>
      <p:sp>
        <p:nvSpPr>
          <p:cNvPr id="194" name="robogene-exact-source-57">
            <a:extLst xmlns:a="http://schemas.openxmlformats.org/drawingml/2006/main">
              <a:ext uri="{FF2B5EF4-FFF2-40B4-BE49-F238E27FC236}">
                <a16:creationId xmlns:a16="http://schemas.microsoft.com/office/drawing/2014/main" id="{73E24A16-0036-42B5-B9C6-464A648C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2366" y="5831905"/>
            <a:ext cx="1345926" cy="1013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66BAC6A4-4787-421C-ACF4-2382FDD448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5c12f143143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7083" y="3141449"/>
            <a:ext cx="314020" cy="314020"/>
          </a:xfrm>
          <a:prstGeom xmlns:a="http://schemas.openxmlformats.org/drawingml/2006/main" prst="rect">
            <a:avLst/>
          </a:prstGeom>
        </p:spPr>
      </p:pic>
      <p:sp>
        <p:nvSpPr>
          <p:cNvPr id="196" name="robogene-exact-source-58">
            <a:extLst xmlns:a="http://schemas.openxmlformats.org/drawingml/2006/main">
              <a:ext uri="{FF2B5EF4-FFF2-40B4-BE49-F238E27FC236}">
                <a16:creationId xmlns:a16="http://schemas.microsoft.com/office/drawing/2014/main" id="{D286FA0F-7AFC-4791-9FAC-F87D2A39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7083" y="3141449"/>
            <a:ext cx="314020" cy="3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F495C6B9-671C-42C0-8652-29BFECCE50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cd617f0e44610"/>
          <a:srcRect xmlns:a="http://schemas.openxmlformats.org/drawingml/2006/main" l="0" t="5" r="0" b="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98441" y="5845646"/>
            <a:ext cx="1154882" cy="916174"/>
          </a:xfrm>
          <a:prstGeom xmlns:a="http://schemas.openxmlformats.org/drawingml/2006/main" prst="rect">
            <a:avLst/>
          </a:prstGeom>
        </p:spPr>
      </p:pic>
      <p:sp>
        <p:nvSpPr>
          <p:cNvPr id="198" name="robogene-exact-source-60">
            <a:extLst xmlns:a="http://schemas.openxmlformats.org/drawingml/2006/main">
              <a:ext uri="{FF2B5EF4-FFF2-40B4-BE49-F238E27FC236}">
                <a16:creationId xmlns:a16="http://schemas.microsoft.com/office/drawing/2014/main" id="{2FAAD756-CB78-45F7-B334-FF6E267E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8441" y="5845646"/>
            <a:ext cx="1154882" cy="916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C2D11B6-0CB2-4579-B4F3-8B1CF3C915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5d0ee35904e8c"/>
          <a:srcRect xmlns:a="http://schemas.openxmlformats.org/drawingml/2006/main" l="0" t="97" r="0" b="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25907" y="6086140"/>
            <a:ext cx="1055383" cy="626309"/>
          </a:xfrm>
          <a:prstGeom xmlns:a="http://schemas.openxmlformats.org/drawingml/2006/main" prst="rect">
            <a:avLst/>
          </a:prstGeom>
        </p:spPr>
      </p:pic>
      <p:sp>
        <p:nvSpPr>
          <p:cNvPr id="200" name="robogene-exact-source-61">
            <a:extLst xmlns:a="http://schemas.openxmlformats.org/drawingml/2006/main">
              <a:ext uri="{FF2B5EF4-FFF2-40B4-BE49-F238E27FC236}">
                <a16:creationId xmlns:a16="http://schemas.microsoft.com/office/drawing/2014/main" id="{6350F226-FDF9-401C-944A-EB1FD600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25907" y="6086140"/>
            <a:ext cx="1055383" cy="626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2768BCB-7A69-4187-BDCB-EBBD7B388E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fd58aafaa48d9"/>
          <a:srcRect xmlns:a="http://schemas.openxmlformats.org/drawingml/2006/main" l="0" t="82" r="0" b="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802" y="2636249"/>
            <a:ext cx="773876" cy="1020600"/>
          </a:xfrm>
          <a:prstGeom xmlns:a="http://schemas.openxmlformats.org/drawingml/2006/main" prst="rect">
            <a:avLst/>
          </a:prstGeom>
        </p:spPr>
      </p:pic>
      <p:sp>
        <p:nvSpPr>
          <p:cNvPr id="202" name="robogene-exact-source-62">
            <a:extLst xmlns:a="http://schemas.openxmlformats.org/drawingml/2006/main">
              <a:ext uri="{FF2B5EF4-FFF2-40B4-BE49-F238E27FC236}">
                <a16:creationId xmlns:a16="http://schemas.microsoft.com/office/drawing/2014/main" id="{03315839-8D49-4FCD-A191-130B91B4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802" y="2636249"/>
            <a:ext cx="773876" cy="102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D0262082-37D9-4490-80D0-03FBE21A56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5de833e6b4b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76889" y="3481353"/>
            <a:ext cx="313288" cy="313288"/>
          </a:xfrm>
          <a:prstGeom xmlns:a="http://schemas.openxmlformats.org/drawingml/2006/main" prst="rect">
            <a:avLst/>
          </a:prstGeom>
        </p:spPr>
      </p:pic>
      <p:sp>
        <p:nvSpPr>
          <p:cNvPr id="204" name="robogene-exact-source-63">
            <a:extLst xmlns:a="http://schemas.openxmlformats.org/drawingml/2006/main">
              <a:ext uri="{FF2B5EF4-FFF2-40B4-BE49-F238E27FC236}">
                <a16:creationId xmlns:a16="http://schemas.microsoft.com/office/drawing/2014/main" id="{7B249E50-8A82-4FAB-B559-51B962CC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6889" y="3481353"/>
            <a:ext cx="313288" cy="313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5" name="pdf-text-84-0">
            <a:extLst xmlns:a="http://schemas.openxmlformats.org/drawingml/2006/main">
              <a:ext uri="{FF2B5EF4-FFF2-40B4-BE49-F238E27FC236}">
                <a16:creationId xmlns:a16="http://schemas.microsoft.com/office/drawing/2014/main" id="{9231590A-599B-4F82-8D99-DAF516E0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7488" y="3844949"/>
            <a:ext cx="859672" cy="115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Generated Task</a:t>
            </a:r>
          </a:p>
        </p:txBody>
      </p:sp>
      <p:sp>
        <p:nvSpPr>
          <p:cNvPr id="206" name="pdf-text-85-0">
            <a:extLst xmlns:a="http://schemas.openxmlformats.org/drawingml/2006/main">
              <a:ext uri="{FF2B5EF4-FFF2-40B4-BE49-F238E27FC236}">
                <a16:creationId xmlns:a16="http://schemas.microsoft.com/office/drawing/2014/main" id="{A2D8314A-FF95-4BE9-94B0-37112BE6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8919" y="4093928"/>
            <a:ext cx="710419" cy="115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4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{ Task Name: </a:t>
            </a:r>
          </a:p>
        </p:txBody>
      </p:sp>
      <p:sp>
        <p:nvSpPr>
          <p:cNvPr id="207" name="pdf-text-86-0">
            <a:extLst xmlns:a="http://schemas.openxmlformats.org/drawingml/2006/main">
              <a:ext uri="{FF2B5EF4-FFF2-40B4-BE49-F238E27FC236}">
                <a16:creationId xmlns:a16="http://schemas.microsoft.com/office/drawing/2014/main" id="{EAB9069E-1119-483D-9EF9-6D378ABA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9339" y="4093831"/>
            <a:ext cx="1209900" cy="115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gpt_franka_dual_twist_cap</a:t>
            </a:r>
          </a:p>
        </p:txBody>
      </p:sp>
      <p:sp>
        <p:nvSpPr>
          <p:cNvPr id="208" name="pdf-text-87-0">
            <a:extLst xmlns:a="http://schemas.openxmlformats.org/drawingml/2006/main">
              <a:ext uri="{FF2B5EF4-FFF2-40B4-BE49-F238E27FC236}">
                <a16:creationId xmlns:a16="http://schemas.microsoft.com/office/drawing/2014/main" id="{63F3F09F-FD78-440A-AEBD-E54BF119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8919" y="4280781"/>
            <a:ext cx="926594" cy="115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3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3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3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Description: </a:t>
            </a:r>
          </a:p>
        </p:txBody>
      </p:sp>
      <p:sp>
        <p:nvSpPr>
          <p:cNvPr id="209" name="pdf-text-88-0">
            <a:extLst xmlns:a="http://schemas.openxmlformats.org/drawingml/2006/main">
              <a:ext uri="{FF2B5EF4-FFF2-40B4-BE49-F238E27FC236}">
                <a16:creationId xmlns:a16="http://schemas.microsoft.com/office/drawing/2014/main" id="{A73E0F49-7712-4896-AF79-7F6D7EEF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5513" y="4280685"/>
            <a:ext cx="1756629" cy="115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Twist the cap of the beverage bottle. </a:t>
            </a:r>
          </a:p>
        </p:txBody>
      </p:sp>
      <p:sp>
        <p:nvSpPr>
          <p:cNvPr id="210" name="pdf-text-89-0">
            <a:extLst xmlns:a="http://schemas.openxmlformats.org/drawingml/2006/main">
              <a:ext uri="{FF2B5EF4-FFF2-40B4-BE49-F238E27FC236}">
                <a16:creationId xmlns:a16="http://schemas.microsoft.com/office/drawing/2014/main" id="{C8C7A238-8637-4C33-9965-EB1FE760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8919" y="4484938"/>
            <a:ext cx="735702" cy="115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5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 Name: </a:t>
            </a:r>
          </a:p>
        </p:txBody>
      </p:sp>
      <p:sp>
        <p:nvSpPr>
          <p:cNvPr id="211" name="pdf-text-90-0">
            <a:extLst xmlns:a="http://schemas.openxmlformats.org/drawingml/2006/main">
              <a:ext uri="{FF2B5EF4-FFF2-40B4-BE49-F238E27FC236}">
                <a16:creationId xmlns:a16="http://schemas.microsoft.com/office/drawing/2014/main" id="{CF43ACF9-1078-4DF9-B285-28172A90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4622" y="4484842"/>
            <a:ext cx="746576" cy="115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beverage bottle</a:t>
            </a:r>
          </a:p>
        </p:txBody>
      </p:sp>
      <p:sp>
        <p:nvSpPr>
          <p:cNvPr id="212" name="pdf-text-91-0">
            <a:extLst xmlns:a="http://schemas.openxmlformats.org/drawingml/2006/main">
              <a:ext uri="{FF2B5EF4-FFF2-40B4-BE49-F238E27FC236}">
                <a16:creationId xmlns:a16="http://schemas.microsoft.com/office/drawing/2014/main" id="{A79E6B68-976A-43C1-BDF0-0BF9268B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8919" y="4685634"/>
            <a:ext cx="613186" cy="115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Name: </a:t>
            </a:r>
          </a:p>
        </p:txBody>
      </p:sp>
      <p:sp>
        <p:nvSpPr>
          <p:cNvPr id="213" name="pdf-text-92-0">
            <a:extLst xmlns:a="http://schemas.openxmlformats.org/drawingml/2006/main">
              <a:ext uri="{FF2B5EF4-FFF2-40B4-BE49-F238E27FC236}">
                <a16:creationId xmlns:a16="http://schemas.microsoft.com/office/drawing/2014/main" id="{444A6791-C1B8-4E3B-A8D4-0ACDCBD5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106" y="4685537"/>
            <a:ext cx="223990" cy="115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twist</a:t>
            </a:r>
          </a:p>
        </p:txBody>
      </p:sp>
      <p:sp>
        <p:nvSpPr>
          <p:cNvPr id="214" name="pdf-text-93-0">
            <a:extLst xmlns:a="http://schemas.openxmlformats.org/drawingml/2006/main">
              <a:ext uri="{FF2B5EF4-FFF2-40B4-BE49-F238E27FC236}">
                <a16:creationId xmlns:a16="http://schemas.microsoft.com/office/drawing/2014/main" id="{71CAEA3C-6F3A-454C-8403-CB691343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8919" y="4886329"/>
            <a:ext cx="1155875" cy="115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6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6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Location Information: </a:t>
            </a:r>
          </a:p>
        </p:txBody>
      </p:sp>
      <p:sp>
        <p:nvSpPr>
          <p:cNvPr id="215" name="pdf-text-95-0">
            <a:extLst xmlns:a="http://schemas.openxmlformats.org/drawingml/2006/main">
              <a:ext uri="{FF2B5EF4-FFF2-40B4-BE49-F238E27FC236}">
                <a16:creationId xmlns:a16="http://schemas.microsoft.com/office/drawing/2014/main" id="{153118E6-E0FD-4CDA-BDBA-FC528523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4794" y="4886233"/>
            <a:ext cx="1622987" cy="115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Centered in bimanual workspace. </a:t>
            </a:r>
          </a:p>
        </p:txBody>
      </p:sp>
      <p:sp>
        <p:nvSpPr>
          <p:cNvPr id="216" name="pdf-text-96-0">
            <a:extLst xmlns:a="http://schemas.openxmlformats.org/drawingml/2006/main">
              <a:ext uri="{FF2B5EF4-FFF2-40B4-BE49-F238E27FC236}">
                <a16:creationId xmlns:a16="http://schemas.microsoft.com/office/drawing/2014/main" id="{1C866F4A-063C-4CC6-995E-80060C04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7952" y="4886329"/>
            <a:ext cx="45056" cy="115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217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927E1C93-2F14-4938-AB00-C82E0232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7963" y="6407226"/>
            <a:ext cx="93404" cy="253188"/>
          </a:xfrm>
          <a:custGeom xmlns:a="http://schemas.openxmlformats.org/drawingml/2006/main">
            <a:pathLst>
              <a:path w="93404" h="253188">
                <a:moveTo>
                  <a:pt x="0" y="252735"/>
                </a:moveTo>
                <a:lnTo>
                  <a:pt x="1359" y="220323"/>
                </a:lnTo>
                <a:lnTo>
                  <a:pt x="12163" y="220776"/>
                </a:lnTo>
                <a:lnTo>
                  <a:pt x="10805" y="253188"/>
                </a:lnTo>
                <a:lnTo>
                  <a:pt x="0" y="252735"/>
                </a:lnTo>
                <a:moveTo>
                  <a:pt x="1810" y="209520"/>
                </a:moveTo>
                <a:lnTo>
                  <a:pt x="1987" y="205337"/>
                </a:lnTo>
                <a:lnTo>
                  <a:pt x="5466" y="176864"/>
                </a:lnTo>
                <a:lnTo>
                  <a:pt x="16199" y="178176"/>
                </a:lnTo>
                <a:lnTo>
                  <a:pt x="12746" y="206434"/>
                </a:lnTo>
                <a:lnTo>
                  <a:pt x="12781" y="206005"/>
                </a:lnTo>
                <a:lnTo>
                  <a:pt x="12615" y="209972"/>
                </a:lnTo>
                <a:lnTo>
                  <a:pt x="1810" y="209520"/>
                </a:lnTo>
                <a:moveTo>
                  <a:pt x="6777" y="166131"/>
                </a:moveTo>
                <a:lnTo>
                  <a:pt x="7623" y="159210"/>
                </a:lnTo>
                <a:lnTo>
                  <a:pt x="12779" y="133834"/>
                </a:lnTo>
                <a:lnTo>
                  <a:pt x="23376" y="135986"/>
                </a:lnTo>
                <a:lnTo>
                  <a:pt x="18264" y="161153"/>
                </a:lnTo>
                <a:lnTo>
                  <a:pt x="18332" y="160734"/>
                </a:lnTo>
                <a:lnTo>
                  <a:pt x="17511" y="167442"/>
                </a:lnTo>
                <a:lnTo>
                  <a:pt x="6777" y="166131"/>
                </a:lnTo>
                <a:moveTo>
                  <a:pt x="14931" y="123237"/>
                </a:moveTo>
                <a:lnTo>
                  <a:pt x="16380" y="116097"/>
                </a:lnTo>
                <a:lnTo>
                  <a:pt x="21798" y="96018"/>
                </a:lnTo>
                <a:lnTo>
                  <a:pt x="23304" y="91304"/>
                </a:lnTo>
                <a:lnTo>
                  <a:pt x="33603" y="94600"/>
                </a:lnTo>
                <a:lnTo>
                  <a:pt x="32133" y="99195"/>
                </a:lnTo>
                <a:lnTo>
                  <a:pt x="32204" y="98955"/>
                </a:lnTo>
                <a:lnTo>
                  <a:pt x="26864" y="118748"/>
                </a:lnTo>
                <a:lnTo>
                  <a:pt x="26944" y="118417"/>
                </a:lnTo>
                <a:lnTo>
                  <a:pt x="25528" y="125389"/>
                </a:lnTo>
                <a:lnTo>
                  <a:pt x="14931" y="123237"/>
                </a:lnTo>
                <a:moveTo>
                  <a:pt x="26601" y="81006"/>
                </a:moveTo>
                <a:lnTo>
                  <a:pt x="27795" y="77269"/>
                </a:lnTo>
                <a:lnTo>
                  <a:pt x="34339" y="59971"/>
                </a:lnTo>
                <a:lnTo>
                  <a:pt x="38691" y="50273"/>
                </a:lnTo>
                <a:lnTo>
                  <a:pt x="48555" y="54700"/>
                </a:lnTo>
                <a:lnTo>
                  <a:pt x="44272" y="64249"/>
                </a:lnTo>
                <a:lnTo>
                  <a:pt x="44396" y="63948"/>
                </a:lnTo>
                <a:lnTo>
                  <a:pt x="37960" y="80963"/>
                </a:lnTo>
                <a:lnTo>
                  <a:pt x="38052" y="80698"/>
                </a:lnTo>
                <a:lnTo>
                  <a:pt x="36899" y="84301"/>
                </a:lnTo>
                <a:lnTo>
                  <a:pt x="26601" y="81006"/>
                </a:lnTo>
                <a:moveTo>
                  <a:pt x="44989" y="39790"/>
                </a:moveTo>
                <a:lnTo>
                  <a:pt x="57160" y="25464"/>
                </a:lnTo>
                <a:lnTo>
                  <a:pt x="65401" y="32464"/>
                </a:lnTo>
                <a:lnTo>
                  <a:pt x="53229" y="46791"/>
                </a:lnTo>
                <a:lnTo>
                  <a:pt x="44989" y="39790"/>
                </a:lnTo>
                <a:moveTo>
                  <a:pt x="31263" y="17203"/>
                </a:moveTo>
                <a:lnTo>
                  <a:pt x="93404" y="0"/>
                </a:lnTo>
                <a:lnTo>
                  <a:pt x="69884" y="60035"/>
                </a:lnTo>
                <a:lnTo>
                  <a:pt x="31263" y="17203"/>
                </a:lnTo>
              </a:path>
            </a:pathLst>
          </a:custGeom>
          <a:solidFill xmlns:a="http://schemas.openxmlformats.org/drawingml/2006/main">
            <a:srgbClr val="D86E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6EE88EC4-9E8B-4076-B052-E017BA5B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5524" y="6004099"/>
            <a:ext cx="89175" cy="442344"/>
          </a:xfrm>
          <a:custGeom xmlns:a="http://schemas.openxmlformats.org/drawingml/2006/main">
            <a:pathLst>
              <a:path w="89175" h="442344">
                <a:moveTo>
                  <a:pt x="1723" y="0"/>
                </a:moveTo>
                <a:lnTo>
                  <a:pt x="10245" y="1377"/>
                </a:lnTo>
                <a:lnTo>
                  <a:pt x="19176" y="5614"/>
                </a:lnTo>
                <a:lnTo>
                  <a:pt x="27569" y="12141"/>
                </a:lnTo>
                <a:lnTo>
                  <a:pt x="32255" y="17193"/>
                </a:lnTo>
                <a:lnTo>
                  <a:pt x="24328" y="24547"/>
                </a:lnTo>
                <a:lnTo>
                  <a:pt x="19942" y="19817"/>
                </a:lnTo>
                <a:lnTo>
                  <a:pt x="20585" y="20408"/>
                </a:lnTo>
                <a:lnTo>
                  <a:pt x="13006" y="14513"/>
                </a:lnTo>
                <a:lnTo>
                  <a:pt x="14007" y="15130"/>
                </a:lnTo>
                <a:lnTo>
                  <a:pt x="6307" y="11476"/>
                </a:lnTo>
                <a:lnTo>
                  <a:pt x="7761" y="11929"/>
                </a:lnTo>
                <a:lnTo>
                  <a:pt x="0" y="10676"/>
                </a:lnTo>
                <a:lnTo>
                  <a:pt x="1723" y="0"/>
                </a:lnTo>
                <a:moveTo>
                  <a:pt x="39425" y="26123"/>
                </a:moveTo>
                <a:lnTo>
                  <a:pt x="42988" y="31051"/>
                </a:lnTo>
                <a:lnTo>
                  <a:pt x="50074" y="43105"/>
                </a:lnTo>
                <a:lnTo>
                  <a:pt x="55920" y="55053"/>
                </a:lnTo>
                <a:lnTo>
                  <a:pt x="46208" y="59805"/>
                </a:lnTo>
                <a:lnTo>
                  <a:pt x="40452" y="48043"/>
                </a:lnTo>
                <a:lnTo>
                  <a:pt x="40648" y="48407"/>
                </a:lnTo>
                <a:lnTo>
                  <a:pt x="33795" y="36750"/>
                </a:lnTo>
                <a:lnTo>
                  <a:pt x="34074" y="37179"/>
                </a:lnTo>
                <a:lnTo>
                  <a:pt x="30663" y="32459"/>
                </a:lnTo>
                <a:lnTo>
                  <a:pt x="39425" y="26123"/>
                </a:lnTo>
                <a:moveTo>
                  <a:pt x="60282" y="65321"/>
                </a:moveTo>
                <a:lnTo>
                  <a:pt x="62939" y="71760"/>
                </a:lnTo>
                <a:lnTo>
                  <a:pt x="70851" y="96435"/>
                </a:lnTo>
                <a:lnTo>
                  <a:pt x="60553" y="99736"/>
                </a:lnTo>
                <a:lnTo>
                  <a:pt x="52710" y="75271"/>
                </a:lnTo>
                <a:lnTo>
                  <a:pt x="52858" y="75682"/>
                </a:lnTo>
                <a:lnTo>
                  <a:pt x="50287" y="69444"/>
                </a:lnTo>
                <a:lnTo>
                  <a:pt x="60282" y="65321"/>
                </a:lnTo>
                <a:moveTo>
                  <a:pt x="74125" y="107256"/>
                </a:moveTo>
                <a:lnTo>
                  <a:pt x="81140" y="138928"/>
                </a:lnTo>
                <a:lnTo>
                  <a:pt x="70583" y="141266"/>
                </a:lnTo>
                <a:lnTo>
                  <a:pt x="63566" y="109594"/>
                </a:lnTo>
                <a:lnTo>
                  <a:pt x="74125" y="107256"/>
                </a:lnTo>
                <a:moveTo>
                  <a:pt x="82952" y="150048"/>
                </a:moveTo>
                <a:lnTo>
                  <a:pt x="87239" y="182203"/>
                </a:lnTo>
                <a:lnTo>
                  <a:pt x="76520" y="183632"/>
                </a:lnTo>
                <a:lnTo>
                  <a:pt x="72233" y="151477"/>
                </a:lnTo>
                <a:lnTo>
                  <a:pt x="82952" y="150048"/>
                </a:lnTo>
                <a:moveTo>
                  <a:pt x="87788" y="193472"/>
                </a:moveTo>
                <a:lnTo>
                  <a:pt x="89175" y="223809"/>
                </a:lnTo>
                <a:lnTo>
                  <a:pt x="89091" y="226308"/>
                </a:lnTo>
                <a:lnTo>
                  <a:pt x="78283" y="225944"/>
                </a:lnTo>
                <a:lnTo>
                  <a:pt x="78360" y="223658"/>
                </a:lnTo>
                <a:lnTo>
                  <a:pt x="78361" y="224087"/>
                </a:lnTo>
                <a:lnTo>
                  <a:pt x="76987" y="193965"/>
                </a:lnTo>
                <a:lnTo>
                  <a:pt x="87788" y="193472"/>
                </a:lnTo>
                <a:moveTo>
                  <a:pt x="88725" y="237115"/>
                </a:moveTo>
                <a:lnTo>
                  <a:pt x="87785" y="264954"/>
                </a:lnTo>
                <a:lnTo>
                  <a:pt x="87302" y="269865"/>
                </a:lnTo>
                <a:lnTo>
                  <a:pt x="76541" y="268805"/>
                </a:lnTo>
                <a:lnTo>
                  <a:pt x="77006" y="264067"/>
                </a:lnTo>
                <a:lnTo>
                  <a:pt x="76984" y="264414"/>
                </a:lnTo>
                <a:lnTo>
                  <a:pt x="77918" y="236751"/>
                </a:lnTo>
                <a:lnTo>
                  <a:pt x="88725" y="237115"/>
                </a:lnTo>
                <a:moveTo>
                  <a:pt x="86241" y="280626"/>
                </a:moveTo>
                <a:lnTo>
                  <a:pt x="83861" y="304774"/>
                </a:lnTo>
                <a:lnTo>
                  <a:pt x="82485" y="313183"/>
                </a:lnTo>
                <a:lnTo>
                  <a:pt x="71814" y="311437"/>
                </a:lnTo>
                <a:lnTo>
                  <a:pt x="73162" y="303199"/>
                </a:lnTo>
                <a:lnTo>
                  <a:pt x="73117" y="303542"/>
                </a:lnTo>
                <a:lnTo>
                  <a:pt x="75480" y="279565"/>
                </a:lnTo>
                <a:lnTo>
                  <a:pt x="86241" y="280626"/>
                </a:lnTo>
                <a:moveTo>
                  <a:pt x="80739" y="323855"/>
                </a:moveTo>
                <a:lnTo>
                  <a:pt x="77760" y="342049"/>
                </a:lnTo>
                <a:lnTo>
                  <a:pt x="74443" y="356046"/>
                </a:lnTo>
                <a:lnTo>
                  <a:pt x="63921" y="353552"/>
                </a:lnTo>
                <a:lnTo>
                  <a:pt x="67192" y="339741"/>
                </a:lnTo>
                <a:lnTo>
                  <a:pt x="67119" y="340114"/>
                </a:lnTo>
                <a:lnTo>
                  <a:pt x="70065" y="322108"/>
                </a:lnTo>
                <a:lnTo>
                  <a:pt x="80739" y="323855"/>
                </a:lnTo>
                <a:moveTo>
                  <a:pt x="71947" y="366568"/>
                </a:moveTo>
                <a:lnTo>
                  <a:pt x="69836" y="375474"/>
                </a:lnTo>
                <a:lnTo>
                  <a:pt x="65112" y="390970"/>
                </a:lnTo>
                <a:lnTo>
                  <a:pt x="60605" y="398479"/>
                </a:lnTo>
                <a:lnTo>
                  <a:pt x="51333" y="392914"/>
                </a:lnTo>
                <a:lnTo>
                  <a:pt x="55500" y="385975"/>
                </a:lnTo>
                <a:lnTo>
                  <a:pt x="54963" y="387181"/>
                </a:lnTo>
                <a:lnTo>
                  <a:pt x="59443" y="372485"/>
                </a:lnTo>
                <a:lnTo>
                  <a:pt x="59353" y="372814"/>
                </a:lnTo>
                <a:lnTo>
                  <a:pt x="61425" y="364074"/>
                </a:lnTo>
                <a:lnTo>
                  <a:pt x="71947" y="366568"/>
                </a:lnTo>
                <a:moveTo>
                  <a:pt x="55040" y="407751"/>
                </a:moveTo>
                <a:lnTo>
                  <a:pt x="53283" y="410679"/>
                </a:lnTo>
                <a:lnTo>
                  <a:pt x="44010" y="405114"/>
                </a:lnTo>
                <a:lnTo>
                  <a:pt x="45770" y="402186"/>
                </a:lnTo>
                <a:lnTo>
                  <a:pt x="55040" y="407751"/>
                </a:lnTo>
                <a:moveTo>
                  <a:pt x="80331" y="413853"/>
                </a:moveTo>
                <a:lnTo>
                  <a:pt x="22488" y="442344"/>
                </a:lnTo>
                <a:lnTo>
                  <a:pt x="34400" y="378975"/>
                </a:lnTo>
                <a:lnTo>
                  <a:pt x="80331" y="413853"/>
                </a:lnTo>
              </a:path>
            </a:pathLst>
          </a:custGeom>
          <a:solidFill xmlns:a="http://schemas.openxmlformats.org/drawingml/2006/main">
            <a:srgbClr val="D86E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5B041748-6B85-4135-BB06-130233A4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0995" y="5917414"/>
            <a:ext cx="1066920" cy="894238"/>
          </a:xfrm>
          <a:custGeom xmlns:a="http://schemas.openxmlformats.org/drawingml/2006/main">
            <a:pathLst>
              <a:path w="1066920" h="894238">
                <a:moveTo>
                  <a:pt x="0" y="0"/>
                </a:moveTo>
                <a:lnTo>
                  <a:pt x="1066920" y="0"/>
                </a:lnTo>
                <a:lnTo>
                  <a:pt x="1066920" y="894238"/>
                </a:lnTo>
                <a:lnTo>
                  <a:pt x="0" y="894238"/>
                </a:lnTo>
                <a:close/>
              </a:path>
            </a:pathLst>
          </a:custGeom>
          <a:solidFill xmlns:a="http://schemas.openxmlformats.org/drawingml/2006/main">
            <a:srgbClr val="F9ED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099820D2-C0A4-4C7A-B4DE-4868214097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442f14f464ee9"/>
          <a:srcRect xmlns:a="http://schemas.openxmlformats.org/drawingml/2006/main" l="41" t="0" r="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30510" y="5972584"/>
            <a:ext cx="1028931" cy="657906"/>
          </a:xfrm>
          <a:prstGeom xmlns:a="http://schemas.openxmlformats.org/drawingml/2006/main" prst="rect">
            <a:avLst/>
          </a:prstGeom>
        </p:spPr>
      </p:pic>
      <p:sp>
        <p:nvSpPr>
          <p:cNvPr id="221" name="robogene-exact-source-64">
            <a:extLst xmlns:a="http://schemas.openxmlformats.org/drawingml/2006/main">
              <a:ext uri="{FF2B5EF4-FFF2-40B4-BE49-F238E27FC236}">
                <a16:creationId xmlns:a16="http://schemas.microsoft.com/office/drawing/2014/main" id="{1CEDD2C6-CB46-455D-845B-5F01A7F1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0510" y="5972584"/>
            <a:ext cx="1028931" cy="657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52EAAC92-AF1B-40E4-B507-989603EC30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75f63f6284e52"/>
          <a:srcRect xmlns:a="http://schemas.openxmlformats.org/drawingml/2006/main" l="0" t="175" r="0" b="1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1466" y="5909828"/>
            <a:ext cx="542630" cy="417408"/>
          </a:xfrm>
          <a:prstGeom xmlns:a="http://schemas.openxmlformats.org/drawingml/2006/main" prst="rect">
            <a:avLst/>
          </a:prstGeom>
        </p:spPr>
      </p:pic>
      <p:sp>
        <p:nvSpPr>
          <p:cNvPr id="223" name="robogene-exact-source-65">
            <a:extLst xmlns:a="http://schemas.openxmlformats.org/drawingml/2006/main">
              <a:ext uri="{FF2B5EF4-FFF2-40B4-BE49-F238E27FC236}">
                <a16:creationId xmlns:a16="http://schemas.microsoft.com/office/drawing/2014/main" id="{F00662C1-902A-4EC0-ADD7-DBDE614F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1466" y="5909828"/>
            <a:ext cx="542630" cy="417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5737701F-7B3B-4F60-A3E6-F6A15FDC5F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cc78835b24c4f"/>
          <a:srcRect xmlns:a="http://schemas.openxmlformats.org/drawingml/2006/main" l="0" t="469" r="0" b="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28939" y="5667243"/>
            <a:ext cx="573269" cy="567892"/>
          </a:xfrm>
          <a:prstGeom xmlns:a="http://schemas.openxmlformats.org/drawingml/2006/main" prst="rect">
            <a:avLst/>
          </a:prstGeom>
        </p:spPr>
      </p:pic>
      <p:sp>
        <p:nvSpPr>
          <p:cNvPr id="225" name="robogene-exact-source-66">
            <a:extLst xmlns:a="http://schemas.openxmlformats.org/drawingml/2006/main">
              <a:ext uri="{FF2B5EF4-FFF2-40B4-BE49-F238E27FC236}">
                <a16:creationId xmlns:a16="http://schemas.microsoft.com/office/drawing/2014/main" id="{4E5802BA-52E8-4689-B746-C4AA2EEA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8939" y="5667243"/>
            <a:ext cx="573269" cy="567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6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D45B7CFC-523F-47C0-8992-CF6F3066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4590" y="4829331"/>
            <a:ext cx="133921" cy="163362"/>
          </a:xfrm>
          <a:custGeom xmlns:a="http://schemas.openxmlformats.org/drawingml/2006/main">
            <a:pathLst>
              <a:path w="133921" h="163362">
                <a:moveTo>
                  <a:pt x="62951" y="163362"/>
                </a:moveTo>
                <a:lnTo>
                  <a:pt x="12566" y="163362"/>
                </a:lnTo>
                <a:lnTo>
                  <a:pt x="13883" y="157497"/>
                </a:lnTo>
                <a:cubicBezTo>
                  <a:pt x="17074" y="157019"/>
                  <a:pt x="19427" y="156381"/>
                  <a:pt x="20944" y="155583"/>
                </a:cubicBezTo>
                <a:cubicBezTo>
                  <a:pt x="22459" y="154785"/>
                  <a:pt x="23796" y="153548"/>
                  <a:pt x="24953" y="151873"/>
                </a:cubicBezTo>
                <a:cubicBezTo>
                  <a:pt x="26110" y="150197"/>
                  <a:pt x="27267" y="147564"/>
                  <a:pt x="28423" y="143974"/>
                </a:cubicBezTo>
                <a:cubicBezTo>
                  <a:pt x="29580" y="140384"/>
                  <a:pt x="30957" y="134958"/>
                  <a:pt x="32552" y="127698"/>
                </a:cubicBezTo>
                <a:lnTo>
                  <a:pt x="58164" y="10532"/>
                </a:lnTo>
                <a:lnTo>
                  <a:pt x="42965" y="10532"/>
                </a:lnTo>
                <a:cubicBezTo>
                  <a:pt x="38017" y="10532"/>
                  <a:pt x="34069" y="11250"/>
                  <a:pt x="31116" y="12686"/>
                </a:cubicBezTo>
                <a:cubicBezTo>
                  <a:pt x="28164" y="14122"/>
                  <a:pt x="25212" y="16795"/>
                  <a:pt x="22261" y="20704"/>
                </a:cubicBezTo>
                <a:cubicBezTo>
                  <a:pt x="19308" y="24614"/>
                  <a:pt x="15718" y="31156"/>
                  <a:pt x="11489" y="40332"/>
                </a:cubicBezTo>
                <a:lnTo>
                  <a:pt x="0" y="40332"/>
                </a:lnTo>
                <a:lnTo>
                  <a:pt x="8976" y="0"/>
                </a:lnTo>
                <a:lnTo>
                  <a:pt x="133921" y="0"/>
                </a:lnTo>
                <a:lnTo>
                  <a:pt x="124586" y="42127"/>
                </a:lnTo>
                <a:lnTo>
                  <a:pt x="113097" y="42127"/>
                </a:lnTo>
                <a:cubicBezTo>
                  <a:pt x="113097" y="34388"/>
                  <a:pt x="112897" y="28583"/>
                  <a:pt x="112498" y="24714"/>
                </a:cubicBezTo>
                <a:cubicBezTo>
                  <a:pt x="112099" y="20844"/>
                  <a:pt x="111341" y="17892"/>
                  <a:pt x="110224" y="15858"/>
                </a:cubicBezTo>
                <a:cubicBezTo>
                  <a:pt x="109107" y="13823"/>
                  <a:pt x="107731" y="12427"/>
                  <a:pt x="106095" y="11669"/>
                </a:cubicBezTo>
                <a:cubicBezTo>
                  <a:pt x="104460" y="10911"/>
                  <a:pt x="101567" y="10532"/>
                  <a:pt x="97418" y="10532"/>
                </a:cubicBezTo>
                <a:lnTo>
                  <a:pt x="79706" y="10532"/>
                </a:lnTo>
                <a:lnTo>
                  <a:pt x="53736" y="128535"/>
                </a:lnTo>
                <a:cubicBezTo>
                  <a:pt x="53017" y="131647"/>
                  <a:pt x="52519" y="134120"/>
                  <a:pt x="52240" y="135955"/>
                </a:cubicBezTo>
                <a:cubicBezTo>
                  <a:pt x="51960" y="137791"/>
                  <a:pt x="51722" y="139725"/>
                  <a:pt x="51522" y="141760"/>
                </a:cubicBezTo>
                <a:cubicBezTo>
                  <a:pt x="51322" y="143794"/>
                  <a:pt x="51223" y="145609"/>
                  <a:pt x="51223" y="147205"/>
                </a:cubicBezTo>
                <a:cubicBezTo>
                  <a:pt x="51223" y="149679"/>
                  <a:pt x="51621" y="151613"/>
                  <a:pt x="52419" y="153009"/>
                </a:cubicBezTo>
                <a:cubicBezTo>
                  <a:pt x="53217" y="154406"/>
                  <a:pt x="54414" y="155423"/>
                  <a:pt x="56009" y="156062"/>
                </a:cubicBezTo>
                <a:cubicBezTo>
                  <a:pt x="57605" y="156700"/>
                  <a:pt x="60358" y="157179"/>
                  <a:pt x="64268" y="157497"/>
                </a:cubicBezTo>
                <a:lnTo>
                  <a:pt x="62951" y="16336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52B456B6-2612-4771-959C-A7ECFDD2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7831" y="4954883"/>
            <a:ext cx="85071" cy="86253"/>
          </a:xfrm>
          <a:custGeom xmlns:a="http://schemas.openxmlformats.org/drawingml/2006/main">
            <a:pathLst>
              <a:path w="85071" h="86253">
                <a:moveTo>
                  <a:pt x="23400" y="31173"/>
                </a:moveTo>
                <a:cubicBezTo>
                  <a:pt x="24190" y="27907"/>
                  <a:pt x="24738" y="25203"/>
                  <a:pt x="25048" y="23063"/>
                </a:cubicBezTo>
                <a:cubicBezTo>
                  <a:pt x="25358" y="20923"/>
                  <a:pt x="25512" y="19121"/>
                  <a:pt x="25512" y="17656"/>
                </a:cubicBezTo>
                <a:cubicBezTo>
                  <a:pt x="25512" y="13545"/>
                  <a:pt x="23851" y="11489"/>
                  <a:pt x="20529" y="11489"/>
                </a:cubicBezTo>
                <a:cubicBezTo>
                  <a:pt x="19459" y="11489"/>
                  <a:pt x="18403" y="11701"/>
                  <a:pt x="17361" y="12123"/>
                </a:cubicBezTo>
                <a:cubicBezTo>
                  <a:pt x="16318" y="12545"/>
                  <a:pt x="15235" y="13179"/>
                  <a:pt x="14108" y="14024"/>
                </a:cubicBezTo>
                <a:cubicBezTo>
                  <a:pt x="12981" y="14868"/>
                  <a:pt x="11743" y="15939"/>
                  <a:pt x="10391" y="17234"/>
                </a:cubicBezTo>
                <a:cubicBezTo>
                  <a:pt x="9040" y="18529"/>
                  <a:pt x="7519" y="20050"/>
                  <a:pt x="5829" y="21796"/>
                </a:cubicBezTo>
                <a:lnTo>
                  <a:pt x="0" y="16305"/>
                </a:lnTo>
                <a:cubicBezTo>
                  <a:pt x="2816" y="13432"/>
                  <a:pt x="5393" y="10969"/>
                  <a:pt x="7730" y="8913"/>
                </a:cubicBezTo>
                <a:cubicBezTo>
                  <a:pt x="10067" y="6857"/>
                  <a:pt x="12305" y="5167"/>
                  <a:pt x="14446" y="3844"/>
                </a:cubicBezTo>
                <a:cubicBezTo>
                  <a:pt x="16586" y="2520"/>
                  <a:pt x="18698" y="1549"/>
                  <a:pt x="20782" y="929"/>
                </a:cubicBezTo>
                <a:cubicBezTo>
                  <a:pt x="22866" y="310"/>
                  <a:pt x="25034" y="0"/>
                  <a:pt x="27287" y="0"/>
                </a:cubicBezTo>
                <a:cubicBezTo>
                  <a:pt x="31454" y="0"/>
                  <a:pt x="34678" y="1366"/>
                  <a:pt x="36960" y="4097"/>
                </a:cubicBezTo>
                <a:cubicBezTo>
                  <a:pt x="39241" y="6829"/>
                  <a:pt x="40381" y="10419"/>
                  <a:pt x="40381" y="14868"/>
                </a:cubicBezTo>
                <a:cubicBezTo>
                  <a:pt x="40381" y="17403"/>
                  <a:pt x="39987" y="19656"/>
                  <a:pt x="39198" y="21627"/>
                </a:cubicBezTo>
                <a:lnTo>
                  <a:pt x="40381" y="22134"/>
                </a:lnTo>
                <a:cubicBezTo>
                  <a:pt x="46069" y="14530"/>
                  <a:pt x="51603" y="8941"/>
                  <a:pt x="56981" y="5364"/>
                </a:cubicBezTo>
                <a:cubicBezTo>
                  <a:pt x="62360" y="1788"/>
                  <a:pt x="67894" y="0"/>
                  <a:pt x="73581" y="0"/>
                </a:cubicBezTo>
                <a:cubicBezTo>
                  <a:pt x="75722" y="0"/>
                  <a:pt x="77735" y="113"/>
                  <a:pt x="79622" y="338"/>
                </a:cubicBezTo>
                <a:cubicBezTo>
                  <a:pt x="81509" y="563"/>
                  <a:pt x="83324" y="845"/>
                  <a:pt x="85071" y="1183"/>
                </a:cubicBezTo>
                <a:lnTo>
                  <a:pt x="80762" y="21627"/>
                </a:lnTo>
                <a:lnTo>
                  <a:pt x="70962" y="21627"/>
                </a:lnTo>
                <a:cubicBezTo>
                  <a:pt x="70681" y="18247"/>
                  <a:pt x="69963" y="15826"/>
                  <a:pt x="68808" y="14362"/>
                </a:cubicBezTo>
                <a:cubicBezTo>
                  <a:pt x="67654" y="12897"/>
                  <a:pt x="65979" y="12165"/>
                  <a:pt x="63782" y="12165"/>
                </a:cubicBezTo>
                <a:cubicBezTo>
                  <a:pt x="62486" y="12109"/>
                  <a:pt x="60994" y="12503"/>
                  <a:pt x="59305" y="13348"/>
                </a:cubicBezTo>
                <a:cubicBezTo>
                  <a:pt x="57615" y="14192"/>
                  <a:pt x="55826" y="15403"/>
                  <a:pt x="53940" y="16980"/>
                </a:cubicBezTo>
                <a:cubicBezTo>
                  <a:pt x="52053" y="18557"/>
                  <a:pt x="50181" y="20416"/>
                  <a:pt x="48322" y="22556"/>
                </a:cubicBezTo>
                <a:cubicBezTo>
                  <a:pt x="46463" y="24696"/>
                  <a:pt x="44703" y="27034"/>
                  <a:pt x="43042" y="29568"/>
                </a:cubicBezTo>
                <a:cubicBezTo>
                  <a:pt x="41381" y="32102"/>
                  <a:pt x="39931" y="34791"/>
                  <a:pt x="38692" y="37635"/>
                </a:cubicBezTo>
                <a:cubicBezTo>
                  <a:pt x="37452" y="40480"/>
                  <a:pt x="36523" y="43338"/>
                  <a:pt x="35904" y="46210"/>
                </a:cubicBezTo>
                <a:lnTo>
                  <a:pt x="27287" y="86253"/>
                </a:lnTo>
                <a:lnTo>
                  <a:pt x="10729" y="86253"/>
                </a:lnTo>
                <a:lnTo>
                  <a:pt x="23400" y="3117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45E01FB0-40F8-4D39-A8EA-111D661C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8902" y="4954883"/>
            <a:ext cx="75018" cy="87774"/>
          </a:xfrm>
          <a:custGeom xmlns:a="http://schemas.openxmlformats.org/drawingml/2006/main">
            <a:pathLst>
              <a:path w="75018" h="87774">
                <a:moveTo>
                  <a:pt x="68006" y="68259"/>
                </a:moveTo>
                <a:cubicBezTo>
                  <a:pt x="61473" y="74736"/>
                  <a:pt x="54954" y="79608"/>
                  <a:pt x="48449" y="82874"/>
                </a:cubicBezTo>
                <a:cubicBezTo>
                  <a:pt x="41944" y="86141"/>
                  <a:pt x="34946" y="87774"/>
                  <a:pt x="27456" y="87774"/>
                </a:cubicBezTo>
                <a:cubicBezTo>
                  <a:pt x="23063" y="87774"/>
                  <a:pt x="19163" y="87112"/>
                  <a:pt x="15755" y="85789"/>
                </a:cubicBezTo>
                <a:cubicBezTo>
                  <a:pt x="12348" y="84465"/>
                  <a:pt x="9476" y="82536"/>
                  <a:pt x="7139" y="80002"/>
                </a:cubicBezTo>
                <a:cubicBezTo>
                  <a:pt x="4801" y="77468"/>
                  <a:pt x="3027" y="74384"/>
                  <a:pt x="1816" y="70752"/>
                </a:cubicBezTo>
                <a:cubicBezTo>
                  <a:pt x="605" y="67119"/>
                  <a:pt x="0" y="63021"/>
                  <a:pt x="0" y="58460"/>
                </a:cubicBezTo>
                <a:cubicBezTo>
                  <a:pt x="0" y="55249"/>
                  <a:pt x="282" y="51913"/>
                  <a:pt x="845" y="48449"/>
                </a:cubicBezTo>
                <a:cubicBezTo>
                  <a:pt x="1408" y="44985"/>
                  <a:pt x="2281" y="41522"/>
                  <a:pt x="3464" y="38058"/>
                </a:cubicBezTo>
                <a:cubicBezTo>
                  <a:pt x="4646" y="34594"/>
                  <a:pt x="6110" y="31215"/>
                  <a:pt x="7856" y="27921"/>
                </a:cubicBezTo>
                <a:cubicBezTo>
                  <a:pt x="9603" y="24626"/>
                  <a:pt x="11658" y="21542"/>
                  <a:pt x="14023" y="18670"/>
                </a:cubicBezTo>
                <a:cubicBezTo>
                  <a:pt x="18754" y="12813"/>
                  <a:pt x="24457" y="8237"/>
                  <a:pt x="31131" y="4942"/>
                </a:cubicBezTo>
                <a:cubicBezTo>
                  <a:pt x="37805" y="1647"/>
                  <a:pt x="45084" y="0"/>
                  <a:pt x="52969" y="0"/>
                </a:cubicBezTo>
                <a:cubicBezTo>
                  <a:pt x="60178" y="0"/>
                  <a:pt x="65655" y="1577"/>
                  <a:pt x="69400" y="4731"/>
                </a:cubicBezTo>
                <a:cubicBezTo>
                  <a:pt x="73145" y="7885"/>
                  <a:pt x="75018" y="12362"/>
                  <a:pt x="75018" y="18163"/>
                </a:cubicBezTo>
                <a:cubicBezTo>
                  <a:pt x="75018" y="38551"/>
                  <a:pt x="55729" y="48745"/>
                  <a:pt x="17150" y="48745"/>
                </a:cubicBezTo>
                <a:cubicBezTo>
                  <a:pt x="16868" y="50209"/>
                  <a:pt x="16643" y="51800"/>
                  <a:pt x="16474" y="53518"/>
                </a:cubicBezTo>
                <a:cubicBezTo>
                  <a:pt x="16305" y="55235"/>
                  <a:pt x="16220" y="57108"/>
                  <a:pt x="16220" y="59136"/>
                </a:cubicBezTo>
                <a:cubicBezTo>
                  <a:pt x="16220" y="65274"/>
                  <a:pt x="17473" y="69752"/>
                  <a:pt x="19979" y="72568"/>
                </a:cubicBezTo>
                <a:cubicBezTo>
                  <a:pt x="22486" y="75384"/>
                  <a:pt x="26386" y="76792"/>
                  <a:pt x="31679" y="76792"/>
                </a:cubicBezTo>
                <a:cubicBezTo>
                  <a:pt x="34439" y="76792"/>
                  <a:pt x="37058" y="76496"/>
                  <a:pt x="39537" y="75905"/>
                </a:cubicBezTo>
                <a:cubicBezTo>
                  <a:pt x="42014" y="75313"/>
                  <a:pt x="44450" y="74398"/>
                  <a:pt x="46844" y="73159"/>
                </a:cubicBezTo>
                <a:cubicBezTo>
                  <a:pt x="49237" y="71920"/>
                  <a:pt x="51645" y="70329"/>
                  <a:pt x="54066" y="68386"/>
                </a:cubicBezTo>
                <a:cubicBezTo>
                  <a:pt x="56489" y="66443"/>
                  <a:pt x="59023" y="64120"/>
                  <a:pt x="61670" y="61416"/>
                </a:cubicBezTo>
                <a:lnTo>
                  <a:pt x="68006" y="68259"/>
                </a:lnTo>
                <a:moveTo>
                  <a:pt x="18839" y="40550"/>
                </a:moveTo>
                <a:cubicBezTo>
                  <a:pt x="25991" y="40494"/>
                  <a:pt x="32144" y="39931"/>
                  <a:pt x="37298" y="38861"/>
                </a:cubicBezTo>
                <a:cubicBezTo>
                  <a:pt x="42451" y="37790"/>
                  <a:pt x="46675" y="36326"/>
                  <a:pt x="49970" y="34468"/>
                </a:cubicBezTo>
                <a:cubicBezTo>
                  <a:pt x="53264" y="32609"/>
                  <a:pt x="55686" y="30413"/>
                  <a:pt x="57235" y="27878"/>
                </a:cubicBezTo>
                <a:cubicBezTo>
                  <a:pt x="58783" y="25344"/>
                  <a:pt x="59558" y="22556"/>
                  <a:pt x="59558" y="19515"/>
                </a:cubicBezTo>
                <a:cubicBezTo>
                  <a:pt x="59558" y="16023"/>
                  <a:pt x="58685" y="13292"/>
                  <a:pt x="56939" y="11320"/>
                </a:cubicBezTo>
                <a:cubicBezTo>
                  <a:pt x="55193" y="9349"/>
                  <a:pt x="52659" y="8364"/>
                  <a:pt x="49336" y="8364"/>
                </a:cubicBezTo>
                <a:cubicBezTo>
                  <a:pt x="46238" y="8364"/>
                  <a:pt x="43183" y="9124"/>
                  <a:pt x="40170" y="10645"/>
                </a:cubicBezTo>
                <a:cubicBezTo>
                  <a:pt x="37157" y="12165"/>
                  <a:pt x="34313" y="14319"/>
                  <a:pt x="31638" y="17107"/>
                </a:cubicBezTo>
                <a:cubicBezTo>
                  <a:pt x="28962" y="19895"/>
                  <a:pt x="26527" y="23274"/>
                  <a:pt x="24330" y="27245"/>
                </a:cubicBezTo>
                <a:cubicBezTo>
                  <a:pt x="22133" y="31215"/>
                  <a:pt x="20303" y="35650"/>
                  <a:pt x="18839" y="405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80A94751-B8A5-4B62-A8AF-7CD50CF9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4639" y="4923035"/>
            <a:ext cx="99010" cy="151725"/>
          </a:xfrm>
          <a:custGeom xmlns:a="http://schemas.openxmlformats.org/drawingml/2006/main">
            <a:pathLst>
              <a:path w="99010" h="151725">
                <a:moveTo>
                  <a:pt x="42324" y="115399"/>
                </a:moveTo>
                <a:cubicBezTo>
                  <a:pt x="39678" y="127733"/>
                  <a:pt x="35383" y="136871"/>
                  <a:pt x="29442" y="142812"/>
                </a:cubicBezTo>
                <a:cubicBezTo>
                  <a:pt x="23500" y="148754"/>
                  <a:pt x="15573" y="151725"/>
                  <a:pt x="5660" y="151725"/>
                </a:cubicBezTo>
                <a:cubicBezTo>
                  <a:pt x="3070" y="151725"/>
                  <a:pt x="1183" y="151556"/>
                  <a:pt x="0" y="151218"/>
                </a:cubicBezTo>
                <a:cubicBezTo>
                  <a:pt x="338" y="149810"/>
                  <a:pt x="648" y="148360"/>
                  <a:pt x="930" y="146867"/>
                </a:cubicBezTo>
                <a:cubicBezTo>
                  <a:pt x="1211" y="145375"/>
                  <a:pt x="1549" y="143924"/>
                  <a:pt x="1944" y="142517"/>
                </a:cubicBezTo>
                <a:cubicBezTo>
                  <a:pt x="2281" y="142629"/>
                  <a:pt x="2760" y="142686"/>
                  <a:pt x="3379" y="142686"/>
                </a:cubicBezTo>
                <a:cubicBezTo>
                  <a:pt x="3999" y="142686"/>
                  <a:pt x="4872" y="142686"/>
                  <a:pt x="5999" y="142686"/>
                </a:cubicBezTo>
                <a:cubicBezTo>
                  <a:pt x="8195" y="142686"/>
                  <a:pt x="10208" y="142333"/>
                  <a:pt x="12039" y="141630"/>
                </a:cubicBezTo>
                <a:cubicBezTo>
                  <a:pt x="13869" y="140926"/>
                  <a:pt x="15544" y="139658"/>
                  <a:pt x="17065" y="137828"/>
                </a:cubicBezTo>
                <a:cubicBezTo>
                  <a:pt x="18586" y="135998"/>
                  <a:pt x="19979" y="133491"/>
                  <a:pt x="21247" y="130309"/>
                </a:cubicBezTo>
                <a:cubicBezTo>
                  <a:pt x="22514" y="127127"/>
                  <a:pt x="23711" y="123030"/>
                  <a:pt x="24837" y="118018"/>
                </a:cubicBezTo>
                <a:lnTo>
                  <a:pt x="41733" y="43000"/>
                </a:lnTo>
                <a:lnTo>
                  <a:pt x="27202" y="43000"/>
                </a:lnTo>
                <a:lnTo>
                  <a:pt x="28723" y="36495"/>
                </a:lnTo>
                <a:cubicBezTo>
                  <a:pt x="31821" y="36326"/>
                  <a:pt x="34285" y="36129"/>
                  <a:pt x="36116" y="35904"/>
                </a:cubicBezTo>
                <a:cubicBezTo>
                  <a:pt x="37946" y="35679"/>
                  <a:pt x="39495" y="35185"/>
                  <a:pt x="40762" y="34426"/>
                </a:cubicBezTo>
                <a:cubicBezTo>
                  <a:pt x="42029" y="33665"/>
                  <a:pt x="42972" y="32384"/>
                  <a:pt x="43592" y="30582"/>
                </a:cubicBezTo>
                <a:cubicBezTo>
                  <a:pt x="46858" y="20275"/>
                  <a:pt x="51772" y="12601"/>
                  <a:pt x="58333" y="7561"/>
                </a:cubicBezTo>
                <a:cubicBezTo>
                  <a:pt x="64895" y="2520"/>
                  <a:pt x="73441" y="0"/>
                  <a:pt x="83973" y="0"/>
                </a:cubicBezTo>
                <a:cubicBezTo>
                  <a:pt x="87071" y="0"/>
                  <a:pt x="89802" y="155"/>
                  <a:pt x="92168" y="465"/>
                </a:cubicBezTo>
                <a:cubicBezTo>
                  <a:pt x="94533" y="774"/>
                  <a:pt x="96814" y="1155"/>
                  <a:pt x="99010" y="1605"/>
                </a:cubicBezTo>
                <a:lnTo>
                  <a:pt x="95547" y="17318"/>
                </a:lnTo>
                <a:lnTo>
                  <a:pt x="87183" y="17318"/>
                </a:lnTo>
                <a:cubicBezTo>
                  <a:pt x="86789" y="14108"/>
                  <a:pt x="85831" y="11757"/>
                  <a:pt x="84311" y="10264"/>
                </a:cubicBezTo>
                <a:cubicBezTo>
                  <a:pt x="82790" y="8772"/>
                  <a:pt x="80762" y="8025"/>
                  <a:pt x="78228" y="8025"/>
                </a:cubicBezTo>
                <a:cubicBezTo>
                  <a:pt x="75300" y="8025"/>
                  <a:pt x="72835" y="8659"/>
                  <a:pt x="70837" y="9926"/>
                </a:cubicBezTo>
                <a:cubicBezTo>
                  <a:pt x="68837" y="11194"/>
                  <a:pt x="67091" y="13109"/>
                  <a:pt x="65598" y="15671"/>
                </a:cubicBezTo>
                <a:cubicBezTo>
                  <a:pt x="64106" y="18233"/>
                  <a:pt x="62824" y="21232"/>
                  <a:pt x="61754" y="24668"/>
                </a:cubicBezTo>
                <a:cubicBezTo>
                  <a:pt x="60684" y="28104"/>
                  <a:pt x="59953" y="31088"/>
                  <a:pt x="59559" y="33623"/>
                </a:cubicBezTo>
                <a:lnTo>
                  <a:pt x="82959" y="33623"/>
                </a:lnTo>
                <a:lnTo>
                  <a:pt x="81101" y="43000"/>
                </a:lnTo>
                <a:lnTo>
                  <a:pt x="57615" y="43000"/>
                </a:lnTo>
                <a:lnTo>
                  <a:pt x="42324" y="1153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BCBA69F8-80A4-4BB9-86D0-21D44214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1977" y="334438"/>
            <a:ext cx="133921" cy="163362"/>
          </a:xfrm>
          <a:custGeom xmlns:a="http://schemas.openxmlformats.org/drawingml/2006/main">
            <a:pathLst>
              <a:path w="133921" h="163362">
                <a:moveTo>
                  <a:pt x="62951" y="163362"/>
                </a:moveTo>
                <a:lnTo>
                  <a:pt x="12566" y="163362"/>
                </a:lnTo>
                <a:lnTo>
                  <a:pt x="13883" y="157498"/>
                </a:lnTo>
                <a:cubicBezTo>
                  <a:pt x="17074" y="157019"/>
                  <a:pt x="19427" y="156380"/>
                  <a:pt x="20944" y="155583"/>
                </a:cubicBezTo>
                <a:cubicBezTo>
                  <a:pt x="22459" y="154785"/>
                  <a:pt x="23796" y="153548"/>
                  <a:pt x="24953" y="151873"/>
                </a:cubicBezTo>
                <a:cubicBezTo>
                  <a:pt x="26110" y="150197"/>
                  <a:pt x="27267" y="147564"/>
                  <a:pt x="28423" y="143974"/>
                </a:cubicBezTo>
                <a:cubicBezTo>
                  <a:pt x="29580" y="140383"/>
                  <a:pt x="30957" y="134958"/>
                  <a:pt x="32552" y="127698"/>
                </a:cubicBezTo>
                <a:lnTo>
                  <a:pt x="58164" y="10532"/>
                </a:lnTo>
                <a:lnTo>
                  <a:pt x="42965" y="10532"/>
                </a:lnTo>
                <a:cubicBezTo>
                  <a:pt x="38017" y="10532"/>
                  <a:pt x="34069" y="11250"/>
                  <a:pt x="31116" y="12686"/>
                </a:cubicBezTo>
                <a:cubicBezTo>
                  <a:pt x="28164" y="14122"/>
                  <a:pt x="25212" y="16795"/>
                  <a:pt x="22261" y="20704"/>
                </a:cubicBezTo>
                <a:cubicBezTo>
                  <a:pt x="19308" y="24614"/>
                  <a:pt x="15718" y="31156"/>
                  <a:pt x="11489" y="40332"/>
                </a:cubicBezTo>
                <a:lnTo>
                  <a:pt x="0" y="40332"/>
                </a:lnTo>
                <a:lnTo>
                  <a:pt x="8976" y="0"/>
                </a:lnTo>
                <a:lnTo>
                  <a:pt x="133921" y="0"/>
                </a:lnTo>
                <a:lnTo>
                  <a:pt x="124586" y="42127"/>
                </a:lnTo>
                <a:lnTo>
                  <a:pt x="113097" y="42127"/>
                </a:lnTo>
                <a:cubicBezTo>
                  <a:pt x="113097" y="34388"/>
                  <a:pt x="112897" y="28583"/>
                  <a:pt x="112498" y="24714"/>
                </a:cubicBezTo>
                <a:cubicBezTo>
                  <a:pt x="112099" y="20844"/>
                  <a:pt x="111341" y="17892"/>
                  <a:pt x="110224" y="15857"/>
                </a:cubicBezTo>
                <a:cubicBezTo>
                  <a:pt x="109107" y="13823"/>
                  <a:pt x="107731" y="12427"/>
                  <a:pt x="106095" y="11669"/>
                </a:cubicBezTo>
                <a:cubicBezTo>
                  <a:pt x="104460" y="10911"/>
                  <a:pt x="101567" y="10532"/>
                  <a:pt x="97418" y="10532"/>
                </a:cubicBezTo>
                <a:lnTo>
                  <a:pt x="79706" y="10532"/>
                </a:lnTo>
                <a:lnTo>
                  <a:pt x="53736" y="128535"/>
                </a:lnTo>
                <a:cubicBezTo>
                  <a:pt x="53017" y="131647"/>
                  <a:pt x="52519" y="134120"/>
                  <a:pt x="52240" y="135955"/>
                </a:cubicBezTo>
                <a:cubicBezTo>
                  <a:pt x="51960" y="137790"/>
                  <a:pt x="51722" y="139725"/>
                  <a:pt x="51522" y="141760"/>
                </a:cubicBezTo>
                <a:cubicBezTo>
                  <a:pt x="51322" y="143794"/>
                  <a:pt x="51223" y="145609"/>
                  <a:pt x="51223" y="147205"/>
                </a:cubicBezTo>
                <a:cubicBezTo>
                  <a:pt x="51223" y="149678"/>
                  <a:pt x="51621" y="151613"/>
                  <a:pt x="52419" y="153010"/>
                </a:cubicBezTo>
                <a:cubicBezTo>
                  <a:pt x="53217" y="154406"/>
                  <a:pt x="54414" y="155423"/>
                  <a:pt x="56009" y="156061"/>
                </a:cubicBezTo>
                <a:cubicBezTo>
                  <a:pt x="57605" y="156700"/>
                  <a:pt x="60358" y="157178"/>
                  <a:pt x="64268" y="157498"/>
                </a:cubicBezTo>
                <a:lnTo>
                  <a:pt x="62951" y="16336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FC491127-6945-4BE3-AD80-BD92D84C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8151" y="459990"/>
            <a:ext cx="85071" cy="86253"/>
          </a:xfrm>
          <a:custGeom xmlns:a="http://schemas.openxmlformats.org/drawingml/2006/main">
            <a:pathLst>
              <a:path w="85071" h="86253">
                <a:moveTo>
                  <a:pt x="23400" y="31173"/>
                </a:moveTo>
                <a:cubicBezTo>
                  <a:pt x="24190" y="27906"/>
                  <a:pt x="24738" y="25203"/>
                  <a:pt x="25048" y="23063"/>
                </a:cubicBezTo>
                <a:cubicBezTo>
                  <a:pt x="25358" y="20923"/>
                  <a:pt x="25512" y="19121"/>
                  <a:pt x="25512" y="17656"/>
                </a:cubicBezTo>
                <a:cubicBezTo>
                  <a:pt x="25512" y="13545"/>
                  <a:pt x="23851" y="11489"/>
                  <a:pt x="20529" y="11489"/>
                </a:cubicBezTo>
                <a:cubicBezTo>
                  <a:pt x="19459" y="11489"/>
                  <a:pt x="18403" y="11700"/>
                  <a:pt x="17361" y="12123"/>
                </a:cubicBezTo>
                <a:cubicBezTo>
                  <a:pt x="16318" y="12545"/>
                  <a:pt x="15235" y="13179"/>
                  <a:pt x="14108" y="14024"/>
                </a:cubicBezTo>
                <a:cubicBezTo>
                  <a:pt x="12981" y="14868"/>
                  <a:pt x="11743" y="15938"/>
                  <a:pt x="10391" y="17234"/>
                </a:cubicBezTo>
                <a:cubicBezTo>
                  <a:pt x="9040" y="18529"/>
                  <a:pt x="7519" y="20050"/>
                  <a:pt x="5829" y="21796"/>
                </a:cubicBezTo>
                <a:lnTo>
                  <a:pt x="0" y="16305"/>
                </a:lnTo>
                <a:cubicBezTo>
                  <a:pt x="2816" y="13432"/>
                  <a:pt x="5393" y="10968"/>
                  <a:pt x="7730" y="8913"/>
                </a:cubicBezTo>
                <a:cubicBezTo>
                  <a:pt x="10067" y="6857"/>
                  <a:pt x="12305" y="5167"/>
                  <a:pt x="14446" y="3844"/>
                </a:cubicBezTo>
                <a:cubicBezTo>
                  <a:pt x="16586" y="2520"/>
                  <a:pt x="18698" y="1549"/>
                  <a:pt x="20782" y="929"/>
                </a:cubicBezTo>
                <a:cubicBezTo>
                  <a:pt x="22866" y="310"/>
                  <a:pt x="25034" y="0"/>
                  <a:pt x="27287" y="0"/>
                </a:cubicBezTo>
                <a:cubicBezTo>
                  <a:pt x="31454" y="0"/>
                  <a:pt x="34678" y="1366"/>
                  <a:pt x="36960" y="4097"/>
                </a:cubicBezTo>
                <a:cubicBezTo>
                  <a:pt x="39241" y="6829"/>
                  <a:pt x="40381" y="10419"/>
                  <a:pt x="40381" y="14868"/>
                </a:cubicBezTo>
                <a:cubicBezTo>
                  <a:pt x="40381" y="17403"/>
                  <a:pt x="39987" y="19656"/>
                  <a:pt x="39198" y="21627"/>
                </a:cubicBezTo>
                <a:lnTo>
                  <a:pt x="40381" y="22134"/>
                </a:lnTo>
                <a:cubicBezTo>
                  <a:pt x="46069" y="14531"/>
                  <a:pt x="51603" y="8941"/>
                  <a:pt x="56981" y="5365"/>
                </a:cubicBezTo>
                <a:cubicBezTo>
                  <a:pt x="62360" y="1788"/>
                  <a:pt x="67894" y="0"/>
                  <a:pt x="73581" y="0"/>
                </a:cubicBezTo>
                <a:cubicBezTo>
                  <a:pt x="75722" y="0"/>
                  <a:pt x="77735" y="113"/>
                  <a:pt x="79622" y="338"/>
                </a:cubicBezTo>
                <a:cubicBezTo>
                  <a:pt x="81509" y="563"/>
                  <a:pt x="83324" y="845"/>
                  <a:pt x="85071" y="1183"/>
                </a:cubicBezTo>
                <a:lnTo>
                  <a:pt x="80762" y="21627"/>
                </a:lnTo>
                <a:lnTo>
                  <a:pt x="70962" y="21627"/>
                </a:lnTo>
                <a:cubicBezTo>
                  <a:pt x="70681" y="18248"/>
                  <a:pt x="69963" y="15826"/>
                  <a:pt x="68808" y="14362"/>
                </a:cubicBezTo>
                <a:cubicBezTo>
                  <a:pt x="67654" y="12897"/>
                  <a:pt x="65979" y="12165"/>
                  <a:pt x="63782" y="12165"/>
                </a:cubicBezTo>
                <a:cubicBezTo>
                  <a:pt x="62486" y="12109"/>
                  <a:pt x="60994" y="12503"/>
                  <a:pt x="59305" y="13348"/>
                </a:cubicBezTo>
                <a:cubicBezTo>
                  <a:pt x="57615" y="14193"/>
                  <a:pt x="55826" y="15403"/>
                  <a:pt x="53940" y="16980"/>
                </a:cubicBezTo>
                <a:cubicBezTo>
                  <a:pt x="52053" y="18557"/>
                  <a:pt x="50181" y="20416"/>
                  <a:pt x="48322" y="22556"/>
                </a:cubicBezTo>
                <a:cubicBezTo>
                  <a:pt x="46463" y="24696"/>
                  <a:pt x="44703" y="27033"/>
                  <a:pt x="43042" y="29568"/>
                </a:cubicBezTo>
                <a:cubicBezTo>
                  <a:pt x="41381" y="32102"/>
                  <a:pt x="39931" y="34792"/>
                  <a:pt x="38692" y="37636"/>
                </a:cubicBezTo>
                <a:cubicBezTo>
                  <a:pt x="37452" y="40480"/>
                  <a:pt x="36523" y="43338"/>
                  <a:pt x="35904" y="46210"/>
                </a:cubicBezTo>
                <a:lnTo>
                  <a:pt x="27287" y="86253"/>
                </a:lnTo>
                <a:lnTo>
                  <a:pt x="10729" y="86253"/>
                </a:lnTo>
                <a:lnTo>
                  <a:pt x="23400" y="3117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768F9931-F31F-4E5D-B45B-5D3607DB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9222" y="459990"/>
            <a:ext cx="94026" cy="87774"/>
          </a:xfrm>
          <a:custGeom xmlns:a="http://schemas.openxmlformats.org/drawingml/2006/main">
            <a:pathLst>
              <a:path w="94026" h="87774">
                <a:moveTo>
                  <a:pt x="53898" y="65302"/>
                </a:moveTo>
                <a:cubicBezTo>
                  <a:pt x="51026" y="69301"/>
                  <a:pt x="48238" y="72708"/>
                  <a:pt x="45534" y="75525"/>
                </a:cubicBezTo>
                <a:cubicBezTo>
                  <a:pt x="42831" y="78341"/>
                  <a:pt x="40156" y="80664"/>
                  <a:pt x="37509" y="82494"/>
                </a:cubicBezTo>
                <a:cubicBezTo>
                  <a:pt x="34862" y="84325"/>
                  <a:pt x="32187" y="85662"/>
                  <a:pt x="29484" y="86507"/>
                </a:cubicBezTo>
                <a:cubicBezTo>
                  <a:pt x="26780" y="87352"/>
                  <a:pt x="23964" y="87774"/>
                  <a:pt x="21035" y="87774"/>
                </a:cubicBezTo>
                <a:cubicBezTo>
                  <a:pt x="14334" y="87774"/>
                  <a:pt x="9152" y="85366"/>
                  <a:pt x="5491" y="80551"/>
                </a:cubicBezTo>
                <a:cubicBezTo>
                  <a:pt x="1830" y="75736"/>
                  <a:pt x="0" y="68738"/>
                  <a:pt x="0" y="59558"/>
                </a:cubicBezTo>
                <a:cubicBezTo>
                  <a:pt x="0" y="54095"/>
                  <a:pt x="577" y="48843"/>
                  <a:pt x="1732" y="43803"/>
                </a:cubicBezTo>
                <a:cubicBezTo>
                  <a:pt x="2886" y="38762"/>
                  <a:pt x="4520" y="34031"/>
                  <a:pt x="6632" y="29610"/>
                </a:cubicBezTo>
                <a:cubicBezTo>
                  <a:pt x="8744" y="25189"/>
                  <a:pt x="11264" y="21162"/>
                  <a:pt x="14192" y="17530"/>
                </a:cubicBezTo>
                <a:cubicBezTo>
                  <a:pt x="17122" y="13897"/>
                  <a:pt x="20332" y="10785"/>
                  <a:pt x="23823" y="8195"/>
                </a:cubicBezTo>
                <a:cubicBezTo>
                  <a:pt x="27315" y="5604"/>
                  <a:pt x="31032" y="3590"/>
                  <a:pt x="34975" y="2154"/>
                </a:cubicBezTo>
                <a:cubicBezTo>
                  <a:pt x="38917" y="718"/>
                  <a:pt x="43000" y="0"/>
                  <a:pt x="47224" y="0"/>
                </a:cubicBezTo>
                <a:cubicBezTo>
                  <a:pt x="51674" y="0"/>
                  <a:pt x="55601" y="521"/>
                  <a:pt x="59009" y="1563"/>
                </a:cubicBezTo>
                <a:cubicBezTo>
                  <a:pt x="62416" y="2605"/>
                  <a:pt x="65528" y="4027"/>
                  <a:pt x="68344" y="5829"/>
                </a:cubicBezTo>
                <a:lnTo>
                  <a:pt x="76538" y="0"/>
                </a:lnTo>
                <a:lnTo>
                  <a:pt x="83381" y="1774"/>
                </a:lnTo>
                <a:lnTo>
                  <a:pt x="70625" y="57108"/>
                </a:lnTo>
                <a:cubicBezTo>
                  <a:pt x="69892" y="60262"/>
                  <a:pt x="69386" y="62867"/>
                  <a:pt x="69104" y="64922"/>
                </a:cubicBezTo>
                <a:cubicBezTo>
                  <a:pt x="68822" y="66978"/>
                  <a:pt x="68682" y="68794"/>
                  <a:pt x="68682" y="70371"/>
                </a:cubicBezTo>
                <a:cubicBezTo>
                  <a:pt x="68682" y="72511"/>
                  <a:pt x="69118" y="74060"/>
                  <a:pt x="69991" y="75018"/>
                </a:cubicBezTo>
                <a:cubicBezTo>
                  <a:pt x="70864" y="75975"/>
                  <a:pt x="72117" y="76454"/>
                  <a:pt x="73750" y="76454"/>
                </a:cubicBezTo>
                <a:cubicBezTo>
                  <a:pt x="74764" y="76454"/>
                  <a:pt x="75764" y="76257"/>
                  <a:pt x="76749" y="75862"/>
                </a:cubicBezTo>
                <a:cubicBezTo>
                  <a:pt x="77735" y="75468"/>
                  <a:pt x="78805" y="74849"/>
                  <a:pt x="79960" y="74004"/>
                </a:cubicBezTo>
                <a:cubicBezTo>
                  <a:pt x="81115" y="73159"/>
                  <a:pt x="82382" y="72075"/>
                  <a:pt x="83761" y="70751"/>
                </a:cubicBezTo>
                <a:cubicBezTo>
                  <a:pt x="85141" y="69428"/>
                  <a:pt x="86704" y="67837"/>
                  <a:pt x="88450" y="65978"/>
                </a:cubicBezTo>
                <a:cubicBezTo>
                  <a:pt x="89351" y="66936"/>
                  <a:pt x="90281" y="67879"/>
                  <a:pt x="91238" y="68809"/>
                </a:cubicBezTo>
                <a:cubicBezTo>
                  <a:pt x="92196" y="69738"/>
                  <a:pt x="93124" y="70653"/>
                  <a:pt x="94026" y="71554"/>
                </a:cubicBezTo>
                <a:cubicBezTo>
                  <a:pt x="91209" y="74426"/>
                  <a:pt x="88647" y="76890"/>
                  <a:pt x="86338" y="78946"/>
                </a:cubicBezTo>
                <a:cubicBezTo>
                  <a:pt x="84029" y="81002"/>
                  <a:pt x="81790" y="82691"/>
                  <a:pt x="79622" y="84015"/>
                </a:cubicBezTo>
                <a:cubicBezTo>
                  <a:pt x="77454" y="85338"/>
                  <a:pt x="75328" y="86296"/>
                  <a:pt x="73243" y="86887"/>
                </a:cubicBezTo>
                <a:cubicBezTo>
                  <a:pt x="71160" y="87478"/>
                  <a:pt x="68991" y="87774"/>
                  <a:pt x="66739" y="87774"/>
                </a:cubicBezTo>
                <a:cubicBezTo>
                  <a:pt x="62684" y="87774"/>
                  <a:pt x="59530" y="86465"/>
                  <a:pt x="57277" y="83846"/>
                </a:cubicBezTo>
                <a:cubicBezTo>
                  <a:pt x="55024" y="81227"/>
                  <a:pt x="53898" y="77637"/>
                  <a:pt x="53898" y="73075"/>
                </a:cubicBezTo>
                <a:cubicBezTo>
                  <a:pt x="53898" y="70540"/>
                  <a:pt x="54292" y="68119"/>
                  <a:pt x="55081" y="65809"/>
                </a:cubicBezTo>
                <a:lnTo>
                  <a:pt x="53898" y="65302"/>
                </a:lnTo>
                <a:moveTo>
                  <a:pt x="59389" y="38438"/>
                </a:moveTo>
                <a:cubicBezTo>
                  <a:pt x="60178" y="34946"/>
                  <a:pt x="60797" y="31792"/>
                  <a:pt x="61248" y="28977"/>
                </a:cubicBezTo>
                <a:cubicBezTo>
                  <a:pt x="61698" y="26161"/>
                  <a:pt x="61924" y="23485"/>
                  <a:pt x="61924" y="20951"/>
                </a:cubicBezTo>
                <a:cubicBezTo>
                  <a:pt x="61924" y="16445"/>
                  <a:pt x="60868" y="13221"/>
                  <a:pt x="58755" y="11278"/>
                </a:cubicBezTo>
                <a:cubicBezTo>
                  <a:pt x="56643" y="9335"/>
                  <a:pt x="53307" y="8364"/>
                  <a:pt x="48744" y="8364"/>
                </a:cubicBezTo>
                <a:cubicBezTo>
                  <a:pt x="45422" y="8364"/>
                  <a:pt x="42324" y="9096"/>
                  <a:pt x="39452" y="10560"/>
                </a:cubicBezTo>
                <a:cubicBezTo>
                  <a:pt x="36579" y="12024"/>
                  <a:pt x="33961" y="14024"/>
                  <a:pt x="31596" y="16558"/>
                </a:cubicBezTo>
                <a:cubicBezTo>
                  <a:pt x="29230" y="19092"/>
                  <a:pt x="27132" y="22021"/>
                  <a:pt x="25301" y="25344"/>
                </a:cubicBezTo>
                <a:cubicBezTo>
                  <a:pt x="23471" y="28667"/>
                  <a:pt x="21922" y="32187"/>
                  <a:pt x="20655" y="35904"/>
                </a:cubicBezTo>
                <a:cubicBezTo>
                  <a:pt x="19388" y="39621"/>
                  <a:pt x="18431" y="43437"/>
                  <a:pt x="17783" y="47351"/>
                </a:cubicBezTo>
                <a:cubicBezTo>
                  <a:pt x="17136" y="51265"/>
                  <a:pt x="16811" y="55024"/>
                  <a:pt x="16811" y="58629"/>
                </a:cubicBezTo>
                <a:cubicBezTo>
                  <a:pt x="16811" y="64711"/>
                  <a:pt x="17670" y="69231"/>
                  <a:pt x="19388" y="72188"/>
                </a:cubicBezTo>
                <a:cubicBezTo>
                  <a:pt x="21106" y="75144"/>
                  <a:pt x="23880" y="76623"/>
                  <a:pt x="27709" y="76623"/>
                </a:cubicBezTo>
                <a:cubicBezTo>
                  <a:pt x="29624" y="76623"/>
                  <a:pt x="31468" y="76285"/>
                  <a:pt x="33243" y="75609"/>
                </a:cubicBezTo>
                <a:cubicBezTo>
                  <a:pt x="35017" y="74933"/>
                  <a:pt x="36889" y="73863"/>
                  <a:pt x="38861" y="72399"/>
                </a:cubicBezTo>
                <a:cubicBezTo>
                  <a:pt x="43817" y="68513"/>
                  <a:pt x="48041" y="63782"/>
                  <a:pt x="51532" y="58206"/>
                </a:cubicBezTo>
                <a:cubicBezTo>
                  <a:pt x="55024" y="52631"/>
                  <a:pt x="57643" y="46041"/>
                  <a:pt x="59389" y="3843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D3C87E6B-2195-4067-8736-18A0B7F8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3462" y="461764"/>
            <a:ext cx="132463" cy="85831"/>
          </a:xfrm>
          <a:custGeom xmlns:a="http://schemas.openxmlformats.org/drawingml/2006/main">
            <a:pathLst>
              <a:path w="132463" h="85831">
                <a:moveTo>
                  <a:pt x="84648" y="68597"/>
                </a:moveTo>
                <a:cubicBezTo>
                  <a:pt x="93940" y="55925"/>
                  <a:pt x="100967" y="44844"/>
                  <a:pt x="105725" y="35355"/>
                </a:cubicBezTo>
                <a:cubicBezTo>
                  <a:pt x="110485" y="25865"/>
                  <a:pt x="112864" y="18276"/>
                  <a:pt x="112864" y="12587"/>
                </a:cubicBezTo>
                <a:cubicBezTo>
                  <a:pt x="112864" y="10109"/>
                  <a:pt x="112273" y="8364"/>
                  <a:pt x="111090" y="7350"/>
                </a:cubicBezTo>
                <a:cubicBezTo>
                  <a:pt x="109908" y="6336"/>
                  <a:pt x="107767" y="5688"/>
                  <a:pt x="104669" y="5407"/>
                </a:cubicBezTo>
                <a:lnTo>
                  <a:pt x="105683" y="0"/>
                </a:lnTo>
                <a:lnTo>
                  <a:pt x="129507" y="0"/>
                </a:lnTo>
                <a:lnTo>
                  <a:pt x="132463" y="4900"/>
                </a:lnTo>
                <a:cubicBezTo>
                  <a:pt x="130098" y="11039"/>
                  <a:pt x="127493" y="17093"/>
                  <a:pt x="124648" y="23063"/>
                </a:cubicBezTo>
                <a:cubicBezTo>
                  <a:pt x="121805" y="29033"/>
                  <a:pt x="118467" y="35242"/>
                  <a:pt x="114638" y="41690"/>
                </a:cubicBezTo>
                <a:cubicBezTo>
                  <a:pt x="110808" y="48139"/>
                  <a:pt x="106331" y="54968"/>
                  <a:pt x="101205" y="62177"/>
                </a:cubicBezTo>
                <a:cubicBezTo>
                  <a:pt x="96080" y="69386"/>
                  <a:pt x="90055" y="77270"/>
                  <a:pt x="83127" y="85831"/>
                </a:cubicBezTo>
                <a:lnTo>
                  <a:pt x="72314" y="85831"/>
                </a:lnTo>
                <a:lnTo>
                  <a:pt x="65471" y="27202"/>
                </a:lnTo>
                <a:cubicBezTo>
                  <a:pt x="61754" y="35763"/>
                  <a:pt x="57065" y="44887"/>
                  <a:pt x="51405" y="54574"/>
                </a:cubicBezTo>
                <a:cubicBezTo>
                  <a:pt x="45745" y="64261"/>
                  <a:pt x="39086" y="74680"/>
                  <a:pt x="31426" y="85831"/>
                </a:cubicBezTo>
                <a:lnTo>
                  <a:pt x="19092" y="85831"/>
                </a:lnTo>
                <a:lnTo>
                  <a:pt x="11151" y="22049"/>
                </a:lnTo>
                <a:cubicBezTo>
                  <a:pt x="10700" y="18670"/>
                  <a:pt x="10306" y="15952"/>
                  <a:pt x="9968" y="13897"/>
                </a:cubicBezTo>
                <a:cubicBezTo>
                  <a:pt x="9630" y="11841"/>
                  <a:pt x="9109" y="10236"/>
                  <a:pt x="8406" y="9081"/>
                </a:cubicBezTo>
                <a:cubicBezTo>
                  <a:pt x="7701" y="7927"/>
                  <a:pt x="6702" y="7096"/>
                  <a:pt x="5407" y="6589"/>
                </a:cubicBezTo>
                <a:cubicBezTo>
                  <a:pt x="4111" y="6082"/>
                  <a:pt x="2308" y="5688"/>
                  <a:pt x="0" y="5407"/>
                </a:cubicBezTo>
                <a:lnTo>
                  <a:pt x="1267" y="0"/>
                </a:lnTo>
                <a:lnTo>
                  <a:pt x="25682" y="0"/>
                </a:lnTo>
                <a:lnTo>
                  <a:pt x="32271" y="68597"/>
                </a:lnTo>
                <a:cubicBezTo>
                  <a:pt x="35875" y="63021"/>
                  <a:pt x="39057" y="57981"/>
                  <a:pt x="41817" y="53475"/>
                </a:cubicBezTo>
                <a:cubicBezTo>
                  <a:pt x="44577" y="48970"/>
                  <a:pt x="46999" y="44830"/>
                  <a:pt x="49082" y="41057"/>
                </a:cubicBezTo>
                <a:cubicBezTo>
                  <a:pt x="51166" y="37283"/>
                  <a:pt x="52968" y="33792"/>
                  <a:pt x="54489" y="30582"/>
                </a:cubicBezTo>
                <a:cubicBezTo>
                  <a:pt x="56009" y="27371"/>
                  <a:pt x="57290" y="24302"/>
                  <a:pt x="58332" y="21373"/>
                </a:cubicBezTo>
                <a:cubicBezTo>
                  <a:pt x="59375" y="18445"/>
                  <a:pt x="60247" y="15572"/>
                  <a:pt x="60951" y="12756"/>
                </a:cubicBezTo>
                <a:cubicBezTo>
                  <a:pt x="61656" y="9940"/>
                  <a:pt x="62261" y="7040"/>
                  <a:pt x="62768" y="4055"/>
                </a:cubicBezTo>
                <a:lnTo>
                  <a:pt x="63782" y="0"/>
                </a:lnTo>
                <a:lnTo>
                  <a:pt x="77298" y="0"/>
                </a:lnTo>
                <a:lnTo>
                  <a:pt x="84648" y="685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retrieve-live">
            <a:extLst xmlns:a="http://schemas.openxmlformats.org/drawingml/2006/main">
              <a:ext uri="{FF2B5EF4-FFF2-40B4-BE49-F238E27FC236}">
                <a16:creationId xmlns:a16="http://schemas.microsoft.com/office/drawing/2014/main" id="{C5472A20-35B2-4141-97C2-D7471FE1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43875" y="22002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Retrieve</a:t>
            </a:r>
          </a:p>
        </p:txBody>
      </p:sp>
    </p:spTree>
    <p:extLst>
      <p:ext uri="{BB962C8B-B14F-4D97-AF65-F5344CB8AC3E}">
        <p14:creationId xmlns:p14="http://schemas.microsoft.com/office/powerpoint/2010/main" val="656221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2026-10-09T21:51:51.2060000Z</dcterms:created>
  <dcterms:modified xsi:type="dcterms:W3CDTF">2026-10-09T21:51:51.2060000Z</dcterms:modified>
</coreProperties>
</file>