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027c5446db43db" /><Relationship Type="http://schemas.openxmlformats.org/officeDocument/2006/relationships/extended-properties" Target="/docProps/app.xml" Id="R5877820c3ac640fe" /><Relationship Type="http://schemas.openxmlformats.org/officeDocument/2006/relationships/officeDocument" Target="/ppt/presentation.xml" Id="R4762aed0500a4a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3794ac362546cb"/>
  </p:sldMasterIdLst>
  <p:notesMasterIdLst>
    <p:notesMasterId xmlns:r="http://schemas.openxmlformats.org/officeDocument/2006/relationships" r:id="R88e833542f524f7d"/>
  </p:notesMasterIdLst>
  <p:sldIdLst>
    <p:sldId xmlns:r="http://schemas.openxmlformats.org/officeDocument/2006/relationships" id="256" r:id="Rfba560230f3b4313"/>
  </p:sldIdLst>
  <p:sldSz cx="13373100" cy="38004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6cc5e249824a3d" /><Relationship Type="http://schemas.openxmlformats.org/officeDocument/2006/relationships/slideMaster" Target="/ppt/slideMasters/slideMaster1.xml" Id="Rdc3794ac362546cb" /><Relationship Type="http://schemas.openxmlformats.org/officeDocument/2006/relationships/notesMaster" Target="/ppt/notesMasters/notesMaster1.xml" Id="R88e833542f524f7d" /><Relationship Type="http://schemas.openxmlformats.org/officeDocument/2006/relationships/presProps" Target="/ppt/presProps.xml" Id="Rbf487a1c81654c0f" /><Relationship Type="http://schemas.openxmlformats.org/officeDocument/2006/relationships/tableStyles" Target="/ppt/tableStyles.xml" Id="R68c0bcad90c64e72" /><Relationship Type="http://schemas.openxmlformats.org/officeDocument/2006/relationships/slide" Target="/ppt/slides/slide1.xml" Id="Rfba560230f3b43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6d6373e7c046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6c35359b124e54" /><Relationship Type="http://schemas.openxmlformats.org/officeDocument/2006/relationships/notesMaster" Target="/ppt/notesMasters/notesMaster1.xml" Id="R694de1da315949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"Behavior Contrastive Learning for Unsupervised Skill Discovery",</a:t>
            </a:r>
          </a:p>
          <a:p xmlns:a="http://schemas.openxmlformats.org/drawingml/2006/main">
            <a:r>
              <a:t>  "paper_url": "https://arxiv.org/abs/2305.04477v1",</a:t>
            </a:r>
          </a:p>
          <a:p xmlns:a="http://schemas.openxmlformats.org/drawingml/2006/main">
            <a:r>
              <a:t>  "figure": "Figure 3",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"Original vector geometry and editable text; source photo/plot/formula assets preserved separately with their transparency. Internal pixels of raster subassets are not editable. Freeform arrows lack semantic endpoint attachment. Independent cross-format QA pending. 39 ordinary Calibri label spans restored as typeable text; only mathematical symbols remain glyph paths.",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"17c5a946c854b64a8042503b5831c6708ea15364be8090872edd3aad5d37c362",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66,</a:t>
            </a:r>
          </a:p>
          <a:p xmlns:a="http://schemas.openxmlformats.org/drawingml/2006/main">
            <a:r>
              <a:t>    68,</a:t>
            </a:r>
          </a:p>
          <a:p xmlns:a="http://schemas.openxmlformats.org/drawingml/2006/main">
            <a:r>
              <a:t>    534,</a:t>
            </a:r>
          </a:p>
          <a:p xmlns:a="http://schemas.openxmlformats.org/drawingml/2006/main">
            <a:r>
              <a:t>    201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"44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crosses crop boundary: 3"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81368758b4f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d9af6e4c545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02a7b36bc42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e33a1cf784e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57eb22e2d4f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4c6788ba047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F3A267-4145-4A22-B05D-57E335B5C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7310" y="1435735"/>
            <a:ext cx="10698480" cy="548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A53A20-4FD7-4C71-A6D0-5BF4E9F3EA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05965" y="2090261"/>
            <a:ext cx="9361170" cy="422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843271-D956-47DB-80AA-C1D78EB17F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7310" y="1583531"/>
            <a:ext cx="10698480" cy="633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9F0102-F788-4735-B8F9-600683D94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2237" y="295593"/>
            <a:ext cx="11868626" cy="464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2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A9870A-DA6D-4D81-8648-0A959FCFE7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2237" y="1055688"/>
            <a:ext cx="11868626" cy="236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668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1pPr>
            <a:lvl2pPr marL="29559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2pPr>
            <a:lvl3pPr marL="46450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3pPr>
            <a:lvl4pPr marL="63341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4pPr>
            <a:lvl5pPr marL="80232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5pPr>
            <a:lvl6pPr marL="97123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6pPr>
            <a:lvl7pPr marL="114014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7pPr>
            <a:lvl8pPr marL="130905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8pPr>
            <a:lvl9pPr marL="147796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0AFCA4-56EF-47FA-A08A-92E70E002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2237" y="295593"/>
            <a:ext cx="11868626" cy="464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2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FB29EA-4986-4E94-8EE0-D3C4DF018D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2237" y="1055688"/>
            <a:ext cx="5516404" cy="236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668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1pPr>
            <a:lvl2pPr marL="29559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2pPr>
            <a:lvl3pPr marL="46450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3pPr>
            <a:lvl4pPr marL="63341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4pPr>
            <a:lvl5pPr marL="80232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5pPr>
            <a:lvl6pPr marL="97123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6pPr>
            <a:lvl7pPr marL="114014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7pPr>
            <a:lvl8pPr marL="130905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8pPr>
            <a:lvl9pPr marL="147796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BE0BD9A-010F-4D49-B624-6C3F035249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104459" y="1055688"/>
            <a:ext cx="5516404" cy="236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668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1pPr>
            <a:lvl2pPr marL="29559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2pPr>
            <a:lvl3pPr marL="46450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3pPr>
            <a:lvl4pPr marL="63341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4pPr>
            <a:lvl5pPr marL="80232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5pPr>
            <a:lvl6pPr marL="97123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6pPr>
            <a:lvl7pPr marL="114014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7pPr>
            <a:lvl8pPr marL="130905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8pPr>
            <a:lvl9pPr marL="147796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503260-0B3D-41D0-8DDC-86048656D9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2237" y="295593"/>
            <a:ext cx="11868626" cy="464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2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B1C98A-A108-4222-AB02-8C79AC01EA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2237" y="1055688"/>
            <a:ext cx="5516404" cy="2364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668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1pPr>
            <a:lvl2pPr marL="29559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2pPr>
            <a:lvl3pPr marL="46450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3pPr>
            <a:lvl4pPr marL="63341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4pPr>
            <a:lvl5pPr marL="80232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5pPr>
            <a:lvl6pPr marL="97123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6pPr>
            <a:lvl7pPr marL="114014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7pPr>
            <a:lvl8pPr marL="130905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8pPr>
            <a:lvl9pPr marL="1477963" indent="-126682">
              <a:lnSpc>
                <a:spcPct val="110000"/>
              </a:lnSpc>
              <a:spcBef>
                <a:spcPts val="0"/>
              </a:spcBef>
              <a:spcAft>
                <a:spcPts val="66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a45e070d7945a4" /><Relationship Type="http://schemas.openxmlformats.org/officeDocument/2006/relationships/slideLayout" Target="/ppt/slideLayouts/slideLayout1.xml" Id="R2dea82472fa24437" /><Relationship Type="http://schemas.openxmlformats.org/officeDocument/2006/relationships/slideLayout" Target="/ppt/slideLayouts/slideLayout2.xml" Id="R74b0c462f0cc43dd" /><Relationship Type="http://schemas.openxmlformats.org/officeDocument/2006/relationships/slideLayout" Target="/ppt/slideLayouts/slideLayout3.xml" Id="R1ffb5a3de79c4c9a" /><Relationship Type="http://schemas.openxmlformats.org/officeDocument/2006/relationships/slideLayout" Target="/ppt/slideLayouts/slideLayout4.xml" Id="R47d79b083fcd4493" /><Relationship Type="http://schemas.openxmlformats.org/officeDocument/2006/relationships/slideLayout" Target="/ppt/slideLayouts/slideLayout5.xml" Id="Rc598fbd597cd4cc0" /><Relationship Type="http://schemas.openxmlformats.org/officeDocument/2006/relationships/slideLayout" Target="/ppt/slideLayouts/slideLayout6.xml" Id="R3d284b73156e4f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ea82472fa24437"/>
    <p:sldLayoutId xmlns:r="http://schemas.openxmlformats.org/officeDocument/2006/relationships" id="2147483650" r:id="R74b0c462f0cc43dd"/>
    <p:sldLayoutId xmlns:r="http://schemas.openxmlformats.org/officeDocument/2006/relationships" id="2147483651" r:id="R1ffb5a3de79c4c9a"/>
    <p:sldLayoutId xmlns:r="http://schemas.openxmlformats.org/officeDocument/2006/relationships" id="2147483652" r:id="R47d79b083fcd4493"/>
    <p:sldLayoutId xmlns:r="http://schemas.openxmlformats.org/officeDocument/2006/relationships" id="2147483653" r:id="Rc598fbd597cd4cc0"/>
    <p:sldLayoutId xmlns:r="http://schemas.openxmlformats.org/officeDocument/2006/relationships" id="2147483654" r:id="R3d284b73156e4f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a2ba73c506437a" /><Relationship Type="http://schemas.openxmlformats.org/officeDocument/2006/relationships/image" Target="/ppt/media/image.png" Id="R8183018aeacc4988" /><Relationship Type="http://schemas.openxmlformats.org/officeDocument/2006/relationships/image" Target="/ppt/media/image2.png" Id="R825f3046a3cb4673" /><Relationship Type="http://schemas.openxmlformats.org/officeDocument/2006/relationships/image" Target="/ppt/media/image3.png" Id="Rf6b17511aa8a49e8" /><Relationship Type="http://schemas.openxmlformats.org/officeDocument/2006/relationships/image" Target="/ppt/media/image4.png" Id="R99dfac3158f2446a" /><Relationship Type="http://schemas.openxmlformats.org/officeDocument/2006/relationships/image" Target="/ppt/media/image5.png" Id="R6658e88294a64bce" /><Relationship Type="http://schemas.openxmlformats.org/officeDocument/2006/relationships/image" Target="/ppt/media/image6.png" Id="Rbf7062ed88884e36" /><Relationship Type="http://schemas.openxmlformats.org/officeDocument/2006/relationships/image" Target="/ppt/media/image7.png" Id="R1fa8e706d35d4d5c" /><Relationship Type="http://schemas.openxmlformats.org/officeDocument/2006/relationships/image" Target="/ppt/media/image8.png" Id="Ree1061a6331c49c3" /><Relationship Type="http://schemas.openxmlformats.org/officeDocument/2006/relationships/image" Target="/ppt/media/image9.png" Id="R5ec539765ea7437e" /><Relationship Type="http://schemas.openxmlformats.org/officeDocument/2006/relationships/image" Target="/ppt/media/image10.png" Id="R7548e9469b4442fd" /><Relationship Type="http://schemas.openxmlformats.org/officeDocument/2006/relationships/image" Target="/ppt/media/image11.png" Id="Raecb4195e00c42b5" /><Relationship Type="http://schemas.openxmlformats.org/officeDocument/2006/relationships/image" Target="/ppt/media/image12.png" Id="Rbdd5de7c55074cff" /><Relationship Type="http://schemas.openxmlformats.org/officeDocument/2006/relationships/image" Target="/ppt/media/image13.png" Id="R9550cfd4f16645cd" /><Relationship Type="http://schemas.openxmlformats.org/officeDocument/2006/relationships/image" Target="/ppt/media/image14.png" Id="R57996fe56cdf4c79" /><Relationship Type="http://schemas.openxmlformats.org/officeDocument/2006/relationships/image" Target="/ppt/media/image15.png" Id="R7032d5da8a3f464e" /><Relationship Type="http://schemas.openxmlformats.org/officeDocument/2006/relationships/image" Target="/ppt/media/image16.png" Id="Rba3e95a519404e75" /><Relationship Type="http://schemas.openxmlformats.org/officeDocument/2006/relationships/image" Target="/ppt/media/image17.png" Id="Rfd4330b4c3354bbe" /><Relationship Type="http://schemas.openxmlformats.org/officeDocument/2006/relationships/image" Target="/ppt/media/image18.png" Id="Ra689d711052c4ae3" /><Relationship Type="http://schemas.openxmlformats.org/officeDocument/2006/relationships/image" Target="/ppt/media/image19.png" Id="R00e5edc991544f89" /><Relationship Type="http://schemas.openxmlformats.org/officeDocument/2006/relationships/image" Target="/ppt/media/image20.png" Id="Rb8587989a29d4b58" /><Relationship Type="http://schemas.openxmlformats.org/officeDocument/2006/relationships/image" Target="/ppt/media/image21.png" Id="Ra8c626f452484ce2" /><Relationship Type="http://schemas.openxmlformats.org/officeDocument/2006/relationships/image" Target="/ppt/media/image22.png" Id="R2a24f8c536094dea" /><Relationship Type="http://schemas.openxmlformats.org/officeDocument/2006/relationships/image" Target="/ppt/media/image23.png" Id="Rd7f180abee9745f3" /><Relationship Type="http://schemas.openxmlformats.org/officeDocument/2006/relationships/image" Target="/ppt/media/image24.png" Id="Rd28a949af873480b" /><Relationship Type="http://schemas.openxmlformats.org/officeDocument/2006/relationships/image" Target="/ppt/media/image25.png" Id="R1131d57d7c93434e" /><Relationship Type="http://schemas.openxmlformats.org/officeDocument/2006/relationships/image" Target="/ppt/media/image26.png" Id="R86bfe2a0a30c416d" /><Relationship Type="http://schemas.openxmlformats.org/officeDocument/2006/relationships/image" Target="/ppt/media/image27.png" Id="Ra2efeb24e3bf49bc" /><Relationship Type="http://schemas.openxmlformats.org/officeDocument/2006/relationships/image" Target="/ppt/media/image28.png" Id="R7e57620a055f4a0c" /><Relationship Type="http://schemas.openxmlformats.org/officeDocument/2006/relationships/image" Target="/ppt/media/image29.png" Id="R5757ab32b2f14a00" /><Relationship Type="http://schemas.openxmlformats.org/officeDocument/2006/relationships/image" Target="/ppt/media/image30.png" Id="R6f6a2a5a660b4662" /><Relationship Type="http://schemas.openxmlformats.org/officeDocument/2006/relationships/image" Target="/ppt/media/image31.png" Id="R33c6949ddcc04d77" /><Relationship Type="http://schemas.openxmlformats.org/officeDocument/2006/relationships/image" Target="/ppt/media/image32.png" Id="R1606b6a3a5204d15" /><Relationship Type="http://schemas.openxmlformats.org/officeDocument/2006/relationships/image" Target="/ppt/media/image33.png" Id="R7b08c73029db474d" /><Relationship Type="http://schemas.openxmlformats.org/officeDocument/2006/relationships/image" Target="/ppt/media/image34.png" Id="Rb41811db736d4794" /><Relationship Type="http://schemas.openxmlformats.org/officeDocument/2006/relationships/image" Target="/ppt/media/image35.png" Id="R3d6290999bda4756" /><Relationship Type="http://schemas.openxmlformats.org/officeDocument/2006/relationships/image" Target="/ppt/media/image36.png" Id="Rdcdddccdb5904dc4" /><Relationship Type="http://schemas.openxmlformats.org/officeDocument/2006/relationships/image" Target="/ppt/media/image37.png" Id="Rcc52269515d84dfd" /><Relationship Type="http://schemas.openxmlformats.org/officeDocument/2006/relationships/image" Target="/ppt/media/image38.png" Id="R1fd5e2536bd048e2" /><Relationship Type="http://schemas.openxmlformats.org/officeDocument/2006/relationships/image" Target="/ppt/media/image39.png" Id="Rcf5eb90e37174305" /><Relationship Type="http://schemas.openxmlformats.org/officeDocument/2006/relationships/image" Target="/ppt/media/image40.png" Id="R61441fc019e44830" /><Relationship Type="http://schemas.openxmlformats.org/officeDocument/2006/relationships/image" Target="/ppt/media/image41.png" Id="R625a338659fe4088" /><Relationship Type="http://schemas.openxmlformats.org/officeDocument/2006/relationships/image" Target="/ppt/media/image42.png" Id="R847be4ea6b424228" /><Relationship Type="http://schemas.openxmlformats.org/officeDocument/2006/relationships/image" Target="/ppt/media/image43.png" Id="Receab1ebafc4496e" /><Relationship Type="http://schemas.openxmlformats.org/officeDocument/2006/relationships/image" Target="/ppt/media/image44.png" Id="R57018f16b7ed4a5b" /><Relationship Type="http://schemas.openxmlformats.org/officeDocument/2006/relationships/image" Target="/ppt/media/image45.png" Id="R41ea0034bd9e4cfa" /><Relationship Type="http://schemas.openxmlformats.org/officeDocument/2006/relationships/image" Target="/ppt/media/image46.png" Id="Rc549bfabb2fb4bd9" /><Relationship Type="http://schemas.openxmlformats.org/officeDocument/2006/relationships/image" Target="/ppt/media/image47.png" Id="R9e02126aa792459d" /><Relationship Type="http://schemas.openxmlformats.org/officeDocument/2006/relationships/image" Target="/ppt/media/image48.png" Id="Rd9bf8205e6fb4014" /><Relationship Type="http://schemas.openxmlformats.org/officeDocument/2006/relationships/image" Target="/ppt/media/image49.png" Id="R4154e8eaecd54184" /><Relationship Type="http://schemas.openxmlformats.org/officeDocument/2006/relationships/image" Target="/ppt/media/image50.png" Id="R68318c7da28841ff" /><Relationship Type="http://schemas.openxmlformats.org/officeDocument/2006/relationships/image" Target="/ppt/media/image51.png" Id="Ra84be266d8154630" /><Relationship Type="http://schemas.openxmlformats.org/officeDocument/2006/relationships/image" Target="/ppt/media/image52.png" Id="Radb28b58062549ab" /><Relationship Type="http://schemas.openxmlformats.org/officeDocument/2006/relationships/image" Target="/ppt/media/image53.png" Id="Rb59e5e77ecb34d5c" /><Relationship Type="http://schemas.openxmlformats.org/officeDocument/2006/relationships/image" Target="/ppt/media/image54.png" Id="Rc5150fad18eb4a48" /><Relationship Type="http://schemas.openxmlformats.org/officeDocument/2006/relationships/image" Target="/ppt/media/image55.png" Id="Rcb3401ccc90d4d8f" /><Relationship Type="http://schemas.openxmlformats.org/officeDocument/2006/relationships/image" Target="/ppt/media/image56.png" Id="R7ef713ae12b24fb7" /><Relationship Type="http://schemas.openxmlformats.org/officeDocument/2006/relationships/image" Target="/ppt/media/image57.png" Id="R06ebb6e79c664e38" /><Relationship Type="http://schemas.openxmlformats.org/officeDocument/2006/relationships/image" Target="/ppt/media/image58.png" Id="R2add129c31034498" /><Relationship Type="http://schemas.openxmlformats.org/officeDocument/2006/relationships/image" Target="/ppt/media/image59.png" Id="R72e91ba771d94984" /><Relationship Type="http://schemas.openxmlformats.org/officeDocument/2006/relationships/image" Target="/ppt/media/image60.png" Id="R2a549241ffaf4c74" /><Relationship Type="http://schemas.openxmlformats.org/officeDocument/2006/relationships/image" Target="/ppt/media/image61.png" Id="R6566d1ce28984a9b" /><Relationship Type="http://schemas.openxmlformats.org/officeDocument/2006/relationships/image" Target="/ppt/media/image62.png" Id="R3c3dbcb516b849b4" /><Relationship Type="http://schemas.openxmlformats.org/officeDocument/2006/relationships/notesSlide" Target="/ppt/notesSlides/notesSlide1.xml" Id="R1a18b8b59f0f40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pdf-path-4">
            <a:extLst xmlns:a="http://schemas.openxmlformats.org/drawingml/2006/main">
              <a:ext uri="{FF2B5EF4-FFF2-40B4-BE49-F238E27FC236}">
                <a16:creationId xmlns:a16="http://schemas.microsoft.com/office/drawing/2014/main" id="{D15F0377-AC1F-4059-8ED2-95EF0AE8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366" y="97529"/>
            <a:ext cx="2017033" cy="389271"/>
          </a:xfrm>
          <a:custGeom xmlns:a="http://schemas.openxmlformats.org/drawingml/2006/main">
            <a:pathLst>
              <a:path w="2017033" h="389271">
                <a:moveTo>
                  <a:pt x="0" y="64879"/>
                </a:moveTo>
                <a:cubicBezTo>
                  <a:pt x="0" y="29047"/>
                  <a:pt x="29047" y="0"/>
                  <a:pt x="64878" y="0"/>
                </a:cubicBezTo>
                <a:lnTo>
                  <a:pt x="1952154" y="0"/>
                </a:lnTo>
                <a:cubicBezTo>
                  <a:pt x="1987987" y="0"/>
                  <a:pt x="2017033" y="29047"/>
                  <a:pt x="2017033" y="64879"/>
                </a:cubicBezTo>
                <a:lnTo>
                  <a:pt x="2017033" y="324392"/>
                </a:lnTo>
                <a:cubicBezTo>
                  <a:pt x="2017033" y="360224"/>
                  <a:pt x="1987987" y="389271"/>
                  <a:pt x="1952154" y="389271"/>
                </a:cubicBezTo>
                <a:lnTo>
                  <a:pt x="64878" y="389271"/>
                </a:lnTo>
                <a:cubicBezTo>
                  <a:pt x="29047" y="389271"/>
                  <a:pt x="0" y="360224"/>
                  <a:pt x="0" y="324392"/>
                </a:cubicBezTo>
                <a:lnTo>
                  <a:pt x="0" y="64879"/>
                </a:lnTo>
              </a:path>
            </a:pathLst>
          </a:custGeom>
          <a:noFill xmlns:a="http://schemas.openxmlformats.org/drawingml/2006/main"/>
          <a:ln xmlns:a="http://schemas.openxmlformats.org/drawingml/2006/main" w="16806">
            <a:solidFill>
              <a:srgbClr val="000000"/>
            </a:solidFill>
            <a:prstDash val="dash"/>
          </a:ln>
        </p:spPr>
      </p:sp>
      <p:sp>
        <p:nvSpPr>
          <p:cNvPr id="2" name="pdf-path-5">
            <a:extLst xmlns:a="http://schemas.openxmlformats.org/drawingml/2006/main">
              <a:ext uri="{FF2B5EF4-FFF2-40B4-BE49-F238E27FC236}">
                <a16:creationId xmlns:a16="http://schemas.microsoft.com/office/drawing/2014/main" id="{22B83CAE-91DF-4B07-A80A-80B2BFF2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8" y="2184843"/>
            <a:ext cx="3111450" cy="875816"/>
          </a:xfrm>
          <a:custGeom xmlns:a="http://schemas.openxmlformats.org/drawingml/2006/main">
            <a:pathLst>
              <a:path w="3111450" h="875816">
                <a:moveTo>
                  <a:pt x="0" y="145974"/>
                </a:moveTo>
                <a:cubicBezTo>
                  <a:pt x="0" y="65355"/>
                  <a:pt x="65355" y="0"/>
                  <a:pt x="145974" y="0"/>
                </a:cubicBezTo>
                <a:lnTo>
                  <a:pt x="2965477" y="0"/>
                </a:lnTo>
                <a:cubicBezTo>
                  <a:pt x="3046096" y="0"/>
                  <a:pt x="3111450" y="65355"/>
                  <a:pt x="3111450" y="145974"/>
                </a:cubicBezTo>
                <a:lnTo>
                  <a:pt x="3111450" y="729842"/>
                </a:lnTo>
                <a:cubicBezTo>
                  <a:pt x="3111450" y="810462"/>
                  <a:pt x="3046096" y="875816"/>
                  <a:pt x="2965477" y="875816"/>
                </a:cubicBezTo>
                <a:lnTo>
                  <a:pt x="145974" y="875816"/>
                </a:lnTo>
                <a:cubicBezTo>
                  <a:pt x="65355" y="875816"/>
                  <a:pt x="0" y="810462"/>
                  <a:pt x="0" y="729842"/>
                </a:cubicBezTo>
                <a:lnTo>
                  <a:pt x="0" y="1459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6">
            <a:extLst xmlns:a="http://schemas.openxmlformats.org/drawingml/2006/main">
              <a:ext uri="{FF2B5EF4-FFF2-40B4-BE49-F238E27FC236}">
                <a16:creationId xmlns:a16="http://schemas.microsoft.com/office/drawing/2014/main" id="{F126A769-3E0D-44A4-8373-77B3A4D5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8" y="2184843"/>
            <a:ext cx="3111450" cy="875816"/>
          </a:xfrm>
          <a:custGeom xmlns:a="http://schemas.openxmlformats.org/drawingml/2006/main">
            <a:pathLst>
              <a:path w="3111450" h="875816">
                <a:moveTo>
                  <a:pt x="0" y="145974"/>
                </a:moveTo>
                <a:cubicBezTo>
                  <a:pt x="0" y="65355"/>
                  <a:pt x="65355" y="0"/>
                  <a:pt x="145973" y="0"/>
                </a:cubicBezTo>
                <a:lnTo>
                  <a:pt x="2965476" y="0"/>
                </a:lnTo>
                <a:cubicBezTo>
                  <a:pt x="3046096" y="0"/>
                  <a:pt x="3111450" y="65355"/>
                  <a:pt x="3111450" y="145974"/>
                </a:cubicBezTo>
                <a:lnTo>
                  <a:pt x="3111450" y="729842"/>
                </a:lnTo>
                <a:cubicBezTo>
                  <a:pt x="3111450" y="810462"/>
                  <a:pt x="3046096" y="875816"/>
                  <a:pt x="2965476" y="875816"/>
                </a:cubicBezTo>
                <a:lnTo>
                  <a:pt x="145973" y="875816"/>
                </a:lnTo>
                <a:cubicBezTo>
                  <a:pt x="65355" y="875816"/>
                  <a:pt x="0" y="810462"/>
                  <a:pt x="0" y="729842"/>
                </a:cubicBezTo>
                <a:lnTo>
                  <a:pt x="0" y="145974"/>
                </a:lnTo>
              </a:path>
            </a:pathLst>
          </a:custGeom>
          <a:noFill xmlns:a="http://schemas.openxmlformats.org/drawingml/2006/main"/>
          <a:ln xmlns:a="http://schemas.openxmlformats.org/drawingml/2006/main" w="26889">
            <a:solidFill>
              <a:srgbClr val="466382"/>
            </a:solidFill>
            <a:prstDash val="dot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49E26-EC87-4CC9-A6F4-D46B86FF59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3018aeacc49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8711" y="2303379"/>
            <a:ext cx="719552" cy="655018"/>
          </a:xfrm>
          <a:prstGeom xmlns:a="http://schemas.openxmlformats.org/drawingml/2006/main" prst="rect">
            <a:avLst/>
          </a:prstGeom>
        </p:spPr>
      </p:pic>
      <p:sp>
        <p:nvSpPr>
          <p:cNvPr id="5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AD162496-701D-48FE-96BE-145A4269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11" y="2303379"/>
            <a:ext cx="719552" cy="65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A6D59-9C77-45C5-87EF-99524B9FB6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f3046a3cb4673"/>
          <a:srcRect xmlns:a="http://schemas.openxmlformats.org/drawingml/2006/main" l="0" t="3831" r="0" b="3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4010" y="2304859"/>
            <a:ext cx="707024" cy="651028"/>
          </a:xfrm>
          <a:prstGeom xmlns:a="http://schemas.openxmlformats.org/drawingml/2006/main" prst="rect">
            <a:avLst/>
          </a:prstGeom>
        </p:spPr>
      </p:pic>
      <p:sp>
        <p:nvSpPr>
          <p:cNvPr id="7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CEF9D6C9-AC4E-4CF6-9A87-3C24D733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010" y="2304859"/>
            <a:ext cx="707024" cy="65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91B53-7D60-404F-B358-5FB8E8782D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17511aa8a49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3444" y="2309832"/>
            <a:ext cx="706645" cy="635658"/>
          </a:xfrm>
          <a:prstGeom xmlns:a="http://schemas.openxmlformats.org/drawingml/2006/main" prst="rect">
            <a:avLst/>
          </a:prstGeom>
        </p:spPr>
      </p:pic>
      <p:sp>
        <p:nvSpPr>
          <p:cNvPr id="9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3056037C-16FC-4EDA-BC51-62909E1D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444" y="2309832"/>
            <a:ext cx="706645" cy="635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pdf-path-12">
            <a:extLst xmlns:a="http://schemas.openxmlformats.org/drawingml/2006/main">
              <a:ext uri="{FF2B5EF4-FFF2-40B4-BE49-F238E27FC236}">
                <a16:creationId xmlns:a16="http://schemas.microsoft.com/office/drawing/2014/main" id="{158229DE-4798-449B-81D4-8F60CD59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836" y="2181777"/>
            <a:ext cx="3111450" cy="875817"/>
          </a:xfrm>
          <a:custGeom xmlns:a="http://schemas.openxmlformats.org/drawingml/2006/main">
            <a:pathLst>
              <a:path w="3111450" h="875817">
                <a:moveTo>
                  <a:pt x="0" y="145973"/>
                </a:moveTo>
                <a:cubicBezTo>
                  <a:pt x="0" y="65355"/>
                  <a:pt x="65355" y="0"/>
                  <a:pt x="145974" y="0"/>
                </a:cubicBezTo>
                <a:lnTo>
                  <a:pt x="2965476" y="0"/>
                </a:lnTo>
                <a:cubicBezTo>
                  <a:pt x="3046096" y="0"/>
                  <a:pt x="3111450" y="65355"/>
                  <a:pt x="3111450" y="145973"/>
                </a:cubicBezTo>
                <a:lnTo>
                  <a:pt x="3111450" y="729843"/>
                </a:lnTo>
                <a:cubicBezTo>
                  <a:pt x="3111450" y="810461"/>
                  <a:pt x="3046096" y="875817"/>
                  <a:pt x="2965476" y="875817"/>
                </a:cubicBezTo>
                <a:lnTo>
                  <a:pt x="145974" y="875817"/>
                </a:lnTo>
                <a:cubicBezTo>
                  <a:pt x="65355" y="875817"/>
                  <a:pt x="0" y="810461"/>
                  <a:pt x="0" y="729843"/>
                </a:cubicBezTo>
                <a:lnTo>
                  <a:pt x="0" y="14597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3">
            <a:extLst xmlns:a="http://schemas.openxmlformats.org/drawingml/2006/main">
              <a:ext uri="{FF2B5EF4-FFF2-40B4-BE49-F238E27FC236}">
                <a16:creationId xmlns:a16="http://schemas.microsoft.com/office/drawing/2014/main" id="{CF07F3D7-1783-4CD6-B14A-62886E0E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836" y="2181777"/>
            <a:ext cx="3111450" cy="875816"/>
          </a:xfrm>
          <a:custGeom xmlns:a="http://schemas.openxmlformats.org/drawingml/2006/main">
            <a:pathLst>
              <a:path w="3111450" h="875816">
                <a:moveTo>
                  <a:pt x="0" y="145974"/>
                </a:moveTo>
                <a:cubicBezTo>
                  <a:pt x="0" y="65355"/>
                  <a:pt x="65355" y="0"/>
                  <a:pt x="145973" y="0"/>
                </a:cubicBezTo>
                <a:lnTo>
                  <a:pt x="2965476" y="0"/>
                </a:lnTo>
                <a:cubicBezTo>
                  <a:pt x="3046096" y="0"/>
                  <a:pt x="3111450" y="65355"/>
                  <a:pt x="3111450" y="145974"/>
                </a:cubicBezTo>
                <a:lnTo>
                  <a:pt x="3111450" y="729842"/>
                </a:lnTo>
                <a:cubicBezTo>
                  <a:pt x="3111450" y="810462"/>
                  <a:pt x="3046096" y="875816"/>
                  <a:pt x="2965476" y="875816"/>
                </a:cubicBezTo>
                <a:lnTo>
                  <a:pt x="145973" y="875816"/>
                </a:lnTo>
                <a:cubicBezTo>
                  <a:pt x="65355" y="875816"/>
                  <a:pt x="0" y="810462"/>
                  <a:pt x="0" y="729842"/>
                </a:cubicBezTo>
                <a:lnTo>
                  <a:pt x="0" y="145974"/>
                </a:lnTo>
              </a:path>
            </a:pathLst>
          </a:custGeom>
          <a:noFill xmlns:a="http://schemas.openxmlformats.org/drawingml/2006/main"/>
          <a:ln xmlns:a="http://schemas.openxmlformats.org/drawingml/2006/main" w="26889">
            <a:solidFill>
              <a:srgbClr val="466382"/>
            </a:solidFill>
            <a:prstDash val="dot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F436D-0DA0-45CC-84F5-5FCCED2BCD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fac3158f244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3160" y="2293699"/>
            <a:ext cx="709871" cy="655018"/>
          </a:xfrm>
          <a:prstGeom xmlns:a="http://schemas.openxmlformats.org/drawingml/2006/main" prst="rect">
            <a:avLst/>
          </a:prstGeom>
        </p:spPr>
      </p:pic>
      <p:sp>
        <p:nvSpPr>
          <p:cNvPr id="13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B831C657-E9DB-46D8-9D67-25E32F6C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160" y="2293699"/>
            <a:ext cx="709871" cy="65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6F380-DD25-4FA0-BDA5-5B1BF7D0A3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8e88294a64b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5353" y="2293699"/>
            <a:ext cx="719551" cy="655018"/>
          </a:xfrm>
          <a:prstGeom xmlns:a="http://schemas.openxmlformats.org/drawingml/2006/main" prst="rect">
            <a:avLst/>
          </a:prstGeom>
        </p:spPr>
      </p:pic>
      <p:sp>
        <p:nvSpPr>
          <p:cNvPr id="15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F561C1AC-998D-46E0-BB73-BA6DE3F9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53" y="2293699"/>
            <a:ext cx="719551" cy="65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3E9A3-131E-47BB-AE79-22E405D363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062ed88884e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4987" y="2293699"/>
            <a:ext cx="719551" cy="651791"/>
          </a:xfrm>
          <a:prstGeom xmlns:a="http://schemas.openxmlformats.org/drawingml/2006/main" prst="rect">
            <a:avLst/>
          </a:prstGeom>
        </p:spPr>
      </p:pic>
      <p:sp>
        <p:nvSpPr>
          <p:cNvPr id="17" name="pdf-source-image-5">
            <a:extLst xmlns:a="http://schemas.openxmlformats.org/drawingml/2006/main">
              <a:ext uri="{FF2B5EF4-FFF2-40B4-BE49-F238E27FC236}">
                <a16:creationId xmlns:a16="http://schemas.microsoft.com/office/drawing/2014/main" id="{5D25651F-8BCE-49DD-A9BA-D40EDC79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87" y="2293699"/>
            <a:ext cx="719551" cy="651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058BA-88A8-4F6C-BF5A-963B4DA88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8e706d35d4d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2586" y="3100371"/>
            <a:ext cx="4107574" cy="309762"/>
          </a:xfrm>
          <a:prstGeom xmlns:a="http://schemas.openxmlformats.org/drawingml/2006/main" prst="rect">
            <a:avLst/>
          </a:prstGeom>
        </p:spPr>
      </p:pic>
      <p:sp>
        <p:nvSpPr>
          <p:cNvPr id="19" name="pdf-source-image-6">
            <a:extLst xmlns:a="http://schemas.openxmlformats.org/drawingml/2006/main">
              <a:ext uri="{FF2B5EF4-FFF2-40B4-BE49-F238E27FC236}">
                <a16:creationId xmlns:a16="http://schemas.microsoft.com/office/drawing/2014/main" id="{E7A39A54-88C3-4F8A-84AE-7C91FD9E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86" y="3100371"/>
            <a:ext cx="4107574" cy="30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pdf-path-21">
            <a:extLst xmlns:a="http://schemas.openxmlformats.org/drawingml/2006/main">
              <a:ext uri="{FF2B5EF4-FFF2-40B4-BE49-F238E27FC236}">
                <a16:creationId xmlns:a16="http://schemas.microsoft.com/office/drawing/2014/main" id="{B9BFC5C1-20EA-4966-B099-885AED4D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122284"/>
            <a:ext cx="4005916" cy="217452"/>
          </a:xfrm>
          <a:custGeom xmlns:a="http://schemas.openxmlformats.org/drawingml/2006/main">
            <a:pathLst>
              <a:path w="4005916" h="217452">
                <a:moveTo>
                  <a:pt x="4005916" y="4"/>
                </a:moveTo>
                <a:cubicBezTo>
                  <a:pt x="4005916" y="60052"/>
                  <a:pt x="3997804" y="108731"/>
                  <a:pt x="3987797" y="108731"/>
                </a:cubicBezTo>
                <a:lnTo>
                  <a:pt x="2021078" y="108726"/>
                </a:lnTo>
                <a:cubicBezTo>
                  <a:pt x="2011071" y="108726"/>
                  <a:pt x="2002958" y="157404"/>
                  <a:pt x="2002958" y="217452"/>
                </a:cubicBezTo>
                <a:cubicBezTo>
                  <a:pt x="2002958" y="157404"/>
                  <a:pt x="1994845" y="108726"/>
                  <a:pt x="1984838" y="108726"/>
                </a:cubicBezTo>
                <a:lnTo>
                  <a:pt x="18119" y="108726"/>
                </a:lnTo>
                <a:cubicBezTo>
                  <a:pt x="8112" y="108726"/>
                  <a:pt x="0" y="6004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445">
            <a:solidFill>
              <a:srgbClr val="4F81BD"/>
            </a:solidFill>
            <a:prstDash val="solid"/>
          </a:ln>
        </p:spPr>
      </p:sp>
      <p:sp>
        <p:nvSpPr>
          <p:cNvPr id="21" name="pdf-path-22">
            <a:extLst xmlns:a="http://schemas.openxmlformats.org/drawingml/2006/main">
              <a:ext uri="{FF2B5EF4-FFF2-40B4-BE49-F238E27FC236}">
                <a16:creationId xmlns:a16="http://schemas.microsoft.com/office/drawing/2014/main" id="{984C8F99-5135-458E-8FD9-F2760C09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895" y="2188025"/>
            <a:ext cx="3111454" cy="875816"/>
          </a:xfrm>
          <a:custGeom xmlns:a="http://schemas.openxmlformats.org/drawingml/2006/main">
            <a:pathLst>
              <a:path w="3111454" h="875816">
                <a:moveTo>
                  <a:pt x="0" y="145974"/>
                </a:moveTo>
                <a:cubicBezTo>
                  <a:pt x="0" y="65355"/>
                  <a:pt x="65354" y="0"/>
                  <a:pt x="145972" y="0"/>
                </a:cubicBezTo>
                <a:lnTo>
                  <a:pt x="2965474" y="0"/>
                </a:lnTo>
                <a:cubicBezTo>
                  <a:pt x="3046101" y="0"/>
                  <a:pt x="3111454" y="65355"/>
                  <a:pt x="3111454" y="145974"/>
                </a:cubicBezTo>
                <a:lnTo>
                  <a:pt x="3111454" y="729842"/>
                </a:lnTo>
                <a:cubicBezTo>
                  <a:pt x="3111454" y="810461"/>
                  <a:pt x="3046101" y="875816"/>
                  <a:pt x="2965474" y="875816"/>
                </a:cubicBezTo>
                <a:lnTo>
                  <a:pt x="145972" y="875816"/>
                </a:lnTo>
                <a:cubicBezTo>
                  <a:pt x="65354" y="875816"/>
                  <a:pt x="0" y="810461"/>
                  <a:pt x="0" y="729842"/>
                </a:cubicBezTo>
                <a:lnTo>
                  <a:pt x="0" y="1459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23">
            <a:extLst xmlns:a="http://schemas.openxmlformats.org/drawingml/2006/main">
              <a:ext uri="{FF2B5EF4-FFF2-40B4-BE49-F238E27FC236}">
                <a16:creationId xmlns:a16="http://schemas.microsoft.com/office/drawing/2014/main" id="{532C060F-D4DA-4868-A3DA-EAF9D3FE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895" y="2188025"/>
            <a:ext cx="3111450" cy="875816"/>
          </a:xfrm>
          <a:custGeom xmlns:a="http://schemas.openxmlformats.org/drawingml/2006/main">
            <a:pathLst>
              <a:path w="3111450" h="875816">
                <a:moveTo>
                  <a:pt x="0" y="145974"/>
                </a:moveTo>
                <a:cubicBezTo>
                  <a:pt x="0" y="65355"/>
                  <a:pt x="65354" y="0"/>
                  <a:pt x="145973" y="0"/>
                </a:cubicBezTo>
                <a:lnTo>
                  <a:pt x="2965476" y="0"/>
                </a:lnTo>
                <a:cubicBezTo>
                  <a:pt x="3046096" y="0"/>
                  <a:pt x="3111450" y="65355"/>
                  <a:pt x="3111450" y="145974"/>
                </a:cubicBezTo>
                <a:lnTo>
                  <a:pt x="3111450" y="729842"/>
                </a:lnTo>
                <a:cubicBezTo>
                  <a:pt x="3111450" y="810462"/>
                  <a:pt x="3046096" y="875816"/>
                  <a:pt x="2965476" y="875816"/>
                </a:cubicBezTo>
                <a:lnTo>
                  <a:pt x="145973" y="875816"/>
                </a:lnTo>
                <a:cubicBezTo>
                  <a:pt x="65354" y="875816"/>
                  <a:pt x="0" y="810462"/>
                  <a:pt x="0" y="729842"/>
                </a:cubicBezTo>
                <a:lnTo>
                  <a:pt x="0" y="145974"/>
                </a:lnTo>
              </a:path>
            </a:pathLst>
          </a:custGeom>
          <a:noFill xmlns:a="http://schemas.openxmlformats.org/drawingml/2006/main"/>
          <a:ln xmlns:a="http://schemas.openxmlformats.org/drawingml/2006/main" w="26889">
            <a:solidFill>
              <a:srgbClr val="D4A268"/>
            </a:solidFill>
            <a:prstDash val="dot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3115A-8947-4EC8-BC97-0F7EB69110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061a6331c49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5980" y="2322739"/>
            <a:ext cx="716325" cy="655018"/>
          </a:xfrm>
          <a:prstGeom xmlns:a="http://schemas.openxmlformats.org/drawingml/2006/main" prst="rect">
            <a:avLst/>
          </a:prstGeom>
        </p:spPr>
      </p:pic>
      <p:sp>
        <p:nvSpPr>
          <p:cNvPr id="24" name="pdf-source-image-7">
            <a:extLst xmlns:a="http://schemas.openxmlformats.org/drawingml/2006/main">
              <a:ext uri="{FF2B5EF4-FFF2-40B4-BE49-F238E27FC236}">
                <a16:creationId xmlns:a16="http://schemas.microsoft.com/office/drawing/2014/main" id="{2AE73731-4803-43C6-A0C1-F88A5FF6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5980" y="2322739"/>
            <a:ext cx="716325" cy="65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7E4D9-C5DA-491D-8E41-EC6C6DC88F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539765ea7437e"/>
          <a:srcRect xmlns:a="http://schemas.openxmlformats.org/drawingml/2006/main" l="0" t="3960" r="0" b="39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1598" y="2321850"/>
            <a:ext cx="699958" cy="644523"/>
          </a:xfrm>
          <a:prstGeom xmlns:a="http://schemas.openxmlformats.org/drawingml/2006/main" prst="rect">
            <a:avLst/>
          </a:prstGeom>
        </p:spPr>
      </p:pic>
      <p:sp>
        <p:nvSpPr>
          <p:cNvPr id="26" name="pdf-source-image-8">
            <a:extLst xmlns:a="http://schemas.openxmlformats.org/drawingml/2006/main">
              <a:ext uri="{FF2B5EF4-FFF2-40B4-BE49-F238E27FC236}">
                <a16:creationId xmlns:a16="http://schemas.microsoft.com/office/drawing/2014/main" id="{599B3CC8-0D9E-41CE-AD1D-9FDC9CED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598" y="2321850"/>
            <a:ext cx="699958" cy="644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F6BEA-CFA3-4C5B-964B-6DCAF6E4CC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8e9469b4442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57487" y="2319512"/>
            <a:ext cx="716325" cy="658244"/>
          </a:xfrm>
          <a:prstGeom xmlns:a="http://schemas.openxmlformats.org/drawingml/2006/main" prst="rect">
            <a:avLst/>
          </a:prstGeom>
        </p:spPr>
      </p:pic>
      <p:sp>
        <p:nvSpPr>
          <p:cNvPr id="28" name="pdf-source-image-9">
            <a:extLst xmlns:a="http://schemas.openxmlformats.org/drawingml/2006/main">
              <a:ext uri="{FF2B5EF4-FFF2-40B4-BE49-F238E27FC236}">
                <a16:creationId xmlns:a16="http://schemas.microsoft.com/office/drawing/2014/main" id="{40BDD663-8610-4A27-8026-7F0BCB5F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487" y="2319512"/>
            <a:ext cx="716325" cy="658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pdf-path-30">
            <a:extLst xmlns:a="http://schemas.openxmlformats.org/drawingml/2006/main">
              <a:ext uri="{FF2B5EF4-FFF2-40B4-BE49-F238E27FC236}">
                <a16:creationId xmlns:a16="http://schemas.microsoft.com/office/drawing/2014/main" id="{9F109724-920B-4435-98DC-6DBA2E00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366" y="2184843"/>
            <a:ext cx="3111450" cy="875816"/>
          </a:xfrm>
          <a:custGeom xmlns:a="http://schemas.openxmlformats.org/drawingml/2006/main">
            <a:pathLst>
              <a:path w="3111450" h="875816">
                <a:moveTo>
                  <a:pt x="0" y="145974"/>
                </a:moveTo>
                <a:cubicBezTo>
                  <a:pt x="0" y="65355"/>
                  <a:pt x="65354" y="0"/>
                  <a:pt x="145972" y="0"/>
                </a:cubicBezTo>
                <a:lnTo>
                  <a:pt x="2965476" y="0"/>
                </a:lnTo>
                <a:cubicBezTo>
                  <a:pt x="3046096" y="0"/>
                  <a:pt x="3111450" y="65355"/>
                  <a:pt x="3111450" y="145974"/>
                </a:cubicBezTo>
                <a:lnTo>
                  <a:pt x="3111450" y="729842"/>
                </a:lnTo>
                <a:cubicBezTo>
                  <a:pt x="3111450" y="810462"/>
                  <a:pt x="3046096" y="875816"/>
                  <a:pt x="2965476" y="875816"/>
                </a:cubicBezTo>
                <a:lnTo>
                  <a:pt x="145972" y="875816"/>
                </a:lnTo>
                <a:cubicBezTo>
                  <a:pt x="65354" y="875816"/>
                  <a:pt x="0" y="810462"/>
                  <a:pt x="0" y="729842"/>
                </a:cubicBezTo>
                <a:lnTo>
                  <a:pt x="0" y="1459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31">
            <a:extLst xmlns:a="http://schemas.openxmlformats.org/drawingml/2006/main">
              <a:ext uri="{FF2B5EF4-FFF2-40B4-BE49-F238E27FC236}">
                <a16:creationId xmlns:a16="http://schemas.microsoft.com/office/drawing/2014/main" id="{AA1580D6-E9A2-4291-BF3F-25D6B1D5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366" y="2184843"/>
            <a:ext cx="3111450" cy="875816"/>
          </a:xfrm>
          <a:custGeom xmlns:a="http://schemas.openxmlformats.org/drawingml/2006/main">
            <a:pathLst>
              <a:path w="3111450" h="875816">
                <a:moveTo>
                  <a:pt x="0" y="145974"/>
                </a:moveTo>
                <a:cubicBezTo>
                  <a:pt x="0" y="65355"/>
                  <a:pt x="65354" y="0"/>
                  <a:pt x="145973" y="0"/>
                </a:cubicBezTo>
                <a:lnTo>
                  <a:pt x="2965476" y="0"/>
                </a:lnTo>
                <a:cubicBezTo>
                  <a:pt x="3046096" y="0"/>
                  <a:pt x="3111450" y="65355"/>
                  <a:pt x="3111450" y="145974"/>
                </a:cubicBezTo>
                <a:lnTo>
                  <a:pt x="3111450" y="729842"/>
                </a:lnTo>
                <a:cubicBezTo>
                  <a:pt x="3111450" y="810462"/>
                  <a:pt x="3046096" y="875816"/>
                  <a:pt x="2965476" y="875816"/>
                </a:cubicBezTo>
                <a:lnTo>
                  <a:pt x="145973" y="875816"/>
                </a:lnTo>
                <a:cubicBezTo>
                  <a:pt x="65354" y="875816"/>
                  <a:pt x="0" y="810462"/>
                  <a:pt x="0" y="729842"/>
                </a:cubicBezTo>
                <a:lnTo>
                  <a:pt x="0" y="145974"/>
                </a:lnTo>
              </a:path>
            </a:pathLst>
          </a:custGeom>
          <a:noFill xmlns:a="http://schemas.openxmlformats.org/drawingml/2006/main"/>
          <a:ln xmlns:a="http://schemas.openxmlformats.org/drawingml/2006/main" w="26889">
            <a:solidFill>
              <a:srgbClr val="D4A268"/>
            </a:solidFill>
            <a:prstDash val="dot"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FBB741-B3E3-4BDE-84E4-BA3B02EAA6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b4195e00c42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30497" y="2319512"/>
            <a:ext cx="732458" cy="625978"/>
          </a:xfrm>
          <a:prstGeom xmlns:a="http://schemas.openxmlformats.org/drawingml/2006/main" prst="rect">
            <a:avLst/>
          </a:prstGeom>
        </p:spPr>
      </p:pic>
      <p:sp>
        <p:nvSpPr>
          <p:cNvPr id="32" name="pdf-source-image-10">
            <a:extLst xmlns:a="http://schemas.openxmlformats.org/drawingml/2006/main">
              <a:ext uri="{FF2B5EF4-FFF2-40B4-BE49-F238E27FC236}">
                <a16:creationId xmlns:a16="http://schemas.microsoft.com/office/drawing/2014/main" id="{2FD81753-8F68-4749-BF07-7253E24D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497" y="2319512"/>
            <a:ext cx="732458" cy="625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FC944A-5980-4009-8B63-EEFACC8FA5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5de7c55074c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3677" y="2316286"/>
            <a:ext cx="709872" cy="613071"/>
          </a:xfrm>
          <a:prstGeom xmlns:a="http://schemas.openxmlformats.org/drawingml/2006/main" prst="rect">
            <a:avLst/>
          </a:prstGeom>
        </p:spPr>
      </p:pic>
      <p:sp>
        <p:nvSpPr>
          <p:cNvPr id="34" name="pdf-source-image-11">
            <a:extLst xmlns:a="http://schemas.openxmlformats.org/drawingml/2006/main">
              <a:ext uri="{FF2B5EF4-FFF2-40B4-BE49-F238E27FC236}">
                <a16:creationId xmlns:a16="http://schemas.microsoft.com/office/drawing/2014/main" id="{ED84AEEB-ECA1-4971-B807-06FBF58D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677" y="2316286"/>
            <a:ext cx="709872" cy="613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49DE2F-89E8-4540-B61D-D44480F725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0cfd4f16645cd"/>
          <a:srcRect xmlns:a="http://schemas.openxmlformats.org/drawingml/2006/main" l="0" t="7109" r="0" b="71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9005" y="2321330"/>
            <a:ext cx="722727" cy="623344"/>
          </a:xfrm>
          <a:prstGeom xmlns:a="http://schemas.openxmlformats.org/drawingml/2006/main" prst="rect">
            <a:avLst/>
          </a:prstGeom>
        </p:spPr>
      </p:pic>
      <p:sp>
        <p:nvSpPr>
          <p:cNvPr id="36" name="pdf-source-image-12">
            <a:extLst xmlns:a="http://schemas.openxmlformats.org/drawingml/2006/main">
              <a:ext uri="{FF2B5EF4-FFF2-40B4-BE49-F238E27FC236}">
                <a16:creationId xmlns:a16="http://schemas.microsoft.com/office/drawing/2014/main" id="{50505293-BD76-4A57-8662-FB20A0AA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005" y="2321330"/>
            <a:ext cx="722727" cy="623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CA24D1-2273-4431-89C9-D2264FC133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96fe56cdf4c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4474" y="3084237"/>
            <a:ext cx="4107574" cy="312989"/>
          </a:xfrm>
          <a:prstGeom xmlns:a="http://schemas.openxmlformats.org/drawingml/2006/main" prst="rect">
            <a:avLst/>
          </a:prstGeom>
        </p:spPr>
      </p:pic>
      <p:sp>
        <p:nvSpPr>
          <p:cNvPr id="38" name="pdf-source-image-13">
            <a:extLst xmlns:a="http://schemas.openxmlformats.org/drawingml/2006/main">
              <a:ext uri="{FF2B5EF4-FFF2-40B4-BE49-F238E27FC236}">
                <a16:creationId xmlns:a16="http://schemas.microsoft.com/office/drawing/2014/main" id="{EDED8EAA-D439-47FF-ADEE-0FE01B99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474" y="3084237"/>
            <a:ext cx="4107574" cy="312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pdf-path-39">
            <a:extLst xmlns:a="http://schemas.openxmlformats.org/drawingml/2006/main">
              <a:ext uri="{FF2B5EF4-FFF2-40B4-BE49-F238E27FC236}">
                <a16:creationId xmlns:a16="http://schemas.microsoft.com/office/drawing/2014/main" id="{D9627C78-49F5-4B19-A202-839B733C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59" y="3107976"/>
            <a:ext cx="4005916" cy="217452"/>
          </a:xfrm>
          <a:custGeom xmlns:a="http://schemas.openxmlformats.org/drawingml/2006/main">
            <a:pathLst>
              <a:path w="4005916" h="217452">
                <a:moveTo>
                  <a:pt x="4005916" y="4"/>
                </a:moveTo>
                <a:cubicBezTo>
                  <a:pt x="4005916" y="60052"/>
                  <a:pt x="3997804" y="108731"/>
                  <a:pt x="3987797" y="108731"/>
                </a:cubicBezTo>
                <a:lnTo>
                  <a:pt x="2021078" y="108726"/>
                </a:lnTo>
                <a:cubicBezTo>
                  <a:pt x="2011071" y="108726"/>
                  <a:pt x="2002958" y="157404"/>
                  <a:pt x="2002958" y="217452"/>
                </a:cubicBezTo>
                <a:cubicBezTo>
                  <a:pt x="2002958" y="157404"/>
                  <a:pt x="1994845" y="108726"/>
                  <a:pt x="1984838" y="108726"/>
                </a:cubicBezTo>
                <a:lnTo>
                  <a:pt x="18119" y="108726"/>
                </a:lnTo>
                <a:cubicBezTo>
                  <a:pt x="8113" y="108726"/>
                  <a:pt x="0" y="6004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445">
            <a:solidFill>
              <a:srgbClr val="E46C0A"/>
            </a:solidFill>
            <a:prstDash val="solid"/>
          </a:ln>
        </p:spPr>
      </p:sp>
      <p:sp>
        <p:nvSpPr>
          <p:cNvPr id="40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0B46C113-C155-425A-A3E8-9122E7C4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123" y="3484303"/>
            <a:ext cx="2474597" cy="215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trajectories from skill </a:t>
            </a:r>
          </a:p>
        </p:txBody>
      </p:sp>
      <p:sp>
        <p:nvSpPr>
          <p:cNvPr id="41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5F3E94E5-EEF8-4B8E-81A5-8B4EDE05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248" y="3484303"/>
            <a:ext cx="1079824" cy="215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(e.g., “run”)</a:t>
            </a:r>
          </a:p>
        </p:txBody>
      </p:sp>
      <p:sp>
        <p:nvSpPr>
          <p:cNvPr id="42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442A7826-E673-4478-8DD4-F1440D88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260" y="3448810"/>
            <a:ext cx="2474597" cy="215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trajectories from skill </a:t>
            </a:r>
          </a:p>
        </p:txBody>
      </p:sp>
      <p:sp>
        <p:nvSpPr>
          <p:cNvPr id="43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9FF5ED5E-F917-478A-8008-8F8D9682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225" y="3448810"/>
            <a:ext cx="1234468" cy="215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(e.g., “jump”)</a:t>
            </a:r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BD13F7-CD7C-4752-ADF6-04365DC3F5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2d5da8a3f46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2823" y="1609641"/>
            <a:ext cx="1009954" cy="358162"/>
          </a:xfrm>
          <a:prstGeom xmlns:a="http://schemas.openxmlformats.org/drawingml/2006/main" prst="rect">
            <a:avLst/>
          </a:prstGeom>
        </p:spPr>
      </p:pic>
      <p:sp>
        <p:nvSpPr>
          <p:cNvPr id="45" name="pdf-source-image-14">
            <a:extLst xmlns:a="http://schemas.openxmlformats.org/drawingml/2006/main">
              <a:ext uri="{FF2B5EF4-FFF2-40B4-BE49-F238E27FC236}">
                <a16:creationId xmlns:a16="http://schemas.microsoft.com/office/drawing/2014/main" id="{48D51DC6-047D-4118-8781-8D2AC02D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23" y="1609641"/>
            <a:ext cx="1009954" cy="358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E6ADD3-3580-43A9-A06B-C3B14769E0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e95a519404e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8025" y="1599961"/>
            <a:ext cx="719552" cy="419469"/>
          </a:xfrm>
          <a:prstGeom xmlns:a="http://schemas.openxmlformats.org/drawingml/2006/main" prst="rect">
            <a:avLst/>
          </a:prstGeom>
        </p:spPr>
      </p:pic>
      <p:sp>
        <p:nvSpPr>
          <p:cNvPr id="47" name="pdf-source-image-15">
            <a:extLst xmlns:a="http://schemas.openxmlformats.org/drawingml/2006/main">
              <a:ext uri="{FF2B5EF4-FFF2-40B4-BE49-F238E27FC236}">
                <a16:creationId xmlns:a16="http://schemas.microsoft.com/office/drawing/2014/main" id="{CBADBB53-E45F-4569-9879-8FD7B605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025" y="1599961"/>
            <a:ext cx="719552" cy="419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pdf-path-50">
            <a:extLst xmlns:a="http://schemas.openxmlformats.org/drawingml/2006/main">
              <a:ext uri="{FF2B5EF4-FFF2-40B4-BE49-F238E27FC236}">
                <a16:creationId xmlns:a16="http://schemas.microsoft.com/office/drawing/2014/main" id="{60C4CF8B-F8F4-45FB-9A21-95C58B8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01" y="1633211"/>
            <a:ext cx="911633" cy="262508"/>
          </a:xfrm>
          <a:custGeom xmlns:a="http://schemas.openxmlformats.org/drawingml/2006/main">
            <a:pathLst>
              <a:path w="911633" h="262508">
                <a:moveTo>
                  <a:pt x="0" y="43751"/>
                </a:moveTo>
                <a:cubicBezTo>
                  <a:pt x="0" y="19589"/>
                  <a:pt x="19589" y="0"/>
                  <a:pt x="43753" y="0"/>
                </a:cubicBezTo>
                <a:lnTo>
                  <a:pt x="867881" y="0"/>
                </a:lnTo>
                <a:cubicBezTo>
                  <a:pt x="892045" y="0"/>
                  <a:pt x="911633" y="19589"/>
                  <a:pt x="911633" y="43751"/>
                </a:cubicBezTo>
                <a:lnTo>
                  <a:pt x="911633" y="218756"/>
                </a:lnTo>
                <a:cubicBezTo>
                  <a:pt x="911633" y="242920"/>
                  <a:pt x="892045" y="262508"/>
                  <a:pt x="867881" y="262508"/>
                </a:cubicBezTo>
                <a:lnTo>
                  <a:pt x="43753" y="262508"/>
                </a:lnTo>
                <a:cubicBezTo>
                  <a:pt x="19589" y="262508"/>
                  <a:pt x="0" y="242920"/>
                  <a:pt x="0" y="218756"/>
                </a:cubicBezTo>
                <a:lnTo>
                  <a:pt x="0" y="43751"/>
                </a:lnTo>
              </a:path>
            </a:pathLst>
          </a:cu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51">
            <a:extLst xmlns:a="http://schemas.openxmlformats.org/drawingml/2006/main">
              <a:ext uri="{FF2B5EF4-FFF2-40B4-BE49-F238E27FC236}">
                <a16:creationId xmlns:a16="http://schemas.microsoft.com/office/drawing/2014/main" id="{0817DCDB-6C17-4BF7-B9C7-4C17F9E4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01" y="1633211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1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1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8243E3-783A-49C9-920A-14A0A0D2C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330b4c3354b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3573" y="1790335"/>
            <a:ext cx="248455" cy="461416"/>
          </a:xfrm>
          <a:prstGeom xmlns:a="http://schemas.openxmlformats.org/drawingml/2006/main" prst="rect">
            <a:avLst/>
          </a:prstGeom>
        </p:spPr>
      </p:pic>
      <p:sp>
        <p:nvSpPr>
          <p:cNvPr id="51" name="pdf-source-image-16">
            <a:extLst xmlns:a="http://schemas.openxmlformats.org/drawingml/2006/main">
              <a:ext uri="{FF2B5EF4-FFF2-40B4-BE49-F238E27FC236}">
                <a16:creationId xmlns:a16="http://schemas.microsoft.com/office/drawing/2014/main" id="{B33BED39-AF5F-4228-B9A7-080417AF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73" y="1790335"/>
            <a:ext cx="248455" cy="461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pdf-path-54">
            <a:extLst xmlns:a="http://schemas.openxmlformats.org/drawingml/2006/main">
              <a:ext uri="{FF2B5EF4-FFF2-40B4-BE49-F238E27FC236}">
                <a16:creationId xmlns:a16="http://schemas.microsoft.com/office/drawing/2014/main" id="{A1D1D3C3-A704-4639-ADD6-24663605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387" y="1895719"/>
            <a:ext cx="53976" cy="289327"/>
          </a:xfrm>
          <a:custGeom xmlns:a="http://schemas.openxmlformats.org/drawingml/2006/main">
            <a:pathLst>
              <a:path w="53976" h="289327">
                <a:moveTo>
                  <a:pt x="3344" y="289327"/>
                </a:moveTo>
                <a:lnTo>
                  <a:pt x="0" y="67418"/>
                </a:lnTo>
                <a:lnTo>
                  <a:pt x="26886" y="67013"/>
                </a:lnTo>
                <a:lnTo>
                  <a:pt x="30230" y="288921"/>
                </a:lnTo>
                <a:lnTo>
                  <a:pt x="3344" y="289327"/>
                </a:lnTo>
                <a:moveTo>
                  <a:pt x="-26683" y="81265"/>
                </a:moveTo>
                <a:lnTo>
                  <a:pt x="12431" y="0"/>
                </a:lnTo>
                <a:lnTo>
                  <a:pt x="53976" y="80052"/>
                </a:lnTo>
                <a:lnTo>
                  <a:pt x="-26683" y="81265"/>
                </a:lnTo>
              </a:path>
            </a:pathLst>
          </a:custGeom>
          <a:solidFill xmlns:a="http://schemas.openxmlformats.org/drawingml/2006/main">
            <a:srgbClr val="4F81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1C76395C-7FBC-42FF-8C72-C8E1E1A0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428" y="1966157"/>
            <a:ext cx="518279" cy="161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4C933A-6876-427D-81A7-D65F7CF2BA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9d711052c4a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9786" y="1551560"/>
            <a:ext cx="1009954" cy="361389"/>
          </a:xfrm>
          <a:prstGeom xmlns:a="http://schemas.openxmlformats.org/drawingml/2006/main" prst="rect">
            <a:avLst/>
          </a:prstGeom>
        </p:spPr>
      </p:pic>
      <p:sp>
        <p:nvSpPr>
          <p:cNvPr id="55" name="pdf-source-image-17">
            <a:extLst xmlns:a="http://schemas.openxmlformats.org/drawingml/2006/main">
              <a:ext uri="{FF2B5EF4-FFF2-40B4-BE49-F238E27FC236}">
                <a16:creationId xmlns:a16="http://schemas.microsoft.com/office/drawing/2014/main" id="{29562DC3-EF01-47AD-855F-ECB08621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786" y="1551560"/>
            <a:ext cx="1009954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5AC0DB-2FFB-4DFF-A00F-39EAABD1BC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5edc991544f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4987" y="1545107"/>
            <a:ext cx="719551" cy="416243"/>
          </a:xfrm>
          <a:prstGeom xmlns:a="http://schemas.openxmlformats.org/drawingml/2006/main" prst="rect">
            <a:avLst/>
          </a:prstGeom>
        </p:spPr>
      </p:pic>
      <p:sp>
        <p:nvSpPr>
          <p:cNvPr id="57" name="pdf-source-image-18">
            <a:extLst xmlns:a="http://schemas.openxmlformats.org/drawingml/2006/main">
              <a:ext uri="{FF2B5EF4-FFF2-40B4-BE49-F238E27FC236}">
                <a16:creationId xmlns:a16="http://schemas.microsoft.com/office/drawing/2014/main" id="{E64736BF-3296-4023-95B7-B535E315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87" y="1545107"/>
            <a:ext cx="719551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pdf-path-58">
            <a:extLst xmlns:a="http://schemas.openxmlformats.org/drawingml/2006/main">
              <a:ext uri="{FF2B5EF4-FFF2-40B4-BE49-F238E27FC236}">
                <a16:creationId xmlns:a16="http://schemas.microsoft.com/office/drawing/2014/main" id="{A21A1FB6-57FE-410F-81BE-A22D3823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636" y="1577607"/>
            <a:ext cx="911634" cy="262510"/>
          </a:xfrm>
          <a:custGeom xmlns:a="http://schemas.openxmlformats.org/drawingml/2006/main">
            <a:pathLst>
              <a:path w="911634" h="262510">
                <a:moveTo>
                  <a:pt x="0" y="43752"/>
                </a:moveTo>
                <a:cubicBezTo>
                  <a:pt x="0" y="19589"/>
                  <a:pt x="19589" y="0"/>
                  <a:pt x="43753" y="0"/>
                </a:cubicBezTo>
                <a:lnTo>
                  <a:pt x="867883" y="0"/>
                </a:lnTo>
                <a:cubicBezTo>
                  <a:pt x="892047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7" y="262510"/>
                  <a:pt x="867883" y="262510"/>
                </a:cubicBezTo>
                <a:lnTo>
                  <a:pt x="43753" y="262510"/>
                </a:lnTo>
                <a:cubicBezTo>
                  <a:pt x="19589" y="262510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solidFill xmlns:a="http://schemas.openxmlformats.org/drawingml/2006/main">
            <a:srgbClr val="60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59">
            <a:extLst xmlns:a="http://schemas.openxmlformats.org/drawingml/2006/main">
              <a:ext uri="{FF2B5EF4-FFF2-40B4-BE49-F238E27FC236}">
                <a16:creationId xmlns:a16="http://schemas.microsoft.com/office/drawing/2014/main" id="{A4D85166-A043-4405-80CB-3857DF62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636" y="1577607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1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1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155A8A-7B25-4C2D-A972-558643C5DC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87989a29d4b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8268" y="1761295"/>
            <a:ext cx="248455" cy="458190"/>
          </a:xfrm>
          <a:prstGeom xmlns:a="http://schemas.openxmlformats.org/drawingml/2006/main" prst="rect">
            <a:avLst/>
          </a:prstGeom>
        </p:spPr>
      </p:pic>
      <p:sp>
        <p:nvSpPr>
          <p:cNvPr id="61" name="pdf-source-image-19">
            <a:extLst xmlns:a="http://schemas.openxmlformats.org/drawingml/2006/main">
              <a:ext uri="{FF2B5EF4-FFF2-40B4-BE49-F238E27FC236}">
                <a16:creationId xmlns:a16="http://schemas.microsoft.com/office/drawing/2014/main" id="{9209E0C1-CF72-4F5C-ADC1-91CEC137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268" y="1761295"/>
            <a:ext cx="248455" cy="458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pdf-path-62">
            <a:extLst xmlns:a="http://schemas.openxmlformats.org/drawingml/2006/main">
              <a:ext uri="{FF2B5EF4-FFF2-40B4-BE49-F238E27FC236}">
                <a16:creationId xmlns:a16="http://schemas.microsoft.com/office/drawing/2014/main" id="{1932364C-9D4F-4CAE-93A3-CE8EC224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084" y="1866384"/>
            <a:ext cx="53974" cy="289327"/>
          </a:xfrm>
          <a:custGeom xmlns:a="http://schemas.openxmlformats.org/drawingml/2006/main">
            <a:pathLst>
              <a:path w="53974" h="289327">
                <a:moveTo>
                  <a:pt x="3342" y="289327"/>
                </a:moveTo>
                <a:lnTo>
                  <a:pt x="0" y="67417"/>
                </a:lnTo>
                <a:lnTo>
                  <a:pt x="26885" y="67013"/>
                </a:lnTo>
                <a:lnTo>
                  <a:pt x="30228" y="288922"/>
                </a:lnTo>
                <a:lnTo>
                  <a:pt x="3342" y="289327"/>
                </a:lnTo>
                <a:moveTo>
                  <a:pt x="-26685" y="81265"/>
                </a:moveTo>
                <a:lnTo>
                  <a:pt x="12428" y="0"/>
                </a:lnTo>
                <a:lnTo>
                  <a:pt x="53974" y="80052"/>
                </a:lnTo>
                <a:lnTo>
                  <a:pt x="-26685" y="81265"/>
                </a:lnTo>
              </a:path>
            </a:pathLst>
          </a:custGeom>
          <a:solidFill xmlns:a="http://schemas.openxmlformats.org/drawingml/2006/main">
            <a:srgbClr val="604A7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C5D8C8-DABD-4322-915E-4DCB97775D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626f452484c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2143" y="1551561"/>
            <a:ext cx="1016407" cy="358162"/>
          </a:xfrm>
          <a:prstGeom xmlns:a="http://schemas.openxmlformats.org/drawingml/2006/main" prst="rect">
            <a:avLst/>
          </a:prstGeom>
        </p:spPr>
      </p:pic>
      <p:sp>
        <p:nvSpPr>
          <p:cNvPr id="64" name="pdf-source-image-20">
            <a:extLst xmlns:a="http://schemas.openxmlformats.org/drawingml/2006/main">
              <a:ext uri="{FF2B5EF4-FFF2-40B4-BE49-F238E27FC236}">
                <a16:creationId xmlns:a16="http://schemas.microsoft.com/office/drawing/2014/main" id="{885399F3-27EB-4397-BE6A-CB022D8E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143" y="1551561"/>
            <a:ext cx="1016407" cy="358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8F9DC5-3063-435E-83FE-FFE0EBB6F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4f8c536094d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0571" y="1541881"/>
            <a:ext cx="719551" cy="419469"/>
          </a:xfrm>
          <a:prstGeom xmlns:a="http://schemas.openxmlformats.org/drawingml/2006/main" prst="rect">
            <a:avLst/>
          </a:prstGeom>
        </p:spPr>
      </p:pic>
      <p:sp>
        <p:nvSpPr>
          <p:cNvPr id="66" name="pdf-source-image-21">
            <a:extLst xmlns:a="http://schemas.openxmlformats.org/drawingml/2006/main">
              <a:ext uri="{FF2B5EF4-FFF2-40B4-BE49-F238E27FC236}">
                <a16:creationId xmlns:a16="http://schemas.microsoft.com/office/drawing/2014/main" id="{7935D146-A202-4865-B22D-2D0BE223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571" y="1541881"/>
            <a:ext cx="719551" cy="419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pdf-path-65">
            <a:extLst xmlns:a="http://schemas.openxmlformats.org/drawingml/2006/main">
              <a:ext uri="{FF2B5EF4-FFF2-40B4-BE49-F238E27FC236}">
                <a16:creationId xmlns:a16="http://schemas.microsoft.com/office/drawing/2014/main" id="{C256C8EE-95A6-4D72-B89A-E1BE07CB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927" y="1577607"/>
            <a:ext cx="921223" cy="257533"/>
          </a:xfrm>
          <a:custGeom xmlns:a="http://schemas.openxmlformats.org/drawingml/2006/main">
            <a:pathLst>
              <a:path w="921223" h="257533">
                <a:moveTo>
                  <a:pt x="0" y="42923"/>
                </a:moveTo>
                <a:cubicBezTo>
                  <a:pt x="0" y="19217"/>
                  <a:pt x="19216" y="0"/>
                  <a:pt x="42924" y="0"/>
                </a:cubicBezTo>
                <a:lnTo>
                  <a:pt x="878299" y="0"/>
                </a:lnTo>
                <a:cubicBezTo>
                  <a:pt x="902005" y="0"/>
                  <a:pt x="921223" y="19217"/>
                  <a:pt x="921223" y="42923"/>
                </a:cubicBezTo>
                <a:lnTo>
                  <a:pt x="921223" y="214609"/>
                </a:lnTo>
                <a:cubicBezTo>
                  <a:pt x="921223" y="238315"/>
                  <a:pt x="902005" y="257533"/>
                  <a:pt x="878299" y="257533"/>
                </a:cubicBezTo>
                <a:lnTo>
                  <a:pt x="42924" y="257533"/>
                </a:lnTo>
                <a:cubicBezTo>
                  <a:pt x="19216" y="257533"/>
                  <a:pt x="0" y="238315"/>
                  <a:pt x="0" y="214609"/>
                </a:cubicBezTo>
                <a:lnTo>
                  <a:pt x="0" y="42923"/>
                </a:lnTo>
              </a:path>
            </a:pathLst>
          </a:custGeom>
          <a:solidFill xmlns:a="http://schemas.openxmlformats.org/drawingml/2006/main">
            <a:srgbClr val="E46C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66">
            <a:extLst xmlns:a="http://schemas.openxmlformats.org/drawingml/2006/main">
              <a:ext uri="{FF2B5EF4-FFF2-40B4-BE49-F238E27FC236}">
                <a16:creationId xmlns:a16="http://schemas.microsoft.com/office/drawing/2014/main" id="{315171F6-7AB3-46B2-B0B8-73453E2F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927" y="1577607"/>
            <a:ext cx="921222" cy="257533"/>
          </a:xfrm>
          <a:custGeom xmlns:a="http://schemas.openxmlformats.org/drawingml/2006/main">
            <a:pathLst>
              <a:path w="921222" h="257533">
                <a:moveTo>
                  <a:pt x="0" y="42923"/>
                </a:moveTo>
                <a:cubicBezTo>
                  <a:pt x="0" y="19217"/>
                  <a:pt x="19217" y="0"/>
                  <a:pt x="42923" y="0"/>
                </a:cubicBezTo>
                <a:lnTo>
                  <a:pt x="878299" y="0"/>
                </a:lnTo>
                <a:cubicBezTo>
                  <a:pt x="902005" y="0"/>
                  <a:pt x="921222" y="19217"/>
                  <a:pt x="921222" y="42923"/>
                </a:cubicBezTo>
                <a:lnTo>
                  <a:pt x="921222" y="214610"/>
                </a:lnTo>
                <a:cubicBezTo>
                  <a:pt x="921222" y="238315"/>
                  <a:pt x="902005" y="257533"/>
                  <a:pt x="878299" y="257533"/>
                </a:cubicBezTo>
                <a:lnTo>
                  <a:pt x="42923" y="257533"/>
                </a:lnTo>
                <a:cubicBezTo>
                  <a:pt x="19217" y="257533"/>
                  <a:pt x="0" y="238315"/>
                  <a:pt x="0" y="214610"/>
                </a:cubicBezTo>
                <a:lnTo>
                  <a:pt x="0" y="42923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39D25AF-2A39-4CFD-975D-42649A51F9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180abee9745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6119" y="1732255"/>
            <a:ext cx="248455" cy="519497"/>
          </a:xfrm>
          <a:prstGeom xmlns:a="http://schemas.openxmlformats.org/drawingml/2006/main" prst="rect">
            <a:avLst/>
          </a:prstGeom>
        </p:spPr>
      </p:pic>
      <p:sp>
        <p:nvSpPr>
          <p:cNvPr id="70" name="pdf-source-image-22">
            <a:extLst xmlns:a="http://schemas.openxmlformats.org/drawingml/2006/main">
              <a:ext uri="{FF2B5EF4-FFF2-40B4-BE49-F238E27FC236}">
                <a16:creationId xmlns:a16="http://schemas.microsoft.com/office/drawing/2014/main" id="{650FFC6D-4C84-437A-951E-7E717BC2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19" y="1732255"/>
            <a:ext cx="248455" cy="519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pdf-path-69">
            <a:extLst xmlns:a="http://schemas.openxmlformats.org/drawingml/2006/main">
              <a:ext uri="{FF2B5EF4-FFF2-40B4-BE49-F238E27FC236}">
                <a16:creationId xmlns:a16="http://schemas.microsoft.com/office/drawing/2014/main" id="{C32DEAC3-EC9E-4464-BCDC-85D26811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05" y="1835139"/>
            <a:ext cx="53779" cy="352886"/>
          </a:xfrm>
          <a:custGeom xmlns:a="http://schemas.openxmlformats.org/drawingml/2006/main">
            <a:pathLst>
              <a:path w="53779" h="352886">
                <a:moveTo>
                  <a:pt x="53777" y="352886"/>
                </a:moveTo>
                <a:lnTo>
                  <a:pt x="53779" y="67222"/>
                </a:lnTo>
                <a:lnTo>
                  <a:pt x="26890" y="67222"/>
                </a:lnTo>
                <a:lnTo>
                  <a:pt x="26888" y="352886"/>
                </a:lnTo>
                <a:lnTo>
                  <a:pt x="53777" y="352886"/>
                </a:lnTo>
                <a:moveTo>
                  <a:pt x="80667" y="80667"/>
                </a:moveTo>
                <a:lnTo>
                  <a:pt x="40334" y="0"/>
                </a:lnTo>
                <a:lnTo>
                  <a:pt x="0" y="80667"/>
                </a:lnTo>
                <a:lnTo>
                  <a:pt x="80667" y="80667"/>
                </a:lnTo>
              </a:path>
            </a:pathLst>
          </a:custGeom>
          <a:solidFill xmlns:a="http://schemas.openxmlformats.org/drawingml/2006/main">
            <a:srgbClr val="E46C0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405406-26E7-4E5B-848B-1912132D59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a949af87348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02333" y="1567694"/>
            <a:ext cx="1009954" cy="361389"/>
          </a:xfrm>
          <a:prstGeom xmlns:a="http://schemas.openxmlformats.org/drawingml/2006/main" prst="rect">
            <a:avLst/>
          </a:prstGeom>
        </p:spPr>
      </p:pic>
      <p:sp>
        <p:nvSpPr>
          <p:cNvPr id="73" name="pdf-source-image-23">
            <a:extLst xmlns:a="http://schemas.openxmlformats.org/drawingml/2006/main">
              <a:ext uri="{FF2B5EF4-FFF2-40B4-BE49-F238E27FC236}">
                <a16:creationId xmlns:a16="http://schemas.microsoft.com/office/drawing/2014/main" id="{7981DCA6-4781-450F-A25A-0977BCDD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2333" y="1567694"/>
            <a:ext cx="1009954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D909FA9-36C3-4A9D-A511-83A959889B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1d57d7c9343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47533" y="1561241"/>
            <a:ext cx="719551" cy="416243"/>
          </a:xfrm>
          <a:prstGeom xmlns:a="http://schemas.openxmlformats.org/drawingml/2006/main" prst="rect">
            <a:avLst/>
          </a:prstGeom>
        </p:spPr>
      </p:pic>
      <p:sp>
        <p:nvSpPr>
          <p:cNvPr id="75" name="pdf-source-image-24">
            <a:extLst xmlns:a="http://schemas.openxmlformats.org/drawingml/2006/main">
              <a:ext uri="{FF2B5EF4-FFF2-40B4-BE49-F238E27FC236}">
                <a16:creationId xmlns:a16="http://schemas.microsoft.com/office/drawing/2014/main" id="{21469F6E-F813-4CE6-A925-4710178F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533" y="1561241"/>
            <a:ext cx="719551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pdf-path-72">
            <a:extLst xmlns:a="http://schemas.openxmlformats.org/drawingml/2006/main">
              <a:ext uri="{FF2B5EF4-FFF2-40B4-BE49-F238E27FC236}">
                <a16:creationId xmlns:a16="http://schemas.microsoft.com/office/drawing/2014/main" id="{8DF6D8D7-9AEA-47CB-8175-4CEACFC2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789" y="1592404"/>
            <a:ext cx="911634" cy="262510"/>
          </a:xfrm>
          <a:custGeom xmlns:a="http://schemas.openxmlformats.org/drawingml/2006/main">
            <a:pathLst>
              <a:path w="911634" h="262510">
                <a:moveTo>
                  <a:pt x="0" y="43752"/>
                </a:moveTo>
                <a:cubicBezTo>
                  <a:pt x="0" y="19589"/>
                  <a:pt x="19588" y="0"/>
                  <a:pt x="43752" y="0"/>
                </a:cubicBezTo>
                <a:lnTo>
                  <a:pt x="867880" y="0"/>
                </a:lnTo>
                <a:cubicBezTo>
                  <a:pt x="892044" y="0"/>
                  <a:pt x="911634" y="19589"/>
                  <a:pt x="911634" y="43752"/>
                </a:cubicBezTo>
                <a:lnTo>
                  <a:pt x="911634" y="218758"/>
                </a:lnTo>
                <a:cubicBezTo>
                  <a:pt x="911634" y="242922"/>
                  <a:pt x="892044" y="262510"/>
                  <a:pt x="867880" y="262510"/>
                </a:cubicBezTo>
                <a:lnTo>
                  <a:pt x="43752" y="262510"/>
                </a:lnTo>
                <a:cubicBezTo>
                  <a:pt x="19588" y="262510"/>
                  <a:pt x="0" y="242922"/>
                  <a:pt x="0" y="218758"/>
                </a:cubicBezTo>
                <a:lnTo>
                  <a:pt x="0" y="43752"/>
                </a:lnTo>
              </a:path>
            </a:pathLst>
          </a:custGeom>
          <a:solidFill xmlns:a="http://schemas.openxmlformats.org/drawingml/2006/main">
            <a:srgbClr val="953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73">
            <a:extLst xmlns:a="http://schemas.openxmlformats.org/drawingml/2006/main">
              <a:ext uri="{FF2B5EF4-FFF2-40B4-BE49-F238E27FC236}">
                <a16:creationId xmlns:a16="http://schemas.microsoft.com/office/drawing/2014/main" id="{299BA840-C9D6-497C-BA47-813D9959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789" y="1592404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2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54174B-93F4-4CC8-B894-20052E3D49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fe2a0a30c41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50814" y="1777429"/>
            <a:ext cx="248455" cy="458190"/>
          </a:xfrm>
          <a:prstGeom xmlns:a="http://schemas.openxmlformats.org/drawingml/2006/main" prst="rect">
            <a:avLst/>
          </a:prstGeom>
        </p:spPr>
      </p:pic>
      <p:sp>
        <p:nvSpPr>
          <p:cNvPr id="79" name="pdf-source-image-25">
            <a:extLst xmlns:a="http://schemas.openxmlformats.org/drawingml/2006/main">
              <a:ext uri="{FF2B5EF4-FFF2-40B4-BE49-F238E27FC236}">
                <a16:creationId xmlns:a16="http://schemas.microsoft.com/office/drawing/2014/main" id="{A9D6BDC9-2C1C-4896-9C5F-91E74837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0814" y="1777429"/>
            <a:ext cx="248455" cy="458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pdf-path-76">
            <a:extLst xmlns:a="http://schemas.openxmlformats.org/drawingml/2006/main">
              <a:ext uri="{FF2B5EF4-FFF2-40B4-BE49-F238E27FC236}">
                <a16:creationId xmlns:a16="http://schemas.microsoft.com/office/drawing/2014/main" id="{852F625A-1385-4447-857F-9E9FD0DB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2234" y="1881183"/>
            <a:ext cx="53974" cy="289325"/>
          </a:xfrm>
          <a:custGeom xmlns:a="http://schemas.openxmlformats.org/drawingml/2006/main">
            <a:pathLst>
              <a:path w="53974" h="289325">
                <a:moveTo>
                  <a:pt x="3342" y="289325"/>
                </a:moveTo>
                <a:lnTo>
                  <a:pt x="0" y="67417"/>
                </a:lnTo>
                <a:lnTo>
                  <a:pt x="26885" y="67011"/>
                </a:lnTo>
                <a:lnTo>
                  <a:pt x="30228" y="288920"/>
                </a:lnTo>
                <a:lnTo>
                  <a:pt x="3342" y="289325"/>
                </a:lnTo>
                <a:moveTo>
                  <a:pt x="-26684" y="81265"/>
                </a:moveTo>
                <a:lnTo>
                  <a:pt x="12430" y="0"/>
                </a:lnTo>
                <a:lnTo>
                  <a:pt x="53974" y="80050"/>
                </a:lnTo>
                <a:lnTo>
                  <a:pt x="-26684" y="81265"/>
                </a:lnTo>
              </a:path>
            </a:pathLst>
          </a:custGeom>
          <a:solidFill xmlns:a="http://schemas.openxmlformats.org/drawingml/2006/main">
            <a:srgbClr val="953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3EFB6D52-1803-437C-BCA5-E216BD27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961" y="1943570"/>
            <a:ext cx="518279" cy="161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82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CEDBBE5E-6FE0-46E1-B2BE-9DD96DE2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181" y="1937117"/>
            <a:ext cx="518279" cy="161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83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6D7B0527-DDBA-43AF-80AA-06441453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318" y="1953251"/>
            <a:ext cx="518279" cy="161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CCA1493-EEA4-41B6-B63D-9A2F33DD36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feb24e3bf49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84202" y="128590"/>
            <a:ext cx="1009954" cy="361389"/>
          </a:xfrm>
          <a:prstGeom xmlns:a="http://schemas.openxmlformats.org/drawingml/2006/main" prst="rect">
            <a:avLst/>
          </a:prstGeom>
        </p:spPr>
      </p:pic>
      <p:sp>
        <p:nvSpPr>
          <p:cNvPr id="85" name="pdf-source-image-26">
            <a:extLst xmlns:a="http://schemas.openxmlformats.org/drawingml/2006/main">
              <a:ext uri="{FF2B5EF4-FFF2-40B4-BE49-F238E27FC236}">
                <a16:creationId xmlns:a16="http://schemas.microsoft.com/office/drawing/2014/main" id="{B35EA101-B99D-43CD-A447-52CF8233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202" y="128590"/>
            <a:ext cx="1009954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712E1C5-EB77-48AC-901C-1DEBF450EC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7620a055f4a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2630" y="122137"/>
            <a:ext cx="716325" cy="416243"/>
          </a:xfrm>
          <a:prstGeom xmlns:a="http://schemas.openxmlformats.org/drawingml/2006/main" prst="rect">
            <a:avLst/>
          </a:prstGeom>
        </p:spPr>
      </p:pic>
      <p:sp>
        <p:nvSpPr>
          <p:cNvPr id="87" name="pdf-source-image-27">
            <a:extLst xmlns:a="http://schemas.openxmlformats.org/drawingml/2006/main">
              <a:ext uri="{FF2B5EF4-FFF2-40B4-BE49-F238E27FC236}">
                <a16:creationId xmlns:a16="http://schemas.microsoft.com/office/drawing/2014/main" id="{37E7A3FE-05B7-4A86-B322-E841CABD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630" y="122137"/>
            <a:ext cx="716325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pdf-path-82">
            <a:extLst xmlns:a="http://schemas.openxmlformats.org/drawingml/2006/main">
              <a:ext uri="{FF2B5EF4-FFF2-40B4-BE49-F238E27FC236}">
                <a16:creationId xmlns:a16="http://schemas.microsoft.com/office/drawing/2014/main" id="{1B968D3C-F8FE-4E60-AA34-893CF55D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701" y="154223"/>
            <a:ext cx="911634" cy="262508"/>
          </a:xfrm>
          <a:custGeom xmlns:a="http://schemas.openxmlformats.org/drawingml/2006/main">
            <a:pathLst>
              <a:path w="911634" h="262508">
                <a:moveTo>
                  <a:pt x="0" y="43751"/>
                </a:moveTo>
                <a:cubicBezTo>
                  <a:pt x="0" y="19587"/>
                  <a:pt x="19587" y="0"/>
                  <a:pt x="43752" y="0"/>
                </a:cubicBezTo>
                <a:lnTo>
                  <a:pt x="867881" y="0"/>
                </a:lnTo>
                <a:cubicBezTo>
                  <a:pt x="892045" y="0"/>
                  <a:pt x="911634" y="19587"/>
                  <a:pt x="911634" y="43751"/>
                </a:cubicBezTo>
                <a:lnTo>
                  <a:pt x="911634" y="218756"/>
                </a:lnTo>
                <a:cubicBezTo>
                  <a:pt x="911634" y="242920"/>
                  <a:pt x="892045" y="262508"/>
                  <a:pt x="867881" y="262508"/>
                </a:cubicBezTo>
                <a:lnTo>
                  <a:pt x="43752" y="262508"/>
                </a:lnTo>
                <a:cubicBezTo>
                  <a:pt x="19587" y="262508"/>
                  <a:pt x="0" y="242920"/>
                  <a:pt x="0" y="218756"/>
                </a:cubicBezTo>
                <a:lnTo>
                  <a:pt x="0" y="43751"/>
                </a:lnTo>
              </a:path>
            </a:pathLst>
          </a:cu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83">
            <a:extLst xmlns:a="http://schemas.openxmlformats.org/drawingml/2006/main">
              <a:ext uri="{FF2B5EF4-FFF2-40B4-BE49-F238E27FC236}">
                <a16:creationId xmlns:a16="http://schemas.microsoft.com/office/drawing/2014/main" id="{3948FAD2-B8A1-473C-8299-6DD56001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701" y="154223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1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1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86A92F7-3C5D-414F-BA04-E1B16B53B3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7ab32b2f14a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6422" y="131817"/>
            <a:ext cx="1009953" cy="361389"/>
          </a:xfrm>
          <a:prstGeom xmlns:a="http://schemas.openxmlformats.org/drawingml/2006/main" prst="rect">
            <a:avLst/>
          </a:prstGeom>
        </p:spPr>
      </p:pic>
      <p:sp>
        <p:nvSpPr>
          <p:cNvPr id="91" name="pdf-source-image-28">
            <a:extLst xmlns:a="http://schemas.openxmlformats.org/drawingml/2006/main">
              <a:ext uri="{FF2B5EF4-FFF2-40B4-BE49-F238E27FC236}">
                <a16:creationId xmlns:a16="http://schemas.microsoft.com/office/drawing/2014/main" id="{19E6F818-872F-4FBA-9C69-067FF028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422" y="131817"/>
            <a:ext cx="1009953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DEE51B7-457C-40F7-A483-237A5349A8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a2a5a660b46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850" y="125364"/>
            <a:ext cx="716325" cy="416243"/>
          </a:xfrm>
          <a:prstGeom xmlns:a="http://schemas.openxmlformats.org/drawingml/2006/main" prst="rect">
            <a:avLst/>
          </a:prstGeom>
        </p:spPr>
      </p:pic>
      <p:sp>
        <p:nvSpPr>
          <p:cNvPr id="93" name="pdf-source-image-29">
            <a:extLst xmlns:a="http://schemas.openxmlformats.org/drawingml/2006/main">
              <a:ext uri="{FF2B5EF4-FFF2-40B4-BE49-F238E27FC236}">
                <a16:creationId xmlns:a16="http://schemas.microsoft.com/office/drawing/2014/main" id="{3A390D66-40E3-4063-B58F-9152D95D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850" y="125364"/>
            <a:ext cx="716325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pdf-path-88">
            <a:extLst xmlns:a="http://schemas.openxmlformats.org/drawingml/2006/main">
              <a:ext uri="{FF2B5EF4-FFF2-40B4-BE49-F238E27FC236}">
                <a16:creationId xmlns:a16="http://schemas.microsoft.com/office/drawing/2014/main" id="{B88443B5-C7E2-44F9-A906-9D3BBBA4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5" y="156086"/>
            <a:ext cx="911634" cy="262510"/>
          </a:xfrm>
          <a:custGeom xmlns:a="http://schemas.openxmlformats.org/drawingml/2006/main">
            <a:pathLst>
              <a:path w="911634" h="262510">
                <a:moveTo>
                  <a:pt x="0" y="43752"/>
                </a:moveTo>
                <a:cubicBezTo>
                  <a:pt x="0" y="19589"/>
                  <a:pt x="19589" y="0"/>
                  <a:pt x="43753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8"/>
                </a:lnTo>
                <a:cubicBezTo>
                  <a:pt x="911634" y="242921"/>
                  <a:pt x="892045" y="262510"/>
                  <a:pt x="867882" y="262510"/>
                </a:cubicBezTo>
                <a:lnTo>
                  <a:pt x="43753" y="262510"/>
                </a:lnTo>
                <a:cubicBezTo>
                  <a:pt x="19589" y="262510"/>
                  <a:pt x="0" y="242921"/>
                  <a:pt x="0" y="218758"/>
                </a:cubicBezTo>
                <a:lnTo>
                  <a:pt x="0" y="43752"/>
                </a:lnTo>
              </a:path>
            </a:pathLst>
          </a:custGeom>
          <a:solidFill xmlns:a="http://schemas.openxmlformats.org/drawingml/2006/main">
            <a:srgbClr val="60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89">
            <a:extLst xmlns:a="http://schemas.openxmlformats.org/drawingml/2006/main">
              <a:ext uri="{FF2B5EF4-FFF2-40B4-BE49-F238E27FC236}">
                <a16:creationId xmlns:a16="http://schemas.microsoft.com/office/drawing/2014/main" id="{D86D7874-EB3D-4048-A04C-8091EABB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5" y="156086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2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sp>
        <p:nvSpPr>
          <p:cNvPr id="96" name="pdf-path-93">
            <a:extLst xmlns:a="http://schemas.openxmlformats.org/drawingml/2006/main">
              <a:ext uri="{FF2B5EF4-FFF2-40B4-BE49-F238E27FC236}">
                <a16:creationId xmlns:a16="http://schemas.microsoft.com/office/drawing/2014/main" id="{1027C1AE-34EA-4A5A-81DE-FD46A2E5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31" y="118140"/>
            <a:ext cx="2017033" cy="389271"/>
          </a:xfrm>
          <a:custGeom xmlns:a="http://schemas.openxmlformats.org/drawingml/2006/main">
            <a:pathLst>
              <a:path w="2017033" h="389271">
                <a:moveTo>
                  <a:pt x="0" y="64879"/>
                </a:moveTo>
                <a:cubicBezTo>
                  <a:pt x="0" y="29047"/>
                  <a:pt x="29047" y="0"/>
                  <a:pt x="64879" y="0"/>
                </a:cubicBezTo>
                <a:lnTo>
                  <a:pt x="1952154" y="0"/>
                </a:lnTo>
                <a:cubicBezTo>
                  <a:pt x="1987987" y="0"/>
                  <a:pt x="2017033" y="29047"/>
                  <a:pt x="2017033" y="64879"/>
                </a:cubicBezTo>
                <a:lnTo>
                  <a:pt x="2017033" y="324392"/>
                </a:lnTo>
                <a:cubicBezTo>
                  <a:pt x="2017033" y="360224"/>
                  <a:pt x="1987987" y="389271"/>
                  <a:pt x="1952154" y="389271"/>
                </a:cubicBezTo>
                <a:lnTo>
                  <a:pt x="64879" y="389271"/>
                </a:lnTo>
                <a:cubicBezTo>
                  <a:pt x="29047" y="389271"/>
                  <a:pt x="0" y="360224"/>
                  <a:pt x="0" y="324392"/>
                </a:cubicBezTo>
                <a:lnTo>
                  <a:pt x="0" y="64879"/>
                </a:lnTo>
              </a:path>
            </a:pathLst>
          </a:custGeom>
          <a:noFill xmlns:a="http://schemas.openxmlformats.org/drawingml/2006/main"/>
          <a:ln xmlns:a="http://schemas.openxmlformats.org/drawingml/2006/main" w="16806">
            <a:solidFill>
              <a:srgbClr val="000000"/>
            </a:solidFill>
            <a:prstDash val="dash"/>
          </a:ln>
        </p:spPr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D478564-E0AC-49B1-97E6-8E9E9EC9C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6949ddcc04d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5296" y="151177"/>
            <a:ext cx="1009954" cy="358162"/>
          </a:xfrm>
          <a:prstGeom xmlns:a="http://schemas.openxmlformats.org/drawingml/2006/main" prst="rect">
            <a:avLst/>
          </a:prstGeom>
        </p:spPr>
      </p:pic>
      <p:sp>
        <p:nvSpPr>
          <p:cNvPr id="98" name="pdf-source-image-30">
            <a:extLst xmlns:a="http://schemas.openxmlformats.org/drawingml/2006/main">
              <a:ext uri="{FF2B5EF4-FFF2-40B4-BE49-F238E27FC236}">
                <a16:creationId xmlns:a16="http://schemas.microsoft.com/office/drawing/2014/main" id="{DACF23F8-0A57-4F3A-A358-8F760BFB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296" y="151177"/>
            <a:ext cx="1009954" cy="358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91D46CC-207D-4FE8-B849-74D37EB19C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6b6a3a5204d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30497" y="141498"/>
            <a:ext cx="719551" cy="419469"/>
          </a:xfrm>
          <a:prstGeom xmlns:a="http://schemas.openxmlformats.org/drawingml/2006/main" prst="rect">
            <a:avLst/>
          </a:prstGeom>
        </p:spPr>
      </p:pic>
      <p:sp>
        <p:nvSpPr>
          <p:cNvPr id="100" name="pdf-source-image-31">
            <a:extLst xmlns:a="http://schemas.openxmlformats.org/drawingml/2006/main">
              <a:ext uri="{FF2B5EF4-FFF2-40B4-BE49-F238E27FC236}">
                <a16:creationId xmlns:a16="http://schemas.microsoft.com/office/drawing/2014/main" id="{984CE21B-E983-4A87-8194-326D4F2E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497" y="141498"/>
            <a:ext cx="719551" cy="419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pdf-path-96">
            <a:extLst xmlns:a="http://schemas.openxmlformats.org/drawingml/2006/main">
              <a:ext uri="{FF2B5EF4-FFF2-40B4-BE49-F238E27FC236}">
                <a16:creationId xmlns:a16="http://schemas.microsoft.com/office/drawing/2014/main" id="{98F656CE-5077-4D64-BCA9-85B40F07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4231" y="174832"/>
            <a:ext cx="911634" cy="262510"/>
          </a:xfrm>
          <a:custGeom xmlns:a="http://schemas.openxmlformats.org/drawingml/2006/main">
            <a:pathLst>
              <a:path w="911634" h="262510">
                <a:moveTo>
                  <a:pt x="0" y="43752"/>
                </a:moveTo>
                <a:cubicBezTo>
                  <a:pt x="0" y="19589"/>
                  <a:pt x="19590" y="0"/>
                  <a:pt x="43754" y="0"/>
                </a:cubicBezTo>
                <a:lnTo>
                  <a:pt x="867884" y="0"/>
                </a:lnTo>
                <a:cubicBezTo>
                  <a:pt x="892046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2"/>
                  <a:pt x="892046" y="262510"/>
                  <a:pt x="867884" y="262510"/>
                </a:cubicBezTo>
                <a:lnTo>
                  <a:pt x="43754" y="262510"/>
                </a:lnTo>
                <a:cubicBezTo>
                  <a:pt x="19590" y="262510"/>
                  <a:pt x="0" y="242922"/>
                  <a:pt x="0" y="218757"/>
                </a:cubicBezTo>
                <a:lnTo>
                  <a:pt x="0" y="43752"/>
                </a:lnTo>
              </a:path>
            </a:pathLst>
          </a:cu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97">
            <a:extLst xmlns:a="http://schemas.openxmlformats.org/drawingml/2006/main">
              <a:ext uri="{FF2B5EF4-FFF2-40B4-BE49-F238E27FC236}">
                <a16:creationId xmlns:a16="http://schemas.microsoft.com/office/drawing/2014/main" id="{968C23E5-DA9D-4F13-95DF-1A2921A7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4231" y="174832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2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4C3572D-5CEE-40D6-83DF-373347A315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8c73029db47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5569" y="144724"/>
            <a:ext cx="1009954" cy="361389"/>
          </a:xfrm>
          <a:prstGeom xmlns:a="http://schemas.openxmlformats.org/drawingml/2006/main" prst="rect">
            <a:avLst/>
          </a:prstGeom>
        </p:spPr>
      </p:pic>
      <p:sp>
        <p:nvSpPr>
          <p:cNvPr id="104" name="pdf-source-image-32">
            <a:extLst xmlns:a="http://schemas.openxmlformats.org/drawingml/2006/main">
              <a:ext uri="{FF2B5EF4-FFF2-40B4-BE49-F238E27FC236}">
                <a16:creationId xmlns:a16="http://schemas.microsoft.com/office/drawing/2014/main" id="{E68DDDB0-C73F-4EC8-A0DA-6CD1A694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569" y="144724"/>
            <a:ext cx="1009954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A0FD902-28F6-4D29-939A-3C337B197C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811db736d47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33997" y="138271"/>
            <a:ext cx="716325" cy="416243"/>
          </a:xfrm>
          <a:prstGeom xmlns:a="http://schemas.openxmlformats.org/drawingml/2006/main" prst="rect">
            <a:avLst/>
          </a:prstGeom>
        </p:spPr>
      </p:pic>
      <p:sp>
        <p:nvSpPr>
          <p:cNvPr id="106" name="pdf-source-image-33">
            <a:extLst xmlns:a="http://schemas.openxmlformats.org/drawingml/2006/main">
              <a:ext uri="{FF2B5EF4-FFF2-40B4-BE49-F238E27FC236}">
                <a16:creationId xmlns:a16="http://schemas.microsoft.com/office/drawing/2014/main" id="{63C3BF17-C9DD-4785-9869-BE1C2B0D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997" y="138271"/>
            <a:ext cx="716325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234630C4-DFFE-4B33-B341-B9617FD0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914" y="170407"/>
            <a:ext cx="911634" cy="262510"/>
          </a:xfrm>
          <a:custGeom xmlns:a="http://schemas.openxmlformats.org/drawingml/2006/main">
            <a:pathLst>
              <a:path w="911634" h="262510">
                <a:moveTo>
                  <a:pt x="0" y="43752"/>
                </a:moveTo>
                <a:cubicBezTo>
                  <a:pt x="0" y="19589"/>
                  <a:pt x="19588" y="0"/>
                  <a:pt x="43752" y="0"/>
                </a:cubicBezTo>
                <a:lnTo>
                  <a:pt x="867880" y="0"/>
                </a:lnTo>
                <a:cubicBezTo>
                  <a:pt x="892044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4" y="262510"/>
                  <a:pt x="867880" y="262510"/>
                </a:cubicBezTo>
                <a:lnTo>
                  <a:pt x="43752" y="262510"/>
                </a:lnTo>
                <a:cubicBezTo>
                  <a:pt x="19588" y="262510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solidFill xmlns:a="http://schemas.openxmlformats.org/drawingml/2006/main">
            <a:srgbClr val="E46C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D1F689DE-DF4B-4735-B969-2EB1C7C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914" y="170407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2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DABB984-6357-41E3-A336-7C73C31458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290999bda47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9800" y="154404"/>
            <a:ext cx="1009954" cy="358162"/>
          </a:xfrm>
          <a:prstGeom xmlns:a="http://schemas.openxmlformats.org/drawingml/2006/main" prst="rect">
            <a:avLst/>
          </a:prstGeom>
        </p:spPr>
      </p:pic>
      <p:sp>
        <p:nvSpPr>
          <p:cNvPr id="110" name="pdf-source-image-34">
            <a:extLst xmlns:a="http://schemas.openxmlformats.org/drawingml/2006/main">
              <a:ext uri="{FF2B5EF4-FFF2-40B4-BE49-F238E27FC236}">
                <a16:creationId xmlns:a16="http://schemas.microsoft.com/office/drawing/2014/main" id="{1A07831D-0C22-4011-9656-8E7A3399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800" y="154404"/>
            <a:ext cx="1009954" cy="358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ABBBA79-1EC5-4363-B157-C8C95F18F0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ddccdb5904d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25001" y="144725"/>
            <a:ext cx="719551" cy="419469"/>
          </a:xfrm>
          <a:prstGeom xmlns:a="http://schemas.openxmlformats.org/drawingml/2006/main" prst="rect">
            <a:avLst/>
          </a:prstGeom>
        </p:spPr>
      </p:pic>
      <p:sp>
        <p:nvSpPr>
          <p:cNvPr id="112" name="pdf-source-image-35">
            <a:extLst xmlns:a="http://schemas.openxmlformats.org/drawingml/2006/main">
              <a:ext uri="{FF2B5EF4-FFF2-40B4-BE49-F238E27FC236}">
                <a16:creationId xmlns:a16="http://schemas.microsoft.com/office/drawing/2014/main" id="{F4EDA358-8F31-443D-B2E5-9CF1C20B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5001" y="144725"/>
            <a:ext cx="719551" cy="419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AFBCA686-45BA-4F5A-B4C3-079D2527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532" y="177682"/>
            <a:ext cx="911634" cy="262510"/>
          </a:xfrm>
          <a:custGeom xmlns:a="http://schemas.openxmlformats.org/drawingml/2006/main">
            <a:pathLst>
              <a:path w="911634" h="262510">
                <a:moveTo>
                  <a:pt x="0" y="43752"/>
                </a:moveTo>
                <a:cubicBezTo>
                  <a:pt x="0" y="19589"/>
                  <a:pt x="19590" y="0"/>
                  <a:pt x="43754" y="0"/>
                </a:cubicBezTo>
                <a:lnTo>
                  <a:pt x="867884" y="0"/>
                </a:lnTo>
                <a:cubicBezTo>
                  <a:pt x="892046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2"/>
                  <a:pt x="892046" y="262510"/>
                  <a:pt x="867884" y="262510"/>
                </a:cubicBezTo>
                <a:lnTo>
                  <a:pt x="43754" y="262510"/>
                </a:lnTo>
                <a:cubicBezTo>
                  <a:pt x="19590" y="262510"/>
                  <a:pt x="0" y="242922"/>
                  <a:pt x="0" y="218757"/>
                </a:cubicBezTo>
                <a:lnTo>
                  <a:pt x="0" y="43752"/>
                </a:lnTo>
              </a:path>
            </a:pathLst>
          </a:custGeom>
          <a:solidFill xmlns:a="http://schemas.openxmlformats.org/drawingml/2006/main">
            <a:srgbClr val="953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77F7631B-7063-4B2E-A562-49821C9F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532" y="177682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2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sp>
        <p:nvSpPr>
          <p:cNvPr id="115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CF2ED153-2477-4629-86CC-62A72B58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901" y="113329"/>
            <a:ext cx="2017033" cy="389271"/>
          </a:xfrm>
          <a:custGeom xmlns:a="http://schemas.openxmlformats.org/drawingml/2006/main">
            <a:pathLst>
              <a:path w="2017033" h="389271">
                <a:moveTo>
                  <a:pt x="0" y="64879"/>
                </a:moveTo>
                <a:cubicBezTo>
                  <a:pt x="0" y="29047"/>
                  <a:pt x="29047" y="0"/>
                  <a:pt x="64879" y="0"/>
                </a:cubicBezTo>
                <a:lnTo>
                  <a:pt x="1952154" y="0"/>
                </a:lnTo>
                <a:cubicBezTo>
                  <a:pt x="1987987" y="0"/>
                  <a:pt x="2017033" y="29047"/>
                  <a:pt x="2017033" y="64879"/>
                </a:cubicBezTo>
                <a:lnTo>
                  <a:pt x="2017033" y="324392"/>
                </a:lnTo>
                <a:cubicBezTo>
                  <a:pt x="2017033" y="360224"/>
                  <a:pt x="1987987" y="389271"/>
                  <a:pt x="1952154" y="389271"/>
                </a:cubicBezTo>
                <a:lnTo>
                  <a:pt x="64879" y="389271"/>
                </a:lnTo>
                <a:cubicBezTo>
                  <a:pt x="29047" y="389271"/>
                  <a:pt x="0" y="360224"/>
                  <a:pt x="0" y="324392"/>
                </a:cubicBezTo>
                <a:lnTo>
                  <a:pt x="0" y="64879"/>
                </a:lnTo>
              </a:path>
            </a:pathLst>
          </a:custGeom>
          <a:noFill xmlns:a="http://schemas.openxmlformats.org/drawingml/2006/main"/>
          <a:ln xmlns:a="http://schemas.openxmlformats.org/drawingml/2006/main" w="16806">
            <a:solidFill>
              <a:srgbClr val="000000"/>
            </a:solidFill>
            <a:prstDash val="dash"/>
          </a:ln>
        </p:spPr>
      </p:sp>
      <p:sp>
        <p:nvSpPr>
          <p:cNvPr id="116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23411465-1419-4AA9-849E-A8387FE0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844" y="820394"/>
            <a:ext cx="2017033" cy="389271"/>
          </a:xfrm>
          <a:custGeom xmlns:a="http://schemas.openxmlformats.org/drawingml/2006/main">
            <a:pathLst>
              <a:path w="2017033" h="389271">
                <a:moveTo>
                  <a:pt x="0" y="64879"/>
                </a:moveTo>
                <a:cubicBezTo>
                  <a:pt x="0" y="29047"/>
                  <a:pt x="29047" y="0"/>
                  <a:pt x="64879" y="0"/>
                </a:cubicBezTo>
                <a:lnTo>
                  <a:pt x="1952154" y="0"/>
                </a:lnTo>
                <a:cubicBezTo>
                  <a:pt x="1987987" y="0"/>
                  <a:pt x="2017033" y="29047"/>
                  <a:pt x="2017033" y="64879"/>
                </a:cubicBezTo>
                <a:lnTo>
                  <a:pt x="2017033" y="324392"/>
                </a:lnTo>
                <a:cubicBezTo>
                  <a:pt x="2017033" y="360224"/>
                  <a:pt x="1987987" y="389271"/>
                  <a:pt x="1952154" y="389271"/>
                </a:cubicBezTo>
                <a:lnTo>
                  <a:pt x="64879" y="389271"/>
                </a:lnTo>
                <a:cubicBezTo>
                  <a:pt x="29047" y="389271"/>
                  <a:pt x="0" y="360224"/>
                  <a:pt x="0" y="324392"/>
                </a:cubicBezTo>
                <a:lnTo>
                  <a:pt x="0" y="64879"/>
                </a:lnTo>
              </a:path>
            </a:pathLst>
          </a:custGeom>
          <a:noFill xmlns:a="http://schemas.openxmlformats.org/drawingml/2006/main"/>
          <a:ln xmlns:a="http://schemas.openxmlformats.org/drawingml/2006/main" w="16806">
            <a:solidFill>
              <a:srgbClr val="000000"/>
            </a:solidFill>
            <a:prstDash val="dash"/>
          </a:ln>
        </p:spPr>
      </p:sp>
      <p:pic>
        <p:nvPic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0D1B6C9-C47B-441E-98BF-54D6DEA903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2269515d84d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6300" y="154404"/>
            <a:ext cx="1009954" cy="361389"/>
          </a:xfrm>
          <a:prstGeom xmlns:a="http://schemas.openxmlformats.org/drawingml/2006/main" prst="rect">
            <a:avLst/>
          </a:prstGeom>
        </p:spPr>
      </p:pic>
      <p:sp>
        <p:nvSpPr>
          <p:cNvPr id="118" name="pdf-source-image-36">
            <a:extLst xmlns:a="http://schemas.openxmlformats.org/drawingml/2006/main">
              <a:ext uri="{FF2B5EF4-FFF2-40B4-BE49-F238E27FC236}">
                <a16:creationId xmlns:a16="http://schemas.microsoft.com/office/drawing/2014/main" id="{398730A3-A421-4563-B345-92DB0820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300" y="154404"/>
            <a:ext cx="1009954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921F411-F4B8-4C83-BE91-6ADF116B23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5e2536bd048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21500" y="147951"/>
            <a:ext cx="719551" cy="416243"/>
          </a:xfrm>
          <a:prstGeom xmlns:a="http://schemas.openxmlformats.org/drawingml/2006/main" prst="rect">
            <a:avLst/>
          </a:prstGeom>
        </p:spPr>
      </p:pic>
      <p:sp>
        <p:nvSpPr>
          <p:cNvPr id="120" name="pdf-source-image-37">
            <a:extLst xmlns:a="http://schemas.openxmlformats.org/drawingml/2006/main">
              <a:ext uri="{FF2B5EF4-FFF2-40B4-BE49-F238E27FC236}">
                <a16:creationId xmlns:a16="http://schemas.microsoft.com/office/drawing/2014/main" id="{8563EC85-F17B-4EAC-9641-43223F10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1500" y="147951"/>
            <a:ext cx="719551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2DB152D6-92F5-418D-A26F-CAFEDB02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781" y="178973"/>
            <a:ext cx="911634" cy="262510"/>
          </a:xfrm>
          <a:custGeom xmlns:a="http://schemas.openxmlformats.org/drawingml/2006/main">
            <a:pathLst>
              <a:path w="911634" h="262510">
                <a:moveTo>
                  <a:pt x="0" y="43752"/>
                </a:moveTo>
                <a:cubicBezTo>
                  <a:pt x="0" y="19589"/>
                  <a:pt x="19588" y="0"/>
                  <a:pt x="43752" y="0"/>
                </a:cubicBezTo>
                <a:lnTo>
                  <a:pt x="867882" y="0"/>
                </a:lnTo>
                <a:cubicBezTo>
                  <a:pt x="892044" y="0"/>
                  <a:pt x="911634" y="19589"/>
                  <a:pt x="911634" y="43752"/>
                </a:cubicBezTo>
                <a:lnTo>
                  <a:pt x="911634" y="218758"/>
                </a:lnTo>
                <a:cubicBezTo>
                  <a:pt x="911634" y="242921"/>
                  <a:pt x="892044" y="262510"/>
                  <a:pt x="867882" y="262510"/>
                </a:cubicBezTo>
                <a:lnTo>
                  <a:pt x="43752" y="262510"/>
                </a:lnTo>
                <a:cubicBezTo>
                  <a:pt x="19588" y="262510"/>
                  <a:pt x="0" y="242921"/>
                  <a:pt x="0" y="218758"/>
                </a:cubicBezTo>
                <a:lnTo>
                  <a:pt x="0" y="43752"/>
                </a:lnTo>
              </a:path>
            </a:pathLst>
          </a:cu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A2F67AC0-1946-431C-A16A-656BFB2B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781" y="178973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2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sp>
        <p:nvSpPr>
          <p:cNvPr id="123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FABB273C-DF0C-49C2-97AF-596C1C4C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527" y="819520"/>
            <a:ext cx="2017033" cy="389271"/>
          </a:xfrm>
          <a:custGeom xmlns:a="http://schemas.openxmlformats.org/drawingml/2006/main">
            <a:pathLst>
              <a:path w="2017033" h="389271">
                <a:moveTo>
                  <a:pt x="0" y="64879"/>
                </a:moveTo>
                <a:cubicBezTo>
                  <a:pt x="0" y="29047"/>
                  <a:pt x="29047" y="0"/>
                  <a:pt x="64879" y="0"/>
                </a:cubicBezTo>
                <a:lnTo>
                  <a:pt x="1952154" y="0"/>
                </a:lnTo>
                <a:cubicBezTo>
                  <a:pt x="1987987" y="0"/>
                  <a:pt x="2017033" y="29047"/>
                  <a:pt x="2017033" y="64879"/>
                </a:cubicBezTo>
                <a:lnTo>
                  <a:pt x="2017033" y="324392"/>
                </a:lnTo>
                <a:cubicBezTo>
                  <a:pt x="2017033" y="360224"/>
                  <a:pt x="1987987" y="389271"/>
                  <a:pt x="1952154" y="389271"/>
                </a:cubicBezTo>
                <a:lnTo>
                  <a:pt x="64879" y="389271"/>
                </a:lnTo>
                <a:cubicBezTo>
                  <a:pt x="29047" y="389271"/>
                  <a:pt x="0" y="360224"/>
                  <a:pt x="0" y="324392"/>
                </a:cubicBezTo>
                <a:lnTo>
                  <a:pt x="0" y="64879"/>
                </a:lnTo>
              </a:path>
            </a:pathLst>
          </a:custGeom>
          <a:noFill xmlns:a="http://schemas.openxmlformats.org/drawingml/2006/main"/>
          <a:ln xmlns:a="http://schemas.openxmlformats.org/drawingml/2006/main" w="16806">
            <a:solidFill>
              <a:srgbClr val="000000"/>
            </a:solidFill>
            <a:prstDash val="dash"/>
          </a:ln>
        </p:spPr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415BAB9-DFF6-40D2-8B4C-36C8420A30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eb90e371743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0744" y="841689"/>
            <a:ext cx="1009954" cy="361389"/>
          </a:xfrm>
          <a:prstGeom xmlns:a="http://schemas.openxmlformats.org/drawingml/2006/main" prst="rect">
            <a:avLst/>
          </a:prstGeom>
        </p:spPr>
      </p:pic>
      <p:sp>
        <p:nvSpPr>
          <p:cNvPr id="125" name="pdf-source-image-38">
            <a:extLst xmlns:a="http://schemas.openxmlformats.org/drawingml/2006/main">
              <a:ext uri="{FF2B5EF4-FFF2-40B4-BE49-F238E27FC236}">
                <a16:creationId xmlns:a16="http://schemas.microsoft.com/office/drawing/2014/main" id="{4648B70A-0709-4620-8395-0B566D7D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44" y="841689"/>
            <a:ext cx="1009954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E07B115-1B56-4564-BA7A-4A2924DC40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41fc019e448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9171" y="835236"/>
            <a:ext cx="716325" cy="416243"/>
          </a:xfrm>
          <a:prstGeom xmlns:a="http://schemas.openxmlformats.org/drawingml/2006/main" prst="rect">
            <a:avLst/>
          </a:prstGeom>
        </p:spPr>
      </p:pic>
      <p:sp>
        <p:nvSpPr>
          <p:cNvPr id="127" name="pdf-source-image-39">
            <a:extLst xmlns:a="http://schemas.openxmlformats.org/drawingml/2006/main">
              <a:ext uri="{FF2B5EF4-FFF2-40B4-BE49-F238E27FC236}">
                <a16:creationId xmlns:a16="http://schemas.microsoft.com/office/drawing/2014/main" id="{46388130-4085-4216-865F-342A4291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171" y="835236"/>
            <a:ext cx="716325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CDA3001A-E80C-4EBC-B64E-D64E9577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288" y="866748"/>
            <a:ext cx="911632" cy="262510"/>
          </a:xfrm>
          <a:custGeom xmlns:a="http://schemas.openxmlformats.org/drawingml/2006/main">
            <a:pathLst>
              <a:path w="911632" h="262510">
                <a:moveTo>
                  <a:pt x="0" y="43752"/>
                </a:moveTo>
                <a:cubicBezTo>
                  <a:pt x="0" y="19589"/>
                  <a:pt x="19586" y="0"/>
                  <a:pt x="43750" y="0"/>
                </a:cubicBezTo>
                <a:lnTo>
                  <a:pt x="867880" y="0"/>
                </a:lnTo>
                <a:cubicBezTo>
                  <a:pt x="892044" y="0"/>
                  <a:pt x="911632" y="19589"/>
                  <a:pt x="911632" y="43752"/>
                </a:cubicBezTo>
                <a:lnTo>
                  <a:pt x="911632" y="218757"/>
                </a:lnTo>
                <a:cubicBezTo>
                  <a:pt x="911632" y="242922"/>
                  <a:pt x="892044" y="262510"/>
                  <a:pt x="867880" y="262510"/>
                </a:cubicBezTo>
                <a:lnTo>
                  <a:pt x="43750" y="262510"/>
                </a:lnTo>
                <a:cubicBezTo>
                  <a:pt x="19586" y="262510"/>
                  <a:pt x="0" y="242922"/>
                  <a:pt x="0" y="218757"/>
                </a:cubicBezTo>
                <a:lnTo>
                  <a:pt x="0" y="43752"/>
                </a:lnTo>
              </a:path>
            </a:pathLst>
          </a:custGeom>
          <a:solidFill xmlns:a="http://schemas.openxmlformats.org/drawingml/2006/main">
            <a:srgbClr val="E46C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4A5A09C9-0139-4936-B188-A9CE9446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288" y="866748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2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sp>
        <p:nvSpPr>
          <p:cNvPr id="130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C2DAA7F9-1DE0-4876-8D89-80CF69C6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243" y="756527"/>
            <a:ext cx="4959619" cy="510652"/>
          </a:xfrm>
          <a:custGeom xmlns:a="http://schemas.openxmlformats.org/drawingml/2006/main">
            <a:pathLst>
              <a:path w="4959619" h="510652">
                <a:moveTo>
                  <a:pt x="0" y="85112"/>
                </a:moveTo>
                <a:cubicBezTo>
                  <a:pt x="0" y="38106"/>
                  <a:pt x="38106" y="0"/>
                  <a:pt x="85112" y="0"/>
                </a:cubicBezTo>
                <a:lnTo>
                  <a:pt x="4874507" y="0"/>
                </a:lnTo>
                <a:cubicBezTo>
                  <a:pt x="4921513" y="0"/>
                  <a:pt x="4959619" y="38106"/>
                  <a:pt x="4959619" y="85112"/>
                </a:cubicBezTo>
                <a:lnTo>
                  <a:pt x="4959619" y="425540"/>
                </a:lnTo>
                <a:cubicBezTo>
                  <a:pt x="4959619" y="472546"/>
                  <a:pt x="4921513" y="510652"/>
                  <a:pt x="4874507" y="510652"/>
                </a:cubicBezTo>
                <a:lnTo>
                  <a:pt x="85112" y="510652"/>
                </a:lnTo>
                <a:cubicBezTo>
                  <a:pt x="38106" y="510652"/>
                  <a:pt x="0" y="472546"/>
                  <a:pt x="0" y="425540"/>
                </a:cubicBezTo>
                <a:lnTo>
                  <a:pt x="0" y="85112"/>
                </a:lnTo>
              </a:path>
            </a:pathLst>
          </a:custGeom>
          <a:noFill xmlns:a="http://schemas.openxmlformats.org/drawingml/2006/main"/>
          <a:ln xmlns:a="http://schemas.openxmlformats.org/drawingml/2006/main" w="16806">
            <a:solidFill>
              <a:srgbClr val="000000"/>
            </a:solidFill>
            <a:prstDash val="solid"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283C560-E265-407B-9D59-8A6010109E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a338659fe40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2307" y="196351"/>
            <a:ext cx="274269" cy="258135"/>
          </a:xfrm>
          <a:prstGeom xmlns:a="http://schemas.openxmlformats.org/drawingml/2006/main" prst="rect">
            <a:avLst/>
          </a:prstGeom>
        </p:spPr>
      </p:pic>
      <p:sp>
        <p:nvSpPr>
          <p:cNvPr id="132" name="pdf-source-image-40">
            <a:extLst xmlns:a="http://schemas.openxmlformats.org/drawingml/2006/main">
              <a:ext uri="{FF2B5EF4-FFF2-40B4-BE49-F238E27FC236}">
                <a16:creationId xmlns:a16="http://schemas.microsoft.com/office/drawing/2014/main" id="{E5C1AD0E-66C7-4927-A0CA-93BB39F3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07" y="196351"/>
            <a:ext cx="274269" cy="25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27552EB-CA4D-4E1D-86EC-19FAD18DDD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be4ea6b4242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4547" y="112457"/>
            <a:ext cx="409790" cy="487230"/>
          </a:xfrm>
          <a:prstGeom xmlns:a="http://schemas.openxmlformats.org/drawingml/2006/main" prst="rect">
            <a:avLst/>
          </a:prstGeom>
        </p:spPr>
      </p:pic>
      <p:sp>
        <p:nvSpPr>
          <p:cNvPr id="134" name="pdf-source-image-41">
            <a:extLst xmlns:a="http://schemas.openxmlformats.org/drawingml/2006/main">
              <a:ext uri="{FF2B5EF4-FFF2-40B4-BE49-F238E27FC236}">
                <a16:creationId xmlns:a16="http://schemas.microsoft.com/office/drawing/2014/main" id="{C4EE9102-5156-4FE5-A587-77E42BF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547" y="112457"/>
            <a:ext cx="409790" cy="487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5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4D506113-3723-4FBE-AD1C-49429651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789" y="222323"/>
            <a:ext cx="177796" cy="158406"/>
          </a:xfrm>
          <a:custGeom xmlns:a="http://schemas.openxmlformats.org/drawingml/2006/main">
            <a:pathLst>
              <a:path w="177796" h="158406">
                <a:moveTo>
                  <a:pt x="0" y="79203"/>
                </a:moveTo>
                <a:cubicBezTo>
                  <a:pt x="0" y="35460"/>
                  <a:pt x="39801" y="0"/>
                  <a:pt x="88898" y="0"/>
                </a:cubicBezTo>
                <a:cubicBezTo>
                  <a:pt x="137995" y="0"/>
                  <a:pt x="177796" y="35460"/>
                  <a:pt x="177796" y="79203"/>
                </a:cubicBezTo>
                <a:cubicBezTo>
                  <a:pt x="177796" y="122946"/>
                  <a:pt x="137995" y="158406"/>
                  <a:pt x="88898" y="158406"/>
                </a:cubicBezTo>
                <a:cubicBezTo>
                  <a:pt x="39801" y="158406"/>
                  <a:pt x="0" y="122946"/>
                  <a:pt x="0" y="792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0F7FFF7-8FF4-453C-B172-FF3EE98CDE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ab1ebafc449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53631" y="196351"/>
            <a:ext cx="277495" cy="254908"/>
          </a:xfrm>
          <a:prstGeom xmlns:a="http://schemas.openxmlformats.org/drawingml/2006/main" prst="rect">
            <a:avLst/>
          </a:prstGeom>
        </p:spPr>
      </p:pic>
      <p:sp>
        <p:nvSpPr>
          <p:cNvPr id="137" name="pdf-source-image-42">
            <a:extLst xmlns:a="http://schemas.openxmlformats.org/drawingml/2006/main">
              <a:ext uri="{FF2B5EF4-FFF2-40B4-BE49-F238E27FC236}">
                <a16:creationId xmlns:a16="http://schemas.microsoft.com/office/drawing/2014/main" id="{4716B481-BA4E-46DC-90FD-BEBE765A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31" y="196351"/>
            <a:ext cx="277495" cy="25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3A67661-701D-42F0-BA38-4F3D69117A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18f16b7ed4a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5870" y="109231"/>
            <a:ext cx="413016" cy="490457"/>
          </a:xfrm>
          <a:prstGeom xmlns:a="http://schemas.openxmlformats.org/drawingml/2006/main" prst="rect">
            <a:avLst/>
          </a:prstGeom>
        </p:spPr>
      </p:pic>
      <p:sp>
        <p:nvSpPr>
          <p:cNvPr id="139" name="pdf-source-image-43">
            <a:extLst xmlns:a="http://schemas.openxmlformats.org/drawingml/2006/main">
              <a:ext uri="{FF2B5EF4-FFF2-40B4-BE49-F238E27FC236}">
                <a16:creationId xmlns:a16="http://schemas.microsoft.com/office/drawing/2014/main" id="{E615EC68-5BDA-48D0-9D13-1793281F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870" y="109231"/>
            <a:ext cx="413016" cy="490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95A7AF38-C2F4-4DB2-B9C6-3EAE84BC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615" y="221053"/>
            <a:ext cx="177796" cy="158406"/>
          </a:xfrm>
          <a:custGeom xmlns:a="http://schemas.openxmlformats.org/drawingml/2006/main">
            <a:pathLst>
              <a:path w="177796" h="158406">
                <a:moveTo>
                  <a:pt x="0" y="79203"/>
                </a:moveTo>
                <a:cubicBezTo>
                  <a:pt x="0" y="35460"/>
                  <a:pt x="39801" y="0"/>
                  <a:pt x="88898" y="0"/>
                </a:cubicBezTo>
                <a:cubicBezTo>
                  <a:pt x="137995" y="0"/>
                  <a:pt x="177796" y="35460"/>
                  <a:pt x="177796" y="79203"/>
                </a:cubicBezTo>
                <a:cubicBezTo>
                  <a:pt x="177796" y="122946"/>
                  <a:pt x="137995" y="158406"/>
                  <a:pt x="88898" y="158406"/>
                </a:cubicBezTo>
                <a:cubicBezTo>
                  <a:pt x="39801" y="158406"/>
                  <a:pt x="0" y="122946"/>
                  <a:pt x="0" y="792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F130B17-9D10-485D-BBA6-0860BCBD5D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a0034bd9e4c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4574" y="873956"/>
            <a:ext cx="277495" cy="254908"/>
          </a:xfrm>
          <a:prstGeom xmlns:a="http://schemas.openxmlformats.org/drawingml/2006/main" prst="rect">
            <a:avLst/>
          </a:prstGeom>
        </p:spPr>
      </p:pic>
      <p:sp>
        <p:nvSpPr>
          <p:cNvPr id="142" name="pdf-source-image-44">
            <a:extLst xmlns:a="http://schemas.openxmlformats.org/drawingml/2006/main">
              <a:ext uri="{FF2B5EF4-FFF2-40B4-BE49-F238E27FC236}">
                <a16:creationId xmlns:a16="http://schemas.microsoft.com/office/drawing/2014/main" id="{08ECD35B-CFF0-43ED-BE7C-F2020CF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574" y="873956"/>
            <a:ext cx="277495" cy="25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5BE3A5F-C82E-4CDC-BD0D-5D1048B478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9bfabb2fb4b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36813" y="786835"/>
            <a:ext cx="413016" cy="490457"/>
          </a:xfrm>
          <a:prstGeom xmlns:a="http://schemas.openxmlformats.org/drawingml/2006/main" prst="rect">
            <a:avLst/>
          </a:prstGeom>
        </p:spPr>
      </p:pic>
      <p:sp>
        <p:nvSpPr>
          <p:cNvPr id="144" name="pdf-source-image-45">
            <a:extLst xmlns:a="http://schemas.openxmlformats.org/drawingml/2006/main">
              <a:ext uri="{FF2B5EF4-FFF2-40B4-BE49-F238E27FC236}">
                <a16:creationId xmlns:a16="http://schemas.microsoft.com/office/drawing/2014/main" id="{EEFD0D6A-11AA-445D-BA67-B44CF5CB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813" y="786835"/>
            <a:ext cx="413016" cy="490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9945D67F-F2E6-4451-A105-124CE1A4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184" y="898414"/>
            <a:ext cx="177796" cy="158406"/>
          </a:xfrm>
          <a:custGeom xmlns:a="http://schemas.openxmlformats.org/drawingml/2006/main">
            <a:pathLst>
              <a:path w="177796" h="158406">
                <a:moveTo>
                  <a:pt x="0" y="79203"/>
                </a:moveTo>
                <a:cubicBezTo>
                  <a:pt x="0" y="35460"/>
                  <a:pt x="39801" y="0"/>
                  <a:pt x="88898" y="0"/>
                </a:cubicBezTo>
                <a:cubicBezTo>
                  <a:pt x="137995" y="0"/>
                  <a:pt x="177796" y="35460"/>
                  <a:pt x="177796" y="79203"/>
                </a:cubicBezTo>
                <a:cubicBezTo>
                  <a:pt x="177796" y="122946"/>
                  <a:pt x="137995" y="158406"/>
                  <a:pt x="88898" y="158406"/>
                </a:cubicBezTo>
                <a:cubicBezTo>
                  <a:pt x="39801" y="158406"/>
                  <a:pt x="0" y="122946"/>
                  <a:pt x="0" y="792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C5BBC14-03A5-4C82-A9E4-4BCD3D0307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2126aa79245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9125" y="877182"/>
            <a:ext cx="277495" cy="258135"/>
          </a:xfrm>
          <a:prstGeom xmlns:a="http://schemas.openxmlformats.org/drawingml/2006/main" prst="rect">
            <a:avLst/>
          </a:prstGeom>
        </p:spPr>
      </p:pic>
      <p:sp>
        <p:nvSpPr>
          <p:cNvPr id="147" name="pdf-source-image-46">
            <a:extLst xmlns:a="http://schemas.openxmlformats.org/drawingml/2006/main">
              <a:ext uri="{FF2B5EF4-FFF2-40B4-BE49-F238E27FC236}">
                <a16:creationId xmlns:a16="http://schemas.microsoft.com/office/drawing/2014/main" id="{D68BC93E-A0F4-4058-A0B3-A016545F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125" y="877182"/>
            <a:ext cx="277495" cy="25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966A221-863A-46BA-89B1-E17FCB0A21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f8205e6fb40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1364" y="793289"/>
            <a:ext cx="413016" cy="487230"/>
          </a:xfrm>
          <a:prstGeom xmlns:a="http://schemas.openxmlformats.org/drawingml/2006/main" prst="rect">
            <a:avLst/>
          </a:prstGeom>
        </p:spPr>
      </p:pic>
      <p:sp>
        <p:nvSpPr>
          <p:cNvPr id="149" name="pdf-source-image-47">
            <a:extLst xmlns:a="http://schemas.openxmlformats.org/drawingml/2006/main">
              <a:ext uri="{FF2B5EF4-FFF2-40B4-BE49-F238E27FC236}">
                <a16:creationId xmlns:a16="http://schemas.microsoft.com/office/drawing/2014/main" id="{ECD05A75-E1FC-412B-808D-54DD1689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364" y="793289"/>
            <a:ext cx="413016" cy="487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EE866FA7-7D90-43B6-89C4-78F3004F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680" y="903417"/>
            <a:ext cx="177796" cy="158406"/>
          </a:xfrm>
          <a:custGeom xmlns:a="http://schemas.openxmlformats.org/drawingml/2006/main">
            <a:pathLst>
              <a:path w="177796" h="158406">
                <a:moveTo>
                  <a:pt x="0" y="79203"/>
                </a:moveTo>
                <a:cubicBezTo>
                  <a:pt x="0" y="35460"/>
                  <a:pt x="39801" y="0"/>
                  <a:pt x="88898" y="0"/>
                </a:cubicBezTo>
                <a:cubicBezTo>
                  <a:pt x="137995" y="0"/>
                  <a:pt x="177796" y="35460"/>
                  <a:pt x="177796" y="79203"/>
                </a:cubicBezTo>
                <a:cubicBezTo>
                  <a:pt x="177796" y="122946"/>
                  <a:pt x="137995" y="158406"/>
                  <a:pt x="88898" y="158406"/>
                </a:cubicBezTo>
                <a:cubicBezTo>
                  <a:pt x="39801" y="158406"/>
                  <a:pt x="0" y="122946"/>
                  <a:pt x="0" y="792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53BD01C-DBCF-4578-A76A-36D303A142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4e8eaecd541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9012" y="122137"/>
            <a:ext cx="1009954" cy="361389"/>
          </a:xfrm>
          <a:prstGeom xmlns:a="http://schemas.openxmlformats.org/drawingml/2006/main" prst="rect">
            <a:avLst/>
          </a:prstGeom>
        </p:spPr>
      </p:pic>
      <p:sp>
        <p:nvSpPr>
          <p:cNvPr id="152" name="pdf-source-image-48">
            <a:extLst xmlns:a="http://schemas.openxmlformats.org/drawingml/2006/main">
              <a:ext uri="{FF2B5EF4-FFF2-40B4-BE49-F238E27FC236}">
                <a16:creationId xmlns:a16="http://schemas.microsoft.com/office/drawing/2014/main" id="{FDAA121C-0E86-4A96-BD4D-B805C91D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012" y="122137"/>
            <a:ext cx="1009954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CDC12A7-AFAA-45A0-AC45-93E81C766D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18c7da28841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4213" y="115684"/>
            <a:ext cx="719552" cy="416243"/>
          </a:xfrm>
          <a:prstGeom xmlns:a="http://schemas.openxmlformats.org/drawingml/2006/main" prst="rect">
            <a:avLst/>
          </a:prstGeom>
        </p:spPr>
      </p:pic>
      <p:sp>
        <p:nvSpPr>
          <p:cNvPr id="154" name="pdf-source-image-49">
            <a:extLst xmlns:a="http://schemas.openxmlformats.org/drawingml/2006/main">
              <a:ext uri="{FF2B5EF4-FFF2-40B4-BE49-F238E27FC236}">
                <a16:creationId xmlns:a16="http://schemas.microsoft.com/office/drawing/2014/main" id="{45A9730C-3433-4A11-A368-F3A3B414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213" y="115684"/>
            <a:ext cx="719552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DF771E8B-B267-4070-AA9F-57D496BE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826" y="147973"/>
            <a:ext cx="911634" cy="262508"/>
          </a:xfrm>
          <a:custGeom xmlns:a="http://schemas.openxmlformats.org/drawingml/2006/main">
            <a:pathLst>
              <a:path w="911634" h="262508">
                <a:moveTo>
                  <a:pt x="0" y="43752"/>
                </a:moveTo>
                <a:cubicBezTo>
                  <a:pt x="0" y="19589"/>
                  <a:pt x="19589" y="0"/>
                  <a:pt x="43753" y="0"/>
                </a:cubicBezTo>
                <a:lnTo>
                  <a:pt x="867881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6"/>
                </a:lnTo>
                <a:cubicBezTo>
                  <a:pt x="911634" y="242920"/>
                  <a:pt x="892045" y="262508"/>
                  <a:pt x="867881" y="262508"/>
                </a:cubicBezTo>
                <a:lnTo>
                  <a:pt x="43753" y="262508"/>
                </a:lnTo>
                <a:cubicBezTo>
                  <a:pt x="19589" y="262508"/>
                  <a:pt x="0" y="242920"/>
                  <a:pt x="0" y="218756"/>
                </a:cubicBezTo>
                <a:lnTo>
                  <a:pt x="0" y="43752"/>
                </a:lnTo>
              </a:path>
            </a:pathLst>
          </a:cu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0574023F-1FF6-4659-B308-4CA65F3E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826" y="147973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2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sp>
        <p:nvSpPr>
          <p:cNvPr id="157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DBB2B7F2-10D6-4179-AF75-26EFEC12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12" y="39098"/>
            <a:ext cx="4949651" cy="506280"/>
          </a:xfrm>
          <a:custGeom xmlns:a="http://schemas.openxmlformats.org/drawingml/2006/main">
            <a:pathLst>
              <a:path w="4949651" h="506280">
                <a:moveTo>
                  <a:pt x="0" y="84384"/>
                </a:moveTo>
                <a:cubicBezTo>
                  <a:pt x="0" y="37780"/>
                  <a:pt x="37779" y="0"/>
                  <a:pt x="84383" y="0"/>
                </a:cubicBezTo>
                <a:lnTo>
                  <a:pt x="4865268" y="0"/>
                </a:lnTo>
                <a:cubicBezTo>
                  <a:pt x="4911871" y="0"/>
                  <a:pt x="4949651" y="37780"/>
                  <a:pt x="4949651" y="84384"/>
                </a:cubicBezTo>
                <a:lnTo>
                  <a:pt x="4949651" y="421896"/>
                </a:lnTo>
                <a:cubicBezTo>
                  <a:pt x="4949651" y="468500"/>
                  <a:pt x="4911871" y="506280"/>
                  <a:pt x="4865268" y="506280"/>
                </a:cubicBezTo>
                <a:lnTo>
                  <a:pt x="84383" y="506280"/>
                </a:lnTo>
                <a:cubicBezTo>
                  <a:pt x="37779" y="506280"/>
                  <a:pt x="0" y="468500"/>
                  <a:pt x="0" y="421896"/>
                </a:cubicBezTo>
                <a:lnTo>
                  <a:pt x="0" y="84384"/>
                </a:lnTo>
              </a:path>
            </a:pathLst>
          </a:custGeom>
          <a:noFill xmlns:a="http://schemas.openxmlformats.org/drawingml/2006/main"/>
          <a:ln xmlns:a="http://schemas.openxmlformats.org/drawingml/2006/main" w="16806">
            <a:solidFill>
              <a:srgbClr val="000000"/>
            </a:solidFill>
            <a:prstDash val="solid"/>
          </a:ln>
        </p:spPr>
      </p:sp>
      <p:sp>
        <p:nvSpPr>
          <p:cNvPr id="158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872F7935-A6E2-417E-A34F-7ED202A4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317" y="820803"/>
            <a:ext cx="2017033" cy="389271"/>
          </a:xfrm>
          <a:custGeom xmlns:a="http://schemas.openxmlformats.org/drawingml/2006/main">
            <a:pathLst>
              <a:path w="2017033" h="389271">
                <a:moveTo>
                  <a:pt x="0" y="64879"/>
                </a:moveTo>
                <a:cubicBezTo>
                  <a:pt x="0" y="29047"/>
                  <a:pt x="29047" y="0"/>
                  <a:pt x="64878" y="0"/>
                </a:cubicBezTo>
                <a:lnTo>
                  <a:pt x="1952154" y="0"/>
                </a:lnTo>
                <a:cubicBezTo>
                  <a:pt x="1987987" y="0"/>
                  <a:pt x="2017033" y="29047"/>
                  <a:pt x="2017033" y="64879"/>
                </a:cubicBezTo>
                <a:lnTo>
                  <a:pt x="2017033" y="324392"/>
                </a:lnTo>
                <a:cubicBezTo>
                  <a:pt x="2017033" y="360224"/>
                  <a:pt x="1987987" y="389271"/>
                  <a:pt x="1952154" y="389271"/>
                </a:cubicBezTo>
                <a:lnTo>
                  <a:pt x="64878" y="389271"/>
                </a:lnTo>
                <a:cubicBezTo>
                  <a:pt x="29047" y="389271"/>
                  <a:pt x="0" y="360224"/>
                  <a:pt x="0" y="324392"/>
                </a:cubicBezTo>
                <a:lnTo>
                  <a:pt x="0" y="64879"/>
                </a:lnTo>
              </a:path>
            </a:pathLst>
          </a:custGeom>
          <a:noFill xmlns:a="http://schemas.openxmlformats.org/drawingml/2006/main"/>
          <a:ln xmlns:a="http://schemas.openxmlformats.org/drawingml/2006/main" w="16806">
            <a:solidFill>
              <a:srgbClr val="000000"/>
            </a:solidFill>
            <a:prstDash val="dash"/>
          </a:ln>
        </p:spPr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9F4BF70-195A-482E-91AE-B420702710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be266d81546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9012" y="822329"/>
            <a:ext cx="1009954" cy="361389"/>
          </a:xfrm>
          <a:prstGeom xmlns:a="http://schemas.openxmlformats.org/drawingml/2006/main" prst="rect">
            <a:avLst/>
          </a:prstGeom>
        </p:spPr>
      </p:pic>
      <p:sp>
        <p:nvSpPr>
          <p:cNvPr id="160" name="pdf-source-image-50">
            <a:extLst xmlns:a="http://schemas.openxmlformats.org/drawingml/2006/main">
              <a:ext uri="{FF2B5EF4-FFF2-40B4-BE49-F238E27FC236}">
                <a16:creationId xmlns:a16="http://schemas.microsoft.com/office/drawing/2014/main" id="{B5BBAE8D-5A1A-44F2-A23E-71AC7849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012" y="822329"/>
            <a:ext cx="1009954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5156112-0A50-4127-BC38-63744FCCB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28b58062549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4213" y="815876"/>
            <a:ext cx="719552" cy="416243"/>
          </a:xfrm>
          <a:prstGeom xmlns:a="http://schemas.openxmlformats.org/drawingml/2006/main" prst="rect">
            <a:avLst/>
          </a:prstGeom>
        </p:spPr>
      </p:pic>
      <p:sp>
        <p:nvSpPr>
          <p:cNvPr id="162" name="pdf-source-image-51">
            <a:extLst xmlns:a="http://schemas.openxmlformats.org/drawingml/2006/main">
              <a:ext uri="{FF2B5EF4-FFF2-40B4-BE49-F238E27FC236}">
                <a16:creationId xmlns:a16="http://schemas.microsoft.com/office/drawing/2014/main" id="{D4E41B99-B38E-4F89-8949-2A5B9E38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213" y="815876"/>
            <a:ext cx="719552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3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009DDB2A-5F89-44E4-B979-8C551AE9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826" y="847114"/>
            <a:ext cx="911634" cy="262510"/>
          </a:xfrm>
          <a:custGeom xmlns:a="http://schemas.openxmlformats.org/drawingml/2006/main">
            <a:pathLst>
              <a:path w="911634" h="262510">
                <a:moveTo>
                  <a:pt x="0" y="43752"/>
                </a:moveTo>
                <a:cubicBezTo>
                  <a:pt x="0" y="19589"/>
                  <a:pt x="19589" y="0"/>
                  <a:pt x="43753" y="0"/>
                </a:cubicBezTo>
                <a:lnTo>
                  <a:pt x="867881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10"/>
                  <a:pt x="867881" y="262510"/>
                </a:cubicBezTo>
                <a:lnTo>
                  <a:pt x="43753" y="262510"/>
                </a:lnTo>
                <a:cubicBezTo>
                  <a:pt x="19589" y="262510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solidFill xmlns:a="http://schemas.openxmlformats.org/drawingml/2006/main">
            <a:srgbClr val="E46C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AD16667D-4CCA-48AE-ADB8-37DB0637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826" y="847114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2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78A1075-62EA-4349-85F5-A37ADBE3A7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e5e77ecb34d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2282" y="841689"/>
            <a:ext cx="1009954" cy="361389"/>
          </a:xfrm>
          <a:prstGeom xmlns:a="http://schemas.openxmlformats.org/drawingml/2006/main" prst="rect">
            <a:avLst/>
          </a:prstGeom>
        </p:spPr>
      </p:pic>
      <p:sp>
        <p:nvSpPr>
          <p:cNvPr id="166" name="pdf-source-image-52">
            <a:extLst xmlns:a="http://schemas.openxmlformats.org/drawingml/2006/main">
              <a:ext uri="{FF2B5EF4-FFF2-40B4-BE49-F238E27FC236}">
                <a16:creationId xmlns:a16="http://schemas.microsoft.com/office/drawing/2014/main" id="{5C8FE772-4D9B-4454-A5F0-BAA04F16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282" y="841689"/>
            <a:ext cx="1009954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CB466DB-BD69-4238-9B47-673CCFFA70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50fad18eb4a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7483" y="835236"/>
            <a:ext cx="719552" cy="416243"/>
          </a:xfrm>
          <a:prstGeom xmlns:a="http://schemas.openxmlformats.org/drawingml/2006/main" prst="rect">
            <a:avLst/>
          </a:prstGeom>
        </p:spPr>
      </p:pic>
      <p:sp>
        <p:nvSpPr>
          <p:cNvPr id="168" name="pdf-source-image-53">
            <a:extLst xmlns:a="http://schemas.openxmlformats.org/drawingml/2006/main">
              <a:ext uri="{FF2B5EF4-FFF2-40B4-BE49-F238E27FC236}">
                <a16:creationId xmlns:a16="http://schemas.microsoft.com/office/drawing/2014/main" id="{5584E26F-7B9C-4133-8433-360B5550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483" y="835236"/>
            <a:ext cx="719552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9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55654B5A-B82F-43FF-881A-F663C95F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249" y="866748"/>
            <a:ext cx="911633" cy="262510"/>
          </a:xfrm>
          <a:custGeom xmlns:a="http://schemas.openxmlformats.org/drawingml/2006/main">
            <a:pathLst>
              <a:path w="911633" h="262510">
                <a:moveTo>
                  <a:pt x="0" y="43752"/>
                </a:moveTo>
                <a:cubicBezTo>
                  <a:pt x="0" y="19589"/>
                  <a:pt x="19589" y="0"/>
                  <a:pt x="43753" y="0"/>
                </a:cubicBezTo>
                <a:lnTo>
                  <a:pt x="867883" y="0"/>
                </a:lnTo>
                <a:cubicBezTo>
                  <a:pt x="892045" y="0"/>
                  <a:pt x="911633" y="19589"/>
                  <a:pt x="911633" y="43752"/>
                </a:cubicBezTo>
                <a:lnTo>
                  <a:pt x="911633" y="218757"/>
                </a:lnTo>
                <a:cubicBezTo>
                  <a:pt x="911633" y="242922"/>
                  <a:pt x="892045" y="262510"/>
                  <a:pt x="867883" y="262510"/>
                </a:cubicBezTo>
                <a:lnTo>
                  <a:pt x="43753" y="262510"/>
                </a:lnTo>
                <a:cubicBezTo>
                  <a:pt x="19589" y="262510"/>
                  <a:pt x="0" y="242922"/>
                  <a:pt x="0" y="218757"/>
                </a:cubicBezTo>
                <a:lnTo>
                  <a:pt x="0" y="43752"/>
                </a:lnTo>
              </a:path>
            </a:pathLst>
          </a:custGeom>
          <a:solidFill xmlns:a="http://schemas.openxmlformats.org/drawingml/2006/main">
            <a:srgbClr val="E46C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83099E07-F8F4-4011-8404-BA6781E2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249" y="866748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1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1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9A2E1C7-4DA0-48AE-A018-4DE56F45B2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401ccc90d4d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6422" y="854596"/>
            <a:ext cx="1009953" cy="361389"/>
          </a:xfrm>
          <a:prstGeom xmlns:a="http://schemas.openxmlformats.org/drawingml/2006/main" prst="rect">
            <a:avLst/>
          </a:prstGeom>
        </p:spPr>
      </p:pic>
      <p:sp>
        <p:nvSpPr>
          <p:cNvPr id="172" name="pdf-source-image-54">
            <a:extLst xmlns:a="http://schemas.openxmlformats.org/drawingml/2006/main">
              <a:ext uri="{FF2B5EF4-FFF2-40B4-BE49-F238E27FC236}">
                <a16:creationId xmlns:a16="http://schemas.microsoft.com/office/drawing/2014/main" id="{6B754F64-F115-4EB0-8D4A-A06B47ED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422" y="854596"/>
            <a:ext cx="1009953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4C26841-2690-4795-8B34-E89024F89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713ae12b24f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1624" y="848142"/>
            <a:ext cx="716325" cy="416243"/>
          </a:xfrm>
          <a:prstGeom xmlns:a="http://schemas.openxmlformats.org/drawingml/2006/main" prst="rect">
            <a:avLst/>
          </a:prstGeom>
        </p:spPr>
      </p:pic>
      <p:sp>
        <p:nvSpPr>
          <p:cNvPr id="174" name="pdf-source-image-55">
            <a:extLst xmlns:a="http://schemas.openxmlformats.org/drawingml/2006/main">
              <a:ext uri="{FF2B5EF4-FFF2-40B4-BE49-F238E27FC236}">
                <a16:creationId xmlns:a16="http://schemas.microsoft.com/office/drawing/2014/main" id="{5FF2692D-70F8-436A-A80C-F0D7B358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624" y="848142"/>
            <a:ext cx="716325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5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816043C9-6494-458C-ABFC-EFE40810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729" y="880598"/>
            <a:ext cx="911634" cy="262510"/>
          </a:xfrm>
          <a:custGeom xmlns:a="http://schemas.openxmlformats.org/drawingml/2006/main">
            <a:pathLst>
              <a:path w="911634" h="262510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1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10"/>
                  <a:pt x="867881" y="262510"/>
                </a:cubicBezTo>
                <a:lnTo>
                  <a:pt x="43752" y="262510"/>
                </a:lnTo>
                <a:cubicBezTo>
                  <a:pt x="19589" y="262510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solidFill xmlns:a="http://schemas.openxmlformats.org/drawingml/2006/main">
            <a:srgbClr val="953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68A40E92-99A1-4C7D-9A0F-A84DDD3A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729" y="880598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2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69F2B0D-C27C-46B5-B6AB-86A9317746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bb6e79c664e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31153" y="838463"/>
            <a:ext cx="1009954" cy="361389"/>
          </a:xfrm>
          <a:prstGeom xmlns:a="http://schemas.openxmlformats.org/drawingml/2006/main" prst="rect">
            <a:avLst/>
          </a:prstGeom>
        </p:spPr>
      </p:pic>
      <p:sp>
        <p:nvSpPr>
          <p:cNvPr id="178" name="pdf-source-image-56">
            <a:extLst xmlns:a="http://schemas.openxmlformats.org/drawingml/2006/main">
              <a:ext uri="{FF2B5EF4-FFF2-40B4-BE49-F238E27FC236}">
                <a16:creationId xmlns:a16="http://schemas.microsoft.com/office/drawing/2014/main" id="{9FB65C52-2CE6-4527-804C-02ACF591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153" y="838463"/>
            <a:ext cx="1009954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8568022-4CD8-4290-B5CC-AD4D35999D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d129c310344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9581" y="832009"/>
            <a:ext cx="716325" cy="416243"/>
          </a:xfrm>
          <a:prstGeom xmlns:a="http://schemas.openxmlformats.org/drawingml/2006/main" prst="rect">
            <a:avLst/>
          </a:prstGeom>
        </p:spPr>
      </p:pic>
      <p:sp>
        <p:nvSpPr>
          <p:cNvPr id="180" name="pdf-source-image-57">
            <a:extLst xmlns:a="http://schemas.openxmlformats.org/drawingml/2006/main">
              <a:ext uri="{FF2B5EF4-FFF2-40B4-BE49-F238E27FC236}">
                <a16:creationId xmlns:a16="http://schemas.microsoft.com/office/drawing/2014/main" id="{55439B62-A572-473E-A698-D167F9D7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581" y="832009"/>
            <a:ext cx="716325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1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0BFC2135-47E4-467C-BE13-891126DD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480" y="863008"/>
            <a:ext cx="911632" cy="262511"/>
          </a:xfrm>
          <a:custGeom xmlns:a="http://schemas.openxmlformats.org/drawingml/2006/main">
            <a:pathLst>
              <a:path w="911632" h="262511">
                <a:moveTo>
                  <a:pt x="0" y="43753"/>
                </a:moveTo>
                <a:cubicBezTo>
                  <a:pt x="0" y="19589"/>
                  <a:pt x="19588" y="0"/>
                  <a:pt x="43752" y="0"/>
                </a:cubicBezTo>
                <a:lnTo>
                  <a:pt x="867880" y="0"/>
                </a:lnTo>
                <a:cubicBezTo>
                  <a:pt x="892044" y="0"/>
                  <a:pt x="911632" y="19589"/>
                  <a:pt x="911632" y="43753"/>
                </a:cubicBezTo>
                <a:lnTo>
                  <a:pt x="911632" y="218758"/>
                </a:lnTo>
                <a:cubicBezTo>
                  <a:pt x="911632" y="242922"/>
                  <a:pt x="892044" y="262511"/>
                  <a:pt x="867880" y="262511"/>
                </a:cubicBezTo>
                <a:lnTo>
                  <a:pt x="43752" y="262511"/>
                </a:lnTo>
                <a:cubicBezTo>
                  <a:pt x="19588" y="262511"/>
                  <a:pt x="0" y="242922"/>
                  <a:pt x="0" y="218758"/>
                </a:cubicBezTo>
                <a:lnTo>
                  <a:pt x="0" y="43753"/>
                </a:lnTo>
              </a:path>
            </a:pathLst>
          </a:custGeom>
          <a:solidFill xmlns:a="http://schemas.openxmlformats.org/drawingml/2006/main">
            <a:srgbClr val="60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32D218E6-C032-4288-A4E9-6A9B997F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480" y="863008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2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CCDE9EA-CD89-4BA8-855A-65BCE3A005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91ba771d949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3377" y="838463"/>
            <a:ext cx="1009954" cy="361389"/>
          </a:xfrm>
          <a:prstGeom xmlns:a="http://schemas.openxmlformats.org/drawingml/2006/main" prst="rect">
            <a:avLst/>
          </a:prstGeom>
        </p:spPr>
      </p:pic>
      <p:sp>
        <p:nvSpPr>
          <p:cNvPr id="184" name="pdf-source-image-58">
            <a:extLst xmlns:a="http://schemas.openxmlformats.org/drawingml/2006/main">
              <a:ext uri="{FF2B5EF4-FFF2-40B4-BE49-F238E27FC236}">
                <a16:creationId xmlns:a16="http://schemas.microsoft.com/office/drawing/2014/main" id="{64D0BCD0-6A74-463E-900E-677F6157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77" y="838463"/>
            <a:ext cx="1009954" cy="361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73D6DD2-E451-4E5A-92A6-368C640A72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49241ffaf4c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8579" y="832009"/>
            <a:ext cx="719551" cy="416243"/>
          </a:xfrm>
          <a:prstGeom xmlns:a="http://schemas.openxmlformats.org/drawingml/2006/main" prst="rect">
            <a:avLst/>
          </a:prstGeom>
        </p:spPr>
      </p:pic>
      <p:sp>
        <p:nvSpPr>
          <p:cNvPr id="186" name="pdf-source-image-59">
            <a:extLst xmlns:a="http://schemas.openxmlformats.org/drawingml/2006/main">
              <a:ext uri="{FF2B5EF4-FFF2-40B4-BE49-F238E27FC236}">
                <a16:creationId xmlns:a16="http://schemas.microsoft.com/office/drawing/2014/main" id="{67F5C1F1-50D0-4F58-9BAB-DBDE69FA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579" y="832009"/>
            <a:ext cx="719551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7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1B50F687-43F8-4195-90D0-379E7E4D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273" y="863008"/>
            <a:ext cx="911634" cy="262511"/>
          </a:xfrm>
          <a:custGeom xmlns:a="http://schemas.openxmlformats.org/drawingml/2006/main">
            <a:pathLst>
              <a:path w="911634" h="262511">
                <a:moveTo>
                  <a:pt x="0" y="43753"/>
                </a:moveTo>
                <a:cubicBezTo>
                  <a:pt x="0" y="19589"/>
                  <a:pt x="19588" y="0"/>
                  <a:pt x="43750" y="0"/>
                </a:cubicBezTo>
                <a:lnTo>
                  <a:pt x="867882" y="0"/>
                </a:lnTo>
                <a:cubicBezTo>
                  <a:pt x="892044" y="0"/>
                  <a:pt x="911634" y="19589"/>
                  <a:pt x="911634" y="43753"/>
                </a:cubicBezTo>
                <a:lnTo>
                  <a:pt x="911634" y="218758"/>
                </a:lnTo>
                <a:cubicBezTo>
                  <a:pt x="911634" y="242922"/>
                  <a:pt x="892044" y="262511"/>
                  <a:pt x="867882" y="262511"/>
                </a:cubicBezTo>
                <a:lnTo>
                  <a:pt x="43750" y="262511"/>
                </a:lnTo>
                <a:cubicBezTo>
                  <a:pt x="19588" y="262511"/>
                  <a:pt x="0" y="242922"/>
                  <a:pt x="0" y="218758"/>
                </a:cubicBezTo>
                <a:lnTo>
                  <a:pt x="0" y="43753"/>
                </a:lnTo>
              </a:path>
            </a:pathLst>
          </a:cu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F59C73FC-4C40-45F2-B030-D92860E7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273" y="863008"/>
            <a:ext cx="911634" cy="262509"/>
          </a:xfrm>
          <a:custGeom xmlns:a="http://schemas.openxmlformats.org/drawingml/2006/main">
            <a:pathLst>
              <a:path w="911634" h="262509">
                <a:moveTo>
                  <a:pt x="0" y="43752"/>
                </a:moveTo>
                <a:cubicBezTo>
                  <a:pt x="0" y="19589"/>
                  <a:pt x="19589" y="0"/>
                  <a:pt x="43752" y="0"/>
                </a:cubicBezTo>
                <a:lnTo>
                  <a:pt x="867882" y="0"/>
                </a:lnTo>
                <a:cubicBezTo>
                  <a:pt x="892045" y="0"/>
                  <a:pt x="911634" y="19589"/>
                  <a:pt x="911634" y="43752"/>
                </a:cubicBezTo>
                <a:lnTo>
                  <a:pt x="911634" y="218757"/>
                </a:lnTo>
                <a:cubicBezTo>
                  <a:pt x="911634" y="242921"/>
                  <a:pt x="892045" y="262509"/>
                  <a:pt x="867882" y="262509"/>
                </a:cubicBezTo>
                <a:lnTo>
                  <a:pt x="43752" y="262509"/>
                </a:lnTo>
                <a:cubicBezTo>
                  <a:pt x="19589" y="262509"/>
                  <a:pt x="0" y="242921"/>
                  <a:pt x="0" y="218757"/>
                </a:cubicBezTo>
                <a:lnTo>
                  <a:pt x="0" y="43752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B50B667-DFD1-40B1-B0D7-874EB1C318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6d1ce28984a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92708" y="838462"/>
            <a:ext cx="1019633" cy="354936"/>
          </a:xfrm>
          <a:prstGeom xmlns:a="http://schemas.openxmlformats.org/drawingml/2006/main" prst="rect">
            <a:avLst/>
          </a:prstGeom>
        </p:spPr>
      </p:pic>
      <p:sp>
        <p:nvSpPr>
          <p:cNvPr id="190" name="pdf-source-image-60">
            <a:extLst xmlns:a="http://schemas.openxmlformats.org/drawingml/2006/main">
              <a:ext uri="{FF2B5EF4-FFF2-40B4-BE49-F238E27FC236}">
                <a16:creationId xmlns:a16="http://schemas.microsoft.com/office/drawing/2014/main" id="{7DDB5DB5-6E68-47A4-A9F6-92F59FF9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708" y="838462"/>
            <a:ext cx="1019633" cy="354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7BFCAEF-52E3-41DB-8C5C-329689776C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dbcb516b849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4361" y="828782"/>
            <a:ext cx="719551" cy="416243"/>
          </a:xfrm>
          <a:prstGeom xmlns:a="http://schemas.openxmlformats.org/drawingml/2006/main" prst="rect">
            <a:avLst/>
          </a:prstGeom>
        </p:spPr>
      </p:pic>
      <p:sp>
        <p:nvSpPr>
          <p:cNvPr id="192" name="pdf-source-image-61">
            <a:extLst xmlns:a="http://schemas.openxmlformats.org/drawingml/2006/main">
              <a:ext uri="{FF2B5EF4-FFF2-40B4-BE49-F238E27FC236}">
                <a16:creationId xmlns:a16="http://schemas.microsoft.com/office/drawing/2014/main" id="{51B6ADDA-D490-4E6E-B545-ECD2C9E0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361" y="828782"/>
            <a:ext cx="719551" cy="41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F60192AD-3099-49FE-BF51-5037CAD9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3225" y="863577"/>
            <a:ext cx="921221" cy="257533"/>
          </a:xfrm>
          <a:custGeom xmlns:a="http://schemas.openxmlformats.org/drawingml/2006/main">
            <a:pathLst>
              <a:path w="921221" h="257533">
                <a:moveTo>
                  <a:pt x="0" y="42923"/>
                </a:moveTo>
                <a:cubicBezTo>
                  <a:pt x="0" y="19218"/>
                  <a:pt x="19218" y="0"/>
                  <a:pt x="42924" y="0"/>
                </a:cubicBezTo>
                <a:lnTo>
                  <a:pt x="878299" y="0"/>
                </a:lnTo>
                <a:cubicBezTo>
                  <a:pt x="902005" y="0"/>
                  <a:pt x="921221" y="19218"/>
                  <a:pt x="921221" y="42923"/>
                </a:cubicBezTo>
                <a:lnTo>
                  <a:pt x="921221" y="214610"/>
                </a:lnTo>
                <a:cubicBezTo>
                  <a:pt x="921221" y="238315"/>
                  <a:pt x="902005" y="257533"/>
                  <a:pt x="878299" y="257533"/>
                </a:cubicBezTo>
                <a:lnTo>
                  <a:pt x="42924" y="257533"/>
                </a:lnTo>
                <a:cubicBezTo>
                  <a:pt x="19218" y="257533"/>
                  <a:pt x="0" y="238315"/>
                  <a:pt x="0" y="214610"/>
                </a:cubicBezTo>
                <a:lnTo>
                  <a:pt x="0" y="42923"/>
                </a:lnTo>
              </a:path>
            </a:pathLst>
          </a:custGeom>
          <a:solidFill xmlns:a="http://schemas.openxmlformats.org/drawingml/2006/main">
            <a:srgbClr val="E46C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47D4A48D-2F36-46B1-9873-544AA11D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3225" y="863577"/>
            <a:ext cx="921222" cy="257533"/>
          </a:xfrm>
          <a:custGeom xmlns:a="http://schemas.openxmlformats.org/drawingml/2006/main">
            <a:pathLst>
              <a:path w="921222" h="257533">
                <a:moveTo>
                  <a:pt x="0" y="42923"/>
                </a:moveTo>
                <a:cubicBezTo>
                  <a:pt x="0" y="19217"/>
                  <a:pt x="19217" y="0"/>
                  <a:pt x="42923" y="0"/>
                </a:cubicBezTo>
                <a:lnTo>
                  <a:pt x="878299" y="0"/>
                </a:lnTo>
                <a:cubicBezTo>
                  <a:pt x="902005" y="0"/>
                  <a:pt x="921222" y="19217"/>
                  <a:pt x="921222" y="42923"/>
                </a:cubicBezTo>
                <a:lnTo>
                  <a:pt x="921222" y="214610"/>
                </a:lnTo>
                <a:cubicBezTo>
                  <a:pt x="921222" y="238316"/>
                  <a:pt x="902005" y="257533"/>
                  <a:pt x="878299" y="257533"/>
                </a:cubicBezTo>
                <a:lnTo>
                  <a:pt x="42923" y="257533"/>
                </a:lnTo>
                <a:cubicBezTo>
                  <a:pt x="19217" y="257533"/>
                  <a:pt x="0" y="238316"/>
                  <a:pt x="0" y="214610"/>
                </a:cubicBezTo>
                <a:lnTo>
                  <a:pt x="0" y="42923"/>
                </a:lnTo>
              </a:path>
            </a:pathLst>
          </a:custGeom>
          <a:noFill xmlns:a="http://schemas.openxmlformats.org/drawingml/2006/main"/>
          <a:ln xmlns:a="http://schemas.openxmlformats.org/drawingml/2006/main" w="10083">
            <a:solidFill>
              <a:srgbClr val="000000"/>
            </a:solidFill>
            <a:prstDash val="solid"/>
          </a:ln>
        </p:spPr>
      </p:sp>
      <p:sp>
        <p:nvSpPr>
          <p:cNvPr id="195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6B5DBB11-D54F-45CB-9859-D1343C74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88" y="3558175"/>
            <a:ext cx="98734" cy="100414"/>
          </a:xfrm>
          <a:custGeom xmlns:a="http://schemas.openxmlformats.org/drawingml/2006/main">
            <a:pathLst>
              <a:path w="98734" h="100414">
                <a:moveTo>
                  <a:pt x="84449" y="70899"/>
                </a:moveTo>
                <a:lnTo>
                  <a:pt x="78041" y="100414"/>
                </a:lnTo>
                <a:lnTo>
                  <a:pt x="1996" y="100414"/>
                </a:lnTo>
                <a:lnTo>
                  <a:pt x="0" y="95267"/>
                </a:lnTo>
                <a:lnTo>
                  <a:pt x="57454" y="29095"/>
                </a:lnTo>
                <a:cubicBezTo>
                  <a:pt x="65577" y="19782"/>
                  <a:pt x="71530" y="13165"/>
                  <a:pt x="75311" y="9243"/>
                </a:cubicBezTo>
                <a:lnTo>
                  <a:pt x="74680" y="8508"/>
                </a:lnTo>
                <a:lnTo>
                  <a:pt x="50102" y="8508"/>
                </a:lnTo>
                <a:cubicBezTo>
                  <a:pt x="46461" y="8508"/>
                  <a:pt x="43800" y="8753"/>
                  <a:pt x="42120" y="9243"/>
                </a:cubicBezTo>
                <a:cubicBezTo>
                  <a:pt x="40439" y="9733"/>
                  <a:pt x="38758" y="10591"/>
                  <a:pt x="37078" y="11817"/>
                </a:cubicBezTo>
                <a:cubicBezTo>
                  <a:pt x="35397" y="13042"/>
                  <a:pt x="33594" y="14863"/>
                  <a:pt x="31669" y="17279"/>
                </a:cubicBezTo>
                <a:cubicBezTo>
                  <a:pt x="29743" y="19694"/>
                  <a:pt x="27590" y="23143"/>
                  <a:pt x="25208" y="27624"/>
                </a:cubicBezTo>
                <a:lnTo>
                  <a:pt x="15861" y="27624"/>
                </a:lnTo>
                <a:lnTo>
                  <a:pt x="22058" y="0"/>
                </a:lnTo>
                <a:lnTo>
                  <a:pt x="96738" y="0"/>
                </a:lnTo>
                <a:lnTo>
                  <a:pt x="98734" y="5252"/>
                </a:lnTo>
                <a:lnTo>
                  <a:pt x="48631" y="62811"/>
                </a:lnTo>
                <a:cubicBezTo>
                  <a:pt x="38898" y="73945"/>
                  <a:pt x="30460" y="83398"/>
                  <a:pt x="23318" y="91171"/>
                </a:cubicBezTo>
                <a:lnTo>
                  <a:pt x="23948" y="91906"/>
                </a:lnTo>
                <a:lnTo>
                  <a:pt x="47686" y="91906"/>
                </a:lnTo>
                <a:cubicBezTo>
                  <a:pt x="51888" y="91906"/>
                  <a:pt x="55109" y="91678"/>
                  <a:pt x="57350" y="91224"/>
                </a:cubicBezTo>
                <a:cubicBezTo>
                  <a:pt x="59590" y="90768"/>
                  <a:pt x="61551" y="89910"/>
                  <a:pt x="63232" y="88650"/>
                </a:cubicBezTo>
                <a:cubicBezTo>
                  <a:pt x="64912" y="87390"/>
                  <a:pt x="66645" y="85482"/>
                  <a:pt x="68431" y="82926"/>
                </a:cubicBezTo>
                <a:cubicBezTo>
                  <a:pt x="70216" y="80370"/>
                  <a:pt x="72439" y="76361"/>
                  <a:pt x="75101" y="70899"/>
                </a:cubicBezTo>
                <a:lnTo>
                  <a:pt x="84449" y="708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6E990363-CC26-40E6-BAEA-CCF145F5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493" y="3589147"/>
            <a:ext cx="38916" cy="112808"/>
          </a:xfrm>
          <a:custGeom xmlns:a="http://schemas.openxmlformats.org/drawingml/2006/main">
            <a:pathLst>
              <a:path w="38916" h="112808">
                <a:moveTo>
                  <a:pt x="35922" y="0"/>
                </a:moveTo>
                <a:lnTo>
                  <a:pt x="32062" y="16937"/>
                </a:lnTo>
                <a:lnTo>
                  <a:pt x="16464" y="16937"/>
                </a:lnTo>
                <a:lnTo>
                  <a:pt x="20167" y="0"/>
                </a:lnTo>
                <a:lnTo>
                  <a:pt x="35922" y="0"/>
                </a:lnTo>
                <a:moveTo>
                  <a:pt x="16937" y="84212"/>
                </a:moveTo>
                <a:cubicBezTo>
                  <a:pt x="16202" y="87311"/>
                  <a:pt x="15689" y="89779"/>
                  <a:pt x="15401" y="91617"/>
                </a:cubicBezTo>
                <a:cubicBezTo>
                  <a:pt x="15112" y="93455"/>
                  <a:pt x="14967" y="95109"/>
                  <a:pt x="14967" y="96580"/>
                </a:cubicBezTo>
                <a:cubicBezTo>
                  <a:pt x="14967" y="98576"/>
                  <a:pt x="15374" y="100020"/>
                  <a:pt x="16189" y="100913"/>
                </a:cubicBezTo>
                <a:cubicBezTo>
                  <a:pt x="17003" y="101805"/>
                  <a:pt x="18223" y="102252"/>
                  <a:pt x="19852" y="102252"/>
                </a:cubicBezTo>
                <a:cubicBezTo>
                  <a:pt x="20797" y="102252"/>
                  <a:pt x="21742" y="102068"/>
                  <a:pt x="22687" y="101700"/>
                </a:cubicBezTo>
                <a:cubicBezTo>
                  <a:pt x="23633" y="101333"/>
                  <a:pt x="24644" y="100755"/>
                  <a:pt x="25720" y="99968"/>
                </a:cubicBezTo>
                <a:cubicBezTo>
                  <a:pt x="26797" y="99180"/>
                  <a:pt x="27979" y="98169"/>
                  <a:pt x="29265" y="96935"/>
                </a:cubicBezTo>
                <a:cubicBezTo>
                  <a:pt x="30552" y="95700"/>
                  <a:pt x="31983" y="94217"/>
                  <a:pt x="33559" y="92484"/>
                </a:cubicBezTo>
                <a:lnTo>
                  <a:pt x="38916" y="97683"/>
                </a:lnTo>
                <a:cubicBezTo>
                  <a:pt x="36184" y="100466"/>
                  <a:pt x="33703" y="102817"/>
                  <a:pt x="31471" y="104733"/>
                </a:cubicBezTo>
                <a:cubicBezTo>
                  <a:pt x="29239" y="106650"/>
                  <a:pt x="27125" y="108213"/>
                  <a:pt x="25130" y="109421"/>
                </a:cubicBezTo>
                <a:cubicBezTo>
                  <a:pt x="23134" y="110629"/>
                  <a:pt x="21177" y="111495"/>
                  <a:pt x="19261" y="112020"/>
                </a:cubicBezTo>
                <a:cubicBezTo>
                  <a:pt x="17344" y="112545"/>
                  <a:pt x="15309" y="112808"/>
                  <a:pt x="13156" y="112808"/>
                </a:cubicBezTo>
                <a:cubicBezTo>
                  <a:pt x="11160" y="112808"/>
                  <a:pt x="9361" y="112440"/>
                  <a:pt x="7759" y="111705"/>
                </a:cubicBezTo>
                <a:cubicBezTo>
                  <a:pt x="6157" y="110970"/>
                  <a:pt x="4779" y="109959"/>
                  <a:pt x="3623" y="108672"/>
                </a:cubicBezTo>
                <a:cubicBezTo>
                  <a:pt x="2468" y="107386"/>
                  <a:pt x="1575" y="105849"/>
                  <a:pt x="945" y="104064"/>
                </a:cubicBezTo>
                <a:cubicBezTo>
                  <a:pt x="315" y="102278"/>
                  <a:pt x="0" y="100309"/>
                  <a:pt x="0" y="98155"/>
                </a:cubicBezTo>
                <a:cubicBezTo>
                  <a:pt x="0" y="96422"/>
                  <a:pt x="210" y="94269"/>
                  <a:pt x="630" y="91696"/>
                </a:cubicBezTo>
                <a:cubicBezTo>
                  <a:pt x="1050" y="89122"/>
                  <a:pt x="1588" y="86326"/>
                  <a:pt x="2245" y="83306"/>
                </a:cubicBezTo>
                <a:cubicBezTo>
                  <a:pt x="2901" y="80287"/>
                  <a:pt x="3623" y="77122"/>
                  <a:pt x="4411" y="73813"/>
                </a:cubicBezTo>
                <a:cubicBezTo>
                  <a:pt x="5199" y="70505"/>
                  <a:pt x="5974" y="67222"/>
                  <a:pt x="6735" y="63966"/>
                </a:cubicBezTo>
                <a:cubicBezTo>
                  <a:pt x="7497" y="60711"/>
                  <a:pt x="8179" y="57573"/>
                  <a:pt x="8783" y="54553"/>
                </a:cubicBezTo>
                <a:cubicBezTo>
                  <a:pt x="9388" y="51533"/>
                  <a:pt x="9820" y="48789"/>
                  <a:pt x="10083" y="46321"/>
                </a:cubicBezTo>
                <a:cubicBezTo>
                  <a:pt x="10188" y="45900"/>
                  <a:pt x="10241" y="45493"/>
                  <a:pt x="10241" y="45100"/>
                </a:cubicBezTo>
                <a:cubicBezTo>
                  <a:pt x="10241" y="44706"/>
                  <a:pt x="10241" y="44351"/>
                  <a:pt x="10241" y="44036"/>
                </a:cubicBezTo>
                <a:cubicBezTo>
                  <a:pt x="10136" y="41988"/>
                  <a:pt x="9414" y="40491"/>
                  <a:pt x="8074" y="39546"/>
                </a:cubicBezTo>
                <a:cubicBezTo>
                  <a:pt x="6735" y="38600"/>
                  <a:pt x="4359" y="38075"/>
                  <a:pt x="945" y="37970"/>
                </a:cubicBezTo>
                <a:lnTo>
                  <a:pt x="1891" y="32613"/>
                </a:lnTo>
                <a:lnTo>
                  <a:pt x="24736" y="31747"/>
                </a:lnTo>
                <a:lnTo>
                  <a:pt x="28595" y="31747"/>
                </a:lnTo>
                <a:lnTo>
                  <a:pt x="16937" y="842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345B43C9-ABBC-42CD-9C28-47484808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227" y="3522682"/>
            <a:ext cx="98733" cy="100414"/>
          </a:xfrm>
          <a:custGeom xmlns:a="http://schemas.openxmlformats.org/drawingml/2006/main">
            <a:pathLst>
              <a:path w="98733" h="100414">
                <a:moveTo>
                  <a:pt x="84448" y="70899"/>
                </a:moveTo>
                <a:lnTo>
                  <a:pt x="78041" y="100414"/>
                </a:lnTo>
                <a:lnTo>
                  <a:pt x="1996" y="100414"/>
                </a:lnTo>
                <a:lnTo>
                  <a:pt x="0" y="95267"/>
                </a:lnTo>
                <a:lnTo>
                  <a:pt x="57454" y="29095"/>
                </a:lnTo>
                <a:cubicBezTo>
                  <a:pt x="65577" y="19782"/>
                  <a:pt x="71529" y="13165"/>
                  <a:pt x="75310" y="9243"/>
                </a:cubicBezTo>
                <a:lnTo>
                  <a:pt x="74681" y="8508"/>
                </a:lnTo>
                <a:lnTo>
                  <a:pt x="50102" y="8508"/>
                </a:lnTo>
                <a:cubicBezTo>
                  <a:pt x="46461" y="8508"/>
                  <a:pt x="43800" y="8753"/>
                  <a:pt x="42120" y="9243"/>
                </a:cubicBezTo>
                <a:cubicBezTo>
                  <a:pt x="40439" y="9734"/>
                  <a:pt x="38758" y="10591"/>
                  <a:pt x="37077" y="11817"/>
                </a:cubicBezTo>
                <a:cubicBezTo>
                  <a:pt x="35397" y="13042"/>
                  <a:pt x="33594" y="14863"/>
                  <a:pt x="31668" y="17279"/>
                </a:cubicBezTo>
                <a:cubicBezTo>
                  <a:pt x="29743" y="19694"/>
                  <a:pt x="27590" y="23143"/>
                  <a:pt x="25209" y="27624"/>
                </a:cubicBezTo>
                <a:lnTo>
                  <a:pt x="15861" y="27624"/>
                </a:lnTo>
                <a:lnTo>
                  <a:pt x="22057" y="0"/>
                </a:lnTo>
                <a:lnTo>
                  <a:pt x="96738" y="0"/>
                </a:lnTo>
                <a:lnTo>
                  <a:pt x="98733" y="5252"/>
                </a:lnTo>
                <a:lnTo>
                  <a:pt x="48632" y="62811"/>
                </a:lnTo>
                <a:cubicBezTo>
                  <a:pt x="38898" y="73945"/>
                  <a:pt x="30460" y="83398"/>
                  <a:pt x="23318" y="91171"/>
                </a:cubicBezTo>
                <a:lnTo>
                  <a:pt x="23948" y="91906"/>
                </a:lnTo>
                <a:lnTo>
                  <a:pt x="47687" y="91906"/>
                </a:lnTo>
                <a:cubicBezTo>
                  <a:pt x="51887" y="91906"/>
                  <a:pt x="55109" y="91678"/>
                  <a:pt x="57350" y="91224"/>
                </a:cubicBezTo>
                <a:cubicBezTo>
                  <a:pt x="59590" y="90768"/>
                  <a:pt x="61551" y="89910"/>
                  <a:pt x="63232" y="88650"/>
                </a:cubicBezTo>
                <a:cubicBezTo>
                  <a:pt x="64912" y="87390"/>
                  <a:pt x="66645" y="85482"/>
                  <a:pt x="68431" y="82926"/>
                </a:cubicBezTo>
                <a:cubicBezTo>
                  <a:pt x="70217" y="80370"/>
                  <a:pt x="72439" y="76361"/>
                  <a:pt x="75100" y="70899"/>
                </a:cubicBezTo>
                <a:lnTo>
                  <a:pt x="84448" y="708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BDBE0AEC-BC4A-4063-915B-99768B84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9430" y="3556879"/>
            <a:ext cx="68064" cy="142822"/>
          </a:xfrm>
          <a:custGeom xmlns:a="http://schemas.openxmlformats.org/drawingml/2006/main">
            <a:pathLst>
              <a:path w="68064" h="142822">
                <a:moveTo>
                  <a:pt x="68064" y="0"/>
                </a:moveTo>
                <a:lnTo>
                  <a:pt x="64203" y="16937"/>
                </a:lnTo>
                <a:lnTo>
                  <a:pt x="48369" y="16937"/>
                </a:lnTo>
                <a:lnTo>
                  <a:pt x="52229" y="0"/>
                </a:lnTo>
                <a:lnTo>
                  <a:pt x="68064" y="0"/>
                </a:lnTo>
                <a:moveTo>
                  <a:pt x="44194" y="108948"/>
                </a:moveTo>
                <a:cubicBezTo>
                  <a:pt x="42881" y="114935"/>
                  <a:pt x="41187" y="120069"/>
                  <a:pt x="39113" y="124349"/>
                </a:cubicBezTo>
                <a:cubicBezTo>
                  <a:pt x="37038" y="128629"/>
                  <a:pt x="34505" y="132135"/>
                  <a:pt x="31511" y="134865"/>
                </a:cubicBezTo>
                <a:cubicBezTo>
                  <a:pt x="28517" y="137597"/>
                  <a:pt x="25025" y="139605"/>
                  <a:pt x="21034" y="140892"/>
                </a:cubicBezTo>
                <a:cubicBezTo>
                  <a:pt x="17042" y="142179"/>
                  <a:pt x="12474" y="142822"/>
                  <a:pt x="7327" y="142822"/>
                </a:cubicBezTo>
                <a:cubicBezTo>
                  <a:pt x="5961" y="142822"/>
                  <a:pt x="4648" y="142756"/>
                  <a:pt x="3388" y="142625"/>
                </a:cubicBezTo>
                <a:cubicBezTo>
                  <a:pt x="2127" y="142493"/>
                  <a:pt x="998" y="142297"/>
                  <a:pt x="0" y="142034"/>
                </a:cubicBezTo>
                <a:lnTo>
                  <a:pt x="1970" y="133763"/>
                </a:lnTo>
                <a:cubicBezTo>
                  <a:pt x="2600" y="134025"/>
                  <a:pt x="3440" y="134196"/>
                  <a:pt x="4491" y="134275"/>
                </a:cubicBezTo>
                <a:cubicBezTo>
                  <a:pt x="5541" y="134353"/>
                  <a:pt x="6749" y="134393"/>
                  <a:pt x="8114" y="134393"/>
                </a:cubicBezTo>
                <a:cubicBezTo>
                  <a:pt x="10688" y="134393"/>
                  <a:pt x="12986" y="134051"/>
                  <a:pt x="15007" y="133368"/>
                </a:cubicBezTo>
                <a:cubicBezTo>
                  <a:pt x="17029" y="132686"/>
                  <a:pt x="18841" y="131452"/>
                  <a:pt x="20443" y="129666"/>
                </a:cubicBezTo>
                <a:cubicBezTo>
                  <a:pt x="22044" y="127881"/>
                  <a:pt x="23489" y="125425"/>
                  <a:pt x="24776" y="122301"/>
                </a:cubicBezTo>
                <a:cubicBezTo>
                  <a:pt x="26063" y="119176"/>
                  <a:pt x="27257" y="115171"/>
                  <a:pt x="28360" y="110287"/>
                </a:cubicBezTo>
                <a:cubicBezTo>
                  <a:pt x="30198" y="101779"/>
                  <a:pt x="31958" y="93797"/>
                  <a:pt x="33638" y="86339"/>
                </a:cubicBezTo>
                <a:cubicBezTo>
                  <a:pt x="35318" y="78882"/>
                  <a:pt x="36697" y="72632"/>
                  <a:pt x="37774" y="67590"/>
                </a:cubicBezTo>
                <a:cubicBezTo>
                  <a:pt x="38850" y="62548"/>
                  <a:pt x="39704" y="58531"/>
                  <a:pt x="40334" y="55538"/>
                </a:cubicBezTo>
                <a:cubicBezTo>
                  <a:pt x="40964" y="52544"/>
                  <a:pt x="41424" y="50233"/>
                  <a:pt x="41712" y="48605"/>
                </a:cubicBezTo>
                <a:cubicBezTo>
                  <a:pt x="42002" y="46977"/>
                  <a:pt x="42172" y="45822"/>
                  <a:pt x="42224" y="45139"/>
                </a:cubicBezTo>
                <a:cubicBezTo>
                  <a:pt x="42277" y="44456"/>
                  <a:pt x="42304" y="43905"/>
                  <a:pt x="42304" y="43485"/>
                </a:cubicBezTo>
                <a:cubicBezTo>
                  <a:pt x="42304" y="41646"/>
                  <a:pt x="41608" y="40294"/>
                  <a:pt x="40216" y="39428"/>
                </a:cubicBezTo>
                <a:cubicBezTo>
                  <a:pt x="38824" y="38561"/>
                  <a:pt x="36369" y="38075"/>
                  <a:pt x="32851" y="37970"/>
                </a:cubicBezTo>
                <a:lnTo>
                  <a:pt x="34032" y="32613"/>
                </a:lnTo>
                <a:lnTo>
                  <a:pt x="55144" y="31747"/>
                </a:lnTo>
                <a:lnTo>
                  <a:pt x="60580" y="31747"/>
                </a:lnTo>
                <a:lnTo>
                  <a:pt x="44194" y="1089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becl-live-label-1">
            <a:extLst xmlns:a="http://schemas.openxmlformats.org/drawingml/2006/main">
              <a:ext uri="{FF2B5EF4-FFF2-40B4-BE49-F238E27FC236}">
                <a16:creationId xmlns:a16="http://schemas.microsoft.com/office/drawing/2014/main" id="{4B591529-326E-42C7-82E3-8AFD27B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884" y="2511178"/>
            <a:ext cx="130848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00" name="becl-live-label-2">
            <a:extLst xmlns:a="http://schemas.openxmlformats.org/drawingml/2006/main">
              <a:ext uri="{FF2B5EF4-FFF2-40B4-BE49-F238E27FC236}">
                <a16:creationId xmlns:a16="http://schemas.microsoft.com/office/drawing/2014/main" id="{9C943B79-0D07-4601-B5C6-C2615842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27" y="2536991"/>
            <a:ext cx="130848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01" name="becl-live-label-3">
            <a:extLst xmlns:a="http://schemas.openxmlformats.org/drawingml/2006/main">
              <a:ext uri="{FF2B5EF4-FFF2-40B4-BE49-F238E27FC236}">
                <a16:creationId xmlns:a16="http://schemas.microsoft.com/office/drawing/2014/main" id="{A6354C5C-2558-4DB4-AF59-771288FA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39" y="2524085"/>
            <a:ext cx="130848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02" name="becl-live-label-4">
            <a:extLst xmlns:a="http://schemas.openxmlformats.org/drawingml/2006/main">
              <a:ext uri="{FF2B5EF4-FFF2-40B4-BE49-F238E27FC236}">
                <a16:creationId xmlns:a16="http://schemas.microsoft.com/office/drawing/2014/main" id="{9611D377-35B0-4FBF-92E3-EE70A7F2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510" y="2543444"/>
            <a:ext cx="130848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03" name="becl-live-label-5">
            <a:extLst xmlns:a="http://schemas.openxmlformats.org/drawingml/2006/main">
              <a:ext uri="{FF2B5EF4-FFF2-40B4-BE49-F238E27FC236}">
                <a16:creationId xmlns:a16="http://schemas.microsoft.com/office/drawing/2014/main" id="{4D7DDD07-273A-4499-BD47-E5E13BD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555" y="2536991"/>
            <a:ext cx="130848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04" name="becl-live-label-6">
            <a:extLst xmlns:a="http://schemas.openxmlformats.org/drawingml/2006/main">
              <a:ext uri="{FF2B5EF4-FFF2-40B4-BE49-F238E27FC236}">
                <a16:creationId xmlns:a16="http://schemas.microsoft.com/office/drawing/2014/main" id="{D6597DF1-3FD4-49C4-9BC9-F5BA463C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916" y="2514405"/>
            <a:ext cx="130848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05" name="becl-live-label-7">
            <a:extLst xmlns:a="http://schemas.openxmlformats.org/drawingml/2006/main">
              <a:ext uri="{FF2B5EF4-FFF2-40B4-BE49-F238E27FC236}">
                <a16:creationId xmlns:a16="http://schemas.microsoft.com/office/drawing/2014/main" id="{EA744CEA-55C5-47B2-8872-7185717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097" y="2540218"/>
            <a:ext cx="130848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06" name="becl-live-label-8">
            <a:extLst xmlns:a="http://schemas.openxmlformats.org/drawingml/2006/main">
              <a:ext uri="{FF2B5EF4-FFF2-40B4-BE49-F238E27FC236}">
                <a16:creationId xmlns:a16="http://schemas.microsoft.com/office/drawing/2014/main" id="{A4042365-6ACF-4929-ACB4-E1520FC7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9265" y="2524085"/>
            <a:ext cx="130848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07" name="becl-live-label-9">
            <a:extLst xmlns:a="http://schemas.openxmlformats.org/drawingml/2006/main">
              <a:ext uri="{FF2B5EF4-FFF2-40B4-BE49-F238E27FC236}">
                <a16:creationId xmlns:a16="http://schemas.microsoft.com/office/drawing/2014/main" id="{3E416FA9-42D3-4A91-B9E3-589AD1CD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707" y="2517631"/>
            <a:ext cx="130848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08" name="becl-live-label-10">
            <a:extLst xmlns:a="http://schemas.openxmlformats.org/drawingml/2006/main">
              <a:ext uri="{FF2B5EF4-FFF2-40B4-BE49-F238E27FC236}">
                <a16:creationId xmlns:a16="http://schemas.microsoft.com/office/drawing/2014/main" id="{E0FF9607-C66E-4CB8-8C1B-7486B0C1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8565" y="2482138"/>
            <a:ext cx="130848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09" name="becl-live-label-11">
            <a:extLst xmlns:a="http://schemas.openxmlformats.org/drawingml/2006/main">
              <a:ext uri="{FF2B5EF4-FFF2-40B4-BE49-F238E27FC236}">
                <a16:creationId xmlns:a16="http://schemas.microsoft.com/office/drawing/2014/main" id="{71917B64-C7E1-4A8D-BF22-47BF87D7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164" y="2524085"/>
            <a:ext cx="130848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10" name="becl-live-label-12">
            <a:extLst xmlns:a="http://schemas.openxmlformats.org/drawingml/2006/main">
              <a:ext uri="{FF2B5EF4-FFF2-40B4-BE49-F238E27FC236}">
                <a16:creationId xmlns:a16="http://schemas.microsoft.com/office/drawing/2014/main" id="{3FA571FB-FF70-4FCE-AB63-DDF82E5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958" y="1662558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1</a:t>
            </a:r>
          </a:p>
        </p:txBody>
      </p:sp>
      <p:sp>
        <p:nvSpPr>
          <p:cNvPr id="211" name="becl-live-label-13">
            <a:extLst xmlns:a="http://schemas.openxmlformats.org/drawingml/2006/main">
              <a:ext uri="{FF2B5EF4-FFF2-40B4-BE49-F238E27FC236}">
                <a16:creationId xmlns:a16="http://schemas.microsoft.com/office/drawing/2014/main" id="{EE7516FF-C7DD-4B4D-AF0C-84CAC77D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594" y="1607705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2</a:t>
            </a:r>
          </a:p>
        </p:txBody>
      </p:sp>
      <p:sp>
        <p:nvSpPr>
          <p:cNvPr id="212" name="becl-live-label-14">
            <a:extLst xmlns:a="http://schemas.openxmlformats.org/drawingml/2006/main">
              <a:ext uri="{FF2B5EF4-FFF2-40B4-BE49-F238E27FC236}">
                <a16:creationId xmlns:a16="http://schemas.microsoft.com/office/drawing/2014/main" id="{8A27741C-DD0F-4D00-B047-637ADD31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77" y="1604478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3</a:t>
            </a:r>
          </a:p>
        </p:txBody>
      </p:sp>
      <p:sp>
        <p:nvSpPr>
          <p:cNvPr id="213" name="becl-live-label-15">
            <a:extLst xmlns:a="http://schemas.openxmlformats.org/drawingml/2006/main">
              <a:ext uri="{FF2B5EF4-FFF2-40B4-BE49-F238E27FC236}">
                <a16:creationId xmlns:a16="http://schemas.microsoft.com/office/drawing/2014/main" id="{C67176F9-4206-4942-A1F0-2ED13502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746" y="1620612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4</a:t>
            </a:r>
          </a:p>
        </p:txBody>
      </p:sp>
      <p:sp>
        <p:nvSpPr>
          <p:cNvPr id="214" name="becl-live-label-16">
            <a:extLst xmlns:a="http://schemas.openxmlformats.org/drawingml/2006/main">
              <a:ext uri="{FF2B5EF4-FFF2-40B4-BE49-F238E27FC236}">
                <a16:creationId xmlns:a16="http://schemas.microsoft.com/office/drawing/2014/main" id="{13541200-281F-4E6B-ADE8-7D31CE87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658" y="181509"/>
            <a:ext cx="450694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1</a:t>
            </a:r>
          </a:p>
        </p:txBody>
      </p:sp>
      <p:sp>
        <p:nvSpPr>
          <p:cNvPr id="215" name="becl-live-label-17">
            <a:extLst xmlns:a="http://schemas.openxmlformats.org/drawingml/2006/main">
              <a:ext uri="{FF2B5EF4-FFF2-40B4-BE49-F238E27FC236}">
                <a16:creationId xmlns:a16="http://schemas.microsoft.com/office/drawing/2014/main" id="{09839CF0-8322-45D2-93C8-BE790680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622" y="184735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2</a:t>
            </a:r>
          </a:p>
        </p:txBody>
      </p:sp>
      <p:sp>
        <p:nvSpPr>
          <p:cNvPr id="216" name="becl-live-label-18">
            <a:extLst xmlns:a="http://schemas.openxmlformats.org/drawingml/2006/main">
              <a:ext uri="{FF2B5EF4-FFF2-40B4-BE49-F238E27FC236}">
                <a16:creationId xmlns:a16="http://schemas.microsoft.com/office/drawing/2014/main" id="{673F8D87-5A8C-4A7F-8206-B54EC0A7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9" y="136765"/>
            <a:ext cx="1074711" cy="262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Positive pair</a:t>
            </a:r>
          </a:p>
        </p:txBody>
      </p:sp>
      <p:sp>
        <p:nvSpPr>
          <p:cNvPr id="217" name="becl-live-label-19">
            <a:extLst xmlns:a="http://schemas.openxmlformats.org/drawingml/2006/main">
              <a:ext uri="{FF2B5EF4-FFF2-40B4-BE49-F238E27FC236}">
                <a16:creationId xmlns:a16="http://schemas.microsoft.com/office/drawing/2014/main" id="{71DCF7A6-EB5D-4B0C-8671-EF0FC9AD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188" y="204095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1</a:t>
            </a:r>
          </a:p>
        </p:txBody>
      </p:sp>
      <p:sp>
        <p:nvSpPr>
          <p:cNvPr id="218" name="becl-live-label-20">
            <a:extLst xmlns:a="http://schemas.openxmlformats.org/drawingml/2006/main">
              <a:ext uri="{FF2B5EF4-FFF2-40B4-BE49-F238E27FC236}">
                <a16:creationId xmlns:a16="http://schemas.microsoft.com/office/drawing/2014/main" id="{DE1BFC9B-FC3D-4492-8ED2-64F083C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69" y="197641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3</a:t>
            </a:r>
          </a:p>
        </p:txBody>
      </p:sp>
      <p:sp>
        <p:nvSpPr>
          <p:cNvPr id="219" name="becl-live-label-21">
            <a:extLst xmlns:a="http://schemas.openxmlformats.org/drawingml/2006/main">
              <a:ext uri="{FF2B5EF4-FFF2-40B4-BE49-F238E27FC236}">
                <a16:creationId xmlns:a16="http://schemas.microsoft.com/office/drawing/2014/main" id="{2427FEDE-8789-413D-A7BB-7526DA00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489" y="207322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4</a:t>
            </a:r>
          </a:p>
        </p:txBody>
      </p:sp>
      <p:sp>
        <p:nvSpPr>
          <p:cNvPr id="220" name="becl-live-label-22">
            <a:extLst xmlns:a="http://schemas.openxmlformats.org/drawingml/2006/main">
              <a:ext uri="{FF2B5EF4-FFF2-40B4-BE49-F238E27FC236}">
                <a16:creationId xmlns:a16="http://schemas.microsoft.com/office/drawing/2014/main" id="{07A3BF44-1BE9-4EF8-A530-7CF23682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8126" y="159352"/>
            <a:ext cx="1246465" cy="262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Negative pairs</a:t>
            </a:r>
          </a:p>
        </p:txBody>
      </p:sp>
      <p:sp>
        <p:nvSpPr>
          <p:cNvPr id="221" name="becl-live-label-23">
            <a:extLst xmlns:a="http://schemas.openxmlformats.org/drawingml/2006/main">
              <a:ext uri="{FF2B5EF4-FFF2-40B4-BE49-F238E27FC236}">
                <a16:creationId xmlns:a16="http://schemas.microsoft.com/office/drawing/2014/main" id="{F9391145-A62B-48D5-BD9D-595B92E7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739" y="207322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1</a:t>
            </a:r>
          </a:p>
        </p:txBody>
      </p:sp>
      <p:sp>
        <p:nvSpPr>
          <p:cNvPr id="222" name="becl-live-label-24">
            <a:extLst xmlns:a="http://schemas.openxmlformats.org/drawingml/2006/main">
              <a:ext uri="{FF2B5EF4-FFF2-40B4-BE49-F238E27FC236}">
                <a16:creationId xmlns:a16="http://schemas.microsoft.com/office/drawing/2014/main" id="{FBC011B0-E557-4F73-B5FE-1AA45140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243" y="894607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3</a:t>
            </a:r>
          </a:p>
        </p:txBody>
      </p:sp>
      <p:sp>
        <p:nvSpPr>
          <p:cNvPr id="223" name="becl-live-label-25">
            <a:extLst xmlns:a="http://schemas.openxmlformats.org/drawingml/2006/main">
              <a:ext uri="{FF2B5EF4-FFF2-40B4-BE49-F238E27FC236}">
                <a16:creationId xmlns:a16="http://schemas.microsoft.com/office/drawing/2014/main" id="{366F3327-F904-4035-B1C2-809B1144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1790" y="184950"/>
            <a:ext cx="104954" cy="229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1" b="0" i="0">
                <a:solidFill>
                  <a:srgbClr val="9537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1" b="0" i="0">
                <a:solidFill>
                  <a:srgbClr val="953735"/>
                </a:solidFill>
                <a:latin typeface="Arial"/>
                <a:ea typeface="Arial"/>
                <a:cs typeface="Arial"/>
              </a:defRPr>
            </a:pPr>
            <a:r>
              <a:rPr sz="1351" b="0" i="0">
                <a:solidFill>
                  <a:srgbClr val="95373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4" name="becl-live-label-26">
            <a:extLst xmlns:a="http://schemas.openxmlformats.org/drawingml/2006/main">
              <a:ext uri="{FF2B5EF4-FFF2-40B4-BE49-F238E27FC236}">
                <a16:creationId xmlns:a16="http://schemas.microsoft.com/office/drawing/2014/main" id="{E2B358E1-A86F-4257-A10F-882F115F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615" y="181724"/>
            <a:ext cx="104954" cy="229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1" b="0" i="0">
                <a:solidFill>
                  <a:srgbClr val="9537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1" b="0" i="0">
                <a:solidFill>
                  <a:srgbClr val="953735"/>
                </a:solidFill>
                <a:latin typeface="Arial"/>
                <a:ea typeface="Arial"/>
                <a:cs typeface="Arial"/>
              </a:defRPr>
            </a:pPr>
            <a:r>
              <a:rPr sz="1351" b="0" i="0">
                <a:solidFill>
                  <a:srgbClr val="95373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5" name="becl-live-label-27">
            <a:extLst xmlns:a="http://schemas.openxmlformats.org/drawingml/2006/main">
              <a:ext uri="{FF2B5EF4-FFF2-40B4-BE49-F238E27FC236}">
                <a16:creationId xmlns:a16="http://schemas.microsoft.com/office/drawing/2014/main" id="{62B1D496-0AF8-49D5-B7B4-E852B4BC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186" y="859328"/>
            <a:ext cx="104954" cy="229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1" b="0" i="0">
                <a:solidFill>
                  <a:srgbClr val="9537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1" b="0" i="0">
                <a:solidFill>
                  <a:srgbClr val="953735"/>
                </a:solidFill>
                <a:latin typeface="Arial"/>
                <a:ea typeface="Arial"/>
                <a:cs typeface="Arial"/>
              </a:defRPr>
            </a:pPr>
            <a:r>
              <a:rPr sz="1351" b="0" i="0">
                <a:solidFill>
                  <a:srgbClr val="95373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6" name="becl-live-label-28">
            <a:extLst xmlns:a="http://schemas.openxmlformats.org/drawingml/2006/main">
              <a:ext uri="{FF2B5EF4-FFF2-40B4-BE49-F238E27FC236}">
                <a16:creationId xmlns:a16="http://schemas.microsoft.com/office/drawing/2014/main" id="{8C64054B-C946-4DF8-9BBF-D2D1808C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681" y="865781"/>
            <a:ext cx="104954" cy="229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1" b="0" i="0">
                <a:solidFill>
                  <a:srgbClr val="9537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1" b="0" i="0">
                <a:solidFill>
                  <a:srgbClr val="953735"/>
                </a:solidFill>
                <a:latin typeface="Arial"/>
                <a:ea typeface="Arial"/>
                <a:cs typeface="Arial"/>
              </a:defRPr>
            </a:pPr>
            <a:r>
              <a:rPr sz="1351" b="0" i="0">
                <a:solidFill>
                  <a:srgbClr val="95373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7" name="becl-live-label-29">
            <a:extLst xmlns:a="http://schemas.openxmlformats.org/drawingml/2006/main">
              <a:ext uri="{FF2B5EF4-FFF2-40B4-BE49-F238E27FC236}">
                <a16:creationId xmlns:a16="http://schemas.microsoft.com/office/drawing/2014/main" id="{34E017F3-BF72-488C-8EF7-8CD44D29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783" y="178282"/>
            <a:ext cx="450694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1</a:t>
            </a:r>
          </a:p>
        </p:txBody>
      </p:sp>
      <p:sp>
        <p:nvSpPr>
          <p:cNvPr id="228" name="becl-live-label-30">
            <a:extLst xmlns:a="http://schemas.openxmlformats.org/drawingml/2006/main">
              <a:ext uri="{FF2B5EF4-FFF2-40B4-BE49-F238E27FC236}">
                <a16:creationId xmlns:a16="http://schemas.microsoft.com/office/drawing/2014/main" id="{BD472029-1CE6-44CD-A401-19874F46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15" y="156125"/>
            <a:ext cx="639052" cy="262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Anchor</a:t>
            </a:r>
          </a:p>
        </p:txBody>
      </p:sp>
      <p:sp>
        <p:nvSpPr>
          <p:cNvPr id="229" name="becl-live-label-31">
            <a:extLst xmlns:a="http://schemas.openxmlformats.org/drawingml/2006/main">
              <a:ext uri="{FF2B5EF4-FFF2-40B4-BE49-F238E27FC236}">
                <a16:creationId xmlns:a16="http://schemas.microsoft.com/office/drawing/2014/main" id="{87596848-4F78-4C27-AA54-C00CAEB6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71" y="853090"/>
            <a:ext cx="639052" cy="262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Anchor</a:t>
            </a:r>
          </a:p>
        </p:txBody>
      </p:sp>
      <p:sp>
        <p:nvSpPr>
          <p:cNvPr id="230" name="becl-live-label-32">
            <a:extLst xmlns:a="http://schemas.openxmlformats.org/drawingml/2006/main">
              <a:ext uri="{FF2B5EF4-FFF2-40B4-BE49-F238E27FC236}">
                <a16:creationId xmlns:a16="http://schemas.microsoft.com/office/drawing/2014/main" id="{97917293-EA76-41A9-BA96-11A1DDAA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18" y="859543"/>
            <a:ext cx="1074712" cy="262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Positive pair</a:t>
            </a:r>
          </a:p>
        </p:txBody>
      </p:sp>
      <p:sp>
        <p:nvSpPr>
          <p:cNvPr id="231" name="becl-live-label-33">
            <a:extLst xmlns:a="http://schemas.openxmlformats.org/drawingml/2006/main">
              <a:ext uri="{FF2B5EF4-FFF2-40B4-BE49-F238E27FC236}">
                <a16:creationId xmlns:a16="http://schemas.microsoft.com/office/drawing/2014/main" id="{4D5F474D-E977-4820-92FA-2635EC9F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393" y="895037"/>
            <a:ext cx="1246465" cy="262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Negative pairs</a:t>
            </a:r>
          </a:p>
        </p:txBody>
      </p:sp>
      <p:sp>
        <p:nvSpPr>
          <p:cNvPr id="232" name="becl-live-label-34">
            <a:extLst xmlns:a="http://schemas.openxmlformats.org/drawingml/2006/main">
              <a:ext uri="{FF2B5EF4-FFF2-40B4-BE49-F238E27FC236}">
                <a16:creationId xmlns:a16="http://schemas.microsoft.com/office/drawing/2014/main" id="{F50C1F17-2C5C-4047-9BF4-5F260245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783" y="875246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3</a:t>
            </a:r>
          </a:p>
        </p:txBody>
      </p:sp>
      <p:sp>
        <p:nvSpPr>
          <p:cNvPr id="233" name="becl-live-label-35">
            <a:extLst xmlns:a="http://schemas.openxmlformats.org/drawingml/2006/main">
              <a:ext uri="{FF2B5EF4-FFF2-40B4-BE49-F238E27FC236}">
                <a16:creationId xmlns:a16="http://schemas.microsoft.com/office/drawing/2014/main" id="{08259EAA-922C-45F7-A65B-0DE87DEC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05" y="894607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3</a:t>
            </a:r>
          </a:p>
        </p:txBody>
      </p:sp>
      <p:sp>
        <p:nvSpPr>
          <p:cNvPr id="234" name="becl-live-label-36">
            <a:extLst xmlns:a="http://schemas.openxmlformats.org/drawingml/2006/main">
              <a:ext uri="{FF2B5EF4-FFF2-40B4-BE49-F238E27FC236}">
                <a16:creationId xmlns:a16="http://schemas.microsoft.com/office/drawing/2014/main" id="{D3724B15-E9A2-4552-805C-F1141951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685" y="910740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4</a:t>
            </a:r>
          </a:p>
        </p:txBody>
      </p:sp>
      <p:sp>
        <p:nvSpPr>
          <p:cNvPr id="235" name="becl-live-label-37">
            <a:extLst xmlns:a="http://schemas.openxmlformats.org/drawingml/2006/main">
              <a:ext uri="{FF2B5EF4-FFF2-40B4-BE49-F238E27FC236}">
                <a16:creationId xmlns:a16="http://schemas.microsoft.com/office/drawing/2014/main" id="{F1E1F920-E56E-45B1-B543-B54B3853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436" y="891380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2</a:t>
            </a:r>
          </a:p>
        </p:txBody>
      </p:sp>
      <p:sp>
        <p:nvSpPr>
          <p:cNvPr id="236" name="becl-live-label-38">
            <a:extLst xmlns:a="http://schemas.openxmlformats.org/drawingml/2006/main">
              <a:ext uri="{FF2B5EF4-FFF2-40B4-BE49-F238E27FC236}">
                <a16:creationId xmlns:a16="http://schemas.microsoft.com/office/drawing/2014/main" id="{7A607D40-BDB6-436D-A4AD-79FB50D3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231" y="891380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1</a:t>
            </a:r>
          </a:p>
        </p:txBody>
      </p:sp>
      <p:sp>
        <p:nvSpPr>
          <p:cNvPr id="237" name="becl-live-label-39">
            <a:extLst xmlns:a="http://schemas.openxmlformats.org/drawingml/2006/main">
              <a:ext uri="{FF2B5EF4-FFF2-40B4-BE49-F238E27FC236}">
                <a16:creationId xmlns:a16="http://schemas.microsoft.com/office/drawing/2014/main" id="{4D3968CC-6D24-4C4F-9034-E832D07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977" y="891380"/>
            <a:ext cx="450710" cy="196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3</a:t>
            </a:r>
          </a:p>
        </p:txBody>
      </p:sp>
    </p:spTree>
    <p:extLst>
      <p:ext uri="{BB962C8B-B14F-4D97-AF65-F5344CB8AC3E}">
        <p14:creationId xmlns:p14="http://schemas.microsoft.com/office/powerpoint/2010/main" val="1606295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2026-10-09T20:38:14.6210000Z</dcterms:created>
  <dcterms:modified xsi:type="dcterms:W3CDTF">2026-10-09T20:38:14.6210000Z</dcterms:modified>
</coreProperties>
</file>