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38cfc90cf74195" /><Relationship Type="http://schemas.openxmlformats.org/officeDocument/2006/relationships/extended-properties" Target="/docProps/app.xml" Id="R6077d9ed2a3f43b3" /><Relationship Type="http://schemas.openxmlformats.org/officeDocument/2006/relationships/officeDocument" Target="/ppt/presentation.xml" Id="R157a25debbbf46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59b4d04fb24251"/>
  </p:sldMasterIdLst>
  <p:notesMasterIdLst>
    <p:notesMasterId xmlns:r="http://schemas.openxmlformats.org/officeDocument/2006/relationships" r:id="R969b9808601d4a33"/>
  </p:notesMasterIdLst>
  <p:sldIdLst>
    <p:sldId xmlns:r="http://schemas.openxmlformats.org/officeDocument/2006/relationships" id="256" r:id="R909cfd5d0c614690"/>
  </p:sldIdLst>
  <p:sldSz cx="11115675" cy="457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1cd6afe52c4832" /><Relationship Type="http://schemas.openxmlformats.org/officeDocument/2006/relationships/slideMaster" Target="/ppt/slideMasters/slideMaster1.xml" Id="R9c59b4d04fb24251" /><Relationship Type="http://schemas.openxmlformats.org/officeDocument/2006/relationships/notesMaster" Target="/ppt/notesMasters/notesMaster1.xml" Id="R969b9808601d4a33" /><Relationship Type="http://schemas.openxmlformats.org/officeDocument/2006/relationships/presProps" Target="/ppt/presProps.xml" Id="R4386129c4b7f47ad" /><Relationship Type="http://schemas.openxmlformats.org/officeDocument/2006/relationships/tableStyles" Target="/ppt/tableStyles.xml" Id="R4c5ec00144ff4cea" /><Relationship Type="http://schemas.openxmlformats.org/officeDocument/2006/relationships/slide" Target="/ppt/slides/slide1.xml" Id="R909cfd5d0c6146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79719ed64f46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64c2f717a04f38" /><Relationship Type="http://schemas.openxmlformats.org/officeDocument/2006/relationships/notesMaster" Target="/ppt/notesMasters/notesMaster1.xml" Id="R7a7eb8f3ea524e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"METRA: Scalable Unsupervised RL with Metric-Aware Abstraction",</a:t>
            </a:r>
          </a:p>
          <a:p xmlns:a="http://schemas.openxmlformats.org/drawingml/2006/main">
            <a:r>
              <a:t>  "paper_url": "https://arxiv.org/abs/2310.08887v2",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"No reuse license found in inspected source landing page; retain attribution and review reuse terms",</a:t>
            </a:r>
          </a:p>
          <a:p xmlns:a="http://schemas.openxmlformats.org/drawingml/2006/main">
            <a:r>
              <a:t>  "notes": "Original manifold/sphere geometry, arrows and source math glyph outlines preserved. Near/far labels and explanatory callout are typeable text, with a Times New Roman substitute for embedded CMU Serif. Nine ant-state thumbnails remain independent transparent raster images; no whole-figure raster is embedded.",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"66833b9b67c78b4f247e795e6c73bbf634ca2983907adf28a8a625eca8c17e5f",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119,</a:t>
            </a:r>
          </a:p>
          <a:p xmlns:a="http://schemas.openxmlformats.org/drawingml/2006/main">
            <a:r>
              <a:t>    49,</a:t>
            </a:r>
          </a:p>
          <a:p xmlns:a="http://schemas.openxmlformats.org/drawingml/2006/main">
            <a:r>
              <a:t>    508,</a:t>
            </a:r>
          </a:p>
          <a:p xmlns:a="http://schemas.openxmlformats.org/drawingml/2006/main">
            <a:r>
              <a:t>    209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"CMU Serif and Nimbus Roman ordinary labels use Times New Roman or the editor Times-compatible fallback. Original geometry and math outlines retained.",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"CMBX",</a:t>
            </a:r>
          </a:p>
          <a:p xmlns:a="http://schemas.openxmlformats.org/drawingml/2006/main">
            <a:r>
              <a:t>    "MSBM"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"4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"reviewed_arrow_repair": "Straight thumbnail arrows use explicit union outlines; curved thumbnail arrow uses separate source subpaths, avoiding editor even-odd cancellation at the shaft/head join.",</a:t>
            </a:r>
          </a:p>
          <a:p xmlns:a="http://schemas.openxmlformats.org/drawingml/2006/main">
            <a:r>
              <a:t>  "text_editability": "Ordinary diagram labels and panel/callout prose are native typeable text. Mathematical glyph outlines, where present, remain editable point paths, not live equations."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4b546d0f1540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c8621ece04c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364e862c2045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92b5d6f6f43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9f1095d4de41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b59373edb47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1524DE-AB34-4FB3-8391-99E09E4463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1568" y="1727200"/>
            <a:ext cx="889254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80C6BFD-22A7-46A0-B480-ED99DE631A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67351" y="2514600"/>
            <a:ext cx="7780973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66B9BBC-0193-44C2-A5F2-25D3908589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1568" y="1905000"/>
            <a:ext cx="889254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651D79-80A0-43FA-80DE-EE0B826E2D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5257" y="355600"/>
            <a:ext cx="9865162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3C602C-0C6F-4C91-A68E-748E8F82F3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5257" y="1270000"/>
            <a:ext cx="9865162" cy="28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24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1pPr>
            <a:lvl2pPr marL="3556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2pPr>
            <a:lvl3pPr marL="5588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3pPr>
            <a:lvl4pPr marL="7620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4pPr>
            <a:lvl5pPr marL="9652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5pPr>
            <a:lvl6pPr marL="11684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6pPr>
            <a:lvl7pPr marL="13716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7pPr>
            <a:lvl8pPr marL="15748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8pPr>
            <a:lvl9pPr marL="17780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524B72-08EE-428B-A696-2E56A57102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5257" y="355600"/>
            <a:ext cx="9865162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658C28-D372-4CC6-9EEF-93FDA95952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5257" y="1270000"/>
            <a:ext cx="4585216" cy="28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24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1pPr>
            <a:lvl2pPr marL="3556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2pPr>
            <a:lvl3pPr marL="5588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3pPr>
            <a:lvl4pPr marL="7620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4pPr>
            <a:lvl5pPr marL="9652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5pPr>
            <a:lvl6pPr marL="11684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6pPr>
            <a:lvl7pPr marL="13716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7pPr>
            <a:lvl8pPr marL="15748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8pPr>
            <a:lvl9pPr marL="17780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48B0E1-9136-4A1F-98AE-CA7A51B654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05202" y="1270000"/>
            <a:ext cx="4585216" cy="28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24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1pPr>
            <a:lvl2pPr marL="3556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2pPr>
            <a:lvl3pPr marL="5588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3pPr>
            <a:lvl4pPr marL="7620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4pPr>
            <a:lvl5pPr marL="9652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5pPr>
            <a:lvl6pPr marL="11684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6pPr>
            <a:lvl7pPr marL="13716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7pPr>
            <a:lvl8pPr marL="15748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8pPr>
            <a:lvl9pPr marL="17780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02C32D-BB5C-48C3-8ABC-58B1F3157C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5257" y="355600"/>
            <a:ext cx="9865162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26C521-6DD6-42B6-9818-C669BEB197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5257" y="1270000"/>
            <a:ext cx="4585216" cy="28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24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1pPr>
            <a:lvl2pPr marL="3556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2pPr>
            <a:lvl3pPr marL="5588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3pPr>
            <a:lvl4pPr marL="7620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4pPr>
            <a:lvl5pPr marL="9652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5pPr>
            <a:lvl6pPr marL="11684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6pPr>
            <a:lvl7pPr marL="13716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7pPr>
            <a:lvl8pPr marL="15748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8pPr>
            <a:lvl9pPr marL="1778000" indent="-1524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edf6169495408f" /><Relationship Type="http://schemas.openxmlformats.org/officeDocument/2006/relationships/slideLayout" Target="/ppt/slideLayouts/slideLayout1.xml" Id="R42a76d5be28a49be" /><Relationship Type="http://schemas.openxmlformats.org/officeDocument/2006/relationships/slideLayout" Target="/ppt/slideLayouts/slideLayout2.xml" Id="R7343d1a3cc56469a" /><Relationship Type="http://schemas.openxmlformats.org/officeDocument/2006/relationships/slideLayout" Target="/ppt/slideLayouts/slideLayout3.xml" Id="R80b62f836d754e43" /><Relationship Type="http://schemas.openxmlformats.org/officeDocument/2006/relationships/slideLayout" Target="/ppt/slideLayouts/slideLayout4.xml" Id="R3cfd50b05124446f" /><Relationship Type="http://schemas.openxmlformats.org/officeDocument/2006/relationships/slideLayout" Target="/ppt/slideLayouts/slideLayout5.xml" Id="Rfe5e328f767b4032" /><Relationship Type="http://schemas.openxmlformats.org/officeDocument/2006/relationships/slideLayout" Target="/ppt/slideLayouts/slideLayout6.xml" Id="Rf86418fe0a004e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a76d5be28a49be"/>
    <p:sldLayoutId xmlns:r="http://schemas.openxmlformats.org/officeDocument/2006/relationships" id="2147483650" r:id="R7343d1a3cc56469a"/>
    <p:sldLayoutId xmlns:r="http://schemas.openxmlformats.org/officeDocument/2006/relationships" id="2147483651" r:id="R80b62f836d754e43"/>
    <p:sldLayoutId xmlns:r="http://schemas.openxmlformats.org/officeDocument/2006/relationships" id="2147483652" r:id="R3cfd50b05124446f"/>
    <p:sldLayoutId xmlns:r="http://schemas.openxmlformats.org/officeDocument/2006/relationships" id="2147483653" r:id="Rfe5e328f767b4032"/>
    <p:sldLayoutId xmlns:r="http://schemas.openxmlformats.org/officeDocument/2006/relationships" id="2147483654" r:id="Rf86418fe0a004e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3a250fcb0c4a0a" /><Relationship Type="http://schemas.openxmlformats.org/officeDocument/2006/relationships/image" Target="/ppt/media/image.png" Id="Ra15047a9701d443a" /><Relationship Type="http://schemas.openxmlformats.org/officeDocument/2006/relationships/image" Target="/ppt/media/image2.png" Id="R963f0eb023ca47a6" /><Relationship Type="http://schemas.openxmlformats.org/officeDocument/2006/relationships/image" Target="/ppt/media/image3.png" Id="R6030436e8e8d454d" /><Relationship Type="http://schemas.openxmlformats.org/officeDocument/2006/relationships/image" Target="/ppt/media/image4.png" Id="Rf4ed5490f5c14856" /><Relationship Type="http://schemas.openxmlformats.org/officeDocument/2006/relationships/image" Target="/ppt/media/image5.png" Id="R2ba0257c48264b53" /><Relationship Type="http://schemas.openxmlformats.org/officeDocument/2006/relationships/image" Target="/ppt/media/image6.png" Id="R3e53d43cab794fa6" /><Relationship Type="http://schemas.openxmlformats.org/officeDocument/2006/relationships/image" Target="/ppt/media/image7.png" Id="R1ae26ad7f3384dcb" /><Relationship Type="http://schemas.openxmlformats.org/officeDocument/2006/relationships/image" Target="/ppt/media/image8.png" Id="Ra8f805287ad34af6" /><Relationship Type="http://schemas.openxmlformats.org/officeDocument/2006/relationships/image" Target="/ppt/media/image9.png" Id="Rd2c862f6dd404d3e" /><Relationship Type="http://schemas.openxmlformats.org/officeDocument/2006/relationships/notesSlide" Target="/ppt/notesSlides/notesSlide1.xml" Id="Rfb693103dc334e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pdf-path-3">
            <a:extLst xmlns:a="http://schemas.openxmlformats.org/drawingml/2006/main">
              <a:ext uri="{FF2B5EF4-FFF2-40B4-BE49-F238E27FC236}">
                <a16:creationId xmlns:a16="http://schemas.microsoft.com/office/drawing/2014/main" id="{032F4B40-430D-4FDB-B944-85602865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974" y="1526571"/>
            <a:ext cx="9690914" cy="1872090"/>
          </a:xfrm>
          <a:custGeom xmlns:a="http://schemas.openxmlformats.org/drawingml/2006/main">
            <a:pathLst>
              <a:path w="9690914" h="1872090">
                <a:moveTo>
                  <a:pt x="0" y="1872090"/>
                </a:moveTo>
                <a:lnTo>
                  <a:pt x="1295037" y="0"/>
                </a:lnTo>
                <a:lnTo>
                  <a:pt x="9690914" y="0"/>
                </a:lnTo>
                <a:lnTo>
                  <a:pt x="8395876" y="1872090"/>
                </a:lnTo>
                <a:lnTo>
                  <a:pt x="0" y="1872090"/>
                </a:lnTo>
              </a:path>
            </a:pathLst>
          </a:custGeom>
          <a:solidFill xmlns:a="http://schemas.openxmlformats.org/drawingml/2006/main">
            <a:srgbClr val="DEE8FA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4">
            <a:extLst xmlns:a="http://schemas.openxmlformats.org/drawingml/2006/main">
              <a:ext uri="{FF2B5EF4-FFF2-40B4-BE49-F238E27FC236}">
                <a16:creationId xmlns:a16="http://schemas.microsoft.com/office/drawing/2014/main" id="{860E28E8-AAA1-4761-AFA9-86A50224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974" y="1526571"/>
            <a:ext cx="9690917" cy="1872090"/>
          </a:xfrm>
          <a:custGeom xmlns:a="http://schemas.openxmlformats.org/drawingml/2006/main">
            <a:pathLst>
              <a:path w="9690917" h="1872090">
                <a:moveTo>
                  <a:pt x="0" y="1872090"/>
                </a:moveTo>
                <a:lnTo>
                  <a:pt x="1295037" y="0"/>
                </a:lnTo>
                <a:lnTo>
                  <a:pt x="9690917" y="0"/>
                </a:lnTo>
                <a:lnTo>
                  <a:pt x="8395881" y="1872090"/>
                </a:lnTo>
                <a:lnTo>
                  <a:pt x="0" y="1872090"/>
                </a:lnTo>
              </a:path>
            </a:pathLst>
          </a:custGeom>
          <a:noFill xmlns:a="http://schemas.openxmlformats.org/drawingml/2006/main"/>
          <a:ln xmlns:a="http://schemas.openxmlformats.org/drawingml/2006/main" w="8057">
            <a:solidFill>
              <a:srgbClr val="000000"/>
            </a:solidFill>
            <a:prstDash val="solid"/>
          </a:ln>
        </p:spPr>
      </p:sp>
      <p:sp>
        <p:nvSpPr>
          <p:cNvPr id="3" name="pdf-path-5">
            <a:extLst xmlns:a="http://schemas.openxmlformats.org/drawingml/2006/main">
              <a:ext uri="{FF2B5EF4-FFF2-40B4-BE49-F238E27FC236}">
                <a16:creationId xmlns:a16="http://schemas.microsoft.com/office/drawing/2014/main" id="{2212088C-40B0-4107-90A8-B47AA6AB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20" y="1041411"/>
            <a:ext cx="7136788" cy="2842411"/>
          </a:xfrm>
          <a:custGeom xmlns:a="http://schemas.openxmlformats.org/drawingml/2006/main">
            <a:pathLst>
              <a:path w="7136788" h="2842411">
                <a:moveTo>
                  <a:pt x="0" y="1421206"/>
                </a:moveTo>
                <a:cubicBezTo>
                  <a:pt x="0" y="636295"/>
                  <a:pt x="1597624" y="0"/>
                  <a:pt x="3568395" y="0"/>
                </a:cubicBezTo>
                <a:cubicBezTo>
                  <a:pt x="5539166" y="0"/>
                  <a:pt x="7136788" y="636295"/>
                  <a:pt x="7136788" y="1421206"/>
                </a:cubicBezTo>
                <a:cubicBezTo>
                  <a:pt x="7136788" y="2206115"/>
                  <a:pt x="5539166" y="2842411"/>
                  <a:pt x="3568395" y="2842411"/>
                </a:cubicBezTo>
                <a:cubicBezTo>
                  <a:pt x="1597624" y="2842411"/>
                  <a:pt x="0" y="2206115"/>
                  <a:pt x="0" y="1421206"/>
                </a:cubicBezTo>
              </a:path>
            </a:pathLst>
          </a:custGeom>
          <a:solidFill xmlns:a="http://schemas.openxmlformats.org/drawingml/2006/main">
            <a:srgbClr val="F5415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6">
            <a:extLst xmlns:a="http://schemas.openxmlformats.org/drawingml/2006/main">
              <a:ext uri="{FF2B5EF4-FFF2-40B4-BE49-F238E27FC236}">
                <a16:creationId xmlns:a16="http://schemas.microsoft.com/office/drawing/2014/main" id="{86E488E7-97C1-46F3-A353-04855989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20" y="1041411"/>
            <a:ext cx="7136790" cy="2842411"/>
          </a:xfrm>
          <a:custGeom xmlns:a="http://schemas.openxmlformats.org/drawingml/2006/main">
            <a:pathLst>
              <a:path w="7136790" h="2842411">
                <a:moveTo>
                  <a:pt x="0" y="1421206"/>
                </a:moveTo>
                <a:cubicBezTo>
                  <a:pt x="0" y="636296"/>
                  <a:pt x="1597625" y="0"/>
                  <a:pt x="3568395" y="0"/>
                </a:cubicBezTo>
                <a:cubicBezTo>
                  <a:pt x="5539166" y="0"/>
                  <a:pt x="7136790" y="636296"/>
                  <a:pt x="7136790" y="1421206"/>
                </a:cubicBezTo>
                <a:cubicBezTo>
                  <a:pt x="7136790" y="2206115"/>
                  <a:pt x="5539166" y="2842411"/>
                  <a:pt x="3568395" y="2842411"/>
                </a:cubicBezTo>
                <a:cubicBezTo>
                  <a:pt x="1597625" y="2842411"/>
                  <a:pt x="0" y="2206115"/>
                  <a:pt x="0" y="1421206"/>
                </a:cubicBezTo>
              </a:path>
            </a:pathLst>
          </a:custGeom>
          <a:noFill xmlns:a="http://schemas.openxmlformats.org/drawingml/2006/main"/>
          <a:ln xmlns:a="http://schemas.openxmlformats.org/drawingml/2006/main" w="8057">
            <a:solidFill>
              <a:srgbClr val="000000"/>
            </a:solidFill>
            <a:prstDash val="solid"/>
          </a:ln>
        </p:spPr>
      </p:sp>
      <p:sp>
        <p:nvSpPr>
          <p:cNvPr id="5" name="pdf-path-7">
            <a:extLst xmlns:a="http://schemas.openxmlformats.org/drawingml/2006/main">
              <a:ext uri="{FF2B5EF4-FFF2-40B4-BE49-F238E27FC236}">
                <a16:creationId xmlns:a16="http://schemas.microsoft.com/office/drawing/2014/main" id="{3532260F-5C2B-4858-B72E-D8C51D77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741" y="1755969"/>
            <a:ext cx="7136790" cy="1411538"/>
          </a:xfrm>
          <a:custGeom xmlns:a="http://schemas.openxmlformats.org/drawingml/2006/main">
            <a:pathLst>
              <a:path w="7136790" h="1411538">
                <a:moveTo>
                  <a:pt x="0" y="705769"/>
                </a:moveTo>
                <a:cubicBezTo>
                  <a:pt x="0" y="315984"/>
                  <a:pt x="1597625" y="0"/>
                  <a:pt x="3568395" y="0"/>
                </a:cubicBezTo>
                <a:cubicBezTo>
                  <a:pt x="5539165" y="0"/>
                  <a:pt x="7136790" y="315984"/>
                  <a:pt x="7136790" y="705769"/>
                </a:cubicBezTo>
                <a:cubicBezTo>
                  <a:pt x="7136790" y="1095554"/>
                  <a:pt x="5539165" y="1411538"/>
                  <a:pt x="3568395" y="1411538"/>
                </a:cubicBezTo>
                <a:cubicBezTo>
                  <a:pt x="1597625" y="1411538"/>
                  <a:pt x="0" y="1095554"/>
                  <a:pt x="0" y="705769"/>
                </a:cubicBezTo>
              </a:path>
            </a:pathLst>
          </a:custGeom>
          <a:solidFill xmlns:a="http://schemas.openxmlformats.org/drawingml/2006/main">
            <a:srgbClr val="BCC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8">
            <a:extLst xmlns:a="http://schemas.openxmlformats.org/drawingml/2006/main">
              <a:ext uri="{FF2B5EF4-FFF2-40B4-BE49-F238E27FC236}">
                <a16:creationId xmlns:a16="http://schemas.microsoft.com/office/drawing/2014/main" id="{C833BB0C-8998-4589-AB9B-46AE896D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741" y="1755969"/>
            <a:ext cx="7136790" cy="1411538"/>
          </a:xfrm>
          <a:custGeom xmlns:a="http://schemas.openxmlformats.org/drawingml/2006/main">
            <a:pathLst>
              <a:path w="7136790" h="1411538">
                <a:moveTo>
                  <a:pt x="0" y="705769"/>
                </a:moveTo>
                <a:cubicBezTo>
                  <a:pt x="0" y="315983"/>
                  <a:pt x="1597625" y="0"/>
                  <a:pt x="3568395" y="0"/>
                </a:cubicBezTo>
                <a:cubicBezTo>
                  <a:pt x="5539164" y="0"/>
                  <a:pt x="7136790" y="315983"/>
                  <a:pt x="7136790" y="705769"/>
                </a:cubicBezTo>
                <a:cubicBezTo>
                  <a:pt x="7136790" y="1095554"/>
                  <a:pt x="5539164" y="1411538"/>
                  <a:pt x="3568395" y="1411538"/>
                </a:cubicBezTo>
                <a:cubicBezTo>
                  <a:pt x="1597625" y="1411538"/>
                  <a:pt x="0" y="1095554"/>
                  <a:pt x="0" y="70576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128">
            <a:solidFill>
              <a:srgbClr val="000000"/>
            </a:solidFill>
            <a:prstDash val="dash"/>
          </a:ln>
        </p:spPr>
      </p:sp>
      <p:sp>
        <p:nvSpPr>
          <p:cNvPr id="7" name="pdf-path-9">
            <a:extLst xmlns:a="http://schemas.openxmlformats.org/drawingml/2006/main">
              <a:ext uri="{FF2B5EF4-FFF2-40B4-BE49-F238E27FC236}">
                <a16:creationId xmlns:a16="http://schemas.microsoft.com/office/drawing/2014/main" id="{F4A60DC9-3C8C-4B76-B251-F2164DA7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9059" y="1041411"/>
            <a:ext cx="560769" cy="2842411"/>
          </a:xfrm>
          <a:custGeom xmlns:a="http://schemas.openxmlformats.org/drawingml/2006/main">
            <a:pathLst>
              <a:path w="560769" h="2842411">
                <a:moveTo>
                  <a:pt x="0" y="0"/>
                </a:moveTo>
                <a:cubicBezTo>
                  <a:pt x="309704" y="0"/>
                  <a:pt x="560769" y="636296"/>
                  <a:pt x="560769" y="1421206"/>
                </a:cubicBezTo>
                <a:cubicBezTo>
                  <a:pt x="560769" y="2205611"/>
                  <a:pt x="310015" y="2841698"/>
                  <a:pt x="510" y="2842411"/>
                </a:cubicBezTo>
              </a:path>
            </a:pathLst>
          </a:custGeom>
          <a:noFill xmlns:a="http://schemas.openxmlformats.org/drawingml/2006/main"/>
          <a:ln xmlns:a="http://schemas.openxmlformats.org/drawingml/2006/main" w="8057">
            <a:solidFill>
              <a:srgbClr val="000000"/>
            </a:solidFill>
            <a:prstDash val="dash"/>
          </a:ln>
        </p:spPr>
      </p:sp>
      <p:sp>
        <p:nvSpPr>
          <p:cNvPr id="8" name="pdf-path-10">
            <a:extLst xmlns:a="http://schemas.openxmlformats.org/drawingml/2006/main">
              <a:ext uri="{FF2B5EF4-FFF2-40B4-BE49-F238E27FC236}">
                <a16:creationId xmlns:a16="http://schemas.microsoft.com/office/drawing/2014/main" id="{E954DFDE-AB38-4F3B-9027-0541B349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250" y="1041411"/>
            <a:ext cx="560769" cy="2842411"/>
          </a:xfrm>
          <a:custGeom xmlns:a="http://schemas.openxmlformats.org/drawingml/2006/main">
            <a:pathLst>
              <a:path w="560769" h="2842411">
                <a:moveTo>
                  <a:pt x="560769" y="2842411"/>
                </a:moveTo>
                <a:cubicBezTo>
                  <a:pt x="251065" y="2842411"/>
                  <a:pt x="0" y="2206115"/>
                  <a:pt x="0" y="1421205"/>
                </a:cubicBezTo>
                <a:cubicBezTo>
                  <a:pt x="0" y="636799"/>
                  <a:pt x="250754" y="713"/>
                  <a:pt x="56025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057">
            <a:solidFill>
              <a:srgbClr val="000000"/>
            </a:solidFill>
            <a:prstDash val="solid"/>
          </a:ln>
        </p:spPr>
      </p:sp>
      <p:sp>
        <p:nvSpPr>
          <p:cNvPr id="9" name="pdf-path-11">
            <a:extLst xmlns:a="http://schemas.openxmlformats.org/drawingml/2006/main">
              <a:ext uri="{FF2B5EF4-FFF2-40B4-BE49-F238E27FC236}">
                <a16:creationId xmlns:a16="http://schemas.microsoft.com/office/drawing/2014/main" id="{418718EF-2FA7-4864-99BE-3E259E7A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9038" y="1041410"/>
            <a:ext cx="1020" cy="2841113"/>
          </a:xfrm>
          <a:custGeom xmlns:a="http://schemas.openxmlformats.org/drawingml/2006/main">
            <a:pathLst>
              <a:path w="1020" h="2841113">
                <a:moveTo>
                  <a:pt x="1020" y="28411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57">
            <a:solidFill>
              <a:srgbClr val="000000"/>
            </a:solidFill>
            <a:prstDash val="solid"/>
          </a:ln>
        </p:spPr>
      </p:sp>
      <p:sp>
        <p:nvSpPr>
          <p:cNvPr id="10" name="pdf-path-12">
            <a:extLst xmlns:a="http://schemas.openxmlformats.org/drawingml/2006/main">
              <a:ext uri="{FF2B5EF4-FFF2-40B4-BE49-F238E27FC236}">
                <a16:creationId xmlns:a16="http://schemas.microsoft.com/office/drawing/2014/main" id="{3A222A60-9482-4683-98EA-0762A91B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636" y="1765636"/>
            <a:ext cx="968609" cy="1403520"/>
          </a:xfrm>
          <a:custGeom xmlns:a="http://schemas.openxmlformats.org/drawingml/2006/main">
            <a:pathLst>
              <a:path w="968609" h="1403520">
                <a:moveTo>
                  <a:pt x="0" y="1403520"/>
                </a:moveTo>
                <a:lnTo>
                  <a:pt x="9686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57">
            <a:solidFill>
              <a:srgbClr val="000000"/>
            </a:solidFill>
            <a:prstDash val="solid"/>
          </a:ln>
        </p:spPr>
      </p:sp>
      <p:sp>
        <p:nvSpPr>
          <p:cNvPr id="11" name="pdf-path-13">
            <a:extLst xmlns:a="http://schemas.openxmlformats.org/drawingml/2006/main">
              <a:ext uri="{FF2B5EF4-FFF2-40B4-BE49-F238E27FC236}">
                <a16:creationId xmlns:a16="http://schemas.microsoft.com/office/drawing/2014/main" id="{FEFDAAFE-34E3-4AF4-B54B-F29CC049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20" y="2463495"/>
            <a:ext cx="7137306" cy="95"/>
          </a:xfrm>
          <a:custGeom xmlns:a="http://schemas.openxmlformats.org/drawingml/2006/main">
            <a:pathLst>
              <a:path w="7137306" h="95">
                <a:moveTo>
                  <a:pt x="0" y="0"/>
                </a:moveTo>
                <a:lnTo>
                  <a:pt x="71373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57">
            <a:solidFill>
              <a:srgbClr val="000000"/>
            </a:solidFill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89AB2-9F85-42C0-AEAE-15A9B0B998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047a9701d44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84906" y="2278776"/>
            <a:ext cx="367387" cy="367386"/>
          </a:xfrm>
          <a:prstGeom xmlns:a="http://schemas.openxmlformats.org/drawingml/2006/main" prst="rect">
            <a:avLst/>
          </a:prstGeom>
        </p:spPr>
      </p:pic>
      <p:sp>
        <p:nvSpPr>
          <p:cNvPr id="13" name="pdf-source-image-0">
            <a:extLst xmlns:a="http://schemas.openxmlformats.org/drawingml/2006/main">
              <a:ext uri="{FF2B5EF4-FFF2-40B4-BE49-F238E27FC236}">
                <a16:creationId xmlns:a16="http://schemas.microsoft.com/office/drawing/2014/main" id="{F0121688-1CCC-4168-907B-CE45FC3F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906" y="2278776"/>
            <a:ext cx="367387" cy="367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75C59-A9C4-45DA-8DF9-0505D51511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f0eb023ca47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2596" y="2976635"/>
            <a:ext cx="367387" cy="367386"/>
          </a:xfrm>
          <a:prstGeom xmlns:a="http://schemas.openxmlformats.org/drawingml/2006/main" prst="rect">
            <a:avLst/>
          </a:prstGeom>
        </p:spPr>
      </p:pic>
      <p:sp>
        <p:nvSpPr>
          <p:cNvPr id="15" name="pdf-source-image-1">
            <a:extLst xmlns:a="http://schemas.openxmlformats.org/drawingml/2006/main">
              <a:ext uri="{FF2B5EF4-FFF2-40B4-BE49-F238E27FC236}">
                <a16:creationId xmlns:a16="http://schemas.microsoft.com/office/drawing/2014/main" id="{25FEC324-A3F3-4279-895B-26BB09E4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596" y="2976635"/>
            <a:ext cx="367387" cy="367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1688E-B24D-4CBC-94AF-31A9BC803E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0436e8e8d45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8332" y="2278776"/>
            <a:ext cx="367387" cy="365629"/>
          </a:xfrm>
          <a:prstGeom xmlns:a="http://schemas.openxmlformats.org/drawingml/2006/main" prst="rect">
            <a:avLst/>
          </a:prstGeom>
        </p:spPr>
      </p:pic>
      <p:sp>
        <p:nvSpPr>
          <p:cNvPr id="17" name="pdf-source-image-2">
            <a:extLst xmlns:a="http://schemas.openxmlformats.org/drawingml/2006/main">
              <a:ext uri="{FF2B5EF4-FFF2-40B4-BE49-F238E27FC236}">
                <a16:creationId xmlns:a16="http://schemas.microsoft.com/office/drawing/2014/main" id="{0570B8B4-1569-4482-8552-7748EB4E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332" y="2278776"/>
            <a:ext cx="367387" cy="365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51B4CB-3F8A-4F66-9057-FE4F5AA9DD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d5490f5c148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55192" y="2278776"/>
            <a:ext cx="365629" cy="365629"/>
          </a:xfrm>
          <a:prstGeom xmlns:a="http://schemas.openxmlformats.org/drawingml/2006/main" prst="rect">
            <a:avLst/>
          </a:prstGeom>
        </p:spPr>
      </p:pic>
      <p:sp>
        <p:nvSpPr>
          <p:cNvPr id="19" name="pdf-source-image-3">
            <a:extLst xmlns:a="http://schemas.openxmlformats.org/drawingml/2006/main">
              <a:ext uri="{FF2B5EF4-FFF2-40B4-BE49-F238E27FC236}">
                <a16:creationId xmlns:a16="http://schemas.microsoft.com/office/drawing/2014/main" id="{B94C877D-F7F4-4F5F-8D13-9DB672D8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192" y="2278776"/>
            <a:ext cx="365629" cy="365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1E0A84-FA33-4A85-9F3C-4838AED84D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0257c48264b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84906" y="1405135"/>
            <a:ext cx="367387" cy="367386"/>
          </a:xfrm>
          <a:prstGeom xmlns:a="http://schemas.openxmlformats.org/drawingml/2006/main" prst="rect">
            <a:avLst/>
          </a:prstGeom>
        </p:spPr>
      </p:pic>
      <p:sp>
        <p:nvSpPr>
          <p:cNvPr id="21" name="pdf-source-image-4">
            <a:extLst xmlns:a="http://schemas.openxmlformats.org/drawingml/2006/main">
              <a:ext uri="{FF2B5EF4-FFF2-40B4-BE49-F238E27FC236}">
                <a16:creationId xmlns:a16="http://schemas.microsoft.com/office/drawing/2014/main" id="{88415478-150F-4608-AEA9-E4933FED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906" y="1405135"/>
            <a:ext cx="367387" cy="367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3C1420CE-F7A5-497A-9D4C-39089C1F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464" y="1879521"/>
            <a:ext cx="1913421" cy="258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35" b="0" i="0">
                <a:solidFill>
                  <a:srgbClr val="F5415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35" b="0" i="0">
                <a:solidFill>
                  <a:srgbClr val="F541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5" b="0" i="0">
                <a:solidFill>
                  <a:srgbClr val="F54154"/>
                </a:solidFill>
                <a:latin typeface="Times New Roman"/>
                <a:ea typeface="Times New Roman"/>
                <a:cs typeface="Times New Roman"/>
              </a:rPr>
              <a:t>Temporally close</a:t>
            </a:r>
          </a:p>
        </p:txBody>
      </p:sp>
      <p:sp>
        <p:nvSpPr>
          <p:cNvPr id="23" name="pdf-path-31">
            <a:extLst xmlns:a="http://schemas.openxmlformats.org/drawingml/2006/main">
              <a:ext uri="{FF2B5EF4-FFF2-40B4-BE49-F238E27FC236}">
                <a16:creationId xmlns:a16="http://schemas.microsoft.com/office/drawing/2014/main" id="{9944F592-E9CD-411F-B8F1-EB1E8B0A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060" y="1771733"/>
            <a:ext cx="112200" cy="508595"/>
          </a:xfrm>
          <a:custGeom xmlns:a="http://schemas.openxmlformats.org/drawingml/2006/main">
            <a:pathLst>
              <a:path w="112200" h="508595">
                <a:moveTo>
                  <a:pt x="44016" y="484611"/>
                </a:moveTo>
                <a:lnTo>
                  <a:pt x="44014" y="23983"/>
                </a:lnTo>
                <a:lnTo>
                  <a:pt x="68185" y="23983"/>
                </a:lnTo>
                <a:lnTo>
                  <a:pt x="68186" y="484611"/>
                </a:lnTo>
                <a:lnTo>
                  <a:pt x="44016" y="484611"/>
                </a:lnTo>
                <a:moveTo>
                  <a:pt x="108838" y="418189"/>
                </a:moveTo>
                <a:lnTo>
                  <a:pt x="56101" y="508595"/>
                </a:lnTo>
                <a:lnTo>
                  <a:pt x="3365" y="418190"/>
                </a:lnTo>
                <a:cubicBezTo>
                  <a:pt x="2" y="412425"/>
                  <a:pt x="1949" y="405024"/>
                  <a:pt x="7713" y="401662"/>
                </a:cubicBezTo>
                <a:cubicBezTo>
                  <a:pt x="13479" y="398299"/>
                  <a:pt x="20879" y="400246"/>
                  <a:pt x="24242" y="406011"/>
                </a:cubicBezTo>
                <a:lnTo>
                  <a:pt x="66539" y="478521"/>
                </a:lnTo>
                <a:lnTo>
                  <a:pt x="45663" y="478521"/>
                </a:lnTo>
                <a:lnTo>
                  <a:pt x="87960" y="406011"/>
                </a:lnTo>
                <a:cubicBezTo>
                  <a:pt x="91323" y="400245"/>
                  <a:pt x="98723" y="398298"/>
                  <a:pt x="104489" y="401662"/>
                </a:cubicBezTo>
                <a:cubicBezTo>
                  <a:pt x="110253" y="405024"/>
                  <a:pt x="112200" y="412424"/>
                  <a:pt x="108838" y="418189"/>
                </a:cubicBezTo>
                <a:moveTo>
                  <a:pt x="3363" y="90405"/>
                </a:moveTo>
                <a:lnTo>
                  <a:pt x="56099" y="0"/>
                </a:lnTo>
                <a:lnTo>
                  <a:pt x="108837" y="90405"/>
                </a:lnTo>
                <a:cubicBezTo>
                  <a:pt x="112199" y="96171"/>
                  <a:pt x="110253" y="103571"/>
                  <a:pt x="104487" y="106934"/>
                </a:cubicBezTo>
                <a:cubicBezTo>
                  <a:pt x="98721" y="110297"/>
                  <a:pt x="91323" y="108349"/>
                  <a:pt x="87958" y="102584"/>
                </a:cubicBezTo>
                <a:lnTo>
                  <a:pt x="45661" y="30073"/>
                </a:lnTo>
                <a:lnTo>
                  <a:pt x="66538" y="30073"/>
                </a:lnTo>
                <a:lnTo>
                  <a:pt x="24241" y="102585"/>
                </a:lnTo>
                <a:cubicBezTo>
                  <a:pt x="20878" y="108349"/>
                  <a:pt x="13478" y="110297"/>
                  <a:pt x="7713" y="106934"/>
                </a:cubicBezTo>
                <a:cubicBezTo>
                  <a:pt x="1947" y="103571"/>
                  <a:pt x="0" y="96171"/>
                  <a:pt x="3363" y="90405"/>
                </a:cubicBezTo>
              </a:path>
            </a:pathLst>
          </a:custGeom>
          <a:solidFill xmlns:a="http://schemas.openxmlformats.org/drawingml/2006/main">
            <a:srgbClr val="F5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df-path-32">
            <a:extLst xmlns:a="http://schemas.openxmlformats.org/drawingml/2006/main">
              <a:ext uri="{FF2B5EF4-FFF2-40B4-BE49-F238E27FC236}">
                <a16:creationId xmlns:a16="http://schemas.microsoft.com/office/drawing/2014/main" id="{247DE05C-B7D4-45C9-8CA6-14509B99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446" y="2404788"/>
            <a:ext cx="2265330" cy="112825"/>
          </a:xfrm>
          <a:custGeom xmlns:a="http://schemas.openxmlformats.org/drawingml/2006/main">
            <a:pathLst>
              <a:path w="2265330" h="112825">
                <a:moveTo>
                  <a:pt x="2241353" y="68833"/>
                </a:moveTo>
                <a:lnTo>
                  <a:pt x="23969" y="68163"/>
                </a:lnTo>
                <a:lnTo>
                  <a:pt x="23977" y="43993"/>
                </a:lnTo>
                <a:lnTo>
                  <a:pt x="2241361" y="44662"/>
                </a:lnTo>
                <a:lnTo>
                  <a:pt x="2241353" y="68833"/>
                </a:lnTo>
                <a:moveTo>
                  <a:pt x="2174940" y="3990"/>
                </a:moveTo>
                <a:lnTo>
                  <a:pt x="2265330" y="56755"/>
                </a:lnTo>
                <a:lnTo>
                  <a:pt x="2174909" y="109465"/>
                </a:lnTo>
                <a:cubicBezTo>
                  <a:pt x="2169143" y="112825"/>
                  <a:pt x="2161743" y="110875"/>
                  <a:pt x="2158382" y="105110"/>
                </a:cubicBezTo>
                <a:cubicBezTo>
                  <a:pt x="2155021" y="99344"/>
                  <a:pt x="2156971" y="91944"/>
                  <a:pt x="2162737" y="88583"/>
                </a:cubicBezTo>
                <a:lnTo>
                  <a:pt x="2235259" y="46307"/>
                </a:lnTo>
                <a:lnTo>
                  <a:pt x="2235254" y="67184"/>
                </a:lnTo>
                <a:lnTo>
                  <a:pt x="2162756" y="24864"/>
                </a:lnTo>
                <a:cubicBezTo>
                  <a:pt x="2156992" y="21500"/>
                  <a:pt x="2155046" y="14099"/>
                  <a:pt x="2158411" y="8336"/>
                </a:cubicBezTo>
                <a:cubicBezTo>
                  <a:pt x="2161776" y="2571"/>
                  <a:pt x="2169177" y="626"/>
                  <a:pt x="2174940" y="3990"/>
                </a:cubicBezTo>
                <a:moveTo>
                  <a:pt x="90389" y="108834"/>
                </a:moveTo>
                <a:lnTo>
                  <a:pt x="0" y="56070"/>
                </a:lnTo>
                <a:lnTo>
                  <a:pt x="90421" y="3361"/>
                </a:lnTo>
                <a:cubicBezTo>
                  <a:pt x="96188" y="0"/>
                  <a:pt x="103587" y="1949"/>
                  <a:pt x="106948" y="7715"/>
                </a:cubicBezTo>
                <a:cubicBezTo>
                  <a:pt x="110310" y="13482"/>
                  <a:pt x="108361" y="20881"/>
                  <a:pt x="102594" y="24243"/>
                </a:cubicBezTo>
                <a:lnTo>
                  <a:pt x="30071" y="66518"/>
                </a:lnTo>
                <a:lnTo>
                  <a:pt x="30076" y="45641"/>
                </a:lnTo>
                <a:lnTo>
                  <a:pt x="102575" y="87960"/>
                </a:lnTo>
                <a:cubicBezTo>
                  <a:pt x="108339" y="91326"/>
                  <a:pt x="110284" y="98725"/>
                  <a:pt x="106919" y="104490"/>
                </a:cubicBezTo>
                <a:cubicBezTo>
                  <a:pt x="103554" y="110254"/>
                  <a:pt x="96154" y="112199"/>
                  <a:pt x="90389" y="108834"/>
                </a:cubicBezTo>
              </a:path>
            </a:pathLst>
          </a:custGeom>
          <a:solidFill xmlns:a="http://schemas.openxmlformats.org/drawingml/2006/main">
            <a:srgbClr val="9B4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df-path-33">
            <a:extLst xmlns:a="http://schemas.openxmlformats.org/drawingml/2006/main">
              <a:ext uri="{FF2B5EF4-FFF2-40B4-BE49-F238E27FC236}">
                <a16:creationId xmlns:a16="http://schemas.microsoft.com/office/drawing/2014/main" id="{C0C8AA44-1B61-4897-90CC-A077A639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918" y="2404760"/>
            <a:ext cx="2368472" cy="112199"/>
          </a:xfrm>
          <a:custGeom xmlns:a="http://schemas.openxmlformats.org/drawingml/2006/main">
            <a:pathLst>
              <a:path w="2368472" h="112199">
                <a:moveTo>
                  <a:pt x="2344505" y="68185"/>
                </a:moveTo>
                <a:lnTo>
                  <a:pt x="23988" y="68184"/>
                </a:lnTo>
                <a:lnTo>
                  <a:pt x="23988" y="44014"/>
                </a:lnTo>
                <a:lnTo>
                  <a:pt x="2344505" y="44014"/>
                </a:lnTo>
                <a:lnTo>
                  <a:pt x="2344505" y="68185"/>
                </a:lnTo>
                <a:moveTo>
                  <a:pt x="2278066" y="3363"/>
                </a:moveTo>
                <a:lnTo>
                  <a:pt x="2368472" y="56100"/>
                </a:lnTo>
                <a:lnTo>
                  <a:pt x="2278066" y="108837"/>
                </a:lnTo>
                <a:cubicBezTo>
                  <a:pt x="2272301" y="112199"/>
                  <a:pt x="2264901" y="110252"/>
                  <a:pt x="2261538" y="104487"/>
                </a:cubicBezTo>
                <a:cubicBezTo>
                  <a:pt x="2258175" y="98722"/>
                  <a:pt x="2260122" y="91322"/>
                  <a:pt x="2265887" y="87959"/>
                </a:cubicBezTo>
                <a:lnTo>
                  <a:pt x="2338397" y="45661"/>
                </a:lnTo>
                <a:lnTo>
                  <a:pt x="2338397" y="66539"/>
                </a:lnTo>
                <a:lnTo>
                  <a:pt x="2265887" y="24241"/>
                </a:lnTo>
                <a:cubicBezTo>
                  <a:pt x="2260123" y="20878"/>
                  <a:pt x="2258175" y="13478"/>
                  <a:pt x="2261538" y="7712"/>
                </a:cubicBezTo>
                <a:cubicBezTo>
                  <a:pt x="2264901" y="1947"/>
                  <a:pt x="2272301" y="0"/>
                  <a:pt x="2278066" y="3363"/>
                </a:cubicBezTo>
                <a:moveTo>
                  <a:pt x="90405" y="108836"/>
                </a:moveTo>
                <a:lnTo>
                  <a:pt x="0" y="56099"/>
                </a:lnTo>
                <a:lnTo>
                  <a:pt x="90405" y="3363"/>
                </a:lnTo>
                <a:cubicBezTo>
                  <a:pt x="96170" y="0"/>
                  <a:pt x="103570" y="1947"/>
                  <a:pt x="106933" y="7712"/>
                </a:cubicBezTo>
                <a:cubicBezTo>
                  <a:pt x="110296" y="13477"/>
                  <a:pt x="108349" y="20878"/>
                  <a:pt x="102584" y="24240"/>
                </a:cubicBezTo>
                <a:lnTo>
                  <a:pt x="30073" y="66538"/>
                </a:lnTo>
                <a:lnTo>
                  <a:pt x="30073" y="45661"/>
                </a:lnTo>
                <a:lnTo>
                  <a:pt x="102584" y="87958"/>
                </a:lnTo>
                <a:cubicBezTo>
                  <a:pt x="108349" y="91321"/>
                  <a:pt x="110296" y="98721"/>
                  <a:pt x="106933" y="104487"/>
                </a:cubicBezTo>
                <a:cubicBezTo>
                  <a:pt x="103570" y="110251"/>
                  <a:pt x="96170" y="112198"/>
                  <a:pt x="90405" y="108836"/>
                </a:cubicBezTo>
              </a:path>
            </a:pathLst>
          </a:custGeom>
          <a:solidFill xmlns:a="http://schemas.openxmlformats.org/drawingml/2006/main">
            <a:srgbClr val="9B46D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82D5C8-519C-42BC-8DAE-35B6EF6757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3d43cab794f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64597" y="2647921"/>
            <a:ext cx="1321888" cy="1321888"/>
          </a:xfrm>
          <a:prstGeom xmlns:a="http://schemas.openxmlformats.org/drawingml/2006/main" prst="rect">
            <a:avLst/>
          </a:prstGeom>
        </p:spPr>
      </p:pic>
      <p:sp>
        <p:nvSpPr>
          <p:cNvPr id="27" name="pdf-source-image-5">
            <a:extLst xmlns:a="http://schemas.openxmlformats.org/drawingml/2006/main">
              <a:ext uri="{FF2B5EF4-FFF2-40B4-BE49-F238E27FC236}">
                <a16:creationId xmlns:a16="http://schemas.microsoft.com/office/drawing/2014/main" id="{26FFB537-D7CD-4802-80AB-D7055B1A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597" y="2647921"/>
            <a:ext cx="1321888" cy="1321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6D45DF-710B-405D-8870-B99B0D3282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26ad7f3384d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4322" y="1800647"/>
            <a:ext cx="1321888" cy="1321888"/>
          </a:xfrm>
          <a:prstGeom xmlns:a="http://schemas.openxmlformats.org/drawingml/2006/main" prst="rect">
            <a:avLst/>
          </a:prstGeom>
        </p:spPr>
      </p:pic>
      <p:sp>
        <p:nvSpPr>
          <p:cNvPr id="29" name="pdf-source-image-6">
            <a:extLst xmlns:a="http://schemas.openxmlformats.org/drawingml/2006/main">
              <a:ext uri="{FF2B5EF4-FFF2-40B4-BE49-F238E27FC236}">
                <a16:creationId xmlns:a16="http://schemas.microsoft.com/office/drawing/2014/main" id="{69C417BE-C99C-4265-B8E4-C198C9EF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322" y="1800647"/>
            <a:ext cx="1321888" cy="1321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63B6BC-74B5-451E-A523-A99538381E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805287ad34a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944" y="1800647"/>
            <a:ext cx="1321888" cy="1321888"/>
          </a:xfrm>
          <a:prstGeom xmlns:a="http://schemas.openxmlformats.org/drawingml/2006/main" prst="rect">
            <a:avLst/>
          </a:prstGeom>
        </p:spPr>
      </p:pic>
      <p:sp>
        <p:nvSpPr>
          <p:cNvPr id="31" name="pdf-source-image-7">
            <a:extLst xmlns:a="http://schemas.openxmlformats.org/drawingml/2006/main">
              <a:ext uri="{FF2B5EF4-FFF2-40B4-BE49-F238E27FC236}">
                <a16:creationId xmlns:a16="http://schemas.microsoft.com/office/drawing/2014/main" id="{E320990F-E58F-4479-A58A-EE902C8C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44" y="1800647"/>
            <a:ext cx="1321888" cy="1321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72ECD6-B14E-4DAC-87D3-624078FFE2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862f6dd404d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64597" y="85005"/>
            <a:ext cx="1321888" cy="1321888"/>
          </a:xfrm>
          <a:prstGeom xmlns:a="http://schemas.openxmlformats.org/drawingml/2006/main" prst="rect">
            <a:avLst/>
          </a:prstGeom>
        </p:spPr>
      </p:pic>
      <p:sp>
        <p:nvSpPr>
          <p:cNvPr id="33" name="pdf-source-image-8">
            <a:extLst xmlns:a="http://schemas.openxmlformats.org/drawingml/2006/main">
              <a:ext uri="{FF2B5EF4-FFF2-40B4-BE49-F238E27FC236}">
                <a16:creationId xmlns:a16="http://schemas.microsoft.com/office/drawing/2014/main" id="{FC7EA1A5-CC96-451A-B74D-FB53D60D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597" y="85005"/>
            <a:ext cx="1321888" cy="1321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pdf-path-42">
            <a:extLst xmlns:a="http://schemas.openxmlformats.org/drawingml/2006/main">
              <a:ext uri="{FF2B5EF4-FFF2-40B4-BE49-F238E27FC236}">
                <a16:creationId xmlns:a16="http://schemas.microsoft.com/office/drawing/2014/main" id="{8328393B-1AFB-408D-B0AD-94A15991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85" y="1830677"/>
            <a:ext cx="1542862" cy="463261"/>
          </a:xfrm>
          <a:custGeom xmlns:a="http://schemas.openxmlformats.org/drawingml/2006/main">
            <a:pathLst>
              <a:path w="1542862" h="463261">
                <a:moveTo>
                  <a:pt x="0" y="0"/>
                </a:moveTo>
                <a:lnTo>
                  <a:pt x="1542862" y="463261"/>
                </a:lnTo>
              </a:path>
            </a:pathLst>
          </a:custGeom>
          <a:noFill xmlns:a="http://schemas.openxmlformats.org/drawingml/2006/main"/>
          <a:ln xmlns:a="http://schemas.openxmlformats.org/drawingml/2006/main" w="8057">
            <a:solidFill>
              <a:srgbClr val="000000"/>
            </a:solidFill>
            <a:prstDash val="dash"/>
          </a:ln>
        </p:spPr>
      </p:sp>
      <p:sp>
        <p:nvSpPr>
          <p:cNvPr id="35" name="pdf-path-43">
            <a:extLst xmlns:a="http://schemas.openxmlformats.org/drawingml/2006/main">
              <a:ext uri="{FF2B5EF4-FFF2-40B4-BE49-F238E27FC236}">
                <a16:creationId xmlns:a16="http://schemas.microsoft.com/office/drawing/2014/main" id="{59EF916D-D12B-446E-BA3A-97F30892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27" y="2634005"/>
            <a:ext cx="1543023" cy="461695"/>
          </a:xfrm>
          <a:custGeom xmlns:a="http://schemas.openxmlformats.org/drawingml/2006/main">
            <a:pathLst>
              <a:path w="1543023" h="461695">
                <a:moveTo>
                  <a:pt x="0" y="461695"/>
                </a:moveTo>
                <a:lnTo>
                  <a:pt x="15430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57">
            <a:solidFill>
              <a:srgbClr val="000000"/>
            </a:solidFill>
            <a:prstDash val="dash"/>
          </a:ln>
        </p:spPr>
      </p:sp>
      <p:sp>
        <p:nvSpPr>
          <p:cNvPr id="36" name="pdf-path-44">
            <a:extLst xmlns:a="http://schemas.openxmlformats.org/drawingml/2006/main">
              <a:ext uri="{FF2B5EF4-FFF2-40B4-BE49-F238E27FC236}">
                <a16:creationId xmlns:a16="http://schemas.microsoft.com/office/drawing/2014/main" id="{7E935704-BA84-4476-B325-C46EB0F3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782" y="2326385"/>
            <a:ext cx="942637" cy="358524"/>
          </a:xfrm>
          <a:custGeom xmlns:a="http://schemas.openxmlformats.org/drawingml/2006/main">
            <a:pathLst>
              <a:path w="942637" h="358524">
                <a:moveTo>
                  <a:pt x="0" y="0"/>
                </a:moveTo>
                <a:lnTo>
                  <a:pt x="942637" y="358524"/>
                </a:lnTo>
              </a:path>
            </a:pathLst>
          </a:custGeom>
          <a:noFill xmlns:a="http://schemas.openxmlformats.org/drawingml/2006/main"/>
          <a:ln xmlns:a="http://schemas.openxmlformats.org/drawingml/2006/main" w="8057">
            <a:solidFill>
              <a:srgbClr val="000000"/>
            </a:solidFill>
            <a:prstDash val="dash"/>
          </a:ln>
        </p:spPr>
      </p:sp>
      <p:sp>
        <p:nvSpPr>
          <p:cNvPr id="37" name="pdf-path-45">
            <a:extLst xmlns:a="http://schemas.openxmlformats.org/drawingml/2006/main">
              <a:ext uri="{FF2B5EF4-FFF2-40B4-BE49-F238E27FC236}">
                <a16:creationId xmlns:a16="http://schemas.microsoft.com/office/drawing/2014/main" id="{737A3F7C-8D1C-4DB5-8474-ECCB7BA0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139" y="2554902"/>
            <a:ext cx="407626" cy="1031609"/>
          </a:xfrm>
          <a:custGeom xmlns:a="http://schemas.openxmlformats.org/drawingml/2006/main">
            <a:pathLst>
              <a:path w="407626" h="1031609">
                <a:moveTo>
                  <a:pt x="0" y="0"/>
                </a:moveTo>
                <a:lnTo>
                  <a:pt x="407626" y="1031609"/>
                </a:lnTo>
              </a:path>
            </a:pathLst>
          </a:custGeom>
          <a:noFill xmlns:a="http://schemas.openxmlformats.org/drawingml/2006/main"/>
          <a:ln xmlns:a="http://schemas.openxmlformats.org/drawingml/2006/main" w="8057">
            <a:solidFill>
              <a:srgbClr val="000000"/>
            </a:solidFill>
            <a:prstDash val="dash"/>
          </a:ln>
        </p:spPr>
      </p:sp>
      <p:sp>
        <p:nvSpPr>
          <p:cNvPr id="38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BBEF0460-14BF-4E58-8BB8-09836BD0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716" y="3946729"/>
            <a:ext cx="2921615" cy="258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0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0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METRA covers the most</a:t>
            </a:r>
          </a:p>
        </p:txBody>
      </p:sp>
      <p:sp>
        <p:nvSpPr>
          <p:cNvPr id="39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321E1084-1CEF-44BE-BDF7-8088FEBD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590" y="4252591"/>
            <a:ext cx="116596" cy="258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“</a:t>
            </a:r>
          </a:p>
        </p:txBody>
      </p:sp>
      <p:sp>
        <p:nvSpPr>
          <p:cNvPr id="40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DB652408-44DE-4863-9CF3-900007B0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281" y="4256211"/>
            <a:ext cx="2463654" cy="258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temporally spread-out</a:t>
            </a:r>
          </a:p>
        </p:txBody>
      </p:sp>
      <p:sp>
        <p:nvSpPr>
          <p:cNvPr id="41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35A57DAC-1D0A-4716-ABCB-F68B38CB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1030" y="4252591"/>
            <a:ext cx="1114114" cy="258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” manifold</a:t>
            </a:r>
          </a:p>
        </p:txBody>
      </p:sp>
      <p:sp>
        <p:nvSpPr>
          <p:cNvPr id="42" name="pdf-path-52">
            <a:extLst xmlns:a="http://schemas.openxmlformats.org/drawingml/2006/main">
              <a:ext uri="{FF2B5EF4-FFF2-40B4-BE49-F238E27FC236}">
                <a16:creationId xmlns:a16="http://schemas.microsoft.com/office/drawing/2014/main" id="{96F513D8-6A83-44D3-A2EC-59B5F980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380" y="2961840"/>
            <a:ext cx="446143" cy="958643"/>
          </a:xfrm>
          <a:custGeom xmlns:a="http://schemas.openxmlformats.org/drawingml/2006/main">
            <a:pathLst>
              <a:path w="446143" h="958643">
                <a:moveTo>
                  <a:pt x="0" y="0"/>
                </a:moveTo>
                <a:lnTo>
                  <a:pt x="446143" y="958643"/>
                </a:lnTo>
              </a:path>
            </a:pathLst>
          </a:custGeom>
          <a:noFill xmlns:a="http://schemas.openxmlformats.org/drawingml/2006/main"/>
          <a:ln xmlns:a="http://schemas.openxmlformats.org/drawingml/2006/main" w="18128">
            <a:solidFill>
              <a:srgbClr val="000000"/>
            </a:solidFill>
            <a:prstDash val="dash"/>
          </a:ln>
        </p:spPr>
      </p:sp>
      <p:sp>
        <p:nvSpPr>
          <p:cNvPr id="43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CEF93AA4-DA02-45DD-B6A5-E7C2062F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89" y="2624841"/>
            <a:ext cx="2169751" cy="258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35" b="0" i="0">
                <a:solidFill>
                  <a:srgbClr val="9B46D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35" b="0" i="0">
                <a:solidFill>
                  <a:srgbClr val="9B46D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35" b="0" i="0">
                <a:solidFill>
                  <a:srgbClr val="9B46D0"/>
                </a:solidFill>
                <a:latin typeface="Times New Roman"/>
                <a:ea typeface="Times New Roman"/>
                <a:cs typeface="Times New Roman"/>
              </a:rPr>
              <a:t>Temporally distant</a:t>
            </a:r>
          </a:p>
        </p:txBody>
      </p:sp>
      <p:sp>
        <p:nvSpPr>
          <p:cNvPr id="44" name="pdf-path-55">
            <a:extLst xmlns:a="http://schemas.openxmlformats.org/drawingml/2006/main">
              <a:ext uri="{FF2B5EF4-FFF2-40B4-BE49-F238E27FC236}">
                <a16:creationId xmlns:a16="http://schemas.microsoft.com/office/drawing/2014/main" id="{A3E75F6E-0594-4890-AE2F-C0CB9EAD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983" y="2613744"/>
            <a:ext cx="265780" cy="389388"/>
          </a:xfrm>
          <a:custGeom xmlns:a="http://schemas.openxmlformats.org/drawingml/2006/main">
            <a:pathLst>
              <a:path w="265780" h="389388">
                <a:moveTo>
                  <a:pt x="23503" y="376392"/>
                </a:moveTo>
                <a:lnTo>
                  <a:pt x="262242" y="26622"/>
                </a:lnTo>
                <a:lnTo>
                  <a:pt x="242279" y="12996"/>
                </a:lnTo>
                <a:lnTo>
                  <a:pt x="3540" y="362766"/>
                </a:lnTo>
                <a:lnTo>
                  <a:pt x="23503" y="376392"/>
                </a:lnTo>
                <a:moveTo>
                  <a:pt x="7411" y="284989"/>
                </a:moveTo>
                <a:lnTo>
                  <a:pt x="0" y="389388"/>
                </a:lnTo>
                <a:lnTo>
                  <a:pt x="94524" y="344450"/>
                </a:lnTo>
                <a:cubicBezTo>
                  <a:pt x="100552" y="341584"/>
                  <a:pt x="103115" y="334374"/>
                  <a:pt x="100250" y="328346"/>
                </a:cubicBezTo>
                <a:cubicBezTo>
                  <a:pt x="97384" y="322318"/>
                  <a:pt x="90174" y="319755"/>
                  <a:pt x="84147" y="322621"/>
                </a:cubicBezTo>
                <a:lnTo>
                  <a:pt x="8333" y="358665"/>
                </a:lnTo>
                <a:lnTo>
                  <a:pt x="25576" y="370434"/>
                </a:lnTo>
                <a:lnTo>
                  <a:pt x="31519" y="286699"/>
                </a:lnTo>
                <a:cubicBezTo>
                  <a:pt x="31992" y="280042"/>
                  <a:pt x="26977" y="274262"/>
                  <a:pt x="20320" y="273789"/>
                </a:cubicBezTo>
                <a:cubicBezTo>
                  <a:pt x="13662" y="273316"/>
                  <a:pt x="7882" y="278331"/>
                  <a:pt x="7411" y="284989"/>
                </a:cubicBezTo>
                <a:moveTo>
                  <a:pt x="258371" y="104400"/>
                </a:moveTo>
                <a:lnTo>
                  <a:pt x="265780" y="0"/>
                </a:lnTo>
                <a:lnTo>
                  <a:pt x="171256" y="44939"/>
                </a:lnTo>
                <a:cubicBezTo>
                  <a:pt x="165229" y="47805"/>
                  <a:pt x="162667" y="55015"/>
                  <a:pt x="165532" y="61042"/>
                </a:cubicBezTo>
                <a:cubicBezTo>
                  <a:pt x="168398" y="67070"/>
                  <a:pt x="175608" y="69634"/>
                  <a:pt x="181635" y="66768"/>
                </a:cubicBezTo>
                <a:lnTo>
                  <a:pt x="257449" y="30724"/>
                </a:lnTo>
                <a:lnTo>
                  <a:pt x="240205" y="18954"/>
                </a:lnTo>
                <a:lnTo>
                  <a:pt x="234262" y="102689"/>
                </a:lnTo>
                <a:cubicBezTo>
                  <a:pt x="233790" y="109347"/>
                  <a:pt x="238804" y="115127"/>
                  <a:pt x="245462" y="115599"/>
                </a:cubicBezTo>
                <a:cubicBezTo>
                  <a:pt x="252119" y="116072"/>
                  <a:pt x="257900" y="111058"/>
                  <a:pt x="258371" y="104400"/>
                </a:cubicBezTo>
              </a:path>
            </a:pathLst>
          </a:custGeom>
          <a:solidFill xmlns:a="http://schemas.openxmlformats.org/drawingml/2006/main">
            <a:srgbClr val="9B4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56">
            <a:extLst xmlns:a="http://schemas.openxmlformats.org/drawingml/2006/main">
              <a:ext uri="{FF2B5EF4-FFF2-40B4-BE49-F238E27FC236}">
                <a16:creationId xmlns:a16="http://schemas.microsoft.com/office/drawing/2014/main" id="{1D032CF1-D189-4B04-A4CB-ECDD7597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71" y="2332098"/>
            <a:ext cx="556970" cy="96680"/>
          </a:xfrm>
          <a:custGeom xmlns:a="http://schemas.openxmlformats.org/drawingml/2006/main">
            <a:pathLst>
              <a:path w="556970" h="96680">
                <a:moveTo>
                  <a:pt x="145021" y="0"/>
                </a:moveTo>
                <a:lnTo>
                  <a:pt x="0" y="72509"/>
                </a:lnTo>
                <a:lnTo>
                  <a:pt x="145021" y="145021"/>
                </a:lnTo>
                <a:lnTo>
                  <a:pt x="145021" y="96680"/>
                </a:lnTo>
                <a:lnTo>
                  <a:pt x="556970" y="96680"/>
                </a:lnTo>
                <a:lnTo>
                  <a:pt x="556970" y="48340"/>
                </a:lnTo>
                <a:lnTo>
                  <a:pt x="145021" y="4834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path-57-part-0">
            <a:extLst xmlns:a="http://schemas.openxmlformats.org/drawingml/2006/main">
              <a:ext uri="{FF2B5EF4-FFF2-40B4-BE49-F238E27FC236}">
                <a16:creationId xmlns:a16="http://schemas.microsoft.com/office/drawing/2014/main" id="{79D444A2-88CB-494A-9B54-6E8254DC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153" y="500217"/>
            <a:ext cx="373768" cy="419533"/>
          </a:xfrm>
          <a:custGeom xmlns:a="http://schemas.openxmlformats.org/drawingml/2006/main">
            <a:pathLst>
              <a:path w="373768" h="419533">
                <a:moveTo>
                  <a:pt x="373768" y="377869"/>
                </a:moveTo>
                <a:lnTo>
                  <a:pt x="354021" y="390074"/>
                </a:lnTo>
                <a:lnTo>
                  <a:pt x="332428" y="400576"/>
                </a:lnTo>
                <a:lnTo>
                  <a:pt x="310212" y="408745"/>
                </a:lnTo>
                <a:lnTo>
                  <a:pt x="287555" y="414608"/>
                </a:lnTo>
                <a:lnTo>
                  <a:pt x="264629" y="418193"/>
                </a:lnTo>
                <a:lnTo>
                  <a:pt x="241606" y="419533"/>
                </a:lnTo>
                <a:lnTo>
                  <a:pt x="218654" y="418661"/>
                </a:lnTo>
                <a:lnTo>
                  <a:pt x="195932" y="415605"/>
                </a:lnTo>
                <a:lnTo>
                  <a:pt x="173604" y="410401"/>
                </a:lnTo>
                <a:lnTo>
                  <a:pt x="151834" y="403073"/>
                </a:lnTo>
                <a:lnTo>
                  <a:pt x="130783" y="393653"/>
                </a:lnTo>
                <a:lnTo>
                  <a:pt x="110622" y="382168"/>
                </a:lnTo>
                <a:lnTo>
                  <a:pt x="91517" y="368647"/>
                </a:lnTo>
                <a:lnTo>
                  <a:pt x="73646" y="353128"/>
                </a:lnTo>
                <a:lnTo>
                  <a:pt x="57181" y="335649"/>
                </a:lnTo>
                <a:lnTo>
                  <a:pt x="42306" y="316264"/>
                </a:lnTo>
                <a:lnTo>
                  <a:pt x="29459" y="295478"/>
                </a:lnTo>
                <a:lnTo>
                  <a:pt x="18958" y="273885"/>
                </a:lnTo>
                <a:lnTo>
                  <a:pt x="10789" y="251669"/>
                </a:lnTo>
                <a:lnTo>
                  <a:pt x="4925" y="229011"/>
                </a:lnTo>
                <a:lnTo>
                  <a:pt x="1339" y="206086"/>
                </a:lnTo>
                <a:lnTo>
                  <a:pt x="0" y="183063"/>
                </a:lnTo>
                <a:lnTo>
                  <a:pt x="874" y="160109"/>
                </a:lnTo>
                <a:lnTo>
                  <a:pt x="3928" y="137388"/>
                </a:lnTo>
                <a:lnTo>
                  <a:pt x="9846" y="112000"/>
                </a:lnTo>
                <a:lnTo>
                  <a:pt x="29016" y="82809"/>
                </a:lnTo>
                <a:lnTo>
                  <a:pt x="69423" y="109344"/>
                </a:lnTo>
                <a:lnTo>
                  <a:pt x="52613" y="134941"/>
                </a:lnTo>
                <a:lnTo>
                  <a:pt x="55948" y="127162"/>
                </a:lnTo>
                <a:lnTo>
                  <a:pt x="51267" y="147239"/>
                </a:lnTo>
                <a:lnTo>
                  <a:pt x="51683" y="144972"/>
                </a:lnTo>
                <a:lnTo>
                  <a:pt x="48937" y="165404"/>
                </a:lnTo>
                <a:lnTo>
                  <a:pt x="49134" y="163102"/>
                </a:lnTo>
                <a:lnTo>
                  <a:pt x="48349" y="183738"/>
                </a:lnTo>
                <a:lnTo>
                  <a:pt x="48327" y="181415"/>
                </a:lnTo>
                <a:lnTo>
                  <a:pt x="49530" y="202105"/>
                </a:lnTo>
                <a:lnTo>
                  <a:pt x="49281" y="199776"/>
                </a:lnTo>
                <a:lnTo>
                  <a:pt x="52502" y="220370"/>
                </a:lnTo>
                <a:lnTo>
                  <a:pt x="52022" y="218050"/>
                </a:lnTo>
                <a:lnTo>
                  <a:pt x="57288" y="238398"/>
                </a:lnTo>
                <a:lnTo>
                  <a:pt x="56573" y="236110"/>
                </a:lnTo>
                <a:lnTo>
                  <a:pt x="63909" y="256062"/>
                </a:lnTo>
                <a:lnTo>
                  <a:pt x="62961" y="253835"/>
                </a:lnTo>
                <a:lnTo>
                  <a:pt x="72397" y="273240"/>
                </a:lnTo>
                <a:lnTo>
                  <a:pt x="71220" y="271101"/>
                </a:lnTo>
                <a:lnTo>
                  <a:pt x="82784" y="289810"/>
                </a:lnTo>
                <a:lnTo>
                  <a:pt x="81400" y="287804"/>
                </a:lnTo>
                <a:lnTo>
                  <a:pt x="94788" y="305252"/>
                </a:lnTo>
                <a:lnTo>
                  <a:pt x="93207" y="303394"/>
                </a:lnTo>
                <a:lnTo>
                  <a:pt x="108002" y="319100"/>
                </a:lnTo>
                <a:lnTo>
                  <a:pt x="106255" y="317423"/>
                </a:lnTo>
                <a:lnTo>
                  <a:pt x="122307" y="331361"/>
                </a:lnTo>
                <a:lnTo>
                  <a:pt x="120422" y="329882"/>
                </a:lnTo>
                <a:lnTo>
                  <a:pt x="137578" y="342023"/>
                </a:lnTo>
                <a:lnTo>
                  <a:pt x="135580" y="340751"/>
                </a:lnTo>
                <a:lnTo>
                  <a:pt x="153692" y="351069"/>
                </a:lnTo>
                <a:lnTo>
                  <a:pt x="151602" y="350009"/>
                </a:lnTo>
                <a:lnTo>
                  <a:pt x="170519" y="358475"/>
                </a:lnTo>
                <a:lnTo>
                  <a:pt x="168355" y="357629"/>
                </a:lnTo>
                <a:lnTo>
                  <a:pt x="187926" y="364217"/>
                </a:lnTo>
                <a:lnTo>
                  <a:pt x="185706" y="363586"/>
                </a:lnTo>
                <a:lnTo>
                  <a:pt x="205782" y="368266"/>
                </a:lnTo>
                <a:lnTo>
                  <a:pt x="203515" y="367850"/>
                </a:lnTo>
                <a:lnTo>
                  <a:pt x="223947" y="370596"/>
                </a:lnTo>
                <a:lnTo>
                  <a:pt x="221645" y="370398"/>
                </a:lnTo>
                <a:lnTo>
                  <a:pt x="242282" y="371184"/>
                </a:lnTo>
                <a:lnTo>
                  <a:pt x="239959" y="371207"/>
                </a:lnTo>
                <a:lnTo>
                  <a:pt x="260649" y="370003"/>
                </a:lnTo>
                <a:lnTo>
                  <a:pt x="258318" y="370252"/>
                </a:lnTo>
                <a:lnTo>
                  <a:pt x="278913" y="367032"/>
                </a:lnTo>
                <a:lnTo>
                  <a:pt x="276593" y="367512"/>
                </a:lnTo>
                <a:lnTo>
                  <a:pt x="296942" y="362247"/>
                </a:lnTo>
                <a:lnTo>
                  <a:pt x="294654" y="362961"/>
                </a:lnTo>
                <a:lnTo>
                  <a:pt x="314606" y="355624"/>
                </a:lnTo>
                <a:lnTo>
                  <a:pt x="312378" y="356572"/>
                </a:lnTo>
                <a:lnTo>
                  <a:pt x="331783" y="347136"/>
                </a:lnTo>
                <a:lnTo>
                  <a:pt x="329645" y="348312"/>
                </a:lnTo>
                <a:lnTo>
                  <a:pt x="348354" y="336750"/>
                </a:lnTo>
                <a:lnTo>
                  <a:pt x="373768" y="377869"/>
                </a:lnTo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df-path-57-part-1">
            <a:extLst xmlns:a="http://schemas.openxmlformats.org/drawingml/2006/main">
              <a:ext uri="{FF2B5EF4-FFF2-40B4-BE49-F238E27FC236}">
                <a16:creationId xmlns:a16="http://schemas.microsoft.com/office/drawing/2014/main" id="{7A4B1348-8F93-4BAF-86FF-E1FA3536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153" y="500217"/>
            <a:ext cx="373768" cy="419533"/>
          </a:xfrm>
          <a:custGeom xmlns:a="http://schemas.openxmlformats.org/drawingml/2006/main">
            <a:pathLst>
              <a:path w="373768" h="419533">
                <a:moveTo>
                  <a:pt x="-23088" y="71305"/>
                </a:moveTo>
                <a:lnTo>
                  <a:pt x="122529" y="0"/>
                </a:lnTo>
                <a:lnTo>
                  <a:pt x="92204" y="159277"/>
                </a:lnTo>
                <a:lnTo>
                  <a:pt x="-23088" y="71305"/>
                </a:lnTo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df-path-58">
            <a:extLst xmlns:a="http://schemas.openxmlformats.org/drawingml/2006/main">
              <a:ext uri="{FF2B5EF4-FFF2-40B4-BE49-F238E27FC236}">
                <a16:creationId xmlns:a16="http://schemas.microsoft.com/office/drawing/2014/main" id="{E2993F23-8948-4F38-B244-A7FC262C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002" y="2635763"/>
            <a:ext cx="1542863" cy="463262"/>
          </a:xfrm>
          <a:custGeom xmlns:a="http://schemas.openxmlformats.org/drawingml/2006/main">
            <a:pathLst>
              <a:path w="1542863" h="463262">
                <a:moveTo>
                  <a:pt x="0" y="0"/>
                </a:moveTo>
                <a:lnTo>
                  <a:pt x="1542863" y="463262"/>
                </a:lnTo>
              </a:path>
            </a:pathLst>
          </a:custGeom>
          <a:noFill xmlns:a="http://schemas.openxmlformats.org/drawingml/2006/main"/>
          <a:ln xmlns:a="http://schemas.openxmlformats.org/drawingml/2006/main" w="8057">
            <a:solidFill>
              <a:srgbClr val="000000"/>
            </a:solidFill>
            <a:prstDash val="dash"/>
          </a:ln>
        </p:spPr>
      </p:sp>
      <p:sp>
        <p:nvSpPr>
          <p:cNvPr id="49" name="pdf-path-59">
            <a:extLst xmlns:a="http://schemas.openxmlformats.org/drawingml/2006/main">
              <a:ext uri="{FF2B5EF4-FFF2-40B4-BE49-F238E27FC236}">
                <a16:creationId xmlns:a16="http://schemas.microsoft.com/office/drawing/2014/main" id="{E556A1E4-546E-4C3D-85C8-FCF58DE8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002" y="1832434"/>
            <a:ext cx="1543023" cy="461695"/>
          </a:xfrm>
          <a:custGeom xmlns:a="http://schemas.openxmlformats.org/drawingml/2006/main">
            <a:pathLst>
              <a:path w="1543023" h="461695">
                <a:moveTo>
                  <a:pt x="0" y="461695"/>
                </a:moveTo>
                <a:lnTo>
                  <a:pt x="15430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57">
            <a:solidFill>
              <a:srgbClr val="000000"/>
            </a:solidFill>
            <a:prstDash val="dash"/>
          </a:ln>
        </p:spPr>
      </p:sp>
      <p:sp>
        <p:nvSpPr>
          <p:cNvPr id="50" name="pdf-path-60">
            <a:extLst xmlns:a="http://schemas.openxmlformats.org/drawingml/2006/main">
              <a:ext uri="{FF2B5EF4-FFF2-40B4-BE49-F238E27FC236}">
                <a16:creationId xmlns:a16="http://schemas.microsoft.com/office/drawing/2014/main" id="{E77127FE-8A09-4C7F-87B0-8BBF3D35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657" y="2380437"/>
            <a:ext cx="556880" cy="96681"/>
          </a:xfrm>
          <a:custGeom xmlns:a="http://schemas.openxmlformats.org/drawingml/2006/main">
            <a:pathLst>
              <a:path w="556880" h="96681">
                <a:moveTo>
                  <a:pt x="0" y="0"/>
                </a:moveTo>
                <a:lnTo>
                  <a:pt x="411859" y="0"/>
                </a:lnTo>
                <a:lnTo>
                  <a:pt x="411859" y="-48339"/>
                </a:lnTo>
                <a:lnTo>
                  <a:pt x="556880" y="24171"/>
                </a:lnTo>
                <a:lnTo>
                  <a:pt x="411859" y="96681"/>
                </a:lnTo>
                <a:lnTo>
                  <a:pt x="411859" y="48341"/>
                </a:lnTo>
                <a:lnTo>
                  <a:pt x="0" y="4834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df-path-61">
            <a:extLst xmlns:a="http://schemas.openxmlformats.org/drawingml/2006/main">
              <a:ext uri="{FF2B5EF4-FFF2-40B4-BE49-F238E27FC236}">
                <a16:creationId xmlns:a16="http://schemas.microsoft.com/office/drawing/2014/main" id="{FC2D3003-458D-488D-B992-0C68E45A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782" y="1371883"/>
            <a:ext cx="945537" cy="359652"/>
          </a:xfrm>
          <a:custGeom xmlns:a="http://schemas.openxmlformats.org/drawingml/2006/main">
            <a:pathLst>
              <a:path w="945537" h="359652">
                <a:moveTo>
                  <a:pt x="0" y="359652"/>
                </a:moveTo>
                <a:lnTo>
                  <a:pt x="9455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57">
            <a:solidFill>
              <a:srgbClr val="000000"/>
            </a:solidFill>
            <a:prstDash val="dash"/>
          </a:ln>
        </p:spPr>
      </p:sp>
      <p:sp>
        <p:nvSpPr>
          <p:cNvPr id="52" name="pdf-path-62">
            <a:extLst xmlns:a="http://schemas.openxmlformats.org/drawingml/2006/main">
              <a:ext uri="{FF2B5EF4-FFF2-40B4-BE49-F238E27FC236}">
                <a16:creationId xmlns:a16="http://schemas.microsoft.com/office/drawing/2014/main" id="{0B29AD48-279A-4E63-998E-A4D7DB67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3139" y="466600"/>
            <a:ext cx="406058" cy="1030918"/>
          </a:xfrm>
          <a:custGeom xmlns:a="http://schemas.openxmlformats.org/drawingml/2006/main">
            <a:pathLst>
              <a:path w="406058" h="1030918">
                <a:moveTo>
                  <a:pt x="0" y="1030918"/>
                </a:moveTo>
                <a:lnTo>
                  <a:pt x="4060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57">
            <a:solidFill>
              <a:srgbClr val="000000"/>
            </a:solidFill>
            <a:prstDash val="dash"/>
          </a:ln>
        </p:spPr>
      </p:sp>
      <p:sp>
        <p:nvSpPr>
          <p:cNvPr id="53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60CCF7A5-830A-402B-80E0-2C14BF26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353" y="635785"/>
            <a:ext cx="199882" cy="226051"/>
          </a:xfrm>
          <a:custGeom xmlns:a="http://schemas.openxmlformats.org/drawingml/2006/main">
            <a:pathLst>
              <a:path w="199882" h="226051">
                <a:moveTo>
                  <a:pt x="31071" y="151124"/>
                </a:moveTo>
                <a:cubicBezTo>
                  <a:pt x="34918" y="149569"/>
                  <a:pt x="46125" y="142728"/>
                  <a:pt x="46125" y="138371"/>
                </a:cubicBezTo>
                <a:cubicBezTo>
                  <a:pt x="46125" y="136195"/>
                  <a:pt x="44205" y="136195"/>
                  <a:pt x="42283" y="136195"/>
                </a:cubicBezTo>
                <a:cubicBezTo>
                  <a:pt x="31394" y="136195"/>
                  <a:pt x="0" y="149569"/>
                  <a:pt x="0" y="180666"/>
                </a:cubicBezTo>
                <a:cubicBezTo>
                  <a:pt x="0" y="203057"/>
                  <a:pt x="25949" y="226051"/>
                  <a:pt x="65026" y="226051"/>
                </a:cubicBezTo>
                <a:cubicBezTo>
                  <a:pt x="117237" y="226051"/>
                  <a:pt x="177780" y="190930"/>
                  <a:pt x="177780" y="148635"/>
                </a:cubicBezTo>
                <a:cubicBezTo>
                  <a:pt x="177780" y="119094"/>
                  <a:pt x="145746" y="104786"/>
                  <a:pt x="119803" y="93592"/>
                </a:cubicBezTo>
                <a:cubicBezTo>
                  <a:pt x="97378" y="83641"/>
                  <a:pt x="82641" y="70892"/>
                  <a:pt x="82641" y="53166"/>
                </a:cubicBezTo>
                <a:cubicBezTo>
                  <a:pt x="82641" y="46637"/>
                  <a:pt x="85525" y="34505"/>
                  <a:pt x="95457" y="26109"/>
                </a:cubicBezTo>
                <a:cubicBezTo>
                  <a:pt x="105066" y="18025"/>
                  <a:pt x="123004" y="17091"/>
                  <a:pt x="127491" y="17091"/>
                </a:cubicBezTo>
                <a:cubicBezTo>
                  <a:pt x="131010" y="17091"/>
                  <a:pt x="144466" y="17404"/>
                  <a:pt x="158239" y="23312"/>
                </a:cubicBezTo>
                <a:cubicBezTo>
                  <a:pt x="164325" y="26109"/>
                  <a:pt x="172653" y="29845"/>
                  <a:pt x="172653" y="43214"/>
                </a:cubicBezTo>
                <a:cubicBezTo>
                  <a:pt x="172653" y="47567"/>
                  <a:pt x="172336" y="49122"/>
                  <a:pt x="171372" y="52545"/>
                </a:cubicBezTo>
                <a:cubicBezTo>
                  <a:pt x="171050" y="53479"/>
                  <a:pt x="170732" y="54721"/>
                  <a:pt x="170732" y="55655"/>
                </a:cubicBezTo>
                <a:cubicBezTo>
                  <a:pt x="170732" y="57831"/>
                  <a:pt x="172653" y="57831"/>
                  <a:pt x="173934" y="57831"/>
                </a:cubicBezTo>
                <a:cubicBezTo>
                  <a:pt x="178098" y="57831"/>
                  <a:pt x="185786" y="54721"/>
                  <a:pt x="192194" y="49435"/>
                </a:cubicBezTo>
                <a:cubicBezTo>
                  <a:pt x="196359" y="46324"/>
                  <a:pt x="199882" y="42280"/>
                  <a:pt x="199882" y="30153"/>
                </a:cubicBezTo>
                <a:cubicBezTo>
                  <a:pt x="199882" y="14915"/>
                  <a:pt x="191554" y="10568"/>
                  <a:pt x="182902" y="6837"/>
                </a:cubicBezTo>
                <a:cubicBezTo>
                  <a:pt x="167848" y="0"/>
                  <a:pt x="153112" y="0"/>
                  <a:pt x="148630" y="0"/>
                </a:cubicBezTo>
                <a:cubicBezTo>
                  <a:pt x="106669" y="0"/>
                  <a:pt x="55417" y="31087"/>
                  <a:pt x="55417" y="66540"/>
                </a:cubicBezTo>
                <a:cubicBezTo>
                  <a:pt x="55417" y="92658"/>
                  <a:pt x="83286" y="105099"/>
                  <a:pt x="98658" y="111627"/>
                </a:cubicBezTo>
                <a:cubicBezTo>
                  <a:pt x="121401" y="121578"/>
                  <a:pt x="150551" y="135887"/>
                  <a:pt x="150551" y="162010"/>
                </a:cubicBezTo>
                <a:cubicBezTo>
                  <a:pt x="150551" y="182842"/>
                  <a:pt x="134857" y="208965"/>
                  <a:pt x="86165" y="208965"/>
                </a:cubicBezTo>
                <a:cubicBezTo>
                  <a:pt x="53496" y="208965"/>
                  <a:pt x="27229" y="188441"/>
                  <a:pt x="27229" y="167296"/>
                </a:cubicBezTo>
                <a:cubicBezTo>
                  <a:pt x="27229" y="161697"/>
                  <a:pt x="28828" y="156098"/>
                  <a:pt x="31071" y="1511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C15C1447-849E-4379-B975-D22724D6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519" y="740784"/>
            <a:ext cx="213011" cy="72798"/>
          </a:xfrm>
          <a:custGeom xmlns:a="http://schemas.openxmlformats.org/drawingml/2006/main">
            <a:pathLst>
              <a:path w="213011" h="72798">
                <a:moveTo>
                  <a:pt x="202121" y="12426"/>
                </a:moveTo>
                <a:cubicBezTo>
                  <a:pt x="206925" y="12426"/>
                  <a:pt x="213011" y="12426"/>
                  <a:pt x="213011" y="6215"/>
                </a:cubicBezTo>
                <a:cubicBezTo>
                  <a:pt x="213011" y="0"/>
                  <a:pt x="206925" y="0"/>
                  <a:pt x="202438" y="0"/>
                </a:cubicBezTo>
                <a:lnTo>
                  <a:pt x="10567" y="0"/>
                </a:lnTo>
                <a:cubicBezTo>
                  <a:pt x="6085" y="0"/>
                  <a:pt x="0" y="0"/>
                  <a:pt x="0" y="6215"/>
                </a:cubicBezTo>
                <a:cubicBezTo>
                  <a:pt x="0" y="12426"/>
                  <a:pt x="6085" y="12426"/>
                  <a:pt x="10890" y="12426"/>
                </a:cubicBezTo>
                <a:lnTo>
                  <a:pt x="202121" y="12426"/>
                </a:lnTo>
                <a:moveTo>
                  <a:pt x="202438" y="72798"/>
                </a:moveTo>
                <a:cubicBezTo>
                  <a:pt x="206925" y="72798"/>
                  <a:pt x="213011" y="72798"/>
                  <a:pt x="213011" y="66583"/>
                </a:cubicBezTo>
                <a:cubicBezTo>
                  <a:pt x="213011" y="60367"/>
                  <a:pt x="206925" y="60367"/>
                  <a:pt x="202121" y="60367"/>
                </a:cubicBezTo>
                <a:lnTo>
                  <a:pt x="10890" y="60367"/>
                </a:lnTo>
                <a:cubicBezTo>
                  <a:pt x="6085" y="60367"/>
                  <a:pt x="0" y="60367"/>
                  <a:pt x="0" y="66583"/>
                </a:cubicBezTo>
                <a:cubicBezTo>
                  <a:pt x="0" y="72798"/>
                  <a:pt x="6085" y="72798"/>
                  <a:pt x="10567" y="72798"/>
                </a:cubicBezTo>
                <a:lnTo>
                  <a:pt x="202438" y="727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24C27783-B3E7-4BCA-AF57-13B87D73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7" y="642157"/>
            <a:ext cx="220058" cy="212701"/>
          </a:xfrm>
          <a:custGeom xmlns:a="http://schemas.openxmlformats.org/drawingml/2006/main">
            <a:pathLst>
              <a:path w="220058" h="212701">
                <a:moveTo>
                  <a:pt x="80720" y="115254"/>
                </a:moveTo>
                <a:lnTo>
                  <a:pt x="92250" y="115254"/>
                </a:lnTo>
                <a:lnTo>
                  <a:pt x="140301" y="187246"/>
                </a:lnTo>
                <a:cubicBezTo>
                  <a:pt x="143502" y="192210"/>
                  <a:pt x="151191" y="204314"/>
                  <a:pt x="154715" y="208974"/>
                </a:cubicBezTo>
                <a:cubicBezTo>
                  <a:pt x="156958" y="212701"/>
                  <a:pt x="157916" y="212701"/>
                  <a:pt x="165287" y="212701"/>
                </a:cubicBezTo>
                <a:lnTo>
                  <a:pt x="209491" y="212701"/>
                </a:lnTo>
                <a:cubicBezTo>
                  <a:pt x="215254" y="212701"/>
                  <a:pt x="220058" y="212701"/>
                  <a:pt x="220058" y="207111"/>
                </a:cubicBezTo>
                <a:cubicBezTo>
                  <a:pt x="220058" y="204627"/>
                  <a:pt x="218138" y="202451"/>
                  <a:pt x="215254" y="201829"/>
                </a:cubicBezTo>
                <a:cubicBezTo>
                  <a:pt x="203406" y="199345"/>
                  <a:pt x="187707" y="178864"/>
                  <a:pt x="180019" y="168936"/>
                </a:cubicBezTo>
                <a:cubicBezTo>
                  <a:pt x="177780" y="165836"/>
                  <a:pt x="161763" y="145354"/>
                  <a:pt x="140301" y="111836"/>
                </a:cubicBezTo>
                <a:cubicBezTo>
                  <a:pt x="168811" y="106867"/>
                  <a:pt x="196358" y="95062"/>
                  <a:pt x="196358" y="58096"/>
                </a:cubicBezTo>
                <a:cubicBezTo>
                  <a:pt x="196358" y="14915"/>
                  <a:pt x="149270" y="0"/>
                  <a:pt x="111474" y="0"/>
                </a:cubicBezTo>
                <a:lnTo>
                  <a:pt x="10890" y="0"/>
                </a:lnTo>
                <a:cubicBezTo>
                  <a:pt x="5127" y="0"/>
                  <a:pt x="0" y="0"/>
                  <a:pt x="0" y="5594"/>
                </a:cubicBezTo>
                <a:cubicBezTo>
                  <a:pt x="0" y="10876"/>
                  <a:pt x="6085" y="10876"/>
                  <a:pt x="8651" y="10876"/>
                </a:cubicBezTo>
                <a:cubicBezTo>
                  <a:pt x="26907" y="10876"/>
                  <a:pt x="28510" y="13052"/>
                  <a:pt x="28510" y="28584"/>
                </a:cubicBezTo>
                <a:lnTo>
                  <a:pt x="28510" y="184141"/>
                </a:lnTo>
                <a:cubicBezTo>
                  <a:pt x="28510" y="199658"/>
                  <a:pt x="26907" y="201829"/>
                  <a:pt x="8651" y="201829"/>
                </a:cubicBezTo>
                <a:cubicBezTo>
                  <a:pt x="6085" y="201829"/>
                  <a:pt x="0" y="201829"/>
                  <a:pt x="0" y="207111"/>
                </a:cubicBezTo>
                <a:cubicBezTo>
                  <a:pt x="0" y="212701"/>
                  <a:pt x="5127" y="212701"/>
                  <a:pt x="10890" y="212701"/>
                </a:cubicBezTo>
                <a:lnTo>
                  <a:pt x="98658" y="212701"/>
                </a:lnTo>
                <a:cubicBezTo>
                  <a:pt x="104425" y="212701"/>
                  <a:pt x="109230" y="212701"/>
                  <a:pt x="109230" y="207111"/>
                </a:cubicBezTo>
                <a:cubicBezTo>
                  <a:pt x="109230" y="201829"/>
                  <a:pt x="103785" y="201829"/>
                  <a:pt x="100261" y="201829"/>
                </a:cubicBezTo>
                <a:cubicBezTo>
                  <a:pt x="82001" y="201829"/>
                  <a:pt x="80720" y="199345"/>
                  <a:pt x="80720" y="184141"/>
                </a:cubicBezTo>
                <a:lnTo>
                  <a:pt x="80720" y="115254"/>
                </a:lnTo>
                <a:moveTo>
                  <a:pt x="142544" y="100031"/>
                </a:moveTo>
                <a:cubicBezTo>
                  <a:pt x="151513" y="88538"/>
                  <a:pt x="152471" y="72073"/>
                  <a:pt x="152471" y="58404"/>
                </a:cubicBezTo>
                <a:cubicBezTo>
                  <a:pt x="152471" y="43494"/>
                  <a:pt x="150551" y="27028"/>
                  <a:pt x="140301" y="14294"/>
                </a:cubicBezTo>
                <a:cubicBezTo>
                  <a:pt x="153435" y="17091"/>
                  <a:pt x="185146" y="26720"/>
                  <a:pt x="185146" y="58096"/>
                </a:cubicBezTo>
                <a:cubicBezTo>
                  <a:pt x="185146" y="78288"/>
                  <a:pt x="175536" y="94128"/>
                  <a:pt x="142544" y="100031"/>
                </a:cubicBezTo>
                <a:moveTo>
                  <a:pt x="80720" y="27650"/>
                </a:moveTo>
                <a:cubicBezTo>
                  <a:pt x="80720" y="21126"/>
                  <a:pt x="80720" y="10876"/>
                  <a:pt x="100579" y="10876"/>
                </a:cubicBezTo>
                <a:cubicBezTo>
                  <a:pt x="127808" y="10876"/>
                  <a:pt x="141264" y="21752"/>
                  <a:pt x="141264" y="58404"/>
                </a:cubicBezTo>
                <a:cubicBezTo>
                  <a:pt x="141264" y="98480"/>
                  <a:pt x="131332" y="104378"/>
                  <a:pt x="80720" y="104378"/>
                </a:cubicBezTo>
                <a:lnTo>
                  <a:pt x="80720" y="27650"/>
                </a:lnTo>
                <a:moveTo>
                  <a:pt x="37156" y="201829"/>
                </a:moveTo>
                <a:cubicBezTo>
                  <a:pt x="39722" y="196244"/>
                  <a:pt x="39722" y="187554"/>
                  <a:pt x="39722" y="184762"/>
                </a:cubicBezTo>
                <a:lnTo>
                  <a:pt x="39722" y="27962"/>
                </a:lnTo>
                <a:cubicBezTo>
                  <a:pt x="39722" y="24857"/>
                  <a:pt x="39722" y="16470"/>
                  <a:pt x="37156" y="10876"/>
                </a:cubicBezTo>
                <a:lnTo>
                  <a:pt x="73672" y="10876"/>
                </a:lnTo>
                <a:cubicBezTo>
                  <a:pt x="69508" y="15849"/>
                  <a:pt x="69508" y="22060"/>
                  <a:pt x="69508" y="26720"/>
                </a:cubicBezTo>
                <a:lnTo>
                  <a:pt x="69508" y="184762"/>
                </a:lnTo>
                <a:cubicBezTo>
                  <a:pt x="69508" y="187862"/>
                  <a:pt x="69508" y="196244"/>
                  <a:pt x="72074" y="201829"/>
                </a:cubicBezTo>
                <a:lnTo>
                  <a:pt x="37156" y="201829"/>
                </a:lnTo>
                <a:moveTo>
                  <a:pt x="105383" y="115254"/>
                </a:moveTo>
                <a:cubicBezTo>
                  <a:pt x="107627" y="114946"/>
                  <a:pt x="108908" y="114633"/>
                  <a:pt x="111474" y="114633"/>
                </a:cubicBezTo>
                <a:cubicBezTo>
                  <a:pt x="116278" y="114633"/>
                  <a:pt x="123321" y="114012"/>
                  <a:pt x="128131" y="113391"/>
                </a:cubicBezTo>
                <a:cubicBezTo>
                  <a:pt x="132935" y="120839"/>
                  <a:pt x="167526" y="176072"/>
                  <a:pt x="194115" y="201829"/>
                </a:cubicBezTo>
                <a:lnTo>
                  <a:pt x="163044" y="201829"/>
                </a:lnTo>
                <a:lnTo>
                  <a:pt x="105383" y="1152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F04174B1-112F-411B-B7E9-D645A1AE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07" y="599353"/>
            <a:ext cx="119286" cy="145279"/>
          </a:xfrm>
          <a:custGeom xmlns:a="http://schemas.openxmlformats.org/drawingml/2006/main">
            <a:pathLst>
              <a:path w="119286" h="145279">
                <a:moveTo>
                  <a:pt x="32961" y="68123"/>
                </a:moveTo>
                <a:cubicBezTo>
                  <a:pt x="32961" y="53338"/>
                  <a:pt x="33858" y="36569"/>
                  <a:pt x="41929" y="25693"/>
                </a:cubicBezTo>
                <a:cubicBezTo>
                  <a:pt x="52918" y="10663"/>
                  <a:pt x="70631" y="10006"/>
                  <a:pt x="75339" y="10006"/>
                </a:cubicBezTo>
                <a:cubicBezTo>
                  <a:pt x="82291" y="10006"/>
                  <a:pt x="88121" y="11974"/>
                  <a:pt x="91484" y="14599"/>
                </a:cubicBezTo>
                <a:cubicBezTo>
                  <a:pt x="84980" y="16992"/>
                  <a:pt x="80946" y="22431"/>
                  <a:pt x="80946" y="29175"/>
                </a:cubicBezTo>
                <a:cubicBezTo>
                  <a:pt x="80946" y="37438"/>
                  <a:pt x="86999" y="44178"/>
                  <a:pt x="96418" y="44178"/>
                </a:cubicBezTo>
                <a:cubicBezTo>
                  <a:pt x="105611" y="44178"/>
                  <a:pt x="112112" y="38089"/>
                  <a:pt x="112112" y="28737"/>
                </a:cubicBezTo>
                <a:cubicBezTo>
                  <a:pt x="112112" y="15472"/>
                  <a:pt x="103144" y="0"/>
                  <a:pt x="74890" y="0"/>
                </a:cubicBezTo>
                <a:cubicBezTo>
                  <a:pt x="36999" y="0"/>
                  <a:pt x="0" y="22212"/>
                  <a:pt x="0" y="73555"/>
                </a:cubicBezTo>
                <a:cubicBezTo>
                  <a:pt x="0" y="102893"/>
                  <a:pt x="8071" y="145279"/>
                  <a:pt x="60541" y="145279"/>
                </a:cubicBezTo>
                <a:cubicBezTo>
                  <a:pt x="96418" y="145279"/>
                  <a:pt x="119286" y="126582"/>
                  <a:pt x="119286" y="97895"/>
                </a:cubicBezTo>
                <a:cubicBezTo>
                  <a:pt x="119286" y="69208"/>
                  <a:pt x="96418" y="51380"/>
                  <a:pt x="64353" y="51380"/>
                </a:cubicBezTo>
                <a:cubicBezTo>
                  <a:pt x="59419" y="51380"/>
                  <a:pt x="44173" y="51380"/>
                  <a:pt x="32961" y="68123"/>
                </a:cubicBezTo>
                <a:moveTo>
                  <a:pt x="60316" y="134188"/>
                </a:moveTo>
                <a:cubicBezTo>
                  <a:pt x="33632" y="134188"/>
                  <a:pt x="33410" y="108325"/>
                  <a:pt x="33410" y="95071"/>
                </a:cubicBezTo>
                <a:cubicBezTo>
                  <a:pt x="33410" y="79423"/>
                  <a:pt x="42603" y="61383"/>
                  <a:pt x="61886" y="61383"/>
                </a:cubicBezTo>
                <a:cubicBezTo>
                  <a:pt x="86325" y="61383"/>
                  <a:pt x="86325" y="77900"/>
                  <a:pt x="86325" y="97679"/>
                </a:cubicBezTo>
                <a:cubicBezTo>
                  <a:pt x="86325" y="117890"/>
                  <a:pt x="86325" y="134188"/>
                  <a:pt x="60316" y="134188"/>
                </a:cubicBezTo>
              </a:path>
            </a:pathLst>
          </a:custGeom>
          <a:solidFill xmlns:a="http://schemas.openxmlformats.org/drawingml/2006/main">
            <a:srgbClr val="F5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64A93EA5-BA4A-40C4-B84E-C18246E8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068" y="598079"/>
            <a:ext cx="126909" cy="144005"/>
          </a:xfrm>
          <a:custGeom xmlns:a="http://schemas.openxmlformats.org/drawingml/2006/main">
            <a:pathLst>
              <a:path w="126909" h="144005">
                <a:moveTo>
                  <a:pt x="126909" y="110522"/>
                </a:moveTo>
                <a:lnTo>
                  <a:pt x="126909" y="98339"/>
                </a:lnTo>
                <a:lnTo>
                  <a:pt x="102470" y="98339"/>
                </a:lnTo>
                <a:lnTo>
                  <a:pt x="102470" y="7616"/>
                </a:lnTo>
                <a:cubicBezTo>
                  <a:pt x="102470" y="1089"/>
                  <a:pt x="101348" y="0"/>
                  <a:pt x="94622" y="0"/>
                </a:cubicBezTo>
                <a:lnTo>
                  <a:pt x="91258" y="0"/>
                </a:lnTo>
                <a:cubicBezTo>
                  <a:pt x="86999" y="0"/>
                  <a:pt x="85206" y="0"/>
                  <a:pt x="82291" y="3266"/>
                </a:cubicBezTo>
                <a:lnTo>
                  <a:pt x="0" y="98339"/>
                </a:lnTo>
                <a:lnTo>
                  <a:pt x="0" y="110522"/>
                </a:lnTo>
                <a:lnTo>
                  <a:pt x="71753" y="110522"/>
                </a:lnTo>
                <a:lnTo>
                  <a:pt x="71753" y="131825"/>
                </a:lnTo>
                <a:lnTo>
                  <a:pt x="43947" y="131825"/>
                </a:lnTo>
                <a:lnTo>
                  <a:pt x="43947" y="144005"/>
                </a:lnTo>
                <a:cubicBezTo>
                  <a:pt x="54933" y="143135"/>
                  <a:pt x="75116" y="143135"/>
                  <a:pt x="86773" y="143135"/>
                </a:cubicBezTo>
                <a:cubicBezTo>
                  <a:pt x="91706" y="143135"/>
                  <a:pt x="121305" y="143570"/>
                  <a:pt x="126909" y="144005"/>
                </a:cubicBezTo>
                <a:lnTo>
                  <a:pt x="126909" y="131825"/>
                </a:lnTo>
                <a:lnTo>
                  <a:pt x="102470" y="131825"/>
                </a:lnTo>
                <a:lnTo>
                  <a:pt x="102470" y="110522"/>
                </a:lnTo>
                <a:lnTo>
                  <a:pt x="126909" y="110522"/>
                </a:lnTo>
                <a:moveTo>
                  <a:pt x="74664" y="30024"/>
                </a:moveTo>
                <a:lnTo>
                  <a:pt x="74664" y="98339"/>
                </a:lnTo>
                <a:lnTo>
                  <a:pt x="15471" y="98339"/>
                </a:lnTo>
                <a:lnTo>
                  <a:pt x="74664" y="30024"/>
                </a:lnTo>
              </a:path>
            </a:pathLst>
          </a:custGeom>
          <a:solidFill xmlns:a="http://schemas.openxmlformats.org/drawingml/2006/main">
            <a:srgbClr val="F5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E2AAF9A9-E626-4045-B84E-0D012D56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174" y="629301"/>
            <a:ext cx="120183" cy="116393"/>
          </a:xfrm>
          <a:custGeom xmlns:a="http://schemas.openxmlformats.org/drawingml/2006/main">
            <a:pathLst>
              <a:path w="120183" h="116393">
                <a:moveTo>
                  <a:pt x="117046" y="10660"/>
                </a:moveTo>
                <a:cubicBezTo>
                  <a:pt x="119512" y="8267"/>
                  <a:pt x="120183" y="6963"/>
                  <a:pt x="120183" y="5439"/>
                </a:cubicBezTo>
                <a:cubicBezTo>
                  <a:pt x="120183" y="1958"/>
                  <a:pt x="117268" y="0"/>
                  <a:pt x="114801" y="0"/>
                </a:cubicBezTo>
                <a:cubicBezTo>
                  <a:pt x="112560" y="0"/>
                  <a:pt x="111886" y="654"/>
                  <a:pt x="109197" y="3266"/>
                </a:cubicBezTo>
                <a:lnTo>
                  <a:pt x="60093" y="50693"/>
                </a:lnTo>
                <a:lnTo>
                  <a:pt x="10764" y="3047"/>
                </a:lnTo>
                <a:cubicBezTo>
                  <a:pt x="8519" y="873"/>
                  <a:pt x="7623" y="0"/>
                  <a:pt x="5604" y="0"/>
                </a:cubicBezTo>
                <a:cubicBezTo>
                  <a:pt x="2467" y="0"/>
                  <a:pt x="0" y="2393"/>
                  <a:pt x="0" y="5439"/>
                </a:cubicBezTo>
                <a:cubicBezTo>
                  <a:pt x="0" y="7398"/>
                  <a:pt x="674" y="8051"/>
                  <a:pt x="3363" y="10660"/>
                </a:cubicBezTo>
                <a:lnTo>
                  <a:pt x="52244" y="58090"/>
                </a:lnTo>
                <a:lnTo>
                  <a:pt x="3363" y="105518"/>
                </a:lnTo>
                <a:cubicBezTo>
                  <a:pt x="222" y="108565"/>
                  <a:pt x="0" y="109653"/>
                  <a:pt x="0" y="110957"/>
                </a:cubicBezTo>
                <a:cubicBezTo>
                  <a:pt x="0" y="114004"/>
                  <a:pt x="2467" y="116393"/>
                  <a:pt x="5604" y="116393"/>
                </a:cubicBezTo>
                <a:cubicBezTo>
                  <a:pt x="7623" y="116393"/>
                  <a:pt x="8297" y="115743"/>
                  <a:pt x="10764" y="113350"/>
                </a:cubicBezTo>
                <a:lnTo>
                  <a:pt x="60093" y="65704"/>
                </a:lnTo>
                <a:lnTo>
                  <a:pt x="111216" y="115308"/>
                </a:lnTo>
                <a:cubicBezTo>
                  <a:pt x="112337" y="115959"/>
                  <a:pt x="113456" y="116393"/>
                  <a:pt x="114801" y="116393"/>
                </a:cubicBezTo>
                <a:cubicBezTo>
                  <a:pt x="117268" y="116393"/>
                  <a:pt x="120183" y="114439"/>
                  <a:pt x="120183" y="110957"/>
                </a:cubicBezTo>
                <a:cubicBezTo>
                  <a:pt x="120183" y="109218"/>
                  <a:pt x="119735" y="108780"/>
                  <a:pt x="119064" y="108130"/>
                </a:cubicBezTo>
                <a:cubicBezTo>
                  <a:pt x="118616" y="107260"/>
                  <a:pt x="75117" y="65053"/>
                  <a:pt x="67938" y="58306"/>
                </a:cubicBezTo>
                <a:lnTo>
                  <a:pt x="117046" y="10660"/>
                </a:lnTo>
              </a:path>
            </a:pathLst>
          </a:custGeom>
          <a:solidFill xmlns:a="http://schemas.openxmlformats.org/drawingml/2006/main">
            <a:srgbClr val="F5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65AD2F10-FD75-46BD-8402-B1AA2F47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0267" y="599353"/>
            <a:ext cx="119286" cy="145279"/>
          </a:xfrm>
          <a:custGeom xmlns:a="http://schemas.openxmlformats.org/drawingml/2006/main">
            <a:pathLst>
              <a:path w="119286" h="145279">
                <a:moveTo>
                  <a:pt x="32961" y="68123"/>
                </a:moveTo>
                <a:cubicBezTo>
                  <a:pt x="32961" y="53338"/>
                  <a:pt x="33858" y="36569"/>
                  <a:pt x="41929" y="25693"/>
                </a:cubicBezTo>
                <a:cubicBezTo>
                  <a:pt x="52918" y="10663"/>
                  <a:pt x="70631" y="10006"/>
                  <a:pt x="75339" y="10006"/>
                </a:cubicBezTo>
                <a:cubicBezTo>
                  <a:pt x="82291" y="10006"/>
                  <a:pt x="88121" y="11974"/>
                  <a:pt x="91484" y="14599"/>
                </a:cubicBezTo>
                <a:cubicBezTo>
                  <a:pt x="84980" y="16992"/>
                  <a:pt x="80946" y="22431"/>
                  <a:pt x="80946" y="29175"/>
                </a:cubicBezTo>
                <a:cubicBezTo>
                  <a:pt x="80946" y="37438"/>
                  <a:pt x="86999" y="44178"/>
                  <a:pt x="96418" y="44178"/>
                </a:cubicBezTo>
                <a:cubicBezTo>
                  <a:pt x="105611" y="44178"/>
                  <a:pt x="112112" y="38089"/>
                  <a:pt x="112112" y="28737"/>
                </a:cubicBezTo>
                <a:cubicBezTo>
                  <a:pt x="112112" y="15472"/>
                  <a:pt x="103144" y="0"/>
                  <a:pt x="74890" y="0"/>
                </a:cubicBezTo>
                <a:cubicBezTo>
                  <a:pt x="36999" y="0"/>
                  <a:pt x="0" y="22212"/>
                  <a:pt x="0" y="73555"/>
                </a:cubicBezTo>
                <a:cubicBezTo>
                  <a:pt x="0" y="102893"/>
                  <a:pt x="8071" y="145279"/>
                  <a:pt x="60541" y="145279"/>
                </a:cubicBezTo>
                <a:cubicBezTo>
                  <a:pt x="96418" y="145279"/>
                  <a:pt x="119286" y="126582"/>
                  <a:pt x="119286" y="97895"/>
                </a:cubicBezTo>
                <a:cubicBezTo>
                  <a:pt x="119286" y="69208"/>
                  <a:pt x="96418" y="51380"/>
                  <a:pt x="64353" y="51380"/>
                </a:cubicBezTo>
                <a:cubicBezTo>
                  <a:pt x="59419" y="51380"/>
                  <a:pt x="44173" y="51380"/>
                  <a:pt x="32961" y="68123"/>
                </a:cubicBezTo>
                <a:moveTo>
                  <a:pt x="60316" y="134188"/>
                </a:moveTo>
                <a:cubicBezTo>
                  <a:pt x="33632" y="134188"/>
                  <a:pt x="33410" y="108325"/>
                  <a:pt x="33410" y="95071"/>
                </a:cubicBezTo>
                <a:cubicBezTo>
                  <a:pt x="33410" y="79423"/>
                  <a:pt x="42603" y="61383"/>
                  <a:pt x="61886" y="61383"/>
                </a:cubicBezTo>
                <a:cubicBezTo>
                  <a:pt x="86325" y="61383"/>
                  <a:pt x="86325" y="77900"/>
                  <a:pt x="86325" y="97679"/>
                </a:cubicBezTo>
                <a:cubicBezTo>
                  <a:pt x="86325" y="117890"/>
                  <a:pt x="86325" y="134188"/>
                  <a:pt x="60316" y="134188"/>
                </a:cubicBezTo>
              </a:path>
            </a:pathLst>
          </a:custGeom>
          <a:solidFill xmlns:a="http://schemas.openxmlformats.org/drawingml/2006/main">
            <a:srgbClr val="F5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8B2DF1E2-E6B7-4D6B-8E60-66A3A10E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1528" y="598079"/>
            <a:ext cx="126909" cy="144005"/>
          </a:xfrm>
          <a:custGeom xmlns:a="http://schemas.openxmlformats.org/drawingml/2006/main">
            <a:pathLst>
              <a:path w="126909" h="144005">
                <a:moveTo>
                  <a:pt x="126909" y="110522"/>
                </a:moveTo>
                <a:lnTo>
                  <a:pt x="126909" y="98339"/>
                </a:lnTo>
                <a:lnTo>
                  <a:pt x="102470" y="98339"/>
                </a:lnTo>
                <a:lnTo>
                  <a:pt x="102470" y="7616"/>
                </a:lnTo>
                <a:cubicBezTo>
                  <a:pt x="102470" y="1089"/>
                  <a:pt x="101348" y="0"/>
                  <a:pt x="94622" y="0"/>
                </a:cubicBezTo>
                <a:lnTo>
                  <a:pt x="91258" y="0"/>
                </a:lnTo>
                <a:cubicBezTo>
                  <a:pt x="86999" y="0"/>
                  <a:pt x="85206" y="0"/>
                  <a:pt x="82291" y="3266"/>
                </a:cubicBezTo>
                <a:lnTo>
                  <a:pt x="0" y="98339"/>
                </a:lnTo>
                <a:lnTo>
                  <a:pt x="0" y="110522"/>
                </a:lnTo>
                <a:lnTo>
                  <a:pt x="71753" y="110522"/>
                </a:lnTo>
                <a:lnTo>
                  <a:pt x="71753" y="131825"/>
                </a:lnTo>
                <a:lnTo>
                  <a:pt x="43947" y="131825"/>
                </a:lnTo>
                <a:lnTo>
                  <a:pt x="43947" y="144005"/>
                </a:lnTo>
                <a:cubicBezTo>
                  <a:pt x="54933" y="143135"/>
                  <a:pt x="75116" y="143135"/>
                  <a:pt x="86773" y="143135"/>
                </a:cubicBezTo>
                <a:cubicBezTo>
                  <a:pt x="91706" y="143135"/>
                  <a:pt x="121305" y="143570"/>
                  <a:pt x="126909" y="144005"/>
                </a:cubicBezTo>
                <a:lnTo>
                  <a:pt x="126909" y="131825"/>
                </a:lnTo>
                <a:lnTo>
                  <a:pt x="102470" y="131825"/>
                </a:lnTo>
                <a:lnTo>
                  <a:pt x="102470" y="110522"/>
                </a:lnTo>
                <a:lnTo>
                  <a:pt x="126909" y="110522"/>
                </a:lnTo>
                <a:moveTo>
                  <a:pt x="74664" y="30024"/>
                </a:moveTo>
                <a:lnTo>
                  <a:pt x="74664" y="98339"/>
                </a:lnTo>
                <a:lnTo>
                  <a:pt x="15471" y="98339"/>
                </a:lnTo>
                <a:lnTo>
                  <a:pt x="74664" y="30024"/>
                </a:lnTo>
              </a:path>
            </a:pathLst>
          </a:custGeom>
          <a:solidFill xmlns:a="http://schemas.openxmlformats.org/drawingml/2006/main">
            <a:srgbClr val="F5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60B4C155-D3F8-43C2-B555-B376DADE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35" y="629301"/>
            <a:ext cx="120183" cy="116393"/>
          </a:xfrm>
          <a:custGeom xmlns:a="http://schemas.openxmlformats.org/drawingml/2006/main">
            <a:pathLst>
              <a:path w="120183" h="116393">
                <a:moveTo>
                  <a:pt x="117046" y="10660"/>
                </a:moveTo>
                <a:cubicBezTo>
                  <a:pt x="119512" y="8267"/>
                  <a:pt x="120183" y="6963"/>
                  <a:pt x="120183" y="5439"/>
                </a:cubicBezTo>
                <a:cubicBezTo>
                  <a:pt x="120183" y="1958"/>
                  <a:pt x="117268" y="0"/>
                  <a:pt x="114801" y="0"/>
                </a:cubicBezTo>
                <a:cubicBezTo>
                  <a:pt x="112560" y="0"/>
                  <a:pt x="111886" y="654"/>
                  <a:pt x="109197" y="3266"/>
                </a:cubicBezTo>
                <a:lnTo>
                  <a:pt x="60093" y="50693"/>
                </a:lnTo>
                <a:lnTo>
                  <a:pt x="10764" y="3047"/>
                </a:lnTo>
                <a:cubicBezTo>
                  <a:pt x="8519" y="873"/>
                  <a:pt x="7623" y="0"/>
                  <a:pt x="5604" y="0"/>
                </a:cubicBezTo>
                <a:cubicBezTo>
                  <a:pt x="2467" y="0"/>
                  <a:pt x="0" y="2393"/>
                  <a:pt x="0" y="5439"/>
                </a:cubicBezTo>
                <a:cubicBezTo>
                  <a:pt x="0" y="7398"/>
                  <a:pt x="674" y="8051"/>
                  <a:pt x="3363" y="10660"/>
                </a:cubicBezTo>
                <a:lnTo>
                  <a:pt x="52244" y="58090"/>
                </a:lnTo>
                <a:lnTo>
                  <a:pt x="3363" y="105518"/>
                </a:lnTo>
                <a:cubicBezTo>
                  <a:pt x="222" y="108565"/>
                  <a:pt x="0" y="109653"/>
                  <a:pt x="0" y="110957"/>
                </a:cubicBezTo>
                <a:cubicBezTo>
                  <a:pt x="0" y="114004"/>
                  <a:pt x="2467" y="116393"/>
                  <a:pt x="5604" y="116393"/>
                </a:cubicBezTo>
                <a:cubicBezTo>
                  <a:pt x="7623" y="116393"/>
                  <a:pt x="8297" y="115743"/>
                  <a:pt x="10764" y="113350"/>
                </a:cubicBezTo>
                <a:lnTo>
                  <a:pt x="60093" y="65704"/>
                </a:lnTo>
                <a:lnTo>
                  <a:pt x="111215" y="115308"/>
                </a:lnTo>
                <a:cubicBezTo>
                  <a:pt x="112337" y="115959"/>
                  <a:pt x="113456" y="116393"/>
                  <a:pt x="114801" y="116393"/>
                </a:cubicBezTo>
                <a:cubicBezTo>
                  <a:pt x="117268" y="116393"/>
                  <a:pt x="120183" y="114439"/>
                  <a:pt x="120183" y="110957"/>
                </a:cubicBezTo>
                <a:cubicBezTo>
                  <a:pt x="120183" y="109218"/>
                  <a:pt x="119735" y="108780"/>
                  <a:pt x="119064" y="108130"/>
                </a:cubicBezTo>
                <a:cubicBezTo>
                  <a:pt x="118616" y="107260"/>
                  <a:pt x="75117" y="65053"/>
                  <a:pt x="67938" y="58306"/>
                </a:cubicBezTo>
                <a:lnTo>
                  <a:pt x="117046" y="10660"/>
                </a:lnTo>
              </a:path>
            </a:pathLst>
          </a:custGeom>
          <a:solidFill xmlns:a="http://schemas.openxmlformats.org/drawingml/2006/main">
            <a:srgbClr val="F5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6F3F8FC9-2AC3-41CC-A1B2-C9BEE6D5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713" y="599353"/>
            <a:ext cx="119286" cy="145279"/>
          </a:xfrm>
          <a:custGeom xmlns:a="http://schemas.openxmlformats.org/drawingml/2006/main">
            <a:pathLst>
              <a:path w="119286" h="145279">
                <a:moveTo>
                  <a:pt x="54933" y="72002"/>
                </a:moveTo>
                <a:cubicBezTo>
                  <a:pt x="81617" y="72002"/>
                  <a:pt x="82739" y="91573"/>
                  <a:pt x="82739" y="103095"/>
                </a:cubicBezTo>
                <a:cubicBezTo>
                  <a:pt x="82739" y="112228"/>
                  <a:pt x="82739" y="134188"/>
                  <a:pt x="55833" y="134188"/>
                </a:cubicBezTo>
                <a:cubicBezTo>
                  <a:pt x="49778" y="134188"/>
                  <a:pt x="35651" y="133103"/>
                  <a:pt x="26009" y="127232"/>
                </a:cubicBezTo>
                <a:cubicBezTo>
                  <a:pt x="30720" y="125274"/>
                  <a:pt x="36547" y="120273"/>
                  <a:pt x="36547" y="110924"/>
                </a:cubicBezTo>
                <a:cubicBezTo>
                  <a:pt x="36547" y="100922"/>
                  <a:pt x="29150" y="93312"/>
                  <a:pt x="18386" y="93312"/>
                </a:cubicBezTo>
                <a:cubicBezTo>
                  <a:pt x="7174" y="93312"/>
                  <a:pt x="0" y="100922"/>
                  <a:pt x="0" y="111140"/>
                </a:cubicBezTo>
                <a:cubicBezTo>
                  <a:pt x="0" y="133319"/>
                  <a:pt x="24891" y="145279"/>
                  <a:pt x="56730" y="145279"/>
                </a:cubicBezTo>
                <a:cubicBezTo>
                  <a:pt x="103592" y="145279"/>
                  <a:pt x="119286" y="121577"/>
                  <a:pt x="119286" y="103314"/>
                </a:cubicBezTo>
                <a:cubicBezTo>
                  <a:pt x="119286" y="86572"/>
                  <a:pt x="105611" y="71352"/>
                  <a:pt x="80046" y="66351"/>
                </a:cubicBezTo>
                <a:cubicBezTo>
                  <a:pt x="96192" y="60477"/>
                  <a:pt x="111216" y="49163"/>
                  <a:pt x="111216" y="30890"/>
                </a:cubicBezTo>
                <a:cubicBezTo>
                  <a:pt x="111216" y="13922"/>
                  <a:pt x="93277" y="0"/>
                  <a:pt x="57400" y="0"/>
                </a:cubicBezTo>
                <a:cubicBezTo>
                  <a:pt x="26906" y="0"/>
                  <a:pt x="8071" y="14576"/>
                  <a:pt x="8071" y="32629"/>
                </a:cubicBezTo>
                <a:cubicBezTo>
                  <a:pt x="8071" y="43508"/>
                  <a:pt x="16146" y="49382"/>
                  <a:pt x="24891" y="49382"/>
                </a:cubicBezTo>
                <a:cubicBezTo>
                  <a:pt x="36099" y="49382"/>
                  <a:pt x="41929" y="41331"/>
                  <a:pt x="41929" y="33068"/>
                </a:cubicBezTo>
                <a:cubicBezTo>
                  <a:pt x="41929" y="21970"/>
                  <a:pt x="32961" y="18057"/>
                  <a:pt x="30720" y="17403"/>
                </a:cubicBezTo>
                <a:cubicBezTo>
                  <a:pt x="39911" y="10875"/>
                  <a:pt x="51797" y="10006"/>
                  <a:pt x="56281" y="10006"/>
                </a:cubicBezTo>
                <a:cubicBezTo>
                  <a:pt x="78253" y="10006"/>
                  <a:pt x="78253" y="24147"/>
                  <a:pt x="78253" y="30237"/>
                </a:cubicBezTo>
                <a:cubicBezTo>
                  <a:pt x="78253" y="40246"/>
                  <a:pt x="73768" y="60258"/>
                  <a:pt x="51348" y="61346"/>
                </a:cubicBezTo>
                <a:cubicBezTo>
                  <a:pt x="45740" y="61565"/>
                  <a:pt x="40137" y="61781"/>
                  <a:pt x="38792" y="62216"/>
                </a:cubicBezTo>
                <a:cubicBezTo>
                  <a:pt x="35877" y="63088"/>
                  <a:pt x="35877" y="65697"/>
                  <a:pt x="35877" y="67001"/>
                </a:cubicBezTo>
                <a:cubicBezTo>
                  <a:pt x="35877" y="72002"/>
                  <a:pt x="38792" y="72002"/>
                  <a:pt x="43051" y="72002"/>
                </a:cubicBezTo>
                <a:lnTo>
                  <a:pt x="54933" y="72002"/>
                </a:lnTo>
              </a:path>
            </a:pathLst>
          </a:custGeom>
          <a:solidFill xmlns:a="http://schemas.openxmlformats.org/drawingml/2006/main">
            <a:srgbClr val="F5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48E10E74-175E-4D8A-A36D-24B96FA8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152" y="578963"/>
            <a:ext cx="58300" cy="217282"/>
          </a:xfrm>
          <a:custGeom xmlns:a="http://schemas.openxmlformats.org/drawingml/2006/main">
            <a:pathLst>
              <a:path w="58300" h="217282">
                <a:moveTo>
                  <a:pt x="53814" y="0"/>
                </a:moveTo>
                <a:cubicBezTo>
                  <a:pt x="11212" y="29148"/>
                  <a:pt x="0" y="75258"/>
                  <a:pt x="0" y="108535"/>
                </a:cubicBezTo>
                <a:cubicBezTo>
                  <a:pt x="0" y="139203"/>
                  <a:pt x="9419" y="186833"/>
                  <a:pt x="53814" y="217282"/>
                </a:cubicBezTo>
                <a:cubicBezTo>
                  <a:pt x="55607" y="217282"/>
                  <a:pt x="58300" y="217282"/>
                  <a:pt x="58300" y="214673"/>
                </a:cubicBezTo>
                <a:cubicBezTo>
                  <a:pt x="58300" y="213369"/>
                  <a:pt x="57626" y="212934"/>
                  <a:pt x="56056" y="211411"/>
                </a:cubicBezTo>
                <a:cubicBezTo>
                  <a:pt x="26235" y="185313"/>
                  <a:pt x="15249" y="148336"/>
                  <a:pt x="15249" y="108754"/>
                </a:cubicBezTo>
                <a:cubicBezTo>
                  <a:pt x="15249" y="50026"/>
                  <a:pt x="38344" y="21319"/>
                  <a:pt x="56730" y="5224"/>
                </a:cubicBezTo>
                <a:cubicBezTo>
                  <a:pt x="57626" y="4351"/>
                  <a:pt x="58300" y="3700"/>
                  <a:pt x="58300" y="2612"/>
                </a:cubicBezTo>
                <a:cubicBezTo>
                  <a:pt x="58300" y="0"/>
                  <a:pt x="55607" y="0"/>
                  <a:pt x="53814" y="0"/>
                </a:cubicBezTo>
              </a:path>
            </a:pathLst>
          </a:custGeom>
          <a:solidFill xmlns:a="http://schemas.openxmlformats.org/drawingml/2006/main">
            <a:srgbClr val="F5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F7B42F53-54AA-416D-BC11-077D65F4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235" y="592981"/>
            <a:ext cx="167271" cy="149102"/>
          </a:xfrm>
          <a:custGeom xmlns:a="http://schemas.openxmlformats.org/drawingml/2006/main">
            <a:pathLst>
              <a:path w="167271" h="149102">
                <a:moveTo>
                  <a:pt x="57849" y="85645"/>
                </a:moveTo>
                <a:lnTo>
                  <a:pt x="101573" y="85645"/>
                </a:lnTo>
                <a:cubicBezTo>
                  <a:pt x="142606" y="85645"/>
                  <a:pt x="167271" y="67164"/>
                  <a:pt x="167271" y="43259"/>
                </a:cubicBezTo>
                <a:cubicBezTo>
                  <a:pt x="167271" y="19570"/>
                  <a:pt x="143280" y="0"/>
                  <a:pt x="101573" y="0"/>
                </a:cubicBezTo>
                <a:lnTo>
                  <a:pt x="0" y="0"/>
                </a:lnTo>
                <a:lnTo>
                  <a:pt x="0" y="12183"/>
                </a:lnTo>
                <a:lnTo>
                  <a:pt x="23991" y="12183"/>
                </a:lnTo>
                <a:lnTo>
                  <a:pt x="23991" y="136923"/>
                </a:lnTo>
                <a:lnTo>
                  <a:pt x="0" y="136923"/>
                </a:lnTo>
                <a:lnTo>
                  <a:pt x="0" y="149102"/>
                </a:lnTo>
                <a:cubicBezTo>
                  <a:pt x="5156" y="148668"/>
                  <a:pt x="37221" y="148233"/>
                  <a:pt x="40810" y="148233"/>
                </a:cubicBezTo>
                <a:cubicBezTo>
                  <a:pt x="45740" y="148233"/>
                  <a:pt x="76909" y="148668"/>
                  <a:pt x="81843" y="149102"/>
                </a:cubicBezTo>
                <a:lnTo>
                  <a:pt x="81843" y="136923"/>
                </a:lnTo>
                <a:lnTo>
                  <a:pt x="57849" y="136923"/>
                </a:lnTo>
                <a:lnTo>
                  <a:pt x="57849" y="85645"/>
                </a:lnTo>
                <a:moveTo>
                  <a:pt x="93951" y="12183"/>
                </a:moveTo>
                <a:cubicBezTo>
                  <a:pt x="130724" y="12183"/>
                  <a:pt x="130724" y="29350"/>
                  <a:pt x="130724" y="43259"/>
                </a:cubicBezTo>
                <a:cubicBezTo>
                  <a:pt x="130724" y="57383"/>
                  <a:pt x="130724" y="74551"/>
                  <a:pt x="93503" y="74551"/>
                </a:cubicBezTo>
                <a:lnTo>
                  <a:pt x="56281" y="74551"/>
                </a:lnTo>
                <a:lnTo>
                  <a:pt x="56281" y="12183"/>
                </a:lnTo>
                <a:lnTo>
                  <a:pt x="93951" y="12183"/>
                </a:lnTo>
              </a:path>
            </a:pathLst>
          </a:custGeom>
          <a:solidFill xmlns:a="http://schemas.openxmlformats.org/drawingml/2006/main">
            <a:srgbClr val="F5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6188C54C-0F74-4261-BC9F-8F9BF42E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342" y="590857"/>
            <a:ext cx="55607" cy="151226"/>
          </a:xfrm>
          <a:custGeom xmlns:a="http://schemas.openxmlformats.org/drawingml/2006/main">
            <a:pathLst>
              <a:path w="55607" h="151226">
                <a:moveTo>
                  <a:pt x="43725" y="17835"/>
                </a:moveTo>
                <a:cubicBezTo>
                  <a:pt x="43725" y="7397"/>
                  <a:pt x="34980" y="0"/>
                  <a:pt x="25565" y="0"/>
                </a:cubicBezTo>
                <a:cubicBezTo>
                  <a:pt x="14801" y="0"/>
                  <a:pt x="7178" y="8483"/>
                  <a:pt x="7178" y="17619"/>
                </a:cubicBezTo>
                <a:cubicBezTo>
                  <a:pt x="7178" y="28060"/>
                  <a:pt x="15919" y="35454"/>
                  <a:pt x="25339" y="35454"/>
                </a:cubicBezTo>
                <a:cubicBezTo>
                  <a:pt x="36102" y="35454"/>
                  <a:pt x="43725" y="26971"/>
                  <a:pt x="43725" y="17835"/>
                </a:cubicBezTo>
                <a:moveTo>
                  <a:pt x="674" y="55054"/>
                </a:moveTo>
                <a:lnTo>
                  <a:pt x="674" y="67233"/>
                </a:lnTo>
                <a:cubicBezTo>
                  <a:pt x="13456" y="67233"/>
                  <a:pt x="15024" y="67233"/>
                  <a:pt x="15024" y="75719"/>
                </a:cubicBezTo>
                <a:lnTo>
                  <a:pt x="15024" y="139047"/>
                </a:lnTo>
                <a:lnTo>
                  <a:pt x="0" y="139047"/>
                </a:lnTo>
                <a:lnTo>
                  <a:pt x="0" y="151226"/>
                </a:lnTo>
                <a:cubicBezTo>
                  <a:pt x="448" y="151226"/>
                  <a:pt x="18164" y="150357"/>
                  <a:pt x="28253" y="150357"/>
                </a:cubicBezTo>
                <a:cubicBezTo>
                  <a:pt x="37447" y="150357"/>
                  <a:pt x="46414" y="150576"/>
                  <a:pt x="55607" y="151226"/>
                </a:cubicBezTo>
                <a:lnTo>
                  <a:pt x="55607" y="139047"/>
                </a:lnTo>
                <a:lnTo>
                  <a:pt x="41932" y="139047"/>
                </a:lnTo>
                <a:lnTo>
                  <a:pt x="41932" y="53311"/>
                </a:lnTo>
                <a:lnTo>
                  <a:pt x="674" y="55054"/>
                </a:lnTo>
              </a:path>
            </a:pathLst>
          </a:custGeom>
          <a:solidFill xmlns:a="http://schemas.openxmlformats.org/drawingml/2006/main">
            <a:srgbClr val="F5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0BB37286-0936-4DD4-82DF-87804C1D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561" y="645443"/>
            <a:ext cx="137451" cy="96640"/>
          </a:xfrm>
          <a:custGeom xmlns:a="http://schemas.openxmlformats.org/drawingml/2006/main">
            <a:pathLst>
              <a:path w="137451" h="96640">
                <a:moveTo>
                  <a:pt x="80721" y="43966"/>
                </a:moveTo>
                <a:lnTo>
                  <a:pt x="111664" y="13706"/>
                </a:lnTo>
                <a:cubicBezTo>
                  <a:pt x="117046" y="12183"/>
                  <a:pt x="122876" y="12183"/>
                  <a:pt x="132517" y="12183"/>
                </a:cubicBezTo>
                <a:lnTo>
                  <a:pt x="132517" y="0"/>
                </a:lnTo>
                <a:cubicBezTo>
                  <a:pt x="125343" y="654"/>
                  <a:pt x="117942" y="873"/>
                  <a:pt x="110767" y="873"/>
                </a:cubicBezTo>
                <a:cubicBezTo>
                  <a:pt x="103145" y="873"/>
                  <a:pt x="87673" y="219"/>
                  <a:pt x="85880" y="0"/>
                </a:cubicBezTo>
                <a:lnTo>
                  <a:pt x="85880" y="12183"/>
                </a:lnTo>
                <a:cubicBezTo>
                  <a:pt x="88795" y="12183"/>
                  <a:pt x="90363" y="12618"/>
                  <a:pt x="91933" y="13487"/>
                </a:cubicBezTo>
                <a:lnTo>
                  <a:pt x="70857" y="34169"/>
                </a:lnTo>
                <a:lnTo>
                  <a:pt x="49107" y="12183"/>
                </a:lnTo>
                <a:lnTo>
                  <a:pt x="55160" y="12183"/>
                </a:lnTo>
                <a:lnTo>
                  <a:pt x="55160" y="0"/>
                </a:lnTo>
                <a:cubicBezTo>
                  <a:pt x="53815" y="0"/>
                  <a:pt x="36102" y="873"/>
                  <a:pt x="26684" y="873"/>
                </a:cubicBezTo>
                <a:cubicBezTo>
                  <a:pt x="18165" y="873"/>
                  <a:pt x="9868" y="654"/>
                  <a:pt x="1345" y="0"/>
                </a:cubicBezTo>
                <a:lnTo>
                  <a:pt x="1345" y="12183"/>
                </a:lnTo>
                <a:lnTo>
                  <a:pt x="18165" y="12183"/>
                </a:lnTo>
                <a:lnTo>
                  <a:pt x="54938" y="49409"/>
                </a:lnTo>
                <a:lnTo>
                  <a:pt x="22646" y="80979"/>
                </a:lnTo>
                <a:cubicBezTo>
                  <a:pt x="19732" y="83591"/>
                  <a:pt x="19509" y="83810"/>
                  <a:pt x="12557" y="84245"/>
                </a:cubicBezTo>
                <a:cubicBezTo>
                  <a:pt x="8972" y="84461"/>
                  <a:pt x="1122" y="84461"/>
                  <a:pt x="0" y="84461"/>
                </a:cubicBezTo>
                <a:lnTo>
                  <a:pt x="0" y="96640"/>
                </a:lnTo>
                <a:cubicBezTo>
                  <a:pt x="7175" y="95990"/>
                  <a:pt x="14575" y="95771"/>
                  <a:pt x="21750" y="95771"/>
                </a:cubicBezTo>
                <a:cubicBezTo>
                  <a:pt x="27806" y="95771"/>
                  <a:pt x="43726" y="96425"/>
                  <a:pt x="46640" y="96640"/>
                </a:cubicBezTo>
                <a:lnTo>
                  <a:pt x="46640" y="84461"/>
                </a:lnTo>
                <a:cubicBezTo>
                  <a:pt x="43052" y="84461"/>
                  <a:pt x="42155" y="84026"/>
                  <a:pt x="40585" y="82938"/>
                </a:cubicBezTo>
                <a:lnTo>
                  <a:pt x="64801" y="59424"/>
                </a:lnTo>
                <a:lnTo>
                  <a:pt x="89692" y="84461"/>
                </a:lnTo>
                <a:lnTo>
                  <a:pt x="83861" y="84461"/>
                </a:lnTo>
                <a:lnTo>
                  <a:pt x="83861" y="96640"/>
                </a:lnTo>
                <a:cubicBezTo>
                  <a:pt x="84084" y="96640"/>
                  <a:pt x="102023" y="95771"/>
                  <a:pt x="112338" y="95771"/>
                </a:cubicBezTo>
                <a:cubicBezTo>
                  <a:pt x="120634" y="95771"/>
                  <a:pt x="129153" y="95990"/>
                  <a:pt x="137451" y="96640"/>
                </a:cubicBezTo>
                <a:lnTo>
                  <a:pt x="137451" y="84461"/>
                </a:lnTo>
                <a:lnTo>
                  <a:pt x="120857" y="84461"/>
                </a:lnTo>
                <a:lnTo>
                  <a:pt x="80721" y="43966"/>
                </a:lnTo>
              </a:path>
            </a:pathLst>
          </a:custGeom>
          <a:solidFill xmlns:a="http://schemas.openxmlformats.org/drawingml/2006/main">
            <a:srgbClr val="F5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B584EC26-2515-4E5A-8F55-F83095B7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603" y="643532"/>
            <a:ext cx="114579" cy="99827"/>
          </a:xfrm>
          <a:custGeom xmlns:a="http://schemas.openxmlformats.org/drawingml/2006/main">
            <a:pathLst>
              <a:path w="114579" h="99827">
                <a:moveTo>
                  <a:pt x="106730" y="53311"/>
                </a:moveTo>
                <a:cubicBezTo>
                  <a:pt x="111438" y="53311"/>
                  <a:pt x="114579" y="53311"/>
                  <a:pt x="114579" y="46787"/>
                </a:cubicBezTo>
                <a:cubicBezTo>
                  <a:pt x="114579" y="40478"/>
                  <a:pt x="113009" y="24154"/>
                  <a:pt x="102245" y="13491"/>
                </a:cubicBezTo>
                <a:cubicBezTo>
                  <a:pt x="90137" y="1742"/>
                  <a:pt x="73546" y="0"/>
                  <a:pt x="61212" y="0"/>
                </a:cubicBezTo>
                <a:cubicBezTo>
                  <a:pt x="19732" y="0"/>
                  <a:pt x="0" y="23938"/>
                  <a:pt x="0" y="49614"/>
                </a:cubicBezTo>
                <a:cubicBezTo>
                  <a:pt x="0" y="75480"/>
                  <a:pt x="20628" y="99827"/>
                  <a:pt x="65024" y="99827"/>
                </a:cubicBezTo>
                <a:cubicBezTo>
                  <a:pt x="73098" y="99827"/>
                  <a:pt x="86103" y="98957"/>
                  <a:pt x="97314" y="93086"/>
                </a:cubicBezTo>
                <a:cubicBezTo>
                  <a:pt x="110542" y="86346"/>
                  <a:pt x="114579" y="75915"/>
                  <a:pt x="114579" y="73741"/>
                </a:cubicBezTo>
                <a:cubicBezTo>
                  <a:pt x="114579" y="68959"/>
                  <a:pt x="109645" y="68959"/>
                  <a:pt x="107404" y="68959"/>
                </a:cubicBezTo>
                <a:cubicBezTo>
                  <a:pt x="103367" y="68959"/>
                  <a:pt x="102245" y="69178"/>
                  <a:pt x="100452" y="72653"/>
                </a:cubicBezTo>
                <a:cubicBezTo>
                  <a:pt x="92380" y="88735"/>
                  <a:pt x="71976" y="88735"/>
                  <a:pt x="68165" y="88735"/>
                </a:cubicBezTo>
                <a:cubicBezTo>
                  <a:pt x="32736" y="88735"/>
                  <a:pt x="31618" y="63311"/>
                  <a:pt x="31166" y="53311"/>
                </a:cubicBezTo>
                <a:lnTo>
                  <a:pt x="106730" y="53311"/>
                </a:lnTo>
                <a:moveTo>
                  <a:pt x="31166" y="44179"/>
                </a:moveTo>
                <a:cubicBezTo>
                  <a:pt x="31392" y="35689"/>
                  <a:pt x="32514" y="10006"/>
                  <a:pt x="61438" y="10006"/>
                </a:cubicBezTo>
                <a:cubicBezTo>
                  <a:pt x="90363" y="10006"/>
                  <a:pt x="91932" y="34820"/>
                  <a:pt x="92380" y="44179"/>
                </a:cubicBezTo>
                <a:lnTo>
                  <a:pt x="31166" y="44179"/>
                </a:lnTo>
              </a:path>
            </a:pathLst>
          </a:custGeom>
          <a:solidFill xmlns:a="http://schemas.openxmlformats.org/drawingml/2006/main">
            <a:srgbClr val="F5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path-100015">
            <a:extLst xmlns:a="http://schemas.openxmlformats.org/drawingml/2006/main">
              <a:ext uri="{FF2B5EF4-FFF2-40B4-BE49-F238E27FC236}">
                <a16:creationId xmlns:a16="http://schemas.microsoft.com/office/drawing/2014/main" id="{73873956-B6DE-4CFE-B31E-7A2D9677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396" y="591070"/>
            <a:ext cx="56956" cy="151014"/>
          </a:xfrm>
          <a:custGeom xmlns:a="http://schemas.openxmlformats.org/drawingml/2006/main">
            <a:pathLst>
              <a:path w="56956" h="151014">
                <a:moveTo>
                  <a:pt x="41932" y="0"/>
                </a:moveTo>
                <a:lnTo>
                  <a:pt x="0" y="1742"/>
                </a:lnTo>
                <a:lnTo>
                  <a:pt x="0" y="13922"/>
                </a:lnTo>
                <a:cubicBezTo>
                  <a:pt x="13231" y="13922"/>
                  <a:pt x="15024" y="13922"/>
                  <a:pt x="15024" y="22408"/>
                </a:cubicBezTo>
                <a:lnTo>
                  <a:pt x="15024" y="138834"/>
                </a:lnTo>
                <a:lnTo>
                  <a:pt x="0" y="138834"/>
                </a:lnTo>
                <a:lnTo>
                  <a:pt x="0" y="151014"/>
                </a:lnTo>
                <a:cubicBezTo>
                  <a:pt x="674" y="151014"/>
                  <a:pt x="18164" y="150145"/>
                  <a:pt x="28479" y="150145"/>
                </a:cubicBezTo>
                <a:cubicBezTo>
                  <a:pt x="39465" y="150145"/>
                  <a:pt x="56281" y="151014"/>
                  <a:pt x="56956" y="151014"/>
                </a:cubicBezTo>
                <a:lnTo>
                  <a:pt x="56956" y="138834"/>
                </a:lnTo>
                <a:lnTo>
                  <a:pt x="41932" y="138834"/>
                </a:lnTo>
                <a:lnTo>
                  <a:pt x="41932" y="0"/>
                </a:lnTo>
              </a:path>
            </a:pathLst>
          </a:custGeom>
          <a:solidFill xmlns:a="http://schemas.openxmlformats.org/drawingml/2006/main">
            <a:srgbClr val="F5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df-path-100016">
            <a:extLst xmlns:a="http://schemas.openxmlformats.org/drawingml/2006/main">
              <a:ext uri="{FF2B5EF4-FFF2-40B4-BE49-F238E27FC236}">
                <a16:creationId xmlns:a16="http://schemas.microsoft.com/office/drawing/2014/main" id="{525B6F80-9C5F-4229-BB33-26BAB41D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306" y="643532"/>
            <a:ext cx="93499" cy="99827"/>
          </a:xfrm>
          <a:custGeom xmlns:a="http://schemas.openxmlformats.org/drawingml/2006/main">
            <a:pathLst>
              <a:path w="93499" h="99827">
                <a:moveTo>
                  <a:pt x="86325" y="6963"/>
                </a:moveTo>
                <a:cubicBezTo>
                  <a:pt x="86325" y="2612"/>
                  <a:pt x="86325" y="0"/>
                  <a:pt x="80943" y="0"/>
                </a:cubicBezTo>
                <a:cubicBezTo>
                  <a:pt x="79372" y="0"/>
                  <a:pt x="78702" y="0"/>
                  <a:pt x="75113" y="1742"/>
                </a:cubicBezTo>
                <a:cubicBezTo>
                  <a:pt x="74665" y="1958"/>
                  <a:pt x="71750" y="3266"/>
                  <a:pt x="70853" y="3266"/>
                </a:cubicBezTo>
                <a:cubicBezTo>
                  <a:pt x="70631" y="3266"/>
                  <a:pt x="70183" y="3266"/>
                  <a:pt x="69283" y="2828"/>
                </a:cubicBezTo>
                <a:cubicBezTo>
                  <a:pt x="60090" y="0"/>
                  <a:pt x="50674" y="0"/>
                  <a:pt x="45966" y="0"/>
                </a:cubicBezTo>
                <a:cubicBezTo>
                  <a:pt x="39462" y="0"/>
                  <a:pt x="25784" y="0"/>
                  <a:pt x="14575" y="5874"/>
                </a:cubicBezTo>
                <a:cubicBezTo>
                  <a:pt x="1793" y="12833"/>
                  <a:pt x="0" y="24144"/>
                  <a:pt x="0" y="29145"/>
                </a:cubicBezTo>
                <a:cubicBezTo>
                  <a:pt x="0" y="52635"/>
                  <a:pt x="29595" y="56982"/>
                  <a:pt x="45292" y="59375"/>
                </a:cubicBezTo>
                <a:cubicBezTo>
                  <a:pt x="58971" y="61333"/>
                  <a:pt x="75339" y="63726"/>
                  <a:pt x="75339" y="75036"/>
                </a:cubicBezTo>
                <a:cubicBezTo>
                  <a:pt x="75339" y="89824"/>
                  <a:pt x="53141" y="89824"/>
                  <a:pt x="47759" y="89824"/>
                </a:cubicBezTo>
                <a:cubicBezTo>
                  <a:pt x="26458" y="89824"/>
                  <a:pt x="18609" y="80472"/>
                  <a:pt x="14349" y="68727"/>
                </a:cubicBezTo>
                <a:cubicBezTo>
                  <a:pt x="13005" y="65030"/>
                  <a:pt x="12779" y="64595"/>
                  <a:pt x="7175" y="64595"/>
                </a:cubicBezTo>
                <a:cubicBezTo>
                  <a:pt x="671" y="64595"/>
                  <a:pt x="0" y="65249"/>
                  <a:pt x="0" y="71555"/>
                </a:cubicBezTo>
                <a:lnTo>
                  <a:pt x="0" y="92867"/>
                </a:lnTo>
                <a:cubicBezTo>
                  <a:pt x="0" y="97218"/>
                  <a:pt x="0" y="99827"/>
                  <a:pt x="5156" y="99827"/>
                </a:cubicBezTo>
                <a:cubicBezTo>
                  <a:pt x="7175" y="99827"/>
                  <a:pt x="7622" y="99827"/>
                  <a:pt x="12331" y="97002"/>
                </a:cubicBezTo>
                <a:cubicBezTo>
                  <a:pt x="13675" y="96348"/>
                  <a:pt x="17265" y="94390"/>
                  <a:pt x="18609" y="93521"/>
                </a:cubicBezTo>
                <a:cubicBezTo>
                  <a:pt x="30269" y="99827"/>
                  <a:pt x="42378" y="99827"/>
                  <a:pt x="47533" y="99827"/>
                </a:cubicBezTo>
                <a:cubicBezTo>
                  <a:pt x="54934" y="99827"/>
                  <a:pt x="93499" y="99827"/>
                  <a:pt x="93499" y="67638"/>
                </a:cubicBezTo>
                <a:cubicBezTo>
                  <a:pt x="93499" y="57636"/>
                  <a:pt x="88118" y="50677"/>
                  <a:pt x="82962" y="46545"/>
                </a:cubicBezTo>
                <a:cubicBezTo>
                  <a:pt x="72424" y="38062"/>
                  <a:pt x="62783" y="36539"/>
                  <a:pt x="44170" y="33711"/>
                </a:cubicBezTo>
                <a:cubicBezTo>
                  <a:pt x="31391" y="31753"/>
                  <a:pt x="18161" y="29799"/>
                  <a:pt x="18161" y="21097"/>
                </a:cubicBezTo>
                <a:cubicBezTo>
                  <a:pt x="18161" y="8917"/>
                  <a:pt x="40585" y="8917"/>
                  <a:pt x="45292" y="8917"/>
                </a:cubicBezTo>
                <a:cubicBezTo>
                  <a:pt x="70631" y="8917"/>
                  <a:pt x="71527" y="18923"/>
                  <a:pt x="72198" y="24144"/>
                </a:cubicBezTo>
                <a:cubicBezTo>
                  <a:pt x="72646" y="28491"/>
                  <a:pt x="73994" y="28929"/>
                  <a:pt x="79150" y="28929"/>
                </a:cubicBezTo>
                <a:cubicBezTo>
                  <a:pt x="85654" y="28929"/>
                  <a:pt x="86325" y="28275"/>
                  <a:pt x="86325" y="21966"/>
                </a:cubicBezTo>
                <a:lnTo>
                  <a:pt x="86325" y="6963"/>
                </a:lnTo>
              </a:path>
            </a:pathLst>
          </a:custGeom>
          <a:solidFill xmlns:a="http://schemas.openxmlformats.org/drawingml/2006/main">
            <a:srgbClr val="F5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100017">
            <a:extLst xmlns:a="http://schemas.openxmlformats.org/drawingml/2006/main">
              <a:ext uri="{FF2B5EF4-FFF2-40B4-BE49-F238E27FC236}">
                <a16:creationId xmlns:a16="http://schemas.microsoft.com/office/drawing/2014/main" id="{605206D7-F88A-45AA-9D50-5E813836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964" y="578963"/>
            <a:ext cx="58071" cy="217282"/>
          </a:xfrm>
          <a:custGeom xmlns:a="http://schemas.openxmlformats.org/drawingml/2006/main">
            <a:pathLst>
              <a:path w="58071" h="217282">
                <a:moveTo>
                  <a:pt x="4259" y="0"/>
                </a:moveTo>
                <a:cubicBezTo>
                  <a:pt x="2688" y="0"/>
                  <a:pt x="0" y="0"/>
                  <a:pt x="0" y="2612"/>
                </a:cubicBezTo>
                <a:cubicBezTo>
                  <a:pt x="0" y="3700"/>
                  <a:pt x="671" y="4351"/>
                  <a:pt x="2015" y="5874"/>
                </a:cubicBezTo>
                <a:cubicBezTo>
                  <a:pt x="21298" y="23058"/>
                  <a:pt x="42825" y="52419"/>
                  <a:pt x="42825" y="108535"/>
                </a:cubicBezTo>
                <a:cubicBezTo>
                  <a:pt x="42825" y="153991"/>
                  <a:pt x="28250" y="188356"/>
                  <a:pt x="4033" y="209672"/>
                </a:cubicBezTo>
                <a:cubicBezTo>
                  <a:pt x="222" y="213369"/>
                  <a:pt x="0" y="213585"/>
                  <a:pt x="0" y="214673"/>
                </a:cubicBezTo>
                <a:cubicBezTo>
                  <a:pt x="0" y="215762"/>
                  <a:pt x="671" y="217282"/>
                  <a:pt x="2914" y="217282"/>
                </a:cubicBezTo>
                <a:cubicBezTo>
                  <a:pt x="5604" y="217282"/>
                  <a:pt x="26905" y="202928"/>
                  <a:pt x="41703" y="175742"/>
                </a:cubicBezTo>
                <a:cubicBezTo>
                  <a:pt x="51570" y="157688"/>
                  <a:pt x="58071" y="134198"/>
                  <a:pt x="58071" y="108754"/>
                </a:cubicBezTo>
                <a:cubicBezTo>
                  <a:pt x="58071" y="78085"/>
                  <a:pt x="48655" y="30452"/>
                  <a:pt x="4259" y="0"/>
                </a:cubicBezTo>
              </a:path>
            </a:pathLst>
          </a:custGeom>
          <a:solidFill xmlns:a="http://schemas.openxmlformats.org/drawingml/2006/main">
            <a:srgbClr val="F54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df-path-100018">
            <a:extLst xmlns:a="http://schemas.openxmlformats.org/drawingml/2006/main">
              <a:ext uri="{FF2B5EF4-FFF2-40B4-BE49-F238E27FC236}">
                <a16:creationId xmlns:a16="http://schemas.microsoft.com/office/drawing/2014/main" id="{44ADC5BB-9DB3-4628-B39F-BCBDFDC8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4487" y="1063454"/>
            <a:ext cx="237986" cy="207779"/>
          </a:xfrm>
          <a:custGeom xmlns:a="http://schemas.openxmlformats.org/drawingml/2006/main">
            <a:pathLst>
              <a:path w="237986" h="207779">
                <a:moveTo>
                  <a:pt x="140507" y="101065"/>
                </a:moveTo>
                <a:cubicBezTo>
                  <a:pt x="153551" y="101372"/>
                  <a:pt x="159744" y="102589"/>
                  <a:pt x="161699" y="104108"/>
                </a:cubicBezTo>
                <a:cubicBezTo>
                  <a:pt x="162027" y="104410"/>
                  <a:pt x="162350" y="105626"/>
                  <a:pt x="162678" y="106235"/>
                </a:cubicBezTo>
                <a:cubicBezTo>
                  <a:pt x="162678" y="109272"/>
                  <a:pt x="165285" y="109272"/>
                  <a:pt x="166916" y="109272"/>
                </a:cubicBezTo>
                <a:cubicBezTo>
                  <a:pt x="172130" y="109272"/>
                  <a:pt x="182238" y="104108"/>
                  <a:pt x="182238" y="97721"/>
                </a:cubicBezTo>
                <a:cubicBezTo>
                  <a:pt x="182238" y="90109"/>
                  <a:pt x="168548" y="88590"/>
                  <a:pt x="161047" y="88284"/>
                </a:cubicBezTo>
                <a:cubicBezTo>
                  <a:pt x="160395" y="88284"/>
                  <a:pt x="155834" y="87977"/>
                  <a:pt x="155834" y="87675"/>
                </a:cubicBezTo>
                <a:cubicBezTo>
                  <a:pt x="155834" y="87067"/>
                  <a:pt x="161047" y="82501"/>
                  <a:pt x="163653" y="79761"/>
                </a:cubicBezTo>
                <a:cubicBezTo>
                  <a:pt x="194624" y="50839"/>
                  <a:pt x="237986" y="5179"/>
                  <a:pt x="237986" y="2132"/>
                </a:cubicBezTo>
                <a:cubicBezTo>
                  <a:pt x="237986" y="1222"/>
                  <a:pt x="237658" y="0"/>
                  <a:pt x="235375" y="0"/>
                </a:cubicBezTo>
                <a:cubicBezTo>
                  <a:pt x="233096" y="0"/>
                  <a:pt x="224620" y="1830"/>
                  <a:pt x="215164" y="8527"/>
                </a:cubicBezTo>
                <a:cubicBezTo>
                  <a:pt x="209298" y="8527"/>
                  <a:pt x="201146" y="8527"/>
                  <a:pt x="182238" y="5179"/>
                </a:cubicBezTo>
                <a:cubicBezTo>
                  <a:pt x="164310" y="2132"/>
                  <a:pt x="152570" y="0"/>
                  <a:pt x="139856" y="0"/>
                </a:cubicBezTo>
                <a:cubicBezTo>
                  <a:pt x="118993" y="0"/>
                  <a:pt x="99433" y="7004"/>
                  <a:pt x="82152" y="16744"/>
                </a:cubicBezTo>
                <a:cubicBezTo>
                  <a:pt x="52813" y="34096"/>
                  <a:pt x="50207" y="51754"/>
                  <a:pt x="50207" y="52056"/>
                </a:cubicBezTo>
                <a:cubicBezTo>
                  <a:pt x="50207" y="52971"/>
                  <a:pt x="50530" y="54494"/>
                  <a:pt x="53142" y="54494"/>
                </a:cubicBezTo>
                <a:cubicBezTo>
                  <a:pt x="59335" y="54494"/>
                  <a:pt x="78894" y="45665"/>
                  <a:pt x="81830" y="37444"/>
                </a:cubicBezTo>
                <a:cubicBezTo>
                  <a:pt x="86068" y="25573"/>
                  <a:pt x="90306" y="18876"/>
                  <a:pt x="112471" y="18876"/>
                </a:cubicBezTo>
                <a:cubicBezTo>
                  <a:pt x="115407" y="18876"/>
                  <a:pt x="124534" y="18876"/>
                  <a:pt x="144094" y="22224"/>
                </a:cubicBezTo>
                <a:cubicBezTo>
                  <a:pt x="160395" y="24965"/>
                  <a:pt x="173762" y="27398"/>
                  <a:pt x="185496" y="27398"/>
                </a:cubicBezTo>
                <a:cubicBezTo>
                  <a:pt x="189411" y="27398"/>
                  <a:pt x="193321" y="27398"/>
                  <a:pt x="196907" y="26483"/>
                </a:cubicBezTo>
                <a:cubicBezTo>
                  <a:pt x="179631" y="45359"/>
                  <a:pt x="164633" y="60885"/>
                  <a:pt x="136269" y="87977"/>
                </a:cubicBezTo>
                <a:lnTo>
                  <a:pt x="103672" y="87977"/>
                </a:lnTo>
                <a:cubicBezTo>
                  <a:pt x="86391" y="87977"/>
                  <a:pt x="83461" y="97113"/>
                  <a:pt x="83461" y="98330"/>
                </a:cubicBezTo>
                <a:cubicBezTo>
                  <a:pt x="83461" y="101065"/>
                  <a:pt x="86391" y="101065"/>
                  <a:pt x="91937" y="101065"/>
                </a:cubicBezTo>
                <a:lnTo>
                  <a:pt x="121600" y="101065"/>
                </a:lnTo>
                <a:cubicBezTo>
                  <a:pt x="119321" y="103499"/>
                  <a:pt x="103995" y="117786"/>
                  <a:pt x="61618" y="153349"/>
                </a:cubicBezTo>
                <a:cubicBezTo>
                  <a:pt x="60967" y="153953"/>
                  <a:pt x="37492" y="173711"/>
                  <a:pt x="10431" y="194997"/>
                </a:cubicBezTo>
                <a:cubicBezTo>
                  <a:pt x="6198" y="198345"/>
                  <a:pt x="0" y="203519"/>
                  <a:pt x="0" y="205651"/>
                </a:cubicBezTo>
                <a:cubicBezTo>
                  <a:pt x="0" y="206562"/>
                  <a:pt x="329" y="207779"/>
                  <a:pt x="2612" y="207779"/>
                </a:cubicBezTo>
                <a:cubicBezTo>
                  <a:pt x="6850" y="207779"/>
                  <a:pt x="13695" y="204736"/>
                  <a:pt x="17933" y="202303"/>
                </a:cubicBezTo>
                <a:cubicBezTo>
                  <a:pt x="23798" y="199256"/>
                  <a:pt x="29344" y="199256"/>
                  <a:pt x="34557" y="199256"/>
                </a:cubicBezTo>
                <a:cubicBezTo>
                  <a:pt x="49227" y="199256"/>
                  <a:pt x="70418" y="201694"/>
                  <a:pt x="85416" y="203213"/>
                </a:cubicBezTo>
                <a:cubicBezTo>
                  <a:pt x="101065" y="205345"/>
                  <a:pt x="122903" y="207779"/>
                  <a:pt x="138881" y="207779"/>
                </a:cubicBezTo>
                <a:cubicBezTo>
                  <a:pt x="162678" y="207779"/>
                  <a:pt x="181909" y="195303"/>
                  <a:pt x="192346" y="186479"/>
                </a:cubicBezTo>
                <a:cubicBezTo>
                  <a:pt x="212228" y="170065"/>
                  <a:pt x="218098" y="148482"/>
                  <a:pt x="218098" y="146661"/>
                </a:cubicBezTo>
                <a:cubicBezTo>
                  <a:pt x="218098" y="144836"/>
                  <a:pt x="216795" y="144534"/>
                  <a:pt x="215164" y="144534"/>
                </a:cubicBezTo>
                <a:cubicBezTo>
                  <a:pt x="208970" y="144534"/>
                  <a:pt x="189411" y="153349"/>
                  <a:pt x="186476" y="162160"/>
                </a:cubicBezTo>
                <a:cubicBezTo>
                  <a:pt x="184521" y="167938"/>
                  <a:pt x="181258" y="178272"/>
                  <a:pt x="171155" y="188908"/>
                </a:cubicBezTo>
                <a:cubicBezTo>
                  <a:pt x="161375" y="188908"/>
                  <a:pt x="149964" y="188908"/>
                  <a:pt x="119973" y="185262"/>
                </a:cubicBezTo>
                <a:cubicBezTo>
                  <a:pt x="103672" y="183436"/>
                  <a:pt x="79223" y="180399"/>
                  <a:pt x="61942" y="180399"/>
                </a:cubicBezTo>
                <a:cubicBezTo>
                  <a:pt x="59987" y="180399"/>
                  <a:pt x="52162" y="180399"/>
                  <a:pt x="45969" y="181616"/>
                </a:cubicBezTo>
                <a:lnTo>
                  <a:pt x="140507" y="10106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100019">
            <a:extLst xmlns:a="http://schemas.openxmlformats.org/drawingml/2006/main">
              <a:ext uri="{FF2B5EF4-FFF2-40B4-BE49-F238E27FC236}">
                <a16:creationId xmlns:a16="http://schemas.microsoft.com/office/drawing/2014/main" id="{523B0F00-16D7-44D6-ADFD-6A05CCCB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401" y="1159480"/>
            <a:ext cx="216790" cy="71317"/>
          </a:xfrm>
          <a:custGeom xmlns:a="http://schemas.openxmlformats.org/drawingml/2006/main">
            <a:pathLst>
              <a:path w="216790" h="71317">
                <a:moveTo>
                  <a:pt x="205706" y="12173"/>
                </a:moveTo>
                <a:cubicBezTo>
                  <a:pt x="210597" y="12173"/>
                  <a:pt x="216790" y="12173"/>
                  <a:pt x="216790" y="6089"/>
                </a:cubicBezTo>
                <a:cubicBezTo>
                  <a:pt x="216790" y="0"/>
                  <a:pt x="210597" y="0"/>
                  <a:pt x="206030" y="0"/>
                </a:cubicBezTo>
                <a:lnTo>
                  <a:pt x="10755" y="0"/>
                </a:lnTo>
                <a:cubicBezTo>
                  <a:pt x="6193" y="0"/>
                  <a:pt x="0" y="0"/>
                  <a:pt x="0" y="6089"/>
                </a:cubicBezTo>
                <a:cubicBezTo>
                  <a:pt x="0" y="12173"/>
                  <a:pt x="6193" y="12173"/>
                  <a:pt x="11083" y="12173"/>
                </a:cubicBezTo>
                <a:lnTo>
                  <a:pt x="205706" y="12173"/>
                </a:lnTo>
                <a:moveTo>
                  <a:pt x="206030" y="71317"/>
                </a:moveTo>
                <a:cubicBezTo>
                  <a:pt x="210597" y="71317"/>
                  <a:pt x="216790" y="71317"/>
                  <a:pt x="216790" y="65228"/>
                </a:cubicBezTo>
                <a:cubicBezTo>
                  <a:pt x="216790" y="59139"/>
                  <a:pt x="210597" y="59139"/>
                  <a:pt x="205706" y="59139"/>
                </a:cubicBezTo>
                <a:lnTo>
                  <a:pt x="11083" y="59139"/>
                </a:lnTo>
                <a:cubicBezTo>
                  <a:pt x="6193" y="59139"/>
                  <a:pt x="0" y="59139"/>
                  <a:pt x="0" y="65228"/>
                </a:cubicBezTo>
                <a:cubicBezTo>
                  <a:pt x="0" y="71317"/>
                  <a:pt x="6193" y="71317"/>
                  <a:pt x="10755" y="71317"/>
                </a:cubicBezTo>
                <a:lnTo>
                  <a:pt x="206030" y="713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100020">
            <a:extLst xmlns:a="http://schemas.openxmlformats.org/drawingml/2006/main">
              <a:ext uri="{FF2B5EF4-FFF2-40B4-BE49-F238E27FC236}">
                <a16:creationId xmlns:a16="http://schemas.microsoft.com/office/drawing/2014/main" id="{6B940F0C-F84F-420C-B2D8-ECF0FCF7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4470" y="1062860"/>
            <a:ext cx="223963" cy="208373"/>
          </a:xfrm>
          <a:custGeom xmlns:a="http://schemas.openxmlformats.org/drawingml/2006/main">
            <a:pathLst>
              <a:path w="223963" h="208373">
                <a:moveTo>
                  <a:pt x="82152" y="112909"/>
                </a:moveTo>
                <a:lnTo>
                  <a:pt x="93887" y="112909"/>
                </a:lnTo>
                <a:lnTo>
                  <a:pt x="142790" y="183436"/>
                </a:lnTo>
                <a:cubicBezTo>
                  <a:pt x="146049" y="188299"/>
                  <a:pt x="153873" y="200157"/>
                  <a:pt x="157460" y="204722"/>
                </a:cubicBezTo>
                <a:cubicBezTo>
                  <a:pt x="159744" y="208373"/>
                  <a:pt x="160719" y="208373"/>
                  <a:pt x="168220" y="208373"/>
                </a:cubicBezTo>
                <a:lnTo>
                  <a:pt x="213208" y="208373"/>
                </a:lnTo>
                <a:cubicBezTo>
                  <a:pt x="219073" y="208373"/>
                  <a:pt x="223963" y="208373"/>
                  <a:pt x="223963" y="202897"/>
                </a:cubicBezTo>
                <a:cubicBezTo>
                  <a:pt x="223963" y="200463"/>
                  <a:pt x="222008" y="198331"/>
                  <a:pt x="219073" y="197723"/>
                </a:cubicBezTo>
                <a:cubicBezTo>
                  <a:pt x="207015" y="195289"/>
                  <a:pt x="191038" y="175225"/>
                  <a:pt x="183213" y="165499"/>
                </a:cubicBezTo>
                <a:cubicBezTo>
                  <a:pt x="180934" y="162462"/>
                  <a:pt x="164633" y="142397"/>
                  <a:pt x="142790" y="109560"/>
                </a:cubicBezTo>
                <a:cubicBezTo>
                  <a:pt x="171807" y="104693"/>
                  <a:pt x="199842" y="93128"/>
                  <a:pt x="199842" y="56914"/>
                </a:cubicBezTo>
                <a:cubicBezTo>
                  <a:pt x="199842" y="14612"/>
                  <a:pt x="151919" y="0"/>
                  <a:pt x="113452" y="0"/>
                </a:cubicBezTo>
                <a:lnTo>
                  <a:pt x="11083" y="0"/>
                </a:lnTo>
                <a:cubicBezTo>
                  <a:pt x="5218" y="0"/>
                  <a:pt x="0" y="0"/>
                  <a:pt x="0" y="5481"/>
                </a:cubicBezTo>
                <a:cubicBezTo>
                  <a:pt x="0" y="10655"/>
                  <a:pt x="6193" y="10655"/>
                  <a:pt x="8805" y="10655"/>
                </a:cubicBezTo>
                <a:cubicBezTo>
                  <a:pt x="27385" y="10655"/>
                  <a:pt x="29016" y="12787"/>
                  <a:pt x="29016" y="28002"/>
                </a:cubicBezTo>
                <a:lnTo>
                  <a:pt x="29016" y="180394"/>
                </a:lnTo>
                <a:cubicBezTo>
                  <a:pt x="29016" y="195596"/>
                  <a:pt x="27385" y="197723"/>
                  <a:pt x="8805" y="197723"/>
                </a:cubicBezTo>
                <a:cubicBezTo>
                  <a:pt x="6193" y="197723"/>
                  <a:pt x="0" y="197723"/>
                  <a:pt x="0" y="202897"/>
                </a:cubicBezTo>
                <a:cubicBezTo>
                  <a:pt x="0" y="208373"/>
                  <a:pt x="5218" y="208373"/>
                  <a:pt x="11083" y="208373"/>
                </a:cubicBezTo>
                <a:lnTo>
                  <a:pt x="100408" y="208373"/>
                </a:lnTo>
                <a:cubicBezTo>
                  <a:pt x="106278" y="208373"/>
                  <a:pt x="111169" y="208373"/>
                  <a:pt x="111169" y="202897"/>
                </a:cubicBezTo>
                <a:cubicBezTo>
                  <a:pt x="111169" y="197723"/>
                  <a:pt x="105627" y="197723"/>
                  <a:pt x="102040" y="197723"/>
                </a:cubicBezTo>
                <a:cubicBezTo>
                  <a:pt x="83456" y="197723"/>
                  <a:pt x="82152" y="195289"/>
                  <a:pt x="82152" y="180394"/>
                </a:cubicBezTo>
                <a:lnTo>
                  <a:pt x="82152" y="112909"/>
                </a:lnTo>
                <a:moveTo>
                  <a:pt x="145073" y="97995"/>
                </a:moveTo>
                <a:cubicBezTo>
                  <a:pt x="154202" y="86737"/>
                  <a:pt x="155177" y="70606"/>
                  <a:pt x="155177" y="57216"/>
                </a:cubicBezTo>
                <a:cubicBezTo>
                  <a:pt x="155177" y="42609"/>
                  <a:pt x="153222" y="26479"/>
                  <a:pt x="142790" y="14003"/>
                </a:cubicBezTo>
                <a:cubicBezTo>
                  <a:pt x="156157" y="16744"/>
                  <a:pt x="188430" y="26177"/>
                  <a:pt x="188430" y="56914"/>
                </a:cubicBezTo>
                <a:cubicBezTo>
                  <a:pt x="188430" y="76695"/>
                  <a:pt x="178651" y="92213"/>
                  <a:pt x="145073" y="97995"/>
                </a:cubicBezTo>
                <a:moveTo>
                  <a:pt x="82152" y="27087"/>
                </a:moveTo>
                <a:cubicBezTo>
                  <a:pt x="82152" y="20696"/>
                  <a:pt x="82152" y="10655"/>
                  <a:pt x="102364" y="10655"/>
                </a:cubicBezTo>
                <a:cubicBezTo>
                  <a:pt x="130076" y="10655"/>
                  <a:pt x="143771" y="21309"/>
                  <a:pt x="143771" y="57216"/>
                </a:cubicBezTo>
                <a:cubicBezTo>
                  <a:pt x="143771" y="96477"/>
                  <a:pt x="133663" y="102255"/>
                  <a:pt x="82152" y="102255"/>
                </a:cubicBezTo>
                <a:lnTo>
                  <a:pt x="82152" y="27087"/>
                </a:lnTo>
                <a:moveTo>
                  <a:pt x="37816" y="197723"/>
                </a:moveTo>
                <a:cubicBezTo>
                  <a:pt x="40427" y="192252"/>
                  <a:pt x="40427" y="183738"/>
                  <a:pt x="40427" y="181003"/>
                </a:cubicBezTo>
                <a:lnTo>
                  <a:pt x="40427" y="27394"/>
                </a:lnTo>
                <a:cubicBezTo>
                  <a:pt x="40427" y="24351"/>
                  <a:pt x="40427" y="16135"/>
                  <a:pt x="37816" y="10655"/>
                </a:cubicBezTo>
                <a:lnTo>
                  <a:pt x="74980" y="10655"/>
                </a:lnTo>
                <a:cubicBezTo>
                  <a:pt x="70742" y="15527"/>
                  <a:pt x="70742" y="21611"/>
                  <a:pt x="70742" y="26177"/>
                </a:cubicBezTo>
                <a:lnTo>
                  <a:pt x="70742" y="181003"/>
                </a:lnTo>
                <a:cubicBezTo>
                  <a:pt x="70742" y="184040"/>
                  <a:pt x="70742" y="192252"/>
                  <a:pt x="73352" y="197723"/>
                </a:cubicBezTo>
                <a:lnTo>
                  <a:pt x="37816" y="197723"/>
                </a:lnTo>
                <a:moveTo>
                  <a:pt x="107253" y="112909"/>
                </a:moveTo>
                <a:cubicBezTo>
                  <a:pt x="109537" y="112607"/>
                  <a:pt x="110840" y="112301"/>
                  <a:pt x="113452" y="112301"/>
                </a:cubicBezTo>
                <a:cubicBezTo>
                  <a:pt x="118341" y="112301"/>
                  <a:pt x="125509" y="111692"/>
                  <a:pt x="130404" y="111084"/>
                </a:cubicBezTo>
                <a:cubicBezTo>
                  <a:pt x="135294" y="118380"/>
                  <a:pt x="170498" y="172489"/>
                  <a:pt x="197559" y="197723"/>
                </a:cubicBezTo>
                <a:lnTo>
                  <a:pt x="165936" y="197723"/>
                </a:lnTo>
                <a:lnTo>
                  <a:pt x="107253" y="1129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100021">
            <a:extLst xmlns:a="http://schemas.openxmlformats.org/drawingml/2006/main">
              <a:ext uri="{FF2B5EF4-FFF2-40B4-BE49-F238E27FC236}">
                <a16:creationId xmlns:a16="http://schemas.microsoft.com/office/drawing/2014/main" id="{53BFE4BC-D1F5-4FC2-926A-676AA4F3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251" y="1020927"/>
            <a:ext cx="116382" cy="139827"/>
          </a:xfrm>
          <a:custGeom xmlns:a="http://schemas.openxmlformats.org/drawingml/2006/main">
            <a:pathLst>
              <a:path w="116382" h="139827">
                <a:moveTo>
                  <a:pt x="116382" y="91238"/>
                </a:moveTo>
                <a:lnTo>
                  <a:pt x="102008" y="91238"/>
                </a:lnTo>
                <a:cubicBezTo>
                  <a:pt x="101552" y="93796"/>
                  <a:pt x="99497" y="108931"/>
                  <a:pt x="95388" y="109786"/>
                </a:cubicBezTo>
                <a:cubicBezTo>
                  <a:pt x="90596" y="110637"/>
                  <a:pt x="76905" y="110637"/>
                  <a:pt x="71654" y="110637"/>
                </a:cubicBezTo>
                <a:lnTo>
                  <a:pt x="40392" y="110637"/>
                </a:lnTo>
                <a:cubicBezTo>
                  <a:pt x="52942" y="101898"/>
                  <a:pt x="65720" y="93156"/>
                  <a:pt x="78956" y="85269"/>
                </a:cubicBezTo>
                <a:cubicBezTo>
                  <a:pt x="97443" y="74182"/>
                  <a:pt x="116382" y="62884"/>
                  <a:pt x="116382" y="41566"/>
                </a:cubicBezTo>
                <a:cubicBezTo>
                  <a:pt x="116382" y="15983"/>
                  <a:pt x="90596" y="0"/>
                  <a:pt x="54313" y="0"/>
                </a:cubicBezTo>
                <a:cubicBezTo>
                  <a:pt x="23277" y="0"/>
                  <a:pt x="0" y="11295"/>
                  <a:pt x="0" y="31546"/>
                </a:cubicBezTo>
                <a:cubicBezTo>
                  <a:pt x="0" y="43910"/>
                  <a:pt x="10724" y="48387"/>
                  <a:pt x="17571" y="48387"/>
                </a:cubicBezTo>
                <a:cubicBezTo>
                  <a:pt x="25788" y="48387"/>
                  <a:pt x="35371" y="43059"/>
                  <a:pt x="35371" y="31761"/>
                </a:cubicBezTo>
                <a:cubicBezTo>
                  <a:pt x="35371" y="21526"/>
                  <a:pt x="26927" y="17264"/>
                  <a:pt x="26244" y="17049"/>
                </a:cubicBezTo>
                <a:cubicBezTo>
                  <a:pt x="34459" y="12146"/>
                  <a:pt x="44957" y="11935"/>
                  <a:pt x="47694" y="11935"/>
                </a:cubicBezTo>
                <a:cubicBezTo>
                  <a:pt x="67093" y="11935"/>
                  <a:pt x="82382" y="23444"/>
                  <a:pt x="82382" y="41781"/>
                </a:cubicBezTo>
                <a:cubicBezTo>
                  <a:pt x="82382" y="58196"/>
                  <a:pt x="70516" y="71838"/>
                  <a:pt x="57280" y="82710"/>
                </a:cubicBezTo>
                <a:lnTo>
                  <a:pt x="2967" y="127683"/>
                </a:lnTo>
                <a:cubicBezTo>
                  <a:pt x="226" y="130239"/>
                  <a:pt x="0" y="130453"/>
                  <a:pt x="0" y="134716"/>
                </a:cubicBezTo>
                <a:lnTo>
                  <a:pt x="0" y="139827"/>
                </a:lnTo>
                <a:lnTo>
                  <a:pt x="108623" y="139827"/>
                </a:lnTo>
                <a:lnTo>
                  <a:pt x="116382" y="91238"/>
                </a:lnTo>
              </a:path>
            </a:pathLst>
          </a:custGeom>
          <a:solidFill xmlns:a="http://schemas.openxmlformats.org/drawingml/2006/main">
            <a:srgbClr val="598BE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32420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2026-10-09T20:37:41.3540000Z</dcterms:created>
  <dcterms:modified xsi:type="dcterms:W3CDTF">2026-10-09T20:37:41.3540000Z</dcterms:modified>
</coreProperties>
</file>