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bd58c4677b4448" /><Relationship Type="http://schemas.openxmlformats.org/officeDocument/2006/relationships/extended-properties" Target="/docProps/app.xml" Id="R4e00bcf74f434e58" /><Relationship Type="http://schemas.openxmlformats.org/officeDocument/2006/relationships/officeDocument" Target="/ppt/presentation.xml" Id="R4c573a135359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b63c6d51d4375"/>
  </p:sldMasterIdLst>
  <p:notesMasterIdLst>
    <p:notesMasterId xmlns:r="http://schemas.openxmlformats.org/officeDocument/2006/relationships" r:id="Re3e1c6f722fc40d7"/>
  </p:notesMasterIdLst>
  <p:sldIdLst>
    <p:sldId xmlns:r="http://schemas.openxmlformats.org/officeDocument/2006/relationships" id="256" r:id="R98623efa68d3456d"/>
  </p:sldIdLst>
  <p:sldSz cx="11763375" cy="5810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1e5f006b764e03" /><Relationship Type="http://schemas.openxmlformats.org/officeDocument/2006/relationships/slideMaster" Target="/ppt/slideMasters/slideMaster1.xml" Id="R5e1b63c6d51d4375" /><Relationship Type="http://schemas.openxmlformats.org/officeDocument/2006/relationships/notesMaster" Target="/ppt/notesMasters/notesMaster1.xml" Id="Re3e1c6f722fc40d7" /><Relationship Type="http://schemas.openxmlformats.org/officeDocument/2006/relationships/presProps" Target="/ppt/presProps.xml" Id="Rc320a070e49243ac" /><Relationship Type="http://schemas.openxmlformats.org/officeDocument/2006/relationships/tableStyles" Target="/ppt/tableStyles.xml" Id="R95e16cd955fa4647" /><Relationship Type="http://schemas.openxmlformats.org/officeDocument/2006/relationships/slide" Target="/ppt/slides/slide1.xml" Id="R98623efa68d3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0e33730644a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efe8baa5bf418c" /><Relationship Type="http://schemas.openxmlformats.org/officeDocument/2006/relationships/notesMaster" Target="/ppt/notesMasters/notesMaster1.xml" Id="R4a12257c899342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"CurricuLLM: Automatic Task Curricula Design for Learning Complex Robot Skills Using Large Language Models",</a:t>
            </a:r>
          </a:p>
          <a:p xmlns:a="http://schemas.openxmlformats.org/drawingml/2006/main">
            <a:r>
              <a:t>  "paper_url": "https://arxiv.org/pdf/2409.18382v2",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"Original curriculum design, task code sampling, policy fine-tuning and selection workflow. Panels, connectors, ordinary labels and example code are native; three small source icons and three robot policy observations remain separate raster images.",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"4a8066640ce00705b2677e548ff5196bd4a1221ecf099e357fb834033a10a142",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312,</a:t>
            </a:r>
          </a:p>
          <a:p xmlns:a="http://schemas.openxmlformats.org/drawingml/2006/main">
            <a:r>
              <a:t>    157,</a:t>
            </a:r>
          </a:p>
          <a:p xmlns:a="http://schemas.openxmlformats.org/drawingml/2006/main">
            <a:r>
              <a:t>    559,</a:t>
            </a:r>
          </a:p>
          <a:p xmlns:a="http://schemas.openxmlformats.org/drawingml/2006/main">
            <a:r>
              <a:t>    279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"8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21",</a:t>
            </a:r>
          </a:p>
          <a:p xmlns:a="http://schemas.openxmlformats.org/drawingml/2006/main">
            <a:r>
              <a:t>    "path partially intersects raster inset: 36"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"text_repairs": "SourceCodePro code excerpt remains live monospaced Courier New text; ordinary source labels remain live Arial."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3ea249d6e4a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2d7b02af74f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2bba7c1b546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954a3f58043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bae480c0742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f44f4943148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F9038B-833C-42A1-A335-F2B69514C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76338" y="2194983"/>
            <a:ext cx="9410700" cy="839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B3D427-3403-4D3D-82CC-7CDE569A93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64506" y="3195638"/>
            <a:ext cx="8234363" cy="64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3D4C6D-9A5A-4BDC-B94F-4A08DEB14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76338" y="2420938"/>
            <a:ext cx="9410700" cy="96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8437C-EC0B-4089-AF7B-FE57D5DFD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1690" y="451908"/>
            <a:ext cx="10439995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290416-5A2C-4AD2-A780-E6DE8B6FC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1690" y="1613958"/>
            <a:ext cx="10439995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1FAB31-886F-4F1E-9FA3-57435F4C1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1690" y="451908"/>
            <a:ext cx="10439995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BA6E3E-DCB8-4E41-B59B-67723E23F2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1690" y="1613958"/>
            <a:ext cx="4852392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37012E-BDE4-48CF-8044-0E3B8D87B8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49293" y="1613958"/>
            <a:ext cx="4852392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F12D75-FB7A-42FE-A1BA-5C05CEA54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1690" y="451908"/>
            <a:ext cx="10439995" cy="710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01A7BB-410C-48B4-8453-2FB61792D5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1690" y="1613958"/>
            <a:ext cx="4852392" cy="361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0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36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1pPr>
            <a:lvl2pPr marL="4519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2pPr>
            <a:lvl3pPr marL="7101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3pPr>
            <a:lvl4pPr marL="9683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4pPr>
            <a:lvl5pPr marL="12266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5pPr>
            <a:lvl6pPr marL="14848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6pPr>
            <a:lvl7pPr marL="1743075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7pPr>
            <a:lvl8pPr marL="2001308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8pPr>
            <a:lvl9pPr marL="2259542" indent="-193675">
              <a:lnSpc>
                <a:spcPct val="110000"/>
              </a:lnSpc>
              <a:spcBef>
                <a:spcPts val="0"/>
              </a:spcBef>
              <a:spcAft>
                <a:spcPts val="101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f1497ea4a14c1a" /><Relationship Type="http://schemas.openxmlformats.org/officeDocument/2006/relationships/slideLayout" Target="/ppt/slideLayouts/slideLayout1.xml" Id="R4787b7da46884efe" /><Relationship Type="http://schemas.openxmlformats.org/officeDocument/2006/relationships/slideLayout" Target="/ppt/slideLayouts/slideLayout2.xml" Id="Rd2d4e93c412e4730" /><Relationship Type="http://schemas.openxmlformats.org/officeDocument/2006/relationships/slideLayout" Target="/ppt/slideLayouts/slideLayout3.xml" Id="Rbd9b44b87a48401c" /><Relationship Type="http://schemas.openxmlformats.org/officeDocument/2006/relationships/slideLayout" Target="/ppt/slideLayouts/slideLayout4.xml" Id="R47eadc4d89784a6a" /><Relationship Type="http://schemas.openxmlformats.org/officeDocument/2006/relationships/slideLayout" Target="/ppt/slideLayouts/slideLayout5.xml" Id="Rbad5d8f4ece8437d" /><Relationship Type="http://schemas.openxmlformats.org/officeDocument/2006/relationships/slideLayout" Target="/ppt/slideLayouts/slideLayout6.xml" Id="R7e51a82eb83242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7b7da46884efe"/>
    <p:sldLayoutId xmlns:r="http://schemas.openxmlformats.org/officeDocument/2006/relationships" id="2147483650" r:id="Rd2d4e93c412e4730"/>
    <p:sldLayoutId xmlns:r="http://schemas.openxmlformats.org/officeDocument/2006/relationships" id="2147483651" r:id="Rbd9b44b87a48401c"/>
    <p:sldLayoutId xmlns:r="http://schemas.openxmlformats.org/officeDocument/2006/relationships" id="2147483652" r:id="R47eadc4d89784a6a"/>
    <p:sldLayoutId xmlns:r="http://schemas.openxmlformats.org/officeDocument/2006/relationships" id="2147483653" r:id="Rbad5d8f4ece8437d"/>
    <p:sldLayoutId xmlns:r="http://schemas.openxmlformats.org/officeDocument/2006/relationships" id="2147483654" r:id="R7e51a82eb83242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ce340c0f5422d" /><Relationship Type="http://schemas.openxmlformats.org/officeDocument/2006/relationships/image" Target="/ppt/media/image.png" Id="Rdc727731053245cc" /><Relationship Type="http://schemas.openxmlformats.org/officeDocument/2006/relationships/image" Target="/ppt/media/image2.png" Id="R3594ae85c1344a63" /><Relationship Type="http://schemas.openxmlformats.org/officeDocument/2006/relationships/image" Target="/ppt/media/image3.png" Id="R99349c2d9a2b4d04" /><Relationship Type="http://schemas.openxmlformats.org/officeDocument/2006/relationships/image" Target="/ppt/media/image4.png" Id="R9db147a5554e4d86" /><Relationship Type="http://schemas.openxmlformats.org/officeDocument/2006/relationships/image" Target="/ppt/media/image5.png" Id="R860d7823d8e74353" /><Relationship Type="http://schemas.openxmlformats.org/officeDocument/2006/relationships/image" Target="/ppt/media/image6.png" Id="Rff07ddfb989b42b1" /><Relationship Type="http://schemas.openxmlformats.org/officeDocument/2006/relationships/notesSlide" Target="/ppt/notesSlides/notesSlide1.xml" Id="R6f61d262b4cd45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7C8BD2EB-228A-45F8-B06D-64136C63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05" y="239881"/>
            <a:ext cx="4061752" cy="1677870"/>
          </a:xfrm>
          <a:custGeom xmlns:a="http://schemas.openxmlformats.org/drawingml/2006/main">
            <a:pathLst>
              <a:path w="4061752" h="1677870">
                <a:moveTo>
                  <a:pt x="0" y="108357"/>
                </a:moveTo>
                <a:lnTo>
                  <a:pt x="0" y="108357"/>
                </a:lnTo>
                <a:cubicBezTo>
                  <a:pt x="0" y="48513"/>
                  <a:pt x="48513" y="0"/>
                  <a:pt x="108357" y="0"/>
                </a:cubicBezTo>
                <a:lnTo>
                  <a:pt x="3953395" y="0"/>
                </a:lnTo>
                <a:cubicBezTo>
                  <a:pt x="3982133" y="0"/>
                  <a:pt x="4009694" y="11416"/>
                  <a:pt x="4030016" y="31737"/>
                </a:cubicBezTo>
                <a:cubicBezTo>
                  <a:pt x="4050336" y="52058"/>
                  <a:pt x="4061752" y="79619"/>
                  <a:pt x="4061752" y="108357"/>
                </a:cubicBezTo>
                <a:lnTo>
                  <a:pt x="4061752" y="1569513"/>
                </a:lnTo>
                <a:cubicBezTo>
                  <a:pt x="4061752" y="1629357"/>
                  <a:pt x="4013239" y="1677870"/>
                  <a:pt x="3953395" y="1677870"/>
                </a:cubicBezTo>
                <a:lnTo>
                  <a:pt x="108357" y="1677870"/>
                </a:lnTo>
                <a:cubicBezTo>
                  <a:pt x="48513" y="1677870"/>
                  <a:pt x="0" y="1629357"/>
                  <a:pt x="0" y="1569513"/>
                </a:cubicBezTo>
                <a:lnTo>
                  <a:pt x="0" y="108357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12579">
            <a:solidFill>
              <a:srgbClr val="999999"/>
            </a:solidFill>
            <a:prstDash val="solid"/>
          </a:ln>
        </p:spPr>
      </p:sp>
      <p:sp>
        <p:nvSpPr>
          <p:cNvPr id="2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1A5FE0D3-3D87-4933-BDF5-2FF0C8D1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52" y="441184"/>
            <a:ext cx="2837722" cy="268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Design a curriculum for </a:t>
            </a:r>
          </a:p>
        </p:txBody>
      </p:sp>
      <p:sp>
        <p:nvSpPr>
          <p:cNvPr id="3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3E46DE0E-6D0B-4E2A-A9ED-DDAD1F24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52" y="768239"/>
            <a:ext cx="2612089" cy="268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humanoid locomotion</a:t>
            </a:r>
          </a:p>
        </p:txBody>
      </p:sp>
      <p:sp>
        <p:nvSpPr>
          <p:cNvPr id="4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4DEBD1A7-284A-4A59-9E97-247F2BA8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52" y="1282473"/>
            <a:ext cx="3724324" cy="201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Prompts: Environment Description, Robot </a:t>
            </a:r>
          </a:p>
        </p:txBody>
      </p:sp>
      <p:sp>
        <p:nvSpPr>
          <p:cNvPr id="5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424830E3-D3F2-40A1-AA61-7FF22E44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52" y="1521475"/>
            <a:ext cx="3431360" cy="201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Description, Target Task Description, …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AF208-D8FA-449C-BE07-8D6F2BF2D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277310532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2174" y="375048"/>
            <a:ext cx="472063" cy="472062"/>
          </a:xfrm>
          <a:prstGeom xmlns:a="http://schemas.openxmlformats.org/drawingml/2006/main" prst="rect">
            <a:avLst/>
          </a:prstGeom>
        </p:spPr>
      </p:pic>
      <p:sp>
        <p:nvSpPr>
          <p:cNvPr id="7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3C880B73-48AA-4060-80C5-461C9581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2174" y="375048"/>
            <a:ext cx="472063" cy="472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pdf-path-30">
            <a:extLst xmlns:a="http://schemas.openxmlformats.org/drawingml/2006/main">
              <a:ext uri="{FF2B5EF4-FFF2-40B4-BE49-F238E27FC236}">
                <a16:creationId xmlns:a16="http://schemas.microsoft.com/office/drawing/2014/main" id="{F0725581-62D2-45BA-8FF2-6538E9B5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1813" y="119802"/>
            <a:ext cx="6783413" cy="3396944"/>
          </a:xfrm>
          <a:custGeom xmlns:a="http://schemas.openxmlformats.org/drawingml/2006/main">
            <a:pathLst>
              <a:path w="6783413" h="3396944">
                <a:moveTo>
                  <a:pt x="0" y="297538"/>
                </a:moveTo>
                <a:lnTo>
                  <a:pt x="0" y="297538"/>
                </a:lnTo>
                <a:cubicBezTo>
                  <a:pt x="0" y="133212"/>
                  <a:pt x="133213" y="0"/>
                  <a:pt x="297539" y="0"/>
                </a:cubicBezTo>
                <a:lnTo>
                  <a:pt x="6485873" y="0"/>
                </a:lnTo>
                <a:cubicBezTo>
                  <a:pt x="6564787" y="0"/>
                  <a:pt x="6640465" y="31348"/>
                  <a:pt x="6696264" y="87147"/>
                </a:cubicBezTo>
                <a:cubicBezTo>
                  <a:pt x="6752066" y="142946"/>
                  <a:pt x="6783413" y="218626"/>
                  <a:pt x="6783413" y="297538"/>
                </a:cubicBezTo>
                <a:lnTo>
                  <a:pt x="6783413" y="3099405"/>
                </a:lnTo>
                <a:cubicBezTo>
                  <a:pt x="6783413" y="3263731"/>
                  <a:pt x="6650200" y="3396944"/>
                  <a:pt x="6485873" y="3396944"/>
                </a:cubicBezTo>
                <a:lnTo>
                  <a:pt x="297539" y="3396944"/>
                </a:lnTo>
                <a:cubicBezTo>
                  <a:pt x="133213" y="3396944"/>
                  <a:pt x="0" y="3263731"/>
                  <a:pt x="0" y="3099405"/>
                </a:cubicBezTo>
                <a:lnTo>
                  <a:pt x="0" y="297538"/>
                </a:lnTo>
              </a:path>
            </a:pathLst>
          </a:custGeom>
          <a:solidFill xmlns:a="http://schemas.openxmlformats.org/drawingml/2006/main">
            <a:srgbClr val="FFF2CC">
              <a:alpha val="20000"/>
            </a:srgbClr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9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D67707D1-5893-46F8-A55D-F111CA7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2170" y="369505"/>
            <a:ext cx="5024119" cy="268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Sequential Training throughout Curriculum</a:t>
            </a:r>
          </a:p>
        </p:txBody>
      </p:sp>
      <p:sp>
        <p:nvSpPr>
          <p:cNvPr id="10" name="pdf-path-33">
            <a:extLst xmlns:a="http://schemas.openxmlformats.org/drawingml/2006/main">
              <a:ext uri="{FF2B5EF4-FFF2-40B4-BE49-F238E27FC236}">
                <a16:creationId xmlns:a16="http://schemas.microsoft.com/office/drawing/2014/main" id="{C5EEAF92-074E-4453-95F8-64606B7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8130" y="936286"/>
            <a:ext cx="2687185" cy="509502"/>
          </a:xfrm>
          <a:custGeom xmlns:a="http://schemas.openxmlformats.org/drawingml/2006/main">
            <a:pathLst>
              <a:path w="2687185" h="509502">
                <a:moveTo>
                  <a:pt x="0" y="84919"/>
                </a:moveTo>
                <a:lnTo>
                  <a:pt x="0" y="84919"/>
                </a:lnTo>
                <a:cubicBezTo>
                  <a:pt x="0" y="38019"/>
                  <a:pt x="38021" y="0"/>
                  <a:pt x="84919" y="0"/>
                </a:cubicBezTo>
                <a:lnTo>
                  <a:pt x="2602266" y="0"/>
                </a:lnTo>
                <a:cubicBezTo>
                  <a:pt x="2624790" y="0"/>
                  <a:pt x="2646388" y="8947"/>
                  <a:pt x="2662314" y="24872"/>
                </a:cubicBezTo>
                <a:cubicBezTo>
                  <a:pt x="2678238" y="40798"/>
                  <a:pt x="2687185" y="62397"/>
                  <a:pt x="2687185" y="84919"/>
                </a:cubicBezTo>
                <a:lnTo>
                  <a:pt x="2687185" y="424583"/>
                </a:lnTo>
                <a:cubicBezTo>
                  <a:pt x="2687185" y="471483"/>
                  <a:pt x="2649167" y="509502"/>
                  <a:pt x="2602266" y="509502"/>
                </a:cubicBezTo>
                <a:lnTo>
                  <a:pt x="84919" y="509502"/>
                </a:lnTo>
                <a:cubicBezTo>
                  <a:pt x="38021" y="509502"/>
                  <a:pt x="0" y="471483"/>
                  <a:pt x="0" y="424583"/>
                </a:cubicBezTo>
                <a:lnTo>
                  <a:pt x="0" y="84919"/>
                </a:lnTo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12579">
            <a:solidFill>
              <a:srgbClr val="9900FF"/>
            </a:solidFill>
            <a:prstDash val="solid"/>
          </a:ln>
        </p:spPr>
      </p:sp>
      <p:sp>
        <p:nvSpPr>
          <p:cNvPr id="11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F9EBFFA0-C295-4E68-9A4C-07F7715F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9168" y="1101977"/>
            <a:ext cx="1843757" cy="23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Fine-tuning Policy</a:t>
            </a:r>
          </a:p>
        </p:txBody>
      </p:sp>
      <p:sp>
        <p:nvSpPr>
          <p:cNvPr id="12" name="pdf-path-36">
            <a:extLst xmlns:a="http://schemas.openxmlformats.org/drawingml/2006/main">
              <a:ext uri="{FF2B5EF4-FFF2-40B4-BE49-F238E27FC236}">
                <a16:creationId xmlns:a16="http://schemas.microsoft.com/office/drawing/2014/main" id="{FFC7E9AB-3D56-4F7E-AF23-D7F20EAA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3416" y="846945"/>
            <a:ext cx="3009719" cy="1677870"/>
          </a:xfrm>
          <a:custGeom xmlns:a="http://schemas.openxmlformats.org/drawingml/2006/main">
            <a:pathLst>
              <a:path w="3009719" h="1677870">
                <a:moveTo>
                  <a:pt x="0" y="121881"/>
                </a:moveTo>
                <a:lnTo>
                  <a:pt x="0" y="121881"/>
                </a:lnTo>
                <a:cubicBezTo>
                  <a:pt x="0" y="54568"/>
                  <a:pt x="54568" y="0"/>
                  <a:pt x="121881" y="0"/>
                </a:cubicBezTo>
                <a:lnTo>
                  <a:pt x="2887838" y="0"/>
                </a:lnTo>
                <a:cubicBezTo>
                  <a:pt x="2920163" y="0"/>
                  <a:pt x="2951164" y="12842"/>
                  <a:pt x="2974021" y="35698"/>
                </a:cubicBezTo>
                <a:cubicBezTo>
                  <a:pt x="2996878" y="58555"/>
                  <a:pt x="3009719" y="89556"/>
                  <a:pt x="3009719" y="121881"/>
                </a:cubicBezTo>
                <a:lnTo>
                  <a:pt x="3009719" y="1555990"/>
                </a:lnTo>
                <a:cubicBezTo>
                  <a:pt x="3009719" y="1623302"/>
                  <a:pt x="2955151" y="1677870"/>
                  <a:pt x="2887838" y="1677870"/>
                </a:cubicBezTo>
                <a:lnTo>
                  <a:pt x="121881" y="1677870"/>
                </a:lnTo>
                <a:cubicBezTo>
                  <a:pt x="54568" y="1677870"/>
                  <a:pt x="0" y="1623302"/>
                  <a:pt x="0" y="1555990"/>
                </a:cubicBezTo>
                <a:lnTo>
                  <a:pt x="0" y="121881"/>
                </a:lnTo>
              </a:path>
            </a:pathLst>
          </a:custGeom>
          <a:solidFill xmlns:a="http://schemas.openxmlformats.org/drawingml/2006/main">
            <a:srgbClr val="47BF26">
              <a:alpha val="20000"/>
            </a:srgbClr>
          </a:solidFill>
          <a:ln xmlns:a="http://schemas.openxmlformats.org/drawingml/2006/main" w="12579">
            <a:solidFill>
              <a:srgbClr val="47BF26"/>
            </a:solidFill>
            <a:prstDash val="solid"/>
          </a:ln>
        </p:spPr>
      </p:sp>
      <p:sp>
        <p:nvSpPr>
          <p:cNvPr id="13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4E56FA2B-2FCC-463E-92A2-82D005AD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2325" y="975225"/>
            <a:ext cx="705567" cy="201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(Step 2)</a:t>
            </a:r>
          </a:p>
        </p:txBody>
      </p:sp>
      <p:sp>
        <p:nvSpPr>
          <p:cNvPr id="14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09D9C067-C978-44B2-BD01-C5A03A7F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2325" y="1221271"/>
            <a:ext cx="2132078" cy="23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Code Sampling</a:t>
            </a:r>
          </a:p>
        </p:txBody>
      </p:sp>
      <p:sp>
        <p:nvSpPr>
          <p:cNvPr id="15" name="pdf-path-40">
            <a:extLst xmlns:a="http://schemas.openxmlformats.org/drawingml/2006/main">
              <a:ext uri="{FF2B5EF4-FFF2-40B4-BE49-F238E27FC236}">
                <a16:creationId xmlns:a16="http://schemas.microsoft.com/office/drawing/2014/main" id="{BEE387B9-762F-4426-98BD-B1E261B7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2290" y="1614281"/>
            <a:ext cx="2411960" cy="817779"/>
          </a:xfrm>
          <a:custGeom xmlns:a="http://schemas.openxmlformats.org/drawingml/2006/main">
            <a:pathLst>
              <a:path w="2411960" h="817779">
                <a:moveTo>
                  <a:pt x="20" y="20"/>
                </a:moveTo>
                <a:lnTo>
                  <a:pt x="20" y="20"/>
                </a:lnTo>
                <a:cubicBezTo>
                  <a:pt x="20" y="9"/>
                  <a:pt x="29" y="0"/>
                  <a:pt x="39" y="0"/>
                </a:cubicBezTo>
                <a:lnTo>
                  <a:pt x="2411940" y="20"/>
                </a:lnTo>
                <a:cubicBezTo>
                  <a:pt x="2411946" y="20"/>
                  <a:pt x="2411950" y="23"/>
                  <a:pt x="2411955" y="26"/>
                </a:cubicBezTo>
                <a:cubicBezTo>
                  <a:pt x="2411957" y="31"/>
                  <a:pt x="2411960" y="36"/>
                  <a:pt x="2411960" y="41"/>
                </a:cubicBezTo>
                <a:lnTo>
                  <a:pt x="2411940" y="817760"/>
                </a:lnTo>
                <a:cubicBezTo>
                  <a:pt x="2411940" y="817771"/>
                  <a:pt x="2411931" y="817779"/>
                  <a:pt x="2411920" y="817779"/>
                </a:cubicBezTo>
                <a:lnTo>
                  <a:pt x="20" y="817760"/>
                </a:lnTo>
                <a:cubicBezTo>
                  <a:pt x="9" y="817760"/>
                  <a:pt x="0" y="817750"/>
                  <a:pt x="0" y="817739"/>
                </a:cubicBezTo>
                <a:lnTo>
                  <a:pt x="20" y="20"/>
                </a:lnTo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12579">
            <a:solidFill>
              <a:srgbClr val="47BF26"/>
            </a:solidFill>
            <a:prstDash val="solid"/>
          </a:ln>
        </p:spPr>
      </p:sp>
      <p:sp>
        <p:nvSpPr>
          <p:cNvPr id="16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F26A69BE-5B21-48F4-89E4-3CB619F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522" y="1688391"/>
            <a:ext cx="2093159" cy="13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def compute_rewards(self):</a:t>
            </a:r>
          </a:p>
        </p:txBody>
      </p:sp>
      <p:sp>
        <p:nvSpPr>
          <p:cNvPr id="17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291A10E4-27CC-4FCC-AEDD-B8760723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522" y="1851920"/>
            <a:ext cx="1610123" cy="13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# balance reward</a:t>
            </a:r>
          </a:p>
        </p:txBody>
      </p:sp>
      <p:sp>
        <p:nvSpPr>
          <p:cNvPr id="18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78E87DD2-B18F-4B3A-BB00-16739603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522" y="2015447"/>
            <a:ext cx="402532" cy="13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…</a:t>
            </a:r>
          </a:p>
        </p:txBody>
      </p:sp>
      <p:sp>
        <p:nvSpPr>
          <p:cNvPr id="19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D8FF732A-B484-4FCE-B521-3DD8B447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522" y="2178975"/>
            <a:ext cx="1771135" cy="134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057" b="0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   # velocity reward </a:t>
            </a:r>
          </a:p>
        </p:txBody>
      </p:sp>
      <p:sp>
        <p:nvSpPr>
          <p:cNvPr id="20" name="pdf-path-46">
            <a:extLst xmlns:a="http://schemas.openxmlformats.org/drawingml/2006/main">
              <a:ext uri="{FF2B5EF4-FFF2-40B4-BE49-F238E27FC236}">
                <a16:creationId xmlns:a16="http://schemas.microsoft.com/office/drawing/2014/main" id="{9095E5E9-CA6B-4365-A897-59F07C37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5249" y="828935"/>
            <a:ext cx="467562" cy="509435"/>
          </a:xfrm>
          <a:custGeom xmlns:a="http://schemas.openxmlformats.org/drawingml/2006/main">
            <a:pathLst>
              <a:path w="467562" h="509435">
                <a:moveTo>
                  <a:pt x="0" y="0"/>
                </a:moveTo>
                <a:lnTo>
                  <a:pt x="467562" y="0"/>
                </a:lnTo>
                <a:lnTo>
                  <a:pt x="467562" y="509435"/>
                </a:lnTo>
                <a:lnTo>
                  <a:pt x="0" y="50943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30076-45CC-41AD-8247-17B4289EF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4ae85c1344a63"/>
          <a:srcRect xmlns:a="http://schemas.openxmlformats.org/drawingml/2006/main" l="439" t="0" r="4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5249" y="828935"/>
            <a:ext cx="467560" cy="509435"/>
          </a:xfrm>
          <a:prstGeom xmlns:a="http://schemas.openxmlformats.org/drawingml/2006/main" prst="rect">
            <a:avLst/>
          </a:prstGeom>
        </p:spPr>
      </p:pic>
      <p:sp>
        <p:nvSpPr>
          <p:cNvPr id="22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D4F362F3-D112-4890-9676-E118FAA8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5249" y="828935"/>
            <a:ext cx="467560" cy="509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pdf-path-48">
            <a:extLst xmlns:a="http://schemas.openxmlformats.org/drawingml/2006/main">
              <a:ext uri="{FF2B5EF4-FFF2-40B4-BE49-F238E27FC236}">
                <a16:creationId xmlns:a16="http://schemas.microsoft.com/office/drawing/2014/main" id="{3816F825-A2AE-4A94-A692-A8BBC445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3194" y="1707406"/>
            <a:ext cx="2937052" cy="1708774"/>
          </a:xfrm>
          <a:custGeom xmlns:a="http://schemas.openxmlformats.org/drawingml/2006/main">
            <a:pathLst>
              <a:path w="2937052" h="1708774">
                <a:moveTo>
                  <a:pt x="0" y="166914"/>
                </a:moveTo>
                <a:lnTo>
                  <a:pt x="0" y="166914"/>
                </a:lnTo>
                <a:cubicBezTo>
                  <a:pt x="0" y="74729"/>
                  <a:pt x="74729" y="0"/>
                  <a:pt x="166913" y="0"/>
                </a:cubicBezTo>
                <a:lnTo>
                  <a:pt x="2770141" y="0"/>
                </a:lnTo>
                <a:cubicBezTo>
                  <a:pt x="2814408" y="0"/>
                  <a:pt x="2856862" y="17586"/>
                  <a:pt x="2888165" y="48888"/>
                </a:cubicBezTo>
                <a:cubicBezTo>
                  <a:pt x="2919466" y="80190"/>
                  <a:pt x="2937052" y="122645"/>
                  <a:pt x="2937052" y="166914"/>
                </a:cubicBezTo>
                <a:lnTo>
                  <a:pt x="2937052" y="1541861"/>
                </a:lnTo>
                <a:cubicBezTo>
                  <a:pt x="2937052" y="1634044"/>
                  <a:pt x="2862324" y="1708774"/>
                  <a:pt x="2770141" y="1708774"/>
                </a:cubicBezTo>
                <a:lnTo>
                  <a:pt x="166913" y="1708774"/>
                </a:lnTo>
                <a:cubicBezTo>
                  <a:pt x="74729" y="1708774"/>
                  <a:pt x="0" y="1634044"/>
                  <a:pt x="0" y="1541861"/>
                </a:cubicBezTo>
                <a:lnTo>
                  <a:pt x="0" y="166914"/>
                </a:lnTo>
              </a:path>
            </a:pathLst>
          </a:custGeom>
          <a:solidFill xmlns:a="http://schemas.openxmlformats.org/drawingml/2006/main">
            <a:srgbClr val="47BF26">
              <a:alpha val="20000"/>
            </a:srgbClr>
          </a:solidFill>
          <a:ln xmlns:a="http://schemas.openxmlformats.org/drawingml/2006/main" w="12579">
            <a:solidFill>
              <a:srgbClr val="47BF26"/>
            </a:solidFill>
            <a:prstDash val="solid"/>
          </a:ln>
        </p:spPr>
      </p:sp>
      <p:sp>
        <p:nvSpPr>
          <p:cNvPr id="2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615E1174-2C59-40CC-8B41-5C5E51FF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5293" y="1848876"/>
            <a:ext cx="705567" cy="201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(Step 3)</a:t>
            </a:r>
          </a:p>
        </p:txBody>
      </p:sp>
      <p:sp>
        <p:nvSpPr>
          <p:cNvPr id="25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E19B619C-415C-42FB-AD76-CC39EBDC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5293" y="2094922"/>
            <a:ext cx="2524381" cy="23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Optimal Policy Selection</a:t>
            </a:r>
          </a:p>
        </p:txBody>
      </p:sp>
      <p:sp>
        <p:nvSpPr>
          <p:cNvPr id="26" name="pdf-path-52">
            <a:extLst xmlns:a="http://schemas.openxmlformats.org/drawingml/2006/main">
              <a:ext uri="{FF2B5EF4-FFF2-40B4-BE49-F238E27FC236}">
                <a16:creationId xmlns:a16="http://schemas.microsoft.com/office/drawing/2014/main" id="{E6BE1227-69E5-4675-B41E-56882F59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7766" y="2524815"/>
            <a:ext cx="2407882" cy="817739"/>
          </a:xfrm>
          <a:custGeom xmlns:a="http://schemas.openxmlformats.org/drawingml/2006/main">
            <a:pathLst>
              <a:path w="2407882" h="817739">
                <a:moveTo>
                  <a:pt x="0" y="71610"/>
                </a:moveTo>
                <a:lnTo>
                  <a:pt x="0" y="71610"/>
                </a:lnTo>
                <a:cubicBezTo>
                  <a:pt x="0" y="32061"/>
                  <a:pt x="32061" y="0"/>
                  <a:pt x="71609" y="0"/>
                </a:cubicBezTo>
                <a:lnTo>
                  <a:pt x="2336273" y="0"/>
                </a:lnTo>
                <a:cubicBezTo>
                  <a:pt x="2355266" y="0"/>
                  <a:pt x="2373480" y="7545"/>
                  <a:pt x="2386910" y="20974"/>
                </a:cubicBezTo>
                <a:cubicBezTo>
                  <a:pt x="2400339" y="34403"/>
                  <a:pt x="2407882" y="52617"/>
                  <a:pt x="2407882" y="71610"/>
                </a:cubicBezTo>
                <a:lnTo>
                  <a:pt x="2407882" y="746130"/>
                </a:lnTo>
                <a:cubicBezTo>
                  <a:pt x="2407882" y="785678"/>
                  <a:pt x="2375823" y="817739"/>
                  <a:pt x="2336273" y="817739"/>
                </a:cubicBezTo>
                <a:lnTo>
                  <a:pt x="71609" y="817739"/>
                </a:lnTo>
                <a:cubicBezTo>
                  <a:pt x="32061" y="817739"/>
                  <a:pt x="0" y="785678"/>
                  <a:pt x="0" y="746130"/>
                </a:cubicBezTo>
                <a:lnTo>
                  <a:pt x="0" y="71610"/>
                </a:lnTo>
              </a:path>
            </a:pathLst>
          </a:custGeom>
          <a:solidFill xmlns:a="http://schemas.openxmlformats.org/drawingml/2006/main">
            <a:srgbClr val="F3F3F3"/>
          </a:solidFill>
          <a:ln xmlns:a="http://schemas.openxmlformats.org/drawingml/2006/main" w="12579">
            <a:solidFill>
              <a:srgbClr val="47BF26"/>
            </a:solidFill>
            <a:prstDash val="solid"/>
          </a:ln>
        </p:spPr>
      </p:sp>
      <p:sp>
        <p:nvSpPr>
          <p:cNvPr id="27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5657ADD9-B76B-4DE3-BDAD-7A49FEE5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952" y="2694221"/>
            <a:ext cx="624623" cy="16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1:</a:t>
            </a:r>
          </a:p>
        </p:txBody>
      </p:sp>
      <p:sp>
        <p:nvSpPr>
          <p:cNvPr id="28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B8E5E267-0676-48CA-A5FA-9F62196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952" y="2888442"/>
            <a:ext cx="781387" cy="13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base_lin_vel: </a:t>
            </a:r>
          </a:p>
        </p:txBody>
      </p:sp>
      <p:sp>
        <p:nvSpPr>
          <p:cNvPr id="29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C93CC715-9F3F-4F41-84E2-70FA8DBA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3449" y="2888442"/>
            <a:ext cx="1253499" cy="13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1E1E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057" b="0" i="0">
                <a:solidFill>
                  <a:srgbClr val="1E1E1E"/>
                </a:solidFill>
                <a:latin typeface="Arial"/>
                <a:ea typeface="Arial"/>
                <a:cs typeface="Arial"/>
              </a:rPr>
              <a:t>[-0.202 -0.114  0.017]</a:t>
            </a:r>
          </a:p>
        </p:txBody>
      </p:sp>
      <p:sp>
        <p:nvSpPr>
          <p:cNvPr id="30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D7FBE144-7DF9-4D0F-A574-33FC8419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952" y="3051971"/>
            <a:ext cx="864577" cy="13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base_ang_vel: </a:t>
            </a:r>
          </a:p>
        </p:txBody>
      </p:sp>
      <p:sp>
        <p:nvSpPr>
          <p:cNvPr id="31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2199C754-AC2B-4590-AE6E-CE966274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508" y="3051971"/>
            <a:ext cx="1253499" cy="13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7" b="0" i="0">
                <a:solidFill>
                  <a:srgbClr val="1E1E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7" b="0" i="0">
                <a:solidFill>
                  <a:srgbClr val="1E1E1E"/>
                </a:solidFill>
                <a:latin typeface="Arial"/>
                <a:ea typeface="Arial"/>
                <a:cs typeface="Arial"/>
              </a:defRPr>
            </a:pPr>
            <a:r>
              <a:rPr sz="1057" b="0" i="0">
                <a:solidFill>
                  <a:srgbClr val="1E1E1E"/>
                </a:solidFill>
                <a:latin typeface="Arial"/>
                <a:ea typeface="Arial"/>
                <a:cs typeface="Arial"/>
              </a:rPr>
              <a:t>[-0.001 -0.004  0.084]</a:t>
            </a:r>
          </a:p>
        </p:txBody>
      </p:sp>
      <p:sp>
        <p:nvSpPr>
          <p:cNvPr id="32" name="pdf-path-59">
            <a:extLst xmlns:a="http://schemas.openxmlformats.org/drawingml/2006/main">
              <a:ext uri="{FF2B5EF4-FFF2-40B4-BE49-F238E27FC236}">
                <a16:creationId xmlns:a16="http://schemas.microsoft.com/office/drawing/2014/main" id="{6E6F6C53-370D-4ABE-B06A-924F1ECC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7564" y="2707987"/>
            <a:ext cx="2711183" cy="648565"/>
          </a:xfrm>
          <a:custGeom xmlns:a="http://schemas.openxmlformats.org/drawingml/2006/main">
            <a:pathLst>
              <a:path w="2711183" h="648565">
                <a:moveTo>
                  <a:pt x="0" y="108097"/>
                </a:moveTo>
                <a:lnTo>
                  <a:pt x="0" y="108097"/>
                </a:lnTo>
                <a:cubicBezTo>
                  <a:pt x="0" y="48397"/>
                  <a:pt x="48395" y="0"/>
                  <a:pt x="108097" y="0"/>
                </a:cubicBezTo>
                <a:lnTo>
                  <a:pt x="2603087" y="0"/>
                </a:lnTo>
                <a:cubicBezTo>
                  <a:pt x="2631755" y="0"/>
                  <a:pt x="2659250" y="11389"/>
                  <a:pt x="2679522" y="31661"/>
                </a:cubicBezTo>
                <a:cubicBezTo>
                  <a:pt x="2699795" y="51933"/>
                  <a:pt x="2711183" y="79427"/>
                  <a:pt x="2711183" y="108097"/>
                </a:cubicBezTo>
                <a:lnTo>
                  <a:pt x="2711183" y="540468"/>
                </a:lnTo>
                <a:cubicBezTo>
                  <a:pt x="2711183" y="600168"/>
                  <a:pt x="2662785" y="648565"/>
                  <a:pt x="2603087" y="648565"/>
                </a:cubicBezTo>
                <a:lnTo>
                  <a:pt x="108097" y="648565"/>
                </a:lnTo>
                <a:cubicBezTo>
                  <a:pt x="48395" y="648565"/>
                  <a:pt x="0" y="600168"/>
                  <a:pt x="0" y="540468"/>
                </a:cubicBezTo>
                <a:lnTo>
                  <a:pt x="0" y="108097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12579">
            <a:solidFill>
              <a:srgbClr val="FF0000"/>
            </a:solidFill>
            <a:prstDash val="solid"/>
          </a:ln>
        </p:spPr>
      </p:sp>
      <p:sp>
        <p:nvSpPr>
          <p:cNvPr id="33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97A74941-0CD1-4DE0-AB5A-8C7E2655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961" y="2804840"/>
            <a:ext cx="1184253" cy="23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from</a:t>
            </a:r>
          </a:p>
        </p:txBody>
      </p:sp>
      <p:sp>
        <p:nvSpPr>
          <p:cNvPr id="34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6053E2AF-351C-4DA4-B7B1-A0DDCD28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8233" y="3081579"/>
            <a:ext cx="1948880" cy="23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Preceding Subtask</a:t>
            </a:r>
          </a:p>
        </p:txBody>
      </p:sp>
      <p:sp>
        <p:nvSpPr>
          <p:cNvPr id="35" name="pdf-path-63">
            <a:extLst xmlns:a="http://schemas.openxmlformats.org/drawingml/2006/main">
              <a:ext uri="{FF2B5EF4-FFF2-40B4-BE49-F238E27FC236}">
                <a16:creationId xmlns:a16="http://schemas.microsoft.com/office/drawing/2014/main" id="{78DEEB05-43DF-4CC9-9BE0-647E0D37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420" y="1191037"/>
            <a:ext cx="512710" cy="7131"/>
          </a:xfrm>
          <a:custGeom xmlns:a="http://schemas.openxmlformats.org/drawingml/2006/main">
            <a:pathLst>
              <a:path w="512710" h="7131">
                <a:moveTo>
                  <a:pt x="0" y="7131"/>
                </a:moveTo>
                <a:lnTo>
                  <a:pt x="51271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64">
            <a:extLst xmlns:a="http://schemas.openxmlformats.org/drawingml/2006/main">
              <a:ext uri="{FF2B5EF4-FFF2-40B4-BE49-F238E27FC236}">
                <a16:creationId xmlns:a16="http://schemas.microsoft.com/office/drawing/2014/main" id="{BAC7E344-17C1-4599-82F6-A7497E62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420" y="1192087"/>
            <a:ext cx="437244" cy="6081"/>
          </a:xfrm>
          <a:custGeom xmlns:a="http://schemas.openxmlformats.org/drawingml/2006/main">
            <a:pathLst>
              <a:path w="437244" h="6081">
                <a:moveTo>
                  <a:pt x="0" y="6081"/>
                </a:moveTo>
                <a:lnTo>
                  <a:pt x="437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37" name="pdf-path-65">
            <a:extLst xmlns:a="http://schemas.openxmlformats.org/drawingml/2006/main">
              <a:ext uri="{FF2B5EF4-FFF2-40B4-BE49-F238E27FC236}">
                <a16:creationId xmlns:a16="http://schemas.microsoft.com/office/drawing/2014/main" id="{25D96581-A749-4D65-9288-A9EDACB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2375" y="1171311"/>
            <a:ext cx="57367" cy="41551"/>
          </a:xfrm>
          <a:custGeom xmlns:a="http://schemas.openxmlformats.org/drawingml/2006/main">
            <a:pathLst>
              <a:path w="57367" h="41551">
                <a:moveTo>
                  <a:pt x="577" y="41551"/>
                </a:moveTo>
                <a:lnTo>
                  <a:pt x="57367" y="19981"/>
                </a:lnTo>
                <a:lnTo>
                  <a:pt x="0" y="0"/>
                </a:lnTo>
                <a:lnTo>
                  <a:pt x="577" y="415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38" name="pdf-path-67">
            <a:extLst xmlns:a="http://schemas.openxmlformats.org/drawingml/2006/main">
              <a:ext uri="{FF2B5EF4-FFF2-40B4-BE49-F238E27FC236}">
                <a16:creationId xmlns:a16="http://schemas.microsoft.com/office/drawing/2014/main" id="{C500169C-0468-4F46-B606-5CC53B96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1722" y="1445788"/>
            <a:ext cx="95" cy="261486"/>
          </a:xfrm>
          <a:custGeom xmlns:a="http://schemas.openxmlformats.org/drawingml/2006/main">
            <a:pathLst>
              <a:path w="95" h="261486">
                <a:moveTo>
                  <a:pt x="0" y="0"/>
                </a:moveTo>
                <a:lnTo>
                  <a:pt x="0" y="26148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68">
            <a:extLst xmlns:a="http://schemas.openxmlformats.org/drawingml/2006/main">
              <a:ext uri="{FF2B5EF4-FFF2-40B4-BE49-F238E27FC236}">
                <a16:creationId xmlns:a16="http://schemas.microsoft.com/office/drawing/2014/main" id="{AD7182D3-A0AF-45A3-B70A-E2227BC0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1722" y="1445788"/>
            <a:ext cx="95" cy="186012"/>
          </a:xfrm>
          <a:custGeom xmlns:a="http://schemas.openxmlformats.org/drawingml/2006/main">
            <a:pathLst>
              <a:path w="95" h="186012">
                <a:moveTo>
                  <a:pt x="0" y="0"/>
                </a:moveTo>
                <a:lnTo>
                  <a:pt x="0" y="186012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40" name="pdf-path-69">
            <a:extLst xmlns:a="http://schemas.openxmlformats.org/drawingml/2006/main">
              <a:ext uri="{FF2B5EF4-FFF2-40B4-BE49-F238E27FC236}">
                <a16:creationId xmlns:a16="http://schemas.microsoft.com/office/drawing/2014/main" id="{FFDE66CF-3530-45CF-B9FE-4013EB31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0944" y="1631800"/>
            <a:ext cx="41556" cy="57085"/>
          </a:xfrm>
          <a:custGeom xmlns:a="http://schemas.openxmlformats.org/drawingml/2006/main">
            <a:pathLst>
              <a:path w="41556" h="57085">
                <a:moveTo>
                  <a:pt x="0" y="0"/>
                </a:moveTo>
                <a:lnTo>
                  <a:pt x="20778" y="57085"/>
                </a:lnTo>
                <a:lnTo>
                  <a:pt x="4155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41" name="pdf-path-71">
            <a:extLst xmlns:a="http://schemas.openxmlformats.org/drawingml/2006/main">
              <a:ext uri="{FF2B5EF4-FFF2-40B4-BE49-F238E27FC236}">
                <a16:creationId xmlns:a16="http://schemas.microsoft.com/office/drawing/2014/main" id="{96D29A01-301D-4A26-A7FC-5C02EDFF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8747" y="3032270"/>
            <a:ext cx="605071" cy="3565"/>
          </a:xfrm>
          <a:custGeom xmlns:a="http://schemas.openxmlformats.org/drawingml/2006/main">
            <a:pathLst>
              <a:path w="605071" h="3565">
                <a:moveTo>
                  <a:pt x="605071" y="3565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72">
            <a:extLst xmlns:a="http://schemas.openxmlformats.org/drawingml/2006/main">
              <a:ext uri="{FF2B5EF4-FFF2-40B4-BE49-F238E27FC236}">
                <a16:creationId xmlns:a16="http://schemas.microsoft.com/office/drawing/2014/main" id="{83B2C398-91E6-4B43-84BC-1CE51445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4220" y="3032715"/>
            <a:ext cx="529598" cy="3120"/>
          </a:xfrm>
          <a:custGeom xmlns:a="http://schemas.openxmlformats.org/drawingml/2006/main">
            <a:pathLst>
              <a:path w="529598" h="3120">
                <a:moveTo>
                  <a:pt x="529598" y="31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43" name="pdf-path-73">
            <a:extLst xmlns:a="http://schemas.openxmlformats.org/drawingml/2006/main">
              <a:ext uri="{FF2B5EF4-FFF2-40B4-BE49-F238E27FC236}">
                <a16:creationId xmlns:a16="http://schemas.microsoft.com/office/drawing/2014/main" id="{65CC1B8D-D8E8-4A4C-81F4-9748D3DE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7136" y="3011938"/>
            <a:ext cx="57206" cy="41554"/>
          </a:xfrm>
          <a:custGeom xmlns:a="http://schemas.openxmlformats.org/drawingml/2006/main">
            <a:pathLst>
              <a:path w="57206" h="41554">
                <a:moveTo>
                  <a:pt x="57206" y="0"/>
                </a:moveTo>
                <a:lnTo>
                  <a:pt x="0" y="20441"/>
                </a:lnTo>
                <a:lnTo>
                  <a:pt x="56962" y="41554"/>
                </a:lnTo>
                <a:lnTo>
                  <a:pt x="5720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44" name="pdf-path-75">
            <a:extLst xmlns:a="http://schemas.openxmlformats.org/drawingml/2006/main">
              <a:ext uri="{FF2B5EF4-FFF2-40B4-BE49-F238E27FC236}">
                <a16:creationId xmlns:a16="http://schemas.microsoft.com/office/drawing/2014/main" id="{4868B063-2FA7-469D-A585-F0A38E64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156" y="2524947"/>
            <a:ext cx="5090" cy="183040"/>
          </a:xfrm>
          <a:custGeom xmlns:a="http://schemas.openxmlformats.org/drawingml/2006/main">
            <a:pathLst>
              <a:path w="5090" h="183040">
                <a:moveTo>
                  <a:pt x="0" y="183040"/>
                </a:moveTo>
                <a:lnTo>
                  <a:pt x="509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76">
            <a:extLst xmlns:a="http://schemas.openxmlformats.org/drawingml/2006/main">
              <a:ext uri="{FF2B5EF4-FFF2-40B4-BE49-F238E27FC236}">
                <a16:creationId xmlns:a16="http://schemas.microsoft.com/office/drawing/2014/main" id="{BA176D1D-5881-48BB-AB70-026AC91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3156" y="2600392"/>
            <a:ext cx="2993" cy="107595"/>
          </a:xfrm>
          <a:custGeom xmlns:a="http://schemas.openxmlformats.org/drawingml/2006/main">
            <a:pathLst>
              <a:path w="2993" h="107595">
                <a:moveTo>
                  <a:pt x="0" y="107595"/>
                </a:moveTo>
                <a:lnTo>
                  <a:pt x="29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46" name="pdf-path-77">
            <a:extLst xmlns:a="http://schemas.openxmlformats.org/drawingml/2006/main">
              <a:ext uri="{FF2B5EF4-FFF2-40B4-BE49-F238E27FC236}">
                <a16:creationId xmlns:a16="http://schemas.microsoft.com/office/drawing/2014/main" id="{90577000-6718-4F41-8AB2-8217447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5378" y="2543329"/>
            <a:ext cx="41540" cy="57641"/>
          </a:xfrm>
          <a:custGeom xmlns:a="http://schemas.openxmlformats.org/drawingml/2006/main">
            <a:pathLst>
              <a:path w="41540" h="57641">
                <a:moveTo>
                  <a:pt x="41540" y="57641"/>
                </a:moveTo>
                <a:lnTo>
                  <a:pt x="22356" y="0"/>
                </a:lnTo>
                <a:lnTo>
                  <a:pt x="0" y="56486"/>
                </a:lnTo>
                <a:lnTo>
                  <a:pt x="41540" y="5764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47" name="pdf-path-79">
            <a:extLst xmlns:a="http://schemas.openxmlformats.org/drawingml/2006/main">
              <a:ext uri="{FF2B5EF4-FFF2-40B4-BE49-F238E27FC236}">
                <a16:creationId xmlns:a16="http://schemas.microsoft.com/office/drawing/2014/main" id="{5B698E22-9B7D-42F2-8F03-00539814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816" y="2432073"/>
            <a:ext cx="3377529" cy="3263823"/>
          </a:xfrm>
          <a:custGeom xmlns:a="http://schemas.openxmlformats.org/drawingml/2006/main">
            <a:pathLst>
              <a:path w="3377529" h="3263823">
                <a:moveTo>
                  <a:pt x="0" y="212932"/>
                </a:moveTo>
                <a:lnTo>
                  <a:pt x="0" y="212932"/>
                </a:lnTo>
                <a:cubicBezTo>
                  <a:pt x="0" y="95333"/>
                  <a:pt x="95333" y="0"/>
                  <a:pt x="212932" y="0"/>
                </a:cubicBezTo>
                <a:lnTo>
                  <a:pt x="3164598" y="0"/>
                </a:lnTo>
                <a:cubicBezTo>
                  <a:pt x="3221071" y="0"/>
                  <a:pt x="3275230" y="22434"/>
                  <a:pt x="3315164" y="62366"/>
                </a:cubicBezTo>
                <a:cubicBezTo>
                  <a:pt x="3355096" y="102299"/>
                  <a:pt x="3377529" y="156459"/>
                  <a:pt x="3377529" y="212932"/>
                </a:cubicBezTo>
                <a:lnTo>
                  <a:pt x="3377529" y="3050892"/>
                </a:lnTo>
                <a:cubicBezTo>
                  <a:pt x="3377529" y="3168490"/>
                  <a:pt x="3282198" y="3263823"/>
                  <a:pt x="3164598" y="3263823"/>
                </a:cubicBezTo>
                <a:lnTo>
                  <a:pt x="212932" y="3263823"/>
                </a:lnTo>
                <a:cubicBezTo>
                  <a:pt x="95333" y="3263823"/>
                  <a:pt x="0" y="3168490"/>
                  <a:pt x="0" y="3050892"/>
                </a:cubicBezTo>
                <a:lnTo>
                  <a:pt x="0" y="212932"/>
                </a:lnTo>
              </a:path>
            </a:pathLst>
          </a:custGeom>
          <a:solidFill xmlns:a="http://schemas.openxmlformats.org/drawingml/2006/main">
            <a:srgbClr val="F9CB9C">
              <a:alpha val="20000"/>
            </a:srgbClr>
          </a:solidFill>
          <a:ln xmlns:a="http://schemas.openxmlformats.org/drawingml/2006/main" w="12579">
            <a:solidFill>
              <a:srgbClr val="F9CB9C"/>
            </a:solidFill>
            <a:prstDash val="solid"/>
          </a:ln>
        </p:spPr>
      </p:sp>
      <p:sp>
        <p:nvSpPr>
          <p:cNvPr id="48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ABED9D03-5554-4594-9263-ED4721C7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393" y="2594065"/>
            <a:ext cx="823162" cy="23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(Step 1)</a:t>
            </a:r>
          </a:p>
        </p:txBody>
      </p:sp>
      <p:sp>
        <p:nvSpPr>
          <p:cNvPr id="49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18E41082-D2E7-4429-8C70-E4930FB6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393" y="2877848"/>
            <a:ext cx="2190506" cy="268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Curriculum Design</a:t>
            </a:r>
          </a:p>
        </p:txBody>
      </p:sp>
      <p:sp>
        <p:nvSpPr>
          <p:cNvPr id="50" name="pdf-path-83">
            <a:extLst xmlns:a="http://schemas.openxmlformats.org/drawingml/2006/main">
              <a:ext uri="{FF2B5EF4-FFF2-40B4-BE49-F238E27FC236}">
                <a16:creationId xmlns:a16="http://schemas.microsoft.com/office/drawing/2014/main" id="{7F188ADB-225B-4062-B722-48F724CA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204" y="3389585"/>
            <a:ext cx="3025317" cy="514256"/>
          </a:xfrm>
          <a:custGeom xmlns:a="http://schemas.openxmlformats.org/drawingml/2006/main">
            <a:pathLst>
              <a:path w="3025317" h="514256">
                <a:moveTo>
                  <a:pt x="0" y="85711"/>
                </a:moveTo>
                <a:lnTo>
                  <a:pt x="0" y="85711"/>
                </a:lnTo>
                <a:cubicBezTo>
                  <a:pt x="0" y="38374"/>
                  <a:pt x="38374" y="0"/>
                  <a:pt x="85711" y="0"/>
                </a:cubicBezTo>
                <a:lnTo>
                  <a:pt x="2939605" y="0"/>
                </a:lnTo>
                <a:cubicBezTo>
                  <a:pt x="2962338" y="0"/>
                  <a:pt x="2984139" y="9030"/>
                  <a:pt x="3000212" y="25104"/>
                </a:cubicBezTo>
                <a:cubicBezTo>
                  <a:pt x="3016285" y="41178"/>
                  <a:pt x="3025317" y="62979"/>
                  <a:pt x="3025317" y="85711"/>
                </a:cubicBezTo>
                <a:lnTo>
                  <a:pt x="3025317" y="428545"/>
                </a:lnTo>
                <a:cubicBezTo>
                  <a:pt x="3025317" y="475882"/>
                  <a:pt x="2986943" y="514256"/>
                  <a:pt x="2939605" y="514256"/>
                </a:cubicBezTo>
                <a:lnTo>
                  <a:pt x="85711" y="514256"/>
                </a:lnTo>
                <a:cubicBezTo>
                  <a:pt x="38374" y="514256"/>
                  <a:pt x="0" y="475882"/>
                  <a:pt x="0" y="428545"/>
                </a:cubicBezTo>
                <a:lnTo>
                  <a:pt x="0" y="85711"/>
                </a:lnTo>
              </a:path>
            </a:pathLst>
          </a:custGeom>
          <a:solidFill xmlns:a="http://schemas.openxmlformats.org/drawingml/2006/main">
            <a:srgbClr val="F9CB9C">
              <a:alpha val="50000"/>
            </a:srgbClr>
          </a:solidFill>
          <a:ln xmlns:a="http://schemas.openxmlformats.org/drawingml/2006/main" w="12579">
            <a:solidFill>
              <a:srgbClr val="F9CB9C"/>
            </a:solidFill>
            <a:prstDash val="solid"/>
          </a:ln>
        </p:spPr>
      </p:sp>
      <p:sp>
        <p:nvSpPr>
          <p:cNvPr id="51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4D96859E-8C2D-4724-BC55-A8F1D51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475" y="3560420"/>
            <a:ext cx="2254514" cy="218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Basic Stability Learning</a:t>
            </a:r>
          </a:p>
        </p:txBody>
      </p:sp>
      <p:sp>
        <p:nvSpPr>
          <p:cNvPr id="52" name="pdf-path-86">
            <a:extLst xmlns:a="http://schemas.openxmlformats.org/drawingml/2006/main">
              <a:ext uri="{FF2B5EF4-FFF2-40B4-BE49-F238E27FC236}">
                <a16:creationId xmlns:a16="http://schemas.microsoft.com/office/drawing/2014/main" id="{B786DD65-52AC-49C9-B353-AC31CFAC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204" y="3970384"/>
            <a:ext cx="3025317" cy="514256"/>
          </a:xfrm>
          <a:custGeom xmlns:a="http://schemas.openxmlformats.org/drawingml/2006/main">
            <a:pathLst>
              <a:path w="3025317" h="514256">
                <a:moveTo>
                  <a:pt x="0" y="85711"/>
                </a:moveTo>
                <a:lnTo>
                  <a:pt x="0" y="85711"/>
                </a:lnTo>
                <a:cubicBezTo>
                  <a:pt x="0" y="38374"/>
                  <a:pt x="38374" y="0"/>
                  <a:pt x="85711" y="0"/>
                </a:cubicBezTo>
                <a:lnTo>
                  <a:pt x="2939605" y="0"/>
                </a:lnTo>
                <a:cubicBezTo>
                  <a:pt x="2962338" y="0"/>
                  <a:pt x="2984139" y="9031"/>
                  <a:pt x="3000212" y="25105"/>
                </a:cubicBezTo>
                <a:cubicBezTo>
                  <a:pt x="3016285" y="41178"/>
                  <a:pt x="3025317" y="62980"/>
                  <a:pt x="3025317" y="85711"/>
                </a:cubicBezTo>
                <a:lnTo>
                  <a:pt x="3025317" y="428546"/>
                </a:lnTo>
                <a:cubicBezTo>
                  <a:pt x="3025317" y="475882"/>
                  <a:pt x="2986943" y="514256"/>
                  <a:pt x="2939605" y="514256"/>
                </a:cubicBezTo>
                <a:lnTo>
                  <a:pt x="85711" y="514256"/>
                </a:lnTo>
                <a:cubicBezTo>
                  <a:pt x="38374" y="514256"/>
                  <a:pt x="0" y="475882"/>
                  <a:pt x="0" y="428546"/>
                </a:cubicBezTo>
                <a:lnTo>
                  <a:pt x="0" y="85711"/>
                </a:lnTo>
              </a:path>
            </a:pathLst>
          </a:custGeom>
          <a:solidFill xmlns:a="http://schemas.openxmlformats.org/drawingml/2006/main">
            <a:srgbClr val="F9CB9C">
              <a:alpha val="50000"/>
            </a:srgbClr>
          </a:solidFill>
          <a:ln xmlns:a="http://schemas.openxmlformats.org/drawingml/2006/main" w="12579">
            <a:solidFill>
              <a:srgbClr val="F9CB9C"/>
            </a:solidFill>
            <a:prstDash val="solid"/>
          </a:ln>
        </p:spPr>
      </p:sp>
      <p:sp>
        <p:nvSpPr>
          <p:cNvPr id="53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EB251A7C-03E3-4528-A40E-8E565111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627" y="4141220"/>
            <a:ext cx="1317563" cy="218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 to Walk</a:t>
            </a:r>
          </a:p>
        </p:txBody>
      </p:sp>
      <p:sp>
        <p:nvSpPr>
          <p:cNvPr id="54" name="pdf-path-89">
            <a:extLst xmlns:a="http://schemas.openxmlformats.org/drawingml/2006/main">
              <a:ext uri="{FF2B5EF4-FFF2-40B4-BE49-F238E27FC236}">
                <a16:creationId xmlns:a16="http://schemas.microsoft.com/office/drawing/2014/main" id="{42A22CAD-1C32-481E-B054-C9E33BB7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204" y="4554205"/>
            <a:ext cx="3025317" cy="509502"/>
          </a:xfrm>
          <a:custGeom xmlns:a="http://schemas.openxmlformats.org/drawingml/2006/main">
            <a:pathLst>
              <a:path w="3025317" h="509502">
                <a:moveTo>
                  <a:pt x="0" y="84919"/>
                </a:moveTo>
                <a:lnTo>
                  <a:pt x="0" y="84919"/>
                </a:lnTo>
                <a:cubicBezTo>
                  <a:pt x="0" y="38019"/>
                  <a:pt x="38019" y="0"/>
                  <a:pt x="84919" y="0"/>
                </a:cubicBezTo>
                <a:lnTo>
                  <a:pt x="2940398" y="0"/>
                </a:lnTo>
                <a:cubicBezTo>
                  <a:pt x="2962919" y="0"/>
                  <a:pt x="2984520" y="8946"/>
                  <a:pt x="3000445" y="24873"/>
                </a:cubicBezTo>
                <a:cubicBezTo>
                  <a:pt x="3016370" y="40798"/>
                  <a:pt x="3025317" y="62397"/>
                  <a:pt x="3025317" y="84919"/>
                </a:cubicBezTo>
                <a:lnTo>
                  <a:pt x="3025317" y="424584"/>
                </a:lnTo>
                <a:cubicBezTo>
                  <a:pt x="3025317" y="471482"/>
                  <a:pt x="2987297" y="509502"/>
                  <a:pt x="2940398" y="509502"/>
                </a:cubicBezTo>
                <a:lnTo>
                  <a:pt x="84919" y="509502"/>
                </a:lnTo>
                <a:cubicBezTo>
                  <a:pt x="38019" y="509502"/>
                  <a:pt x="0" y="471482"/>
                  <a:pt x="0" y="424584"/>
                </a:cubicBezTo>
                <a:lnTo>
                  <a:pt x="0" y="84919"/>
                </a:lnTo>
              </a:path>
            </a:pathLst>
          </a:custGeom>
          <a:solidFill xmlns:a="http://schemas.openxmlformats.org/drawingml/2006/main">
            <a:srgbClr val="F9CB9C">
              <a:alpha val="50000"/>
            </a:srgbClr>
          </a:solidFill>
          <a:ln xmlns:a="http://schemas.openxmlformats.org/drawingml/2006/main" w="12579">
            <a:solidFill>
              <a:srgbClr val="F9CB9C"/>
            </a:solidFill>
            <a:prstDash val="solid"/>
          </a:ln>
        </p:spPr>
      </p:sp>
      <p:sp>
        <p:nvSpPr>
          <p:cNvPr id="55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E25DC4B8-8DD1-446D-A145-99B631E4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491" y="4722664"/>
            <a:ext cx="1485479" cy="21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Increase Speed</a:t>
            </a:r>
          </a:p>
        </p:txBody>
      </p:sp>
      <p:sp>
        <p:nvSpPr>
          <p:cNvPr id="56" name="pdf-path-92">
            <a:extLst xmlns:a="http://schemas.openxmlformats.org/drawingml/2006/main">
              <a:ext uri="{FF2B5EF4-FFF2-40B4-BE49-F238E27FC236}">
                <a16:creationId xmlns:a16="http://schemas.microsoft.com/office/drawing/2014/main" id="{36CBDFE1-3EA3-4A62-AC0E-A97BED7F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084" y="2522157"/>
            <a:ext cx="509437" cy="509435"/>
          </a:xfrm>
          <a:custGeom xmlns:a="http://schemas.openxmlformats.org/drawingml/2006/main">
            <a:pathLst>
              <a:path w="509437" h="509435">
                <a:moveTo>
                  <a:pt x="0" y="0"/>
                </a:moveTo>
                <a:lnTo>
                  <a:pt x="509437" y="0"/>
                </a:lnTo>
                <a:lnTo>
                  <a:pt x="509437" y="509435"/>
                </a:lnTo>
                <a:lnTo>
                  <a:pt x="0" y="50943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FE3A17-515D-4513-BA50-E2B65D19B5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49c2d9a2b4d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084" y="2522157"/>
            <a:ext cx="509435" cy="509435"/>
          </a:xfrm>
          <a:prstGeom xmlns:a="http://schemas.openxmlformats.org/drawingml/2006/main" prst="rect">
            <a:avLst/>
          </a:prstGeom>
        </p:spPr>
      </p:pic>
      <p:sp>
        <p:nvSpPr>
          <p:cNvPr id="58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8ED1DDCA-60C1-4692-BF85-A4F6A6EE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084" y="2522157"/>
            <a:ext cx="509435" cy="509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df-path-94">
            <a:extLst xmlns:a="http://schemas.openxmlformats.org/drawingml/2006/main">
              <a:ext uri="{FF2B5EF4-FFF2-40B4-BE49-F238E27FC236}">
                <a16:creationId xmlns:a16="http://schemas.microsoft.com/office/drawing/2014/main" id="{53EDD98C-FD2A-412A-A0DA-765582EA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204" y="5133272"/>
            <a:ext cx="3025317" cy="509501"/>
          </a:xfrm>
          <a:custGeom xmlns:a="http://schemas.openxmlformats.org/drawingml/2006/main">
            <a:pathLst>
              <a:path w="3025317" h="509501">
                <a:moveTo>
                  <a:pt x="0" y="84918"/>
                </a:moveTo>
                <a:lnTo>
                  <a:pt x="0" y="84918"/>
                </a:lnTo>
                <a:cubicBezTo>
                  <a:pt x="0" y="38019"/>
                  <a:pt x="38019" y="0"/>
                  <a:pt x="84919" y="0"/>
                </a:cubicBezTo>
                <a:lnTo>
                  <a:pt x="2940398" y="0"/>
                </a:lnTo>
                <a:cubicBezTo>
                  <a:pt x="2962919" y="0"/>
                  <a:pt x="2984520" y="8946"/>
                  <a:pt x="3000445" y="24872"/>
                </a:cubicBezTo>
                <a:cubicBezTo>
                  <a:pt x="3016370" y="40797"/>
                  <a:pt x="3025317" y="62396"/>
                  <a:pt x="3025317" y="84918"/>
                </a:cubicBezTo>
                <a:lnTo>
                  <a:pt x="3025317" y="424583"/>
                </a:lnTo>
                <a:cubicBezTo>
                  <a:pt x="3025317" y="471481"/>
                  <a:pt x="2987297" y="509501"/>
                  <a:pt x="2940398" y="509501"/>
                </a:cubicBezTo>
                <a:lnTo>
                  <a:pt x="84919" y="509501"/>
                </a:lnTo>
                <a:cubicBezTo>
                  <a:pt x="38019" y="509501"/>
                  <a:pt x="0" y="471481"/>
                  <a:pt x="0" y="424583"/>
                </a:cubicBezTo>
                <a:lnTo>
                  <a:pt x="0" y="84918"/>
                </a:lnTo>
              </a:path>
            </a:pathLst>
          </a:custGeom>
          <a:solidFill xmlns:a="http://schemas.openxmlformats.org/drawingml/2006/main">
            <a:srgbClr val="F9CB9C">
              <a:alpha val="50000"/>
            </a:srgbClr>
          </a:solidFill>
          <a:ln xmlns:a="http://schemas.openxmlformats.org/drawingml/2006/main" w="12579">
            <a:solidFill>
              <a:srgbClr val="F9CB9C"/>
            </a:solidFill>
            <a:prstDash val="solid"/>
          </a:ln>
        </p:spPr>
      </p:sp>
      <p:sp>
        <p:nvSpPr>
          <p:cNvPr id="60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C7E02455-7A16-45EA-BB22-DF6A4501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3631" y="5301732"/>
            <a:ext cx="1125690" cy="21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Task</a:t>
            </a:r>
          </a:p>
        </p:txBody>
      </p:sp>
      <p:sp>
        <p:nvSpPr>
          <p:cNvPr id="6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3ECEC724-4B70-4883-AE4F-7E91129C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7011" y="3799784"/>
            <a:ext cx="6324400" cy="1896341"/>
          </a:xfrm>
          <a:custGeom xmlns:a="http://schemas.openxmlformats.org/drawingml/2006/main">
            <a:pathLst>
              <a:path w="6324400" h="1896341">
                <a:moveTo>
                  <a:pt x="0" y="62485"/>
                </a:moveTo>
                <a:lnTo>
                  <a:pt x="0" y="62485"/>
                </a:lnTo>
                <a:cubicBezTo>
                  <a:pt x="0" y="27975"/>
                  <a:pt x="27976" y="0"/>
                  <a:pt x="62485" y="0"/>
                </a:cubicBezTo>
                <a:lnTo>
                  <a:pt x="6261916" y="0"/>
                </a:lnTo>
                <a:cubicBezTo>
                  <a:pt x="6278487" y="0"/>
                  <a:pt x="6294382" y="6584"/>
                  <a:pt x="6306099" y="18301"/>
                </a:cubicBezTo>
                <a:cubicBezTo>
                  <a:pt x="6317816" y="30020"/>
                  <a:pt x="6324400" y="45913"/>
                  <a:pt x="6324400" y="62485"/>
                </a:cubicBezTo>
                <a:lnTo>
                  <a:pt x="6324400" y="1833856"/>
                </a:lnTo>
                <a:cubicBezTo>
                  <a:pt x="6324400" y="1868366"/>
                  <a:pt x="6296428" y="1896341"/>
                  <a:pt x="6261916" y="1896341"/>
                </a:cubicBezTo>
                <a:lnTo>
                  <a:pt x="62485" y="1896341"/>
                </a:lnTo>
                <a:cubicBezTo>
                  <a:pt x="27976" y="1896341"/>
                  <a:pt x="0" y="1868366"/>
                  <a:pt x="0" y="1833856"/>
                </a:cubicBezTo>
                <a:lnTo>
                  <a:pt x="0" y="62485"/>
                </a:lnTo>
              </a:path>
            </a:pathLst>
          </a:custGeom>
          <a:solidFill xmlns:a="http://schemas.openxmlformats.org/drawingml/2006/main">
            <a:srgbClr val="CFE2F3">
              <a:alpha val="50000"/>
            </a:srgbClr>
          </a:solidFill>
          <a:ln xmlns:a="http://schemas.openxmlformats.org/drawingml/2006/main" w="12579">
            <a:solidFill>
              <a:srgbClr val="4A86E8"/>
            </a:solidFill>
            <a:prstDash val="solid"/>
          </a:ln>
        </p:spPr>
      </p:sp>
      <p:sp>
        <p:nvSpPr>
          <p:cNvPr id="62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84F57621-F96B-468E-AA3A-E21471D4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8524" y="3980642"/>
            <a:ext cx="3428754" cy="268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Sequentially Trained Policies</a:t>
            </a:r>
          </a:p>
        </p:txBody>
      </p:sp>
      <p:sp>
        <p:nvSpPr>
          <p:cNvPr id="6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2091CDD9-AF9C-455E-8693-3C4037C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7387" y="4346178"/>
            <a:ext cx="1389872" cy="1297790"/>
          </a:xfrm>
          <a:custGeom xmlns:a="http://schemas.openxmlformats.org/drawingml/2006/main">
            <a:pathLst>
              <a:path w="1389872" h="1297790">
                <a:moveTo>
                  <a:pt x="0" y="0"/>
                </a:moveTo>
                <a:lnTo>
                  <a:pt x="1389872" y="0"/>
                </a:lnTo>
                <a:lnTo>
                  <a:pt x="1389872" y="1297790"/>
                </a:lnTo>
                <a:lnTo>
                  <a:pt x="0" y="129779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BA4F57-5293-4F3F-B006-8E1CE41BB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147a5554e4d86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7387" y="4346179"/>
            <a:ext cx="1389872" cy="1297789"/>
          </a:xfrm>
          <a:prstGeom xmlns:a="http://schemas.openxmlformats.org/drawingml/2006/main" prst="rect">
            <a:avLst/>
          </a:prstGeom>
        </p:spPr>
      </p:pic>
      <p:sp>
        <p:nvSpPr>
          <p:cNvPr id="65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D5E700AD-B3D0-4B0B-99D3-7EE18415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7387" y="4346179"/>
            <a:ext cx="1389872" cy="1297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02689F-D148-4C22-A7F7-7ED6D0557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d7823d8e74353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4276" y="4346178"/>
            <a:ext cx="1389872" cy="1297789"/>
          </a:xfrm>
          <a:prstGeom xmlns:a="http://schemas.openxmlformats.org/drawingml/2006/main" prst="rect">
            <a:avLst/>
          </a:prstGeom>
        </p:spPr>
      </p:pic>
      <p:sp>
        <p:nvSpPr>
          <p:cNvPr id="67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FFF9B4DC-C280-4674-9BB0-76D0C977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4276" y="4346178"/>
            <a:ext cx="1389872" cy="1297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2C97E3-98F2-4DB4-B6CC-8535CD9AB1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7ddfb989b42b1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71165" y="4346179"/>
            <a:ext cx="1389873" cy="1297789"/>
          </a:xfrm>
          <a:prstGeom xmlns:a="http://schemas.openxmlformats.org/drawingml/2006/main" prst="rect">
            <a:avLst/>
          </a:prstGeom>
        </p:spPr>
      </p:pic>
      <p:sp>
        <p:nvSpPr>
          <p:cNvPr id="69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92EEAA10-7038-42BB-B343-0663DEC4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1165" y="4346179"/>
            <a:ext cx="1389873" cy="1297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7F0BB01B-CCCA-44D4-8173-507AD67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7581" y="1917751"/>
            <a:ext cx="95" cy="514256"/>
          </a:xfrm>
          <a:custGeom xmlns:a="http://schemas.openxmlformats.org/drawingml/2006/main">
            <a:pathLst>
              <a:path w="95" h="514256">
                <a:moveTo>
                  <a:pt x="0" y="0"/>
                </a:moveTo>
                <a:lnTo>
                  <a:pt x="0" y="51425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D4E43C99-8862-4D24-A94E-41AB970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7581" y="1917751"/>
            <a:ext cx="95" cy="438782"/>
          </a:xfrm>
          <a:custGeom xmlns:a="http://schemas.openxmlformats.org/drawingml/2006/main">
            <a:pathLst>
              <a:path w="95" h="438782">
                <a:moveTo>
                  <a:pt x="0" y="0"/>
                </a:moveTo>
                <a:lnTo>
                  <a:pt x="0" y="438782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72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CEB240D5-D2AC-4331-B0F2-51DCC466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6803" y="2356533"/>
            <a:ext cx="41556" cy="57085"/>
          </a:xfrm>
          <a:custGeom xmlns:a="http://schemas.openxmlformats.org/drawingml/2006/main">
            <a:pathLst>
              <a:path w="41556" h="57085">
                <a:moveTo>
                  <a:pt x="0" y="0"/>
                </a:moveTo>
                <a:lnTo>
                  <a:pt x="20778" y="57085"/>
                </a:lnTo>
                <a:lnTo>
                  <a:pt x="4155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73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304D2D38-1521-4C87-9A93-6AC13B9A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5723" y="2645587"/>
            <a:ext cx="966707" cy="95"/>
          </a:xfrm>
          <a:custGeom xmlns:a="http://schemas.openxmlformats.org/drawingml/2006/main">
            <a:pathLst>
              <a:path w="966707" h="95">
                <a:moveTo>
                  <a:pt x="0" y="0"/>
                </a:moveTo>
                <a:lnTo>
                  <a:pt x="966707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C9475DF4-F332-4B73-AFFA-C6E5D03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5723" y="2645587"/>
            <a:ext cx="891232" cy="95"/>
          </a:xfrm>
          <a:custGeom xmlns:a="http://schemas.openxmlformats.org/drawingml/2006/main">
            <a:pathLst>
              <a:path w="891232" h="95">
                <a:moveTo>
                  <a:pt x="0" y="0"/>
                </a:moveTo>
                <a:lnTo>
                  <a:pt x="8912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75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794334DE-CD2C-492D-8A95-4CF285E2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6955" y="2624810"/>
            <a:ext cx="57085" cy="41555"/>
          </a:xfrm>
          <a:custGeom xmlns:a="http://schemas.openxmlformats.org/drawingml/2006/main">
            <a:pathLst>
              <a:path w="57085" h="41555">
                <a:moveTo>
                  <a:pt x="0" y="41555"/>
                </a:moveTo>
                <a:lnTo>
                  <a:pt x="57085" y="20777"/>
                </a:lnTo>
                <a:lnTo>
                  <a:pt x="0" y="0"/>
                </a:lnTo>
                <a:lnTo>
                  <a:pt x="0" y="415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76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2B1FFC97-7FC9-43AF-87DF-0B52B5E4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8457" y="1075647"/>
            <a:ext cx="634303" cy="3169"/>
          </a:xfrm>
          <a:custGeom xmlns:a="http://schemas.openxmlformats.org/drawingml/2006/main">
            <a:pathLst>
              <a:path w="634303" h="3169">
                <a:moveTo>
                  <a:pt x="0" y="3169"/>
                </a:moveTo>
                <a:lnTo>
                  <a:pt x="63430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86DCD91B-70BD-4A5E-B2DC-2944FAB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8457" y="1076024"/>
            <a:ext cx="558829" cy="2792"/>
          </a:xfrm>
          <a:custGeom xmlns:a="http://schemas.openxmlformats.org/drawingml/2006/main">
            <a:pathLst>
              <a:path w="558829" h="2792">
                <a:moveTo>
                  <a:pt x="0" y="2792"/>
                </a:moveTo>
                <a:lnTo>
                  <a:pt x="5588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78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86D99BC8-C6DE-4EAA-B27C-6E92C6B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7183" y="1055247"/>
            <a:ext cx="57187" cy="41554"/>
          </a:xfrm>
          <a:custGeom xmlns:a="http://schemas.openxmlformats.org/drawingml/2006/main">
            <a:pathLst>
              <a:path w="57187" h="41554">
                <a:moveTo>
                  <a:pt x="206" y="41554"/>
                </a:moveTo>
                <a:lnTo>
                  <a:pt x="57187" y="20491"/>
                </a:lnTo>
                <a:lnTo>
                  <a:pt x="0" y="0"/>
                </a:lnTo>
                <a:lnTo>
                  <a:pt x="206" y="415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79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3D41C4AB-8521-4D38-9F6E-C52805F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3519" y="3516746"/>
            <a:ext cx="5548" cy="282880"/>
          </a:xfrm>
          <a:custGeom xmlns:a="http://schemas.openxmlformats.org/drawingml/2006/main">
            <a:pathLst>
              <a:path w="5548" h="282880">
                <a:moveTo>
                  <a:pt x="0" y="0"/>
                </a:moveTo>
                <a:lnTo>
                  <a:pt x="5548" y="28288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333A6B87-5A01-4F4D-B6E2-9A321BF0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3519" y="3516746"/>
            <a:ext cx="4068" cy="207420"/>
          </a:xfrm>
          <a:custGeom xmlns:a="http://schemas.openxmlformats.org/drawingml/2006/main">
            <a:pathLst>
              <a:path w="4068" h="207420">
                <a:moveTo>
                  <a:pt x="0" y="0"/>
                </a:moveTo>
                <a:lnTo>
                  <a:pt x="4068" y="207420"/>
                </a:lnTo>
              </a:path>
            </a:pathLst>
          </a:custGeom>
          <a:noFill xmlns:a="http://schemas.openxmlformats.org/drawingml/2006/main"/>
          <a:ln xmlns:a="http://schemas.openxmlformats.org/drawingml/2006/main" w="12579">
            <a:solidFill>
              <a:srgbClr val="000000"/>
            </a:solidFill>
            <a:prstDash val="solid"/>
          </a:ln>
        </p:spPr>
      </p:sp>
      <p:sp>
        <p:nvSpPr>
          <p:cNvPr id="81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DD32EAC3-5B31-4C6F-A0F7-31CC0047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6812" y="3723759"/>
            <a:ext cx="41547" cy="57481"/>
          </a:xfrm>
          <a:custGeom xmlns:a="http://schemas.openxmlformats.org/drawingml/2006/main">
            <a:pathLst>
              <a:path w="41547" h="57481">
                <a:moveTo>
                  <a:pt x="0" y="815"/>
                </a:moveTo>
                <a:lnTo>
                  <a:pt x="21894" y="57481"/>
                </a:lnTo>
                <a:lnTo>
                  <a:pt x="41547" y="0"/>
                </a:lnTo>
                <a:lnTo>
                  <a:pt x="0" y="8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579">
            <a:solidFill>
              <a:srgbClr val="000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261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2026-10-09T20:50:49.1200000Z</dcterms:created>
  <dcterms:modified xsi:type="dcterms:W3CDTF">2026-10-09T20:50:49.1200000Z</dcterms:modified>
</coreProperties>
</file>