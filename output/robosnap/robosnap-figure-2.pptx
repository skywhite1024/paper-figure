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bc575d8f6448f3" /><Relationship Type="http://schemas.openxmlformats.org/officeDocument/2006/relationships/extended-properties" Target="/docProps/app.xml" Id="R935a3834ee524bb9" /><Relationship Type="http://schemas.openxmlformats.org/officeDocument/2006/relationships/officeDocument" Target="/ppt/presentation.xml" Id="R541a3193452841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77d6a1c2b04ad3"/>
  </p:sldMasterIdLst>
  <p:notesMasterIdLst>
    <p:notesMasterId xmlns:r="http://schemas.openxmlformats.org/officeDocument/2006/relationships" r:id="R4dd56b56754745a5"/>
  </p:notesMasterIdLst>
  <p:sldIdLst>
    <p:sldId xmlns:r="http://schemas.openxmlformats.org/officeDocument/2006/relationships" id="256" r:id="R4b779aff026c4c47"/>
  </p:sldIdLst>
  <p:sldSz cx="10801350" cy="49434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79df80f1e943c2" /><Relationship Type="http://schemas.openxmlformats.org/officeDocument/2006/relationships/slideMaster" Target="/ppt/slideMasters/slideMaster1.xml" Id="R7877d6a1c2b04ad3" /><Relationship Type="http://schemas.openxmlformats.org/officeDocument/2006/relationships/notesMaster" Target="/ppt/notesMasters/notesMaster1.xml" Id="R4dd56b56754745a5" /><Relationship Type="http://schemas.openxmlformats.org/officeDocument/2006/relationships/presProps" Target="/ppt/presProps.xml" Id="R83feaef905464e19" /><Relationship Type="http://schemas.openxmlformats.org/officeDocument/2006/relationships/tableStyles" Target="/ppt/tableStyles.xml" Id="Rc793e8eb2ee2402b" /><Relationship Type="http://schemas.openxmlformats.org/officeDocument/2006/relationships/slide" Target="/ppt/slides/slide1.xml" Id="R4b779aff026c4c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91774f1ad346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9af950add346b0" /><Relationship Type="http://schemas.openxmlformats.org/officeDocument/2006/relationships/notesMaster" Target="/ppt/notesMasters/notesMaster1.xml" Id="Rd91fd7de021046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"RoboSnap: One-Shot Real-to-Sim Scene Generation for Generalizable Robot Learning and Evaluation",</a:t>
            </a:r>
          </a:p>
          <a:p xmlns:a="http://schemas.openxmlformats.org/drawingml/2006/main">
            <a:r>
              <a:t>  "paper_url": "https://arxiv.org/abs/2607.06699v1",</a:t>
            </a:r>
          </a:p>
          <a:p xmlns:a="http://schemas.openxmlformats.org/drawingml/2006/main">
            <a:r>
              <a:t>  "figure": "Figure 2",</a:t>
            </a:r>
          </a:p>
          <a:p xmlns:a="http://schemas.openxmlformats.org/drawingml/2006/main">
            <a:r>
              <a:t>  "license": "http://arxiv.org/licenses/nonexclusive-distrib/1.0/; private user-requested adaptation only.",</a:t>
            </a:r>
          </a:p>
          <a:p xmlns:a="http://schemas.openxmlformats.org/drawingml/2006/main">
            <a:r>
              <a:t>  "notes": "Faithful native extraction from independently inspected original source figure. Ordinary labels remain live editable text; source photo details are separate raster assets. Source EMU-like stroke width anomaly corrected by25400 against source pixel evidence. Original raster assets isolated with their exact original alpha, clipping and affine transforms; no full-figure raster backdrop.",</a:t>
            </a:r>
          </a:p>
          <a:p xmlns:a="http://schemas.openxmlformats.org/drawingml/2006/main">
            <a:r>
              <a:t>  "page": 3,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"62ab8556acff89b6af105d3b6340f35a59f789dad1af99733ef80dacd558b9d5",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114,</a:t>
            </a:r>
          </a:p>
          <a:p xmlns:a="http://schemas.openxmlformats.org/drawingml/2006/main">
            <a:r>
              <a:t>    358,</a:t>
            </a:r>
          </a:p>
          <a:p xmlns:a="http://schemas.openxmlformats.org/drawingml/2006/main">
            <a:r>
              <a:t>    492,</a:t>
            </a:r>
          </a:p>
          <a:p xmlns:a="http://schemas.openxmlformats.org/drawingml/2006/main">
            <a:r>
              <a:t>    531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"extraction_review": "pending; native geometry extraction is not visual fidelity approval",</a:t>
            </a:r>
          </a:p>
          <a:p xmlns:a="http://schemas.openxmlformats.org/drawingml/2006/main">
            <a:r>
              <a:t>  "font_substitutions": "Arial or Courier New; source fonts recorded per text object",</a:t>
            </a:r>
          </a:p>
          <a:p xmlns:a="http://schemas.openxmlformats.org/drawingml/2006/main">
            <a:r>
              <a:t>  "dash_fidelity": "PPTX uses the closest supported native preset, not exact PDF dash lengths. Draw.io retains interval lengths; PDF phase/caps are not preserved; zero intervals become 0.001 scene units.",</a:t>
            </a:r>
          </a:p>
          <a:p xmlns:a="http://schemas.openxmlformats.org/drawingml/2006/main">
            <a:r>
              <a:t>  "extraction_warnings": [</a:t>
            </a:r>
          </a:p>
          <a:p xmlns:a="http://schemas.openxmlformats.org/drawingml/2006/main">
            <a:r>
              <a:t>    "183 source clipping groups intersect crop; extracted paths require explicit clipping review",</a:t>
            </a:r>
          </a:p>
          <a:p xmlns:a="http://schemas.openxmlformats.org/drawingml/2006/main">
            <a:r>
              <a:t>    "path crosses crop boundary: 81",</a:t>
            </a:r>
          </a:p>
          <a:p xmlns:a="http://schemas.openxmlformats.org/drawingml/2006/main">
            <a:r>
              <a:t>    "path crosses crop boundary: 82",</a:t>
            </a:r>
          </a:p>
          <a:p xmlns:a="http://schemas.openxmlformats.org/drawingml/2006/main">
            <a:r>
              <a:t>    "suspicious source stroke width at seq 84: verify PDF/SVG transform units before rendering",</a:t>
            </a:r>
          </a:p>
          <a:p xmlns:a="http://schemas.openxmlformats.org/drawingml/2006/main">
            <a:r>
              <a:t>    "suspicious source stroke width at seq 86: verify PDF/SVG transform units before rendering",</a:t>
            </a:r>
          </a:p>
          <a:p xmlns:a="http://schemas.openxmlformats.org/drawingml/2006/main">
            <a:r>
              <a:t>    "suspicious source stroke width at seq 89: verify PDF/SVG transform units before rendering",</a:t>
            </a:r>
          </a:p>
          <a:p xmlns:a="http://schemas.openxmlformats.org/drawingml/2006/main">
            <a:r>
              <a:t>    "path partially intersects raster inset: 91",</a:t>
            </a:r>
          </a:p>
          <a:p xmlns:a="http://schemas.openxmlformats.org/drawingml/2006/main">
            <a:r>
              <a:t>    "path partially intersects raster inset: 93",</a:t>
            </a:r>
          </a:p>
          <a:p xmlns:a="http://schemas.openxmlformats.org/drawingml/2006/main">
            <a:r>
              <a:t>    "suspicious source stroke width at seq 98: verify PDF/SVG transform units before rendering",</a:t>
            </a:r>
          </a:p>
          <a:p xmlns:a="http://schemas.openxmlformats.org/drawingml/2006/main">
            <a:r>
              <a:t>    "suspicious source stroke width at seq 100: verify PDF/SVG transform units before rendering",</a:t>
            </a:r>
          </a:p>
          <a:p xmlns:a="http://schemas.openxmlformats.org/drawingml/2006/main">
            <a:r>
              <a:t>    "suspicious source stroke width at seq 107: verify PDF/SVG transform units before rendering",</a:t>
            </a:r>
          </a:p>
          <a:p xmlns:a="http://schemas.openxmlformats.org/drawingml/2006/main">
            <a:r>
              <a:t>    "suspicious source stroke width at seq 139: verify PDF/SVG transform units before rendering",</a:t>
            </a:r>
          </a:p>
          <a:p xmlns:a="http://schemas.openxmlformats.org/drawingml/2006/main">
            <a:r>
              <a:t>    "suspicious source stroke width at seq 142: verify PDF/SVG transform units before rendering",</a:t>
            </a:r>
          </a:p>
          <a:p xmlns:a="http://schemas.openxmlformats.org/drawingml/2006/main">
            <a:r>
              <a:t>    "suspicious source stroke width at seq 145: verify PDF/SVG transform units before rendering",</a:t>
            </a:r>
          </a:p>
          <a:p xmlns:a="http://schemas.openxmlformats.org/drawingml/2006/main">
            <a:r>
              <a:t>    "suspicious source stroke width at seq 156: verify PDF/SVG transform units before rendering",</a:t>
            </a:r>
          </a:p>
          <a:p xmlns:a="http://schemas.openxmlformats.org/drawingml/2006/main">
            <a:r>
              <a:t>    "suspicious source stroke width at seq 163: verify PDF/SVG transform units before rendering",</a:t>
            </a:r>
          </a:p>
          <a:p xmlns:a="http://schemas.openxmlformats.org/drawingml/2006/main">
            <a:r>
              <a:t>    "suspicious source stroke width at seq 175: verify PDF/SVG transform units before rendering",</a:t>
            </a:r>
          </a:p>
          <a:p xmlns:a="http://schemas.openxmlformats.org/drawingml/2006/main">
            <a:r>
              <a:t>    "suspicious source stroke width at seq 180: verify PDF/SVG transform units before rendering",</a:t>
            </a:r>
          </a:p>
          <a:p xmlns:a="http://schemas.openxmlformats.org/drawingml/2006/main">
            <a:r>
              <a:t>    "suspicious source stroke width at seq 182: verify PDF/SVG transform units before rendering",</a:t>
            </a:r>
          </a:p>
          <a:p xmlns:a="http://schemas.openxmlformats.org/drawingml/2006/main">
            <a:r>
              <a:t>    "suspicious source stroke width at seq 195: verify PDF/SVG transform units before rendering",</a:t>
            </a:r>
          </a:p>
          <a:p xmlns:a="http://schemas.openxmlformats.org/drawingml/2006/main">
            <a:r>
              <a:t>    "suspicious source stroke width at seq 196: verify PDF/SVG transform units before rendering",</a:t>
            </a:r>
          </a:p>
          <a:p xmlns:a="http://schemas.openxmlformats.org/drawingml/2006/main">
            <a:r>
              <a:t>    "suspicious source stroke width at seq 197: verify PDF/SVG transform units before rendering",</a:t>
            </a:r>
          </a:p>
          <a:p xmlns:a="http://schemas.openxmlformats.org/drawingml/2006/main">
            <a:r>
              <a:t>    "suspicious source stroke width at seq 199: verify PDF/SVG transform units before rendering",</a:t>
            </a:r>
          </a:p>
          <a:p xmlns:a="http://schemas.openxmlformats.org/drawingml/2006/main">
            <a:r>
              <a:t>    "path partially intersects raster inset: 199",</a:t>
            </a:r>
          </a:p>
          <a:p xmlns:a="http://schemas.openxmlformats.org/drawingml/2006/main">
            <a:r>
              <a:t>    "suspicious source stroke width at seq 201: verify PDF/SVG transform units before rendering",</a:t>
            </a:r>
          </a:p>
          <a:p xmlns:a="http://schemas.openxmlformats.org/drawingml/2006/main">
            <a:r>
              <a:t>    "suspicious source stroke width at seq 203: verify PDF/SVG transform units before rendering",</a:t>
            </a:r>
          </a:p>
          <a:p xmlns:a="http://schemas.openxmlformats.org/drawingml/2006/main">
            <a:r>
              <a:t>    "suspicious source stroke width at seq 205: verify PDF/SVG transform units before rendering",</a:t>
            </a:r>
          </a:p>
          <a:p xmlns:a="http://schemas.openxmlformats.org/drawingml/2006/main">
            <a:r>
              <a:t>    "suspicious source stroke width at seq 207: verify PDF/SVG transform units before rendering",</a:t>
            </a:r>
          </a:p>
          <a:p xmlns:a="http://schemas.openxmlformats.org/drawingml/2006/main">
            <a:r>
              <a:t>    "suspicious source stroke width at seq 209: verify PDF/SVG transform units before rendering",</a:t>
            </a:r>
          </a:p>
          <a:p xmlns:a="http://schemas.openxmlformats.org/drawingml/2006/main">
            <a:r>
              <a:t>    "suspicious source stroke width at seq 211: verify PDF/SVG transform units before rendering",</a:t>
            </a:r>
          </a:p>
          <a:p xmlns:a="http://schemas.openxmlformats.org/drawingml/2006/main">
            <a:r>
              <a:t>    "suspicious source stroke width at seq 212: verify PDF/SVG transform units before rendering",</a:t>
            </a:r>
          </a:p>
          <a:p xmlns:a="http://schemas.openxmlformats.org/drawingml/2006/main">
            <a:r>
              <a:t>    "suspicious source stroke width at seq 213: verify PDF/SVG transform units before rendering",</a:t>
            </a:r>
          </a:p>
          <a:p xmlns:a="http://schemas.openxmlformats.org/drawingml/2006/main">
            <a:r>
              <a:t>    "suspicious source stroke width at seq 214: verify PDF/SVG transform units before rendering",</a:t>
            </a:r>
          </a:p>
          <a:p xmlns:a="http://schemas.openxmlformats.org/drawingml/2006/main">
            <a:r>
              <a:t>    "suspicious source stroke width at seq 215: verify PDF/SVG transform units before rendering",</a:t>
            </a:r>
          </a:p>
          <a:p xmlns:a="http://schemas.openxmlformats.org/drawingml/2006/main">
            <a:r>
              <a:t>    "suspicious source stroke width at seq 216: verify PDF/SVG transform units before rendering",</a:t>
            </a:r>
          </a:p>
          <a:p xmlns:a="http://schemas.openxmlformats.org/drawingml/2006/main">
            <a:r>
              <a:t>    "suspicious source stroke width at seq 223: verify PDF/SVG transform units before rendering",</a:t>
            </a:r>
          </a:p>
          <a:p xmlns:a="http://schemas.openxmlformats.org/drawingml/2006/main">
            <a:r>
              <a:t>    "suspicious source stroke width at seq 250: verify PDF/SVG transform units before rendering",</a:t>
            </a:r>
          </a:p>
          <a:p xmlns:a="http://schemas.openxmlformats.org/drawingml/2006/main">
            <a:r>
              <a:t>    "path partially intersects raster inset: 276",</a:t>
            </a:r>
          </a:p>
          <a:p xmlns:a="http://schemas.openxmlformats.org/drawingml/2006/main">
            <a:r>
              <a:t>    "suspicious source stroke width at seq 290: verify PDF/SVG transform units before rendering",</a:t>
            </a:r>
          </a:p>
          <a:p xmlns:a="http://schemas.openxmlformats.org/drawingml/2006/main">
            <a:r>
              <a:t>    "suspicious source stroke width at seq 291: verify PDF/SVG transform units before rendering",</a:t>
            </a:r>
          </a:p>
          <a:p xmlns:a="http://schemas.openxmlformats.org/drawingml/2006/main">
            <a:r>
              <a:t>    "suspicious source stroke width at seq 294: verify PDF/SVG transform units before rendering",</a:t>
            </a:r>
          </a:p>
          <a:p xmlns:a="http://schemas.openxmlformats.org/drawingml/2006/main">
            <a:r>
              <a:t>    "suspicious source stroke width at seq 295: verify PDF/SVG transform units before rendering",</a:t>
            </a:r>
          </a:p>
          <a:p xmlns:a="http://schemas.openxmlformats.org/drawingml/2006/main">
            <a:r>
              <a:t>    "suspicious source stroke width at seq 297: verify PDF/SVG transform units before rendering",</a:t>
            </a:r>
          </a:p>
          <a:p xmlns:a="http://schemas.openxmlformats.org/drawingml/2006/main">
            <a:r>
              <a:t>    "suspicious source stroke width at seq 298: verify PDF/SVG transform units before rendering",</a:t>
            </a:r>
          </a:p>
          <a:p xmlns:a="http://schemas.openxmlformats.org/drawingml/2006/main">
            <a:r>
              <a:t>    "suspicious source stroke width at seq 301: verify PDF/SVG transform units before rendering",</a:t>
            </a:r>
          </a:p>
          <a:p xmlns:a="http://schemas.openxmlformats.org/drawingml/2006/main">
            <a:r>
              <a:t>    "suspicious source stroke width at seq 305: verify PDF/SVG transform units before rendering",</a:t>
            </a:r>
          </a:p>
          <a:p xmlns:a="http://schemas.openxmlformats.org/drawingml/2006/main">
            <a:r>
              <a:t>    "suspicious source stroke width at seq 307: verify PDF/SVG transform units before rendering",</a:t>
            </a:r>
          </a:p>
          <a:p xmlns:a="http://schemas.openxmlformats.org/drawingml/2006/main">
            <a:r>
              <a:t>    "suspicious source stroke width at seq 308: verify PDF/SVG transform units before rendering",</a:t>
            </a:r>
          </a:p>
          <a:p xmlns:a="http://schemas.openxmlformats.org/drawingml/2006/main">
            <a:r>
              <a:t>    "path partially intersects raster inset: 311",</a:t>
            </a:r>
          </a:p>
          <a:p xmlns:a="http://schemas.openxmlformats.org/drawingml/2006/main">
            <a:r>
              <a:t>    "path partially intersects raster inset: 312",</a:t>
            </a:r>
          </a:p>
          <a:p xmlns:a="http://schemas.openxmlformats.org/drawingml/2006/main">
            <a:r>
              <a:t>    "path partially intersects raster inset: 315",</a:t>
            </a:r>
          </a:p>
          <a:p xmlns:a="http://schemas.openxmlformats.org/drawingml/2006/main">
            <a:r>
              <a:t>    "path partially intersects raster inset: 316",</a:t>
            </a:r>
          </a:p>
          <a:p xmlns:a="http://schemas.openxmlformats.org/drawingml/2006/main">
            <a:r>
              <a:t>    "suspicious source stroke width at seq 325: verify PDF/SVG transform units before rendering",</a:t>
            </a:r>
          </a:p>
          <a:p xmlns:a="http://schemas.openxmlformats.org/drawingml/2006/main">
            <a:r>
              <a:t>    "suspicious source stroke width at seq 327: verify PDF/SVG transform units before rendering",</a:t>
            </a:r>
          </a:p>
          <a:p xmlns:a="http://schemas.openxmlformats.org/drawingml/2006/main">
            <a:r>
              <a:t>    "path partially intersects raster inset: 327",</a:t>
            </a:r>
          </a:p>
          <a:p xmlns:a="http://schemas.openxmlformats.org/drawingml/2006/main">
            <a:r>
              <a:t>    "suspicious source stroke width at seq 328: verify PDF/SVG transform units before rendering",</a:t>
            </a:r>
          </a:p>
          <a:p xmlns:a="http://schemas.openxmlformats.org/drawingml/2006/main">
            <a:r>
              <a:t>    "path partially intersects raster inset: 328",</a:t>
            </a:r>
          </a:p>
          <a:p xmlns:a="http://schemas.openxmlformats.org/drawingml/2006/main">
            <a:r>
              <a:t>    "suspicious source stroke width at seq 332: verify PDF/SVG transform units before rendering",</a:t>
            </a:r>
          </a:p>
          <a:p xmlns:a="http://schemas.openxmlformats.org/drawingml/2006/main">
            <a:r>
              <a:t>    "suspicious source stroke width at seq 335: verify PDF/SVG transform units before rendering",</a:t>
            </a:r>
          </a:p>
          <a:p xmlns:a="http://schemas.openxmlformats.org/drawingml/2006/main">
            <a:r>
              <a:t>    "suspicious source stroke width at seq 367: verify PDF/SVG transform units before rendering",</a:t>
            </a:r>
          </a:p>
          <a:p xmlns:a="http://schemas.openxmlformats.org/drawingml/2006/main">
            <a:r>
              <a:t>    "suspicious source stroke width at seq 372: verify PDF/SVG transform units before rendering",</a:t>
            </a:r>
          </a:p>
          <a:p xmlns:a="http://schemas.openxmlformats.org/drawingml/2006/main">
            <a:r>
              <a:t>    "suspicious source stroke width at seq 391: verify PDF/SVG transform units before rendering",</a:t>
            </a:r>
          </a:p>
          <a:p xmlns:a="http://schemas.openxmlformats.org/drawingml/2006/main">
            <a:r>
              <a:t>    "suspicious source stroke width at seq 393: verify PDF/SVG transform units before rendering",</a:t>
            </a:r>
          </a:p>
          <a:p xmlns:a="http://schemas.openxmlformats.org/drawingml/2006/main">
            <a:r>
              <a:t>    "path partially intersects raster inset: 393",</a:t>
            </a:r>
          </a:p>
          <a:p xmlns:a="http://schemas.openxmlformats.org/drawingml/2006/main">
            <a:r>
              <a:t>    "suspicious source stroke width at seq 395: verify PDF/SVG transform units before rendering",</a:t>
            </a:r>
          </a:p>
          <a:p xmlns:a="http://schemas.openxmlformats.org/drawingml/2006/main">
            <a:r>
              <a:t>    "path partially intersects raster inset: 395",</a:t>
            </a:r>
          </a:p>
          <a:p xmlns:a="http://schemas.openxmlformats.org/drawingml/2006/main">
            <a:r>
              <a:t>    "suspicious source stroke width at seq 401: verify PDF/SVG transform units before rendering",</a:t>
            </a:r>
          </a:p>
          <a:p xmlns:a="http://schemas.openxmlformats.org/drawingml/2006/main">
            <a:r>
              <a:t>    "path partially intersects raster inset: 414",</a:t>
            </a:r>
          </a:p>
          <a:p xmlns:a="http://schemas.openxmlformats.org/drawingml/2006/main">
            <a:r>
              <a:t>    "suspicious source stroke width at seq 415: verify PDF/SVG transform units before rendering",</a:t>
            </a:r>
          </a:p>
          <a:p xmlns:a="http://schemas.openxmlformats.org/drawingml/2006/main">
            <a:r>
              <a:t>    "path partially intersects raster inset: 415",</a:t>
            </a:r>
          </a:p>
          <a:p xmlns:a="http://schemas.openxmlformats.org/drawingml/2006/main">
            <a:r>
              <a:t>    "path partially intersects raster inset: 436"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"ignored_invisible_text_spans": 0,</a:t>
            </a:r>
          </a:p>
          <a:p xmlns:a="http://schemas.openxmlformats.org/drawingml/2006/main">
            <a:r>
              <a:t>  "original_extraction_warnings": [</a:t>
            </a:r>
          </a:p>
          <a:p xmlns:a="http://schemas.openxmlformats.org/drawingml/2006/main">
            <a:r>
              <a:t>    "183 source clipping groups intersect crop; extracted paths require explicit clipping review",</a:t>
            </a:r>
          </a:p>
          <a:p xmlns:a="http://schemas.openxmlformats.org/drawingml/2006/main">
            <a:r>
              <a:t>    "path crosses crop boundary: 81",</a:t>
            </a:r>
          </a:p>
          <a:p xmlns:a="http://schemas.openxmlformats.org/drawingml/2006/main">
            <a:r>
              <a:t>    "path crosses crop boundary: 82",</a:t>
            </a:r>
          </a:p>
          <a:p xmlns:a="http://schemas.openxmlformats.org/drawingml/2006/main">
            <a:r>
              <a:t>    "suspicious source stroke width at seq 84: verify PDF/SVG transform units before rendering",</a:t>
            </a:r>
          </a:p>
          <a:p xmlns:a="http://schemas.openxmlformats.org/drawingml/2006/main">
            <a:r>
              <a:t>    "suspicious source stroke width at seq 86: verify PDF/SVG transform units before rendering",</a:t>
            </a:r>
          </a:p>
          <a:p xmlns:a="http://schemas.openxmlformats.org/drawingml/2006/main">
            <a:r>
              <a:t>    "suspicious source stroke width at seq 89: verify PDF/SVG transform units before rendering",</a:t>
            </a:r>
          </a:p>
          <a:p xmlns:a="http://schemas.openxmlformats.org/drawingml/2006/main">
            <a:r>
              <a:t>    "path partially intersects raster inset: 91",</a:t>
            </a:r>
          </a:p>
          <a:p xmlns:a="http://schemas.openxmlformats.org/drawingml/2006/main">
            <a:r>
              <a:t>    "path partially intersects raster inset: 93",</a:t>
            </a:r>
          </a:p>
          <a:p xmlns:a="http://schemas.openxmlformats.org/drawingml/2006/main">
            <a:r>
              <a:t>    "suspicious source stroke width at seq 98: verify PDF/SVG transform units before rendering",</a:t>
            </a:r>
          </a:p>
          <a:p xmlns:a="http://schemas.openxmlformats.org/drawingml/2006/main">
            <a:r>
              <a:t>    "suspicious source stroke width at seq 100: verify PDF/SVG transform units before rendering",</a:t>
            </a:r>
          </a:p>
          <a:p xmlns:a="http://schemas.openxmlformats.org/drawingml/2006/main">
            <a:r>
              <a:t>    "suspicious source stroke width at seq 107: verify PDF/SVG transform units before rendering",</a:t>
            </a:r>
          </a:p>
          <a:p xmlns:a="http://schemas.openxmlformats.org/drawingml/2006/main">
            <a:r>
              <a:t>    "suspicious source stroke width at seq 139: verify PDF/SVG transform units before rendering",</a:t>
            </a:r>
          </a:p>
          <a:p xmlns:a="http://schemas.openxmlformats.org/drawingml/2006/main">
            <a:r>
              <a:t>    "suspicious source stroke width at seq 142: verify PDF/SVG transform units before rendering",</a:t>
            </a:r>
          </a:p>
          <a:p xmlns:a="http://schemas.openxmlformats.org/drawingml/2006/main">
            <a:r>
              <a:t>    "suspicious source stroke width at seq 145: verify PDF/SVG transform units before rendering",</a:t>
            </a:r>
          </a:p>
          <a:p xmlns:a="http://schemas.openxmlformats.org/drawingml/2006/main">
            <a:r>
              <a:t>    "suspicious source stroke width at seq 156: verify PDF/SVG transform units before rendering",</a:t>
            </a:r>
          </a:p>
          <a:p xmlns:a="http://schemas.openxmlformats.org/drawingml/2006/main">
            <a:r>
              <a:t>    "suspicious source stroke width at seq 163: verify PDF/SVG transform units before rendering",</a:t>
            </a:r>
          </a:p>
          <a:p xmlns:a="http://schemas.openxmlformats.org/drawingml/2006/main">
            <a:r>
              <a:t>    "suspicious source stroke width at seq 175: verify PDF/SVG transform units before rendering",</a:t>
            </a:r>
          </a:p>
          <a:p xmlns:a="http://schemas.openxmlformats.org/drawingml/2006/main">
            <a:r>
              <a:t>    "suspicious source stroke width at seq 180: verify PDF/SVG transform units before rendering",</a:t>
            </a:r>
          </a:p>
          <a:p xmlns:a="http://schemas.openxmlformats.org/drawingml/2006/main">
            <a:r>
              <a:t>    "suspicious source stroke width at seq 182: verify PDF/SVG transform units before rendering",</a:t>
            </a:r>
          </a:p>
          <a:p xmlns:a="http://schemas.openxmlformats.org/drawingml/2006/main">
            <a:r>
              <a:t>    "suspicious source stroke width at seq 195: verify PDF/SVG transform units before rendering",</a:t>
            </a:r>
          </a:p>
          <a:p xmlns:a="http://schemas.openxmlformats.org/drawingml/2006/main">
            <a:r>
              <a:t>    "suspicious source stroke width at seq 196: verify PDF/SVG transform units before rendering",</a:t>
            </a:r>
          </a:p>
          <a:p xmlns:a="http://schemas.openxmlformats.org/drawingml/2006/main">
            <a:r>
              <a:t>    "suspicious source stroke width at seq 197: verify PDF/SVG transform units before rendering",</a:t>
            </a:r>
          </a:p>
          <a:p xmlns:a="http://schemas.openxmlformats.org/drawingml/2006/main">
            <a:r>
              <a:t>    "suspicious source stroke width at seq 199: verify PDF/SVG transform units before rendering",</a:t>
            </a:r>
          </a:p>
          <a:p xmlns:a="http://schemas.openxmlformats.org/drawingml/2006/main">
            <a:r>
              <a:t>    "path partially intersects raster inset: 199",</a:t>
            </a:r>
          </a:p>
          <a:p xmlns:a="http://schemas.openxmlformats.org/drawingml/2006/main">
            <a:r>
              <a:t>    "suspicious source stroke width at seq 201: verify PDF/SVG transform units before rendering",</a:t>
            </a:r>
          </a:p>
          <a:p xmlns:a="http://schemas.openxmlformats.org/drawingml/2006/main">
            <a:r>
              <a:t>    "suspicious source stroke width at seq 203: verify PDF/SVG transform units before rendering",</a:t>
            </a:r>
          </a:p>
          <a:p xmlns:a="http://schemas.openxmlformats.org/drawingml/2006/main">
            <a:r>
              <a:t>    "suspicious source stroke width at seq 205: verify PDF/SVG transform units before rendering",</a:t>
            </a:r>
          </a:p>
          <a:p xmlns:a="http://schemas.openxmlformats.org/drawingml/2006/main">
            <a:r>
              <a:t>    "suspicious source stroke width at seq 207: verify PDF/SVG transform units before rendering",</a:t>
            </a:r>
          </a:p>
          <a:p xmlns:a="http://schemas.openxmlformats.org/drawingml/2006/main">
            <a:r>
              <a:t>    "suspicious source stroke width at seq 209: verify PDF/SVG transform units before rendering",</a:t>
            </a:r>
          </a:p>
          <a:p xmlns:a="http://schemas.openxmlformats.org/drawingml/2006/main">
            <a:r>
              <a:t>    "suspicious source stroke width at seq 211: verify PDF/SVG transform units before rendering",</a:t>
            </a:r>
          </a:p>
          <a:p xmlns:a="http://schemas.openxmlformats.org/drawingml/2006/main">
            <a:r>
              <a:t>    "suspicious source stroke width at seq 212: verify PDF/SVG transform units before rendering",</a:t>
            </a:r>
          </a:p>
          <a:p xmlns:a="http://schemas.openxmlformats.org/drawingml/2006/main">
            <a:r>
              <a:t>    "suspicious source stroke width at seq 213: verify PDF/SVG transform units before rendering",</a:t>
            </a:r>
          </a:p>
          <a:p xmlns:a="http://schemas.openxmlformats.org/drawingml/2006/main">
            <a:r>
              <a:t>    "suspicious source stroke width at seq 214: verify PDF/SVG transform units before rendering",</a:t>
            </a:r>
          </a:p>
          <a:p xmlns:a="http://schemas.openxmlformats.org/drawingml/2006/main">
            <a:r>
              <a:t>    "suspicious source stroke width at seq 215: verify PDF/SVG transform units before rendering",</a:t>
            </a:r>
          </a:p>
          <a:p xmlns:a="http://schemas.openxmlformats.org/drawingml/2006/main">
            <a:r>
              <a:t>    "suspicious source stroke width at seq 216: verify PDF/SVG transform units before rendering",</a:t>
            </a:r>
          </a:p>
          <a:p xmlns:a="http://schemas.openxmlformats.org/drawingml/2006/main">
            <a:r>
              <a:t>    "suspicious source stroke width at seq 223: verify PDF/SVG transform units before rendering",</a:t>
            </a:r>
          </a:p>
          <a:p xmlns:a="http://schemas.openxmlformats.org/drawingml/2006/main">
            <a:r>
              <a:t>    "suspicious source stroke width at seq 250: verify PDF/SVG transform units before rendering",</a:t>
            </a:r>
          </a:p>
          <a:p xmlns:a="http://schemas.openxmlformats.org/drawingml/2006/main">
            <a:r>
              <a:t>    "path partially intersects raster inset: 276",</a:t>
            </a:r>
          </a:p>
          <a:p xmlns:a="http://schemas.openxmlformats.org/drawingml/2006/main">
            <a:r>
              <a:t>    "suspicious source stroke width at seq 290: verify PDF/SVG transform units before rendering",</a:t>
            </a:r>
          </a:p>
          <a:p xmlns:a="http://schemas.openxmlformats.org/drawingml/2006/main">
            <a:r>
              <a:t>    "suspicious source stroke width at seq 291: verify PDF/SVG transform units before rendering",</a:t>
            </a:r>
          </a:p>
          <a:p xmlns:a="http://schemas.openxmlformats.org/drawingml/2006/main">
            <a:r>
              <a:t>    "suspicious source stroke width at seq 294: verify PDF/SVG transform units before rendering",</a:t>
            </a:r>
          </a:p>
          <a:p xmlns:a="http://schemas.openxmlformats.org/drawingml/2006/main">
            <a:r>
              <a:t>    "suspicious source stroke width at seq 295: verify PDF/SVG transform units before rendering",</a:t>
            </a:r>
          </a:p>
          <a:p xmlns:a="http://schemas.openxmlformats.org/drawingml/2006/main">
            <a:r>
              <a:t>    "suspicious source stroke width at seq 297: verify PDF/SVG transform units before rendering",</a:t>
            </a:r>
          </a:p>
          <a:p xmlns:a="http://schemas.openxmlformats.org/drawingml/2006/main">
            <a:r>
              <a:t>    "suspicious source stroke width at seq 298: verify PDF/SVG transform units before rendering",</a:t>
            </a:r>
          </a:p>
          <a:p xmlns:a="http://schemas.openxmlformats.org/drawingml/2006/main">
            <a:r>
              <a:t>    "suspicious source stroke width at seq 301: verify PDF/SVG transform units before rendering",</a:t>
            </a:r>
          </a:p>
          <a:p xmlns:a="http://schemas.openxmlformats.org/drawingml/2006/main">
            <a:r>
              <a:t>    "suspicious source stroke width at seq 305: verify PDF/SVG transform units before rendering",</a:t>
            </a:r>
          </a:p>
          <a:p xmlns:a="http://schemas.openxmlformats.org/drawingml/2006/main">
            <a:r>
              <a:t>    "suspicious source stroke width at seq 307: verify PDF/SVG transform units before rendering",</a:t>
            </a:r>
          </a:p>
          <a:p xmlns:a="http://schemas.openxmlformats.org/drawingml/2006/main">
            <a:r>
              <a:t>    "suspicious source stroke width at seq 308: verify PDF/SVG transform units before rendering",</a:t>
            </a:r>
          </a:p>
          <a:p xmlns:a="http://schemas.openxmlformats.org/drawingml/2006/main">
            <a:r>
              <a:t>    "path partially intersects raster inset: 311",</a:t>
            </a:r>
          </a:p>
          <a:p xmlns:a="http://schemas.openxmlformats.org/drawingml/2006/main">
            <a:r>
              <a:t>    "path partially intersects raster inset: 312",</a:t>
            </a:r>
          </a:p>
          <a:p xmlns:a="http://schemas.openxmlformats.org/drawingml/2006/main">
            <a:r>
              <a:t>    "path partially intersects raster inset: 315",</a:t>
            </a:r>
          </a:p>
          <a:p xmlns:a="http://schemas.openxmlformats.org/drawingml/2006/main">
            <a:r>
              <a:t>    "path partially intersects raster inset: 316",</a:t>
            </a:r>
          </a:p>
          <a:p xmlns:a="http://schemas.openxmlformats.org/drawingml/2006/main">
            <a:r>
              <a:t>    "suspicious source stroke width at seq 325: verify PDF/SVG transform units before rendering",</a:t>
            </a:r>
          </a:p>
          <a:p xmlns:a="http://schemas.openxmlformats.org/drawingml/2006/main">
            <a:r>
              <a:t>    "suspicious source stroke width at seq 327: verify PDF/SVG transform units before rendering",</a:t>
            </a:r>
          </a:p>
          <a:p xmlns:a="http://schemas.openxmlformats.org/drawingml/2006/main">
            <a:r>
              <a:t>    "path partially intersects raster inset: 327",</a:t>
            </a:r>
          </a:p>
          <a:p xmlns:a="http://schemas.openxmlformats.org/drawingml/2006/main">
            <a:r>
              <a:t>    "suspicious source stroke width at seq 328: verify PDF/SVG transform units before rendering",</a:t>
            </a:r>
          </a:p>
          <a:p xmlns:a="http://schemas.openxmlformats.org/drawingml/2006/main">
            <a:r>
              <a:t>    "path partially intersects raster inset: 328",</a:t>
            </a:r>
          </a:p>
          <a:p xmlns:a="http://schemas.openxmlformats.org/drawingml/2006/main">
            <a:r>
              <a:t>    "suspicious source stroke width at seq 332: verify PDF/SVG transform units before rendering",</a:t>
            </a:r>
          </a:p>
          <a:p xmlns:a="http://schemas.openxmlformats.org/drawingml/2006/main">
            <a:r>
              <a:t>    "suspicious source stroke width at seq 335: verify PDF/SVG transform units before rendering",</a:t>
            </a:r>
          </a:p>
          <a:p xmlns:a="http://schemas.openxmlformats.org/drawingml/2006/main">
            <a:r>
              <a:t>    "suspicious source stroke width at seq 367: verify PDF/SVG transform units before rendering",</a:t>
            </a:r>
          </a:p>
          <a:p xmlns:a="http://schemas.openxmlformats.org/drawingml/2006/main">
            <a:r>
              <a:t>    "suspicious source stroke width at seq 372: verify PDF/SVG transform units before rendering",</a:t>
            </a:r>
          </a:p>
          <a:p xmlns:a="http://schemas.openxmlformats.org/drawingml/2006/main">
            <a:r>
              <a:t>    "suspicious source stroke width at seq 391: verify PDF/SVG transform units before rendering",</a:t>
            </a:r>
          </a:p>
          <a:p xmlns:a="http://schemas.openxmlformats.org/drawingml/2006/main">
            <a:r>
              <a:t>    "suspicious source stroke width at seq 393: verify PDF/SVG transform units before rendering",</a:t>
            </a:r>
          </a:p>
          <a:p xmlns:a="http://schemas.openxmlformats.org/drawingml/2006/main">
            <a:r>
              <a:t>    "path partially intersects raster inset: 393",</a:t>
            </a:r>
          </a:p>
          <a:p xmlns:a="http://schemas.openxmlformats.org/drawingml/2006/main">
            <a:r>
              <a:t>    "suspicious source stroke width at seq 395: verify PDF/SVG transform units before rendering",</a:t>
            </a:r>
          </a:p>
          <a:p xmlns:a="http://schemas.openxmlformats.org/drawingml/2006/main">
            <a:r>
              <a:t>    "path partially intersects raster inset: 395",</a:t>
            </a:r>
          </a:p>
          <a:p xmlns:a="http://schemas.openxmlformats.org/drawingml/2006/main">
            <a:r>
              <a:t>    "suspicious source stroke width at seq 401: verify PDF/SVG transform units before rendering",</a:t>
            </a:r>
          </a:p>
          <a:p xmlns:a="http://schemas.openxmlformats.org/drawingml/2006/main">
            <a:r>
              <a:t>    "path partially intersects raster inset: 414",</a:t>
            </a:r>
          </a:p>
          <a:p xmlns:a="http://schemas.openxmlformats.org/drawingml/2006/main">
            <a:r>
              <a:t>    "suspicious source stroke width at seq 415: verify PDF/SVG transform units before rendering",</a:t>
            </a:r>
          </a:p>
          <a:p xmlns:a="http://schemas.openxmlformats.org/drawingml/2006/main">
            <a:r>
              <a:t>    "path partially intersects raster inset: 415",</a:t>
            </a:r>
          </a:p>
          <a:p xmlns:a="http://schemas.openxmlformats.org/drawingml/2006/main">
            <a:r>
              <a:t>    "path partially intersects raster inset: 436",</a:t>
            </a:r>
          </a:p>
          <a:p xmlns:a="http://schemas.openxmlformats.org/drawingml/2006/main">
            <a:r>
              <a:t>    "unhandled image/shading at seq 90: [360.24127197265625, 414.8013000488281, 379.41912841796875, 421.6700439453125]; requires reviewed raster region",</a:t>
            </a:r>
          </a:p>
          <a:p xmlns:a="http://schemas.openxmlformats.org/drawingml/2006/main">
            <a:r>
              <a:t>    "unhandled image/shading at seq 94: [225.95205688476562, 487.654052734375, 254.7569580078125, 504.7769775390625]; requires reviewed raster region",</a:t>
            </a:r>
          </a:p>
          <a:p xmlns:a="http://schemas.openxmlformats.org/drawingml/2006/main">
            <a:r>
              <a:t>    "unhandled image/shading at seq 96: [226.42840576171875, 471.75494384765625, 254.29229736328125, 487.9218444824219]; requires reviewed raster region",</a:t>
            </a:r>
          </a:p>
          <a:p xmlns:a="http://schemas.openxmlformats.org/drawingml/2006/main">
            <a:r>
              <a:t>    "unhandled image/shading at seq 101: [125.22286224365234, 369.4709777832031, 212.23876953125, 381.263427734375]; requires reviewed raster region",</a:t>
            </a:r>
          </a:p>
          <a:p xmlns:a="http://schemas.openxmlformats.org/drawingml/2006/main">
            <a:r>
              <a:t>    "unhandled image/shading at seq 109: [277.37030029296875, 367.5107421875, 375.2572021484375, 378.0677185058594]; requires reviewed raster region",</a:t>
            </a:r>
          </a:p>
          <a:p xmlns:a="http://schemas.openxmlformats.org/drawingml/2006/main">
            <a:r>
              <a:t>    "unhandled image/shading at seq 110: [405.2315673828125, 363.11077880859375, 481.30169677734375, 371.4175720214844]; requires reviewed raster region",</a:t>
            </a:r>
          </a:p>
          <a:p xmlns:a="http://schemas.openxmlformats.org/drawingml/2006/main">
            <a:r>
              <a:t>    "unhandled image/shading at seq 120: [125.1349105834961, 401.2393798828125, 136.9769287109375, 413.0813903808594]; requires reviewed raster region",</a:t>
            </a:r>
          </a:p>
          <a:p xmlns:a="http://schemas.openxmlformats.org/drawingml/2006/main">
            <a:r>
              <a:t>    "unhandled image/shading at seq 121: [120.80094146728516, 441.2155456542969, 139.42803955078125, 458.51568603515625]; requires reviewed raster region",</a:t>
            </a:r>
          </a:p>
          <a:p xmlns:a="http://schemas.openxmlformats.org/drawingml/2006/main">
            <a:r>
              <a:t>    "unhandled image/shading at seq 122: [124.620849609375, 454.13043212890625, 143.24794006347656, 471.4305725097656]; requires reviewed raster region",</a:t>
            </a:r>
          </a:p>
          <a:p xmlns:a="http://schemas.openxmlformats.org/drawingml/2006/main">
            <a:r>
              <a:t>    "unhandled image/shading at seq 123: [128.4408416748047, 467.0452880859375, 147.06793212890625, 484.3454284667969]; requires reviewed raster region",</a:t>
            </a:r>
          </a:p>
          <a:p xmlns:a="http://schemas.openxmlformats.org/drawingml/2006/main">
            <a:r>
              <a:t>    "unhandled image/shading at seq 124: [135.60806274414062, 436.8302917480469, 154.2351531982422, 454.13043212890625]; requires reviewed raster region",</a:t>
            </a:r>
          </a:p>
          <a:p xmlns:a="http://schemas.openxmlformats.org/drawingml/2006/main">
            <a:r>
              <a:t>    "unhandled image/shading at seq 125: [139.42803955078125, 449.7451477050781, 158.0551300048828, 467.0452880859375]; requires reviewed raster region",</a:t>
            </a:r>
          </a:p>
          <a:p xmlns:a="http://schemas.openxmlformats.org/drawingml/2006/main">
            <a:r>
              <a:t>    "unhandled image/shading at seq 126: [143.24795532226562, 462.6600036621094, 161.8750457763672, 479.96014404296875]; requires reviewed raster region",</a:t>
            </a:r>
          </a:p>
          <a:p xmlns:a="http://schemas.openxmlformats.org/drawingml/2006/main">
            <a:r>
              <a:t>    "unhandled image/shading at seq 127: [150.41525268554688, 432.44500732421875, 169.04234313964844, 449.7451477050781]; requires reviewed raster region",</a:t>
            </a:r>
          </a:p>
          <a:p xmlns:a="http://schemas.openxmlformats.org/drawingml/2006/main">
            <a:r>
              <a:t>    "unhandled image/shading at seq 128: [154.23516845703125, 445.3598937988281, 172.8622589111328, 462.6600341796875]; requires reviewed raster region",</a:t>
            </a:r>
          </a:p>
          <a:p xmlns:a="http://schemas.openxmlformats.org/drawingml/2006/main">
            <a:r>
              <a:t>    "unhandled image/shading at seq 129: [158.05514526367188, 458.2747497558594, 176.68223571777344, 475.57489013671875]; requires reviewed raster region",</a:t>
            </a:r>
          </a:p>
          <a:p xmlns:a="http://schemas.openxmlformats.org/drawingml/2006/main">
            <a:r>
              <a:t>    "unhandled image/shading at seq 130: [128.10513305664062, 436.13092041015625, 143.02626037597656, 449.93414306640625]; requires reviewed raster region",</a:t>
            </a:r>
          </a:p>
          <a:p xmlns:a="http://schemas.openxmlformats.org/drawingml/2006/main">
            <a:r>
              <a:t>    "unhandled image/shading at seq 131: [129.31893920898438, 448.5978088378906, 144.2400665283203, 462.4010314941406]; requires reviewed raster region",</a:t>
            </a:r>
          </a:p>
          <a:p xmlns:a="http://schemas.openxmlformats.org/drawingml/2006/main">
            <a:r>
              <a:t>    "unhandled image/shading at seq 132: [130.5327606201172, 461.0646667480469, 145.45388793945312, 474.8678894042969]; requires reviewed raster region",</a:t>
            </a:r>
          </a:p>
          <a:p xmlns:a="http://schemas.openxmlformats.org/drawingml/2006/main">
            <a:r>
              <a:t>    "unhandled image/shading at seq 133: [141.81239318847656, 434.7945556640625, 156.7335205078125, 448.5977783203125]; requires reviewed raster region",</a:t>
            </a:r>
          </a:p>
          <a:p xmlns:a="http://schemas.openxmlformats.org/drawingml/2006/main">
            <a:r>
              <a:t>    "unhandled image/shading at seq 134: [143.02626037597656, 447.261474609375, 157.9473876953125, 461.064697265625]; requires reviewed raster region",</a:t>
            </a:r>
          </a:p>
          <a:p xmlns:a="http://schemas.openxmlformats.org/drawingml/2006/main">
            <a:r>
              <a:t>    "unhandled image/shading at seq 135: [144.2400665283203, 459.7283935546875, 159.16119384765625, 473.5316162109375]; requires reviewed raster region",</a:t>
            </a:r>
          </a:p>
          <a:p xmlns:a="http://schemas.openxmlformats.org/drawingml/2006/main">
            <a:r>
              <a:t>    "unhandled image/shading at seq 136: [155.5197296142578, 433.458251953125, 170.44085693359375, 447.261474609375]; requires reviewed raster region",</a:t>
            </a:r>
          </a:p>
          <a:p xmlns:a="http://schemas.openxmlformats.org/drawingml/2006/main">
            <a:r>
              <a:t>    "unhandled image/shading at seq 137: [156.73353576660156, 445.9251708984375, 171.6546630859375, 459.7283935546875]; requires reviewed raster region",</a:t>
            </a:r>
          </a:p>
          <a:p xmlns:a="http://schemas.openxmlformats.org/drawingml/2006/main">
            <a:r>
              <a:t>    "unhandled image/shading at seq 138: [157.94740295410156, 458.39208984375, 172.8685302734375, 472.1953125]; requires reviewed raster region",</a:t>
            </a:r>
          </a:p>
          <a:p xmlns:a="http://schemas.openxmlformats.org/drawingml/2006/main">
            <a:r>
              <a:t>    "unhandled image/shading at seq 140: [122.27129364013672, 434.843017578125, 139.051513671875, 450.3292541503906]; requires reviewed raster region",</a:t>
            </a:r>
          </a:p>
          <a:p xmlns:a="http://schemas.openxmlformats.org/drawingml/2006/main">
            <a:r>
              <a:t>    "unhandled image/shading at seq 143: [138.99798583984375, 437.6206970214844, 154.3486785888672, 451.3109436035156]; requires reviewed raster region",</a:t>
            </a:r>
          </a:p>
          <a:p xmlns:a="http://schemas.openxmlformats.org/drawingml/2006/main">
            <a:r>
              <a:t>    "unhandled image/shading at seq 146: [133.71018981933594, 419.2466125488281, 162.31883239746094, 444.08380126953125]; requires reviewed raster region",</a:t>
            </a:r>
          </a:p>
          <a:p xmlns:a="http://schemas.openxmlformats.org/drawingml/2006/main">
            <a:r>
              <a:t>    "unhandled image/shading at seq 147: [98.52142333984375, 409.2223815917969, 120.37855529785156, 428.6279602050781]; requires reviewed raster region",</a:t>
            </a:r>
          </a:p>
          <a:p xmlns:a="http://schemas.openxmlformats.org/drawingml/2006/main">
            <a:r>
              <a:t>    "unhandled image/shading at seq 148: [101.84552001953125, 424.62249755859375, 123.70265197753906, 444.028076171875]; requires reviewed raster region",</a:t>
            </a:r>
          </a:p>
          <a:p xmlns:a="http://schemas.openxmlformats.org/drawingml/2006/main">
            <a:r>
              <a:t>    "unhandled image/shading at seq 149: [105.16954803466797, 440.0225524902344, 127.02667999267578, 459.4281311035156]; requires reviewed raster region",</a:t>
            </a:r>
          </a:p>
          <a:p xmlns:a="http://schemas.openxmlformats.org/drawingml/2006/main">
            <a:r>
              <a:t>    "unhandled image/shading at seq 150: [117.05450439453125, 405.2169189453125, 138.91163635253906, 424.62249755859375]; requires reviewed raster region",</a:t>
            </a:r>
          </a:p>
          <a:p xmlns:a="http://schemas.openxmlformats.org/drawingml/2006/main">
            <a:r>
              <a:t>    "unhandled image/shading at seq 151: [120.37853240966797, 420.61700439453125, 142.23565673828125, 440.0225830078125]; requires reviewed raster region",</a:t>
            </a:r>
          </a:p>
          <a:p xmlns:a="http://schemas.openxmlformats.org/drawingml/2006/main">
            <a:r>
              <a:t>    "unhandled image/shading at seq 152: [123.70263671875, 436.01715087890625, 145.5597686767578, 455.4227294921875]; requires reviewed raster region",</a:t>
            </a:r>
          </a:p>
          <a:p xmlns:a="http://schemas.openxmlformats.org/drawingml/2006/main">
            <a:r>
              <a:t>    "unhandled image/shading at seq 153: [135.58758544921875, 401.21148681640625, 157.44471740722656, 420.6170654296875]; requires reviewed raster region",</a:t>
            </a:r>
          </a:p>
          <a:p xmlns:a="http://schemas.openxmlformats.org/drawingml/2006/main">
            <a:r>
              <a:t>    "unhandled image/shading at seq 154: [138.91162109375, 416.611572265625, 160.7687530517578, 436.01715087890625]; requires reviewed raster region",</a:t>
            </a:r>
          </a:p>
          <a:p xmlns:a="http://schemas.openxmlformats.org/drawingml/2006/main">
            <a:r>
              <a:t>    "unhandled image/shading at seq 155: [142.2357177734375, 432.01165771484375, 164.0928497314453, 451.417236328125]; requires reviewed raster region",</a:t>
            </a:r>
          </a:p>
          <a:p xmlns:a="http://schemas.openxmlformats.org/drawingml/2006/main">
            <a:r>
              <a:t>    "unhandled image/shading at seq 157: [172.46633911132812, 382.52215576171875, 184.46844482421875, 394.531982421875]; requires reviewed raster region",</a:t>
            </a:r>
          </a:p>
          <a:p xmlns:a="http://schemas.openxmlformats.org/drawingml/2006/main">
            <a:r>
              <a:t>    "unhandled image/shading at seq 162: [219.74038696289062, 420.81268310546875, 254.78578186035156, 440.53839111328125]; requires reviewed raster region",</a:t>
            </a:r>
          </a:p>
          <a:p xmlns:a="http://schemas.openxmlformats.org/drawingml/2006/main">
            <a:r>
              <a:t>    "unhandled image/shading at seq 164: [128.69970703125, 407.9897766113281, 216.325439453125, 469.52301025390625]; requires reviewed raster region",</a:t>
            </a:r>
          </a:p>
          <a:p xmlns:a="http://schemas.openxmlformats.org/drawingml/2006/main">
            <a:r>
              <a:t>    "unhandled image/shading at seq 165: [106.71170806884766, 402.618896484375, 220.17971801757812, 472.41802978515625]; requires reviewed raster region",</a:t>
            </a:r>
          </a:p>
          <a:p xmlns:a="http://schemas.openxmlformats.org/drawingml/2006/main">
            <a:r>
              <a:t>    "unhandled image/shading at seq 166: [91.16901397705078, 397.81182861328125, 231.59915161132812, 484.20916748046875]; requires reviewed raster region",</a:t>
            </a:r>
          </a:p>
          <a:p xmlns:a="http://schemas.openxmlformats.org/drawingml/2006/main">
            <a:r>
              <a:t>    "unhandled image/shading at seq 167: [114.66719818115234, 403.94195556640625, 211.3838348388672, 463.43524169921875]; requires reviewed raster region",</a:t>
            </a:r>
          </a:p>
          <a:p xmlns:a="http://schemas.openxmlformats.org/drawingml/2006/main">
            <a:r>
              <a:t>    "unhandled image/shading at seq 168: [82.59101104736328, 384.3316955566406, 243.8424072265625, 502.48297119140625]; requires reviewed raster region",</a:t>
            </a:r>
          </a:p>
          <a:p xmlns:a="http://schemas.openxmlformats.org/drawingml/2006/main">
            <a:r>
              <a:t>    "unhandled image/shading at seq 169: [167.76449584960938, 419.2567138671875, 223.8700408935547, 450.8363342285156]; requires reviewed raster region",</a:t>
            </a:r>
          </a:p>
          <a:p xmlns:a="http://schemas.openxmlformats.org/drawingml/2006/main">
            <a:r>
              <a:t>    "unhandled image/shading at seq 173: [182.748779296875, 439.20062255859375, 218.54791259765625, 468.6075744628906]; requires reviewed raster region",</a:t>
            </a:r>
          </a:p>
          <a:p xmlns:a="http://schemas.openxmlformats.org/drawingml/2006/main">
            <a:r>
              <a:t>    "unhandled image/shading at seq 174: [219.83480834960938, 446.0835266113281, 255.0086212158203, 465.8815002441406]; requires reviewed raster region",</a:t>
            </a:r>
          </a:p>
          <a:p xmlns:a="http://schemas.openxmlformats.org/drawingml/2006/main">
            <a:r>
              <a:t>    "unhandled image/shading at seq 179: [268.97076416015625, 380.6866760253906, 290.58538818359375, 400.1875915527344]; requires reviewed raster region",</a:t>
            </a:r>
          </a:p>
          <a:p xmlns:a="http://schemas.openxmlformats.org/drawingml/2006/main">
            <a:r>
              <a:t>    "unhandled image/shading at seq 181: [274.6860656738281, 393.4449768066406, 303.09735107421875, 418.53912353515625]; requires reviewed raster region",</a:t>
            </a:r>
          </a:p>
          <a:p xmlns:a="http://schemas.openxmlformats.org/drawingml/2006/main">
            <a:r>
              <a:t>    "unhandled image/shading at seq 190: [169.39102172851562, 440.0416259765625, 179.93138122558594, 449.4576416015625]; requires reviewed raster region",</a:t>
            </a:r>
          </a:p>
          <a:p xmlns:a="http://schemas.openxmlformats.org/drawingml/2006/main">
            <a:r>
              <a:t>    "unhandled image/shading at seq 191: [178.59567260742188, 442.7037658691406, 185.17282104492188, 448.24078369140625]; requires reviewed raster region",</a:t>
            </a:r>
          </a:p>
          <a:p xmlns:a="http://schemas.openxmlformats.org/drawingml/2006/main">
            <a:r>
              <a:t>    "unhandled image/shading at seq 192: [168.98501586914062, 445.6670837402344, 180.47003173828125, 454.926513671875]; requires reviewed raster region",</a:t>
            </a:r>
          </a:p>
          <a:p xmlns:a="http://schemas.openxmlformats.org/drawingml/2006/main">
            <a:r>
              <a:t>    "unhandled image/shading at seq 193: [178.46124267578125, 447.41278076171875, 186.60781860351562, 454.27191162109375]; requires reviewed raster region",</a:t>
            </a:r>
          </a:p>
          <a:p xmlns:a="http://schemas.openxmlformats.org/drawingml/2006/main">
            <a:r>
              <a:t>    "unhandled image/shading at seq 194: [170.2625732421875, 455.64862060546875, 178.26393127441406, 463.80999755859375]; requires reviewed raster region",</a:t>
            </a:r>
          </a:p>
          <a:p xmlns:a="http://schemas.openxmlformats.org/drawingml/2006/main">
            <a:r>
              <a:t>    "unhandled image/shading at seq 198: [171.49618530273438, 464.47918701171875, 214.35818481445312, 505.09149169921875]; requires reviewed raster region",</a:t>
            </a:r>
          </a:p>
          <a:p xmlns:a="http://schemas.openxmlformats.org/drawingml/2006/main">
            <a:r>
              <a:t>    "unhandled image/shading at seq 218: [352.3389892578125, 380.3283996582031, 374.9483642578125, 385.5058898925781]; requires reviewed raster region",</a:t>
            </a:r>
          </a:p>
          <a:p xmlns:a="http://schemas.openxmlformats.org/drawingml/2006/main">
            <a:r>
              <a:t>    "unhandled image/shading at seq 224: [268.6793212890625, 483.65338134765625, 314.76715087890625, 518.6993408203125]; requires reviewed raster region",</a:t>
            </a:r>
          </a:p>
          <a:p xmlns:a="http://schemas.openxmlformats.org/drawingml/2006/main">
            <a:r>
              <a:t>    "unhandled image/shading at seq 225: [305.0054626464844, 511.3381042480469, 308.84613037109375, 514.6986694335938]; requires reviewed raster region",</a:t>
            </a:r>
          </a:p>
          <a:p xmlns:a="http://schemas.openxmlformats.org/drawingml/2006/main">
            <a:r>
              <a:t>    "unhandled image/shading at seq 226: [305.0054626464844, 511.3381042480469, 308.84613037109375, 514.6986694335938]; requires reviewed raster region",</a:t>
            </a:r>
          </a:p>
          <a:p xmlns:a="http://schemas.openxmlformats.org/drawingml/2006/main">
            <a:r>
              <a:t>    "unhandled image/shading at seq 227: [269.63946533203125, 483.3333435058594, 314.9271545410156, 507.0173645019531]; requires reviewed raster region",</a:t>
            </a:r>
          </a:p>
          <a:p xmlns:a="http://schemas.openxmlformats.org/drawingml/2006/main">
            <a:r>
              <a:t>    "unhandled image/shading at seq 228: [270.4896240234375, 484.0953063964844, 312.5206604003906, 504.6237487792969]; requires reviewed raster region",</a:t>
            </a:r>
          </a:p>
          <a:p xmlns:a="http://schemas.openxmlformats.org/drawingml/2006/main">
            <a:r>
              <a:t>    "unhandled image/shading at seq 229: [270.4039306640625, 506.52044677734375, 283.1816711425781, 515.7720947265625]; requires reviewed raster region",</a:t>
            </a:r>
          </a:p>
          <a:p xmlns:a="http://schemas.openxmlformats.org/drawingml/2006/main">
            <a:r>
              <a:t>    "unhandled image/shading at seq 230: [285.67724609375, 506.63018798828125, 298.0247802734375, 515.7720947265625]; requires reviewed raster region",</a:t>
            </a:r>
          </a:p>
          <a:p xmlns:a="http://schemas.openxmlformats.org/drawingml/2006/main">
            <a:r>
              <a:t>    "unhandled image/shading at seq 231: [300.62286376953125, 506.77490234375, 313.1689147949219, 515.9168090820312]; requires reviewed raster region",</a:t>
            </a:r>
          </a:p>
          <a:p xmlns:a="http://schemas.openxmlformats.org/drawingml/2006/main">
            <a:r>
              <a:t>    "unhandled image/shading at seq 233: [338.451171875, 479.6526794433594, 382.7787170410156, 505.57708740234375]; requires reviewed raster region",</a:t>
            </a:r>
          </a:p>
          <a:p xmlns:a="http://schemas.openxmlformats.org/drawingml/2006/main">
            <a:r>
              <a:t>    "unhandled image/shading at seq 234: [339.2855224609375, 480.39532470703125, 380.3659973144531, 503.1113586425781]; requires reviewed raster region",</a:t>
            </a:r>
          </a:p>
          <a:p xmlns:a="http://schemas.openxmlformats.org/drawingml/2006/main">
            <a:r>
              <a:t>    "unhandled image/shading at seq 235: [337.6510009765625, 505.2570495605469, 353.33367919921875, 518.539306640625]; requires reviewed raster region",</a:t>
            </a:r>
          </a:p>
          <a:p xmlns:a="http://schemas.openxmlformats.org/drawingml/2006/main">
            <a:r>
              <a:t>    "unhandled image/shading at seq 236: [339.23736572265625, 505.7064514160156, 351.64581298828125, 515.715576171875]; requires reviewed raster region",</a:t>
            </a:r>
          </a:p>
          <a:p xmlns:a="http://schemas.openxmlformats.org/drawingml/2006/main">
            <a:r>
              <a:t>    "unhandled image/shading at seq 237: [352.693603515625, 505.2570495605469, 368.21624755859375, 518.539306640625]; requires reviewed raster region",</a:t>
            </a:r>
          </a:p>
          <a:p xmlns:a="http://schemas.openxmlformats.org/drawingml/2006/main">
            <a:r>
              <a:t>    "unhandled image/shading at seq 238: [354.3736572265625, 505.70648193359375, 366.63275146484375, 515.7151489257812]; requires reviewed raster region",</a:t>
            </a:r>
          </a:p>
          <a:p xmlns:a="http://schemas.openxmlformats.org/drawingml/2006/main">
            <a:r>
              <a:t>    "unhandled image/shading at seq 239: [367.89617919921875, 505.41705322265625, 383.578857421875, 518.0592041015625]; requires reviewed raster region",</a:t>
            </a:r>
          </a:p>
          <a:p xmlns:a="http://schemas.openxmlformats.org/drawingml/2006/main">
            <a:r>
              <a:t>    "unhandled image/shading at seq 240: [369.5159912109375, 505.8429260253906, 381.9244384765625, 515.3259887695312]; requires reviewed raster region",</a:t>
            </a:r>
          </a:p>
          <a:p xmlns:a="http://schemas.openxmlformats.org/drawingml/2006/main">
            <a:r>
              <a:t>    "unhandled image/shading at seq 283: [303.40521240234375, 384.4365234375, 314.92718505859375, 392.91796875]; requires reviewed raster region",</a:t>
            </a:r>
          </a:p>
          <a:p xmlns:a="http://schemas.openxmlformats.org/drawingml/2006/main">
            <a:r>
              <a:t>    "unhandled image/shading at seq 284: [302.7651062011719, 391.63775634765625, 314.92718505859375, 402.99969482421875]; requires reviewed raster region",</a:t>
            </a:r>
          </a:p>
          <a:p xmlns:a="http://schemas.openxmlformats.org/drawingml/2006/main">
            <a:r>
              <a:t>    "unhandled image/shading at seq 285: [305.4855651855469, 403.6398010253906, 313.6469421386719, 410.3609313964844]; requires reviewed raster region",</a:t>
            </a:r>
          </a:p>
          <a:p xmlns:a="http://schemas.openxmlformats.org/drawingml/2006/main">
            <a:r>
              <a:t>    "unhandled image/shading at seq 309: [213.95001220703125, 473.0915832519531, 227.23226928710938, 486.21380615234375]; requires reviewed raster region",</a:t>
            </a:r>
          </a:p>
          <a:p xmlns:a="http://schemas.openxmlformats.org/drawingml/2006/main">
            <a:r>
              <a:t>    "unhandled image/shading at seq 310: [112.27159118652344, 463.1692810058594, 158.70529174804688, 507.1660461425781]; requires reviewed raster region",</a:t>
            </a:r>
          </a:p>
          <a:p xmlns:a="http://schemas.openxmlformats.org/drawingml/2006/main">
            <a:r>
              <a:t>    "unhandled image/shading at seq 314: [123.67054748535156, 465.9500427246094, 181.3932342529297, 522.1231689453125]; requires reviewed raster region",</a:t>
            </a:r>
          </a:p>
          <a:p xmlns:a="http://schemas.openxmlformats.org/drawingml/2006/main">
            <a:r>
              <a:t>    "unhandled image/shading at seq 331: [397.96966552734375, 379.6908264160156, 435.9883117675781, 415.75384521484375]; requires reviewed raster region",</a:t>
            </a:r>
          </a:p>
          <a:p xmlns:a="http://schemas.openxmlformats.org/drawingml/2006/main">
            <a:r>
              <a:t>    "unhandled image/shading at seq 334: [443.5184326171875, 380.1565246582031, 483.2786865234375, 415.36151123046875]; requires reviewed raster region",</a:t>
            </a:r>
          </a:p>
          <a:p xmlns:a="http://schemas.openxmlformats.org/drawingml/2006/main">
            <a:r>
              <a:t>    "unhandled image/shading at seq 338: [398.17626953125, 460.3074035644531, 418.81683349609375, 475.2567443847656]; requires reviewed raster region",</a:t>
            </a:r>
          </a:p>
          <a:p xmlns:a="http://schemas.openxmlformats.org/drawingml/2006/main">
            <a:r>
              <a:t>    "unhandled image/shading at seq 339: [414.02191162109375, 460.2019348144531, 433.8678894042969, 475.3621826171875]; requires reviewed raster region",</a:t>
            </a:r>
          </a:p>
          <a:p xmlns:a="http://schemas.openxmlformats.org/drawingml/2006/main">
            <a:r>
              <a:t>    "unhandled image/shading at seq 340: [431.5567321777344, 460.16424560546875, 451.65460205078125, 475.3997802734375]; requires reviewed raster region",</a:t>
            </a:r>
          </a:p>
          <a:p xmlns:a="http://schemas.openxmlformats.org/drawingml/2006/main">
            <a:r>
              <a:t>    "unhandled image/shading at seq 341: [461.6745300292969, 460.1051330566406, 483.86834716796875, 475.45892333984375]; requires reviewed raster region",</a:t>
            </a:r>
          </a:p>
          <a:p xmlns:a="http://schemas.openxmlformats.org/drawingml/2006/main">
            <a:r>
              <a:t>    "unhandled image/shading at seq 342: [448.5739440917969, 460.2203369140625, 468.55194091796875, 475.3437805175781]; requires reviewed raster region",</a:t>
            </a:r>
          </a:p>
          <a:p xmlns:a="http://schemas.openxmlformats.org/drawingml/2006/main">
            <a:r>
              <a:t>    "unhandled image/shading at seq 357: [425.10491943359375, 496.5130920410156, 446.4032287597656, 512.1231689453125]; requires reviewed raster region",</a:t>
            </a:r>
          </a:p>
          <a:p xmlns:a="http://schemas.openxmlformats.org/drawingml/2006/main">
            <a:r>
              <a:t>    "unhandled image/shading at seq 358: [402.0893859863281, 496.3643493652344, 423.7936706542969, 512.27197265625]; requires reviewed raster region",</a:t>
            </a:r>
          </a:p>
          <a:p xmlns:a="http://schemas.openxmlformats.org/drawingml/2006/main">
            <a:r>
              <a:t>    "unhandled image/shading at seq 392: [122.7506332397461, 379.36907958984375, 144.7474365234375, 399.21478271484375]; requires reviewed raster region",</a:t>
            </a:r>
          </a:p>
          <a:p xmlns:a="http://schemas.openxmlformats.org/drawingml/2006/main">
            <a:r>
              <a:t>    "unhandled image/shading at seq 394: [139.92709350585938, 395.3939208984375, 161.92388916015625, 414.822509765625]; requires reviewed raster region",</a:t>
            </a:r>
          </a:p>
          <a:p xmlns:a="http://schemas.openxmlformats.org/drawingml/2006/main">
            <a:r>
              <a:t>    "unhandled image/shading at seq 405: [286.17462158203125, 435.6757507324219, 307.789306640625, 494.60272216796875]; requires reviewed raster region",</a:t>
            </a:r>
          </a:p>
          <a:p xmlns:a="http://schemas.openxmlformats.org/drawingml/2006/main">
            <a:r>
              <a:t>    "unhandled image/shading at seq 406: [288.0005798339844, 401.5679626464844, 309.9188537597656, 461.3234558105469]; requires reviewed raster region",</a:t>
            </a:r>
          </a:p>
          <a:p xmlns:a="http://schemas.openxmlformats.org/drawingml/2006/main">
            <a:r>
              <a:t>    "unhandled image/shading at seq 407: [265.6579895019531, 448.0173034667969, 287.0332946777344, 506.29327392578125]; requires reviewed raster region",</a:t>
            </a:r>
          </a:p>
          <a:p xmlns:a="http://schemas.openxmlformats.org/drawingml/2006/main">
            <a:r>
              <a:t>    "unhandled image/shading at seq 413: [300.52471923828125, 446.5270690917969, 323.7286682128906, 461.7296447753906]; requires reviewed raster region",</a:t>
            </a:r>
          </a:p>
          <a:p xmlns:a="http://schemas.openxmlformats.org/drawingml/2006/main">
            <a:r>
              <a:t>    "unhandled image/shading at seq 420: [278.21185302734375, 420.1915588378906, 298.7605895996094, 476.2127685546875]; requires reviewed raster region",</a:t>
            </a:r>
          </a:p>
          <a:p xmlns:a="http://schemas.openxmlformats.org/drawingml/2006/main">
            <a:r>
              <a:t>    "unhandled image/shading at seq 421: [273.3569030761719, 447.2090759277344, 293.85943603515625, 503.1038818359375]; requires reviewed raster region",</a:t>
            </a:r>
          </a:p>
          <a:p xmlns:a="http://schemas.openxmlformats.org/drawingml/2006/main">
            <a:r>
              <a:t>    "unhandled image/shading at seq 422: [328.8495178222656, 435.0050964355469, 351.7333984375, 449.88763427734375]; requires reviewed raster region",</a:t>
            </a:r>
          </a:p>
          <a:p xmlns:a="http://schemas.openxmlformats.org/drawingml/2006/main">
            <a:r>
              <a:t>    "unhandled image/shading at seq 437: [129.37930297851562, 417.90179443359375, 149.55154418945312, 424.2588806152344]; requires reviewed raster region",</a:t>
            </a:r>
          </a:p>
          <a:p xmlns:a="http://schemas.openxmlformats.org/drawingml/2006/main">
            <a:r>
              <a:t>    "unhandled image/shading at seq 442: [180.47610473632812, 417.4691467285156, 200.64834594726562, 423.82623291015625]; requires reviewed raster region",</a:t>
            </a:r>
          </a:p>
          <a:p xmlns:a="http://schemas.openxmlformats.org/drawingml/2006/main">
            <a:r>
              <a:t>    "unhandled image/shading at seq 448: [216.99050903320312, 506.8573303222656, 247.71572875976562, 524.620361328125]; requires reviewed raster region",</a:t>
            </a:r>
          </a:p>
          <a:p xmlns:a="http://schemas.openxmlformats.org/drawingml/2006/main">
            <a:r>
              <a:t>    "unhandled image/shading at seq 450: [217.52841186523438, 490.4132995605469, 247.3115997314453, 507.1771240234375]; requires reviewed raster region",</a:t>
            </a:r>
          </a:p>
          <a:p xmlns:a="http://schemas.openxmlformats.org/drawingml/2006/main">
            <a:r>
              <a:t>    "unhandled image/shading at seq 451: [246.59555053710938, 490.0544738769531, 258.9176330566406, 502.3765563964844]; requires reviewed raster region"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"raster_boundaries":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"source-raster-0",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738,</a:t>
            </a:r>
          </a:p>
          <a:p xmlns:a="http://schemas.openxmlformats.org/drawingml/2006/main">
            <a:r>
              <a:t>        170,</a:t>
            </a:r>
          </a:p>
          <a:p xmlns:a="http://schemas.openxmlformats.org/drawingml/2006/main">
            <a:r>
              <a:t>        59,</a:t>
            </a:r>
          </a:p>
          <a:p xmlns:a="http://schemas.openxmlformats.org/drawingml/2006/main">
            <a:r>
              <a:t>        22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"source-raster-1",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336,</a:t>
            </a:r>
          </a:p>
          <a:p xmlns:a="http://schemas.openxmlformats.org/drawingml/2006/main">
            <a:r>
              <a:t>        389,</a:t>
            </a:r>
          </a:p>
          <a:p xmlns:a="http://schemas.openxmlformats.org/drawingml/2006/main">
            <a:r>
              <a:t>        86,</a:t>
            </a:r>
          </a:p>
          <a:p xmlns:a="http://schemas.openxmlformats.org/drawingml/2006/main">
            <a:r>
              <a:t>        15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"source-raster-2",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337,</a:t>
            </a:r>
          </a:p>
          <a:p xmlns:a="http://schemas.openxmlformats.org/drawingml/2006/main">
            <a:r>
              <a:t>        341,</a:t>
            </a:r>
          </a:p>
          <a:p xmlns:a="http://schemas.openxmlformats.org/drawingml/2006/main">
            <a:r>
              <a:t>        84,</a:t>
            </a:r>
          </a:p>
          <a:p xmlns:a="http://schemas.openxmlformats.org/drawingml/2006/main">
            <a:r>
              <a:t>        49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"source-raster-6",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36,</a:t>
            </a:r>
          </a:p>
          <a:p xmlns:a="http://schemas.openxmlformats.org/drawingml/2006/main">
            <a:r>
              <a:t>        135,</a:t>
            </a:r>
          </a:p>
          <a:p xmlns:a="http://schemas.openxmlformats.org/drawingml/2006/main">
            <a:r>
              <a:t>        31,</a:t>
            </a:r>
          </a:p>
          <a:p xmlns:a="http://schemas.openxmlformats.org/drawingml/2006/main">
            <a:r>
              <a:t>        25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"source-raster-11",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89,</a:t>
            </a:r>
          </a:p>
          <a:p xmlns:a="http://schemas.openxmlformats.org/drawingml/2006/main">
            <a:r>
              <a:t>        299,</a:t>
            </a:r>
          </a:p>
          <a:p xmlns:a="http://schemas.openxmlformats.org/drawingml/2006/main">
            <a:r>
              <a:t>        32,</a:t>
            </a:r>
          </a:p>
          <a:p xmlns:a="http://schemas.openxmlformats.org/drawingml/2006/main">
            <a:r>
              <a:t>        17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"source-raster-20",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96,</a:t>
            </a:r>
          </a:p>
          <a:p xmlns:a="http://schemas.openxmlformats.org/drawingml/2006/main">
            <a:r>
              <a:t>        282,</a:t>
            </a:r>
          </a:p>
          <a:p xmlns:a="http://schemas.openxmlformats.org/drawingml/2006/main">
            <a:r>
              <a:t>        26,</a:t>
            </a:r>
          </a:p>
          <a:p xmlns:a="http://schemas.openxmlformats.org/drawingml/2006/main">
            <a:r>
              <a:t>        18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"source-raster-25",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31,</a:t>
            </a:r>
          </a:p>
          <a:p xmlns:a="http://schemas.openxmlformats.org/drawingml/2006/main">
            <a:r>
              <a:t>        241,</a:t>
            </a:r>
          </a:p>
          <a:p xmlns:a="http://schemas.openxmlformats.org/drawingml/2006/main">
            <a:r>
              <a:t>        36,</a:t>
            </a:r>
          </a:p>
          <a:p xmlns:a="http://schemas.openxmlformats.org/drawingml/2006/main">
            <a:r>
              <a:t>        32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"source-raster-26",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80,</a:t>
            </a:r>
          </a:p>
          <a:p xmlns:a="http://schemas.openxmlformats.org/drawingml/2006/main">
            <a:r>
              <a:t>        242,</a:t>
            </a:r>
          </a:p>
          <a:p xmlns:a="http://schemas.openxmlformats.org/drawingml/2006/main">
            <a:r>
              <a:t>        37,</a:t>
            </a:r>
          </a:p>
          <a:p xmlns:a="http://schemas.openxmlformats.org/drawingml/2006/main">
            <a:r>
              <a:t>        35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"source-raster-27",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81,</a:t>
            </a:r>
          </a:p>
          <a:p xmlns:a="http://schemas.openxmlformats.org/drawingml/2006/main">
            <a:r>
              <a:t>        204,</a:t>
            </a:r>
          </a:p>
          <a:p xmlns:a="http://schemas.openxmlformats.org/drawingml/2006/main">
            <a:r>
              <a:t>        36,</a:t>
            </a:r>
          </a:p>
          <a:p xmlns:a="http://schemas.openxmlformats.org/drawingml/2006/main">
            <a:r>
              <a:t>        32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"source-raster-32",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34,</a:t>
            </a:r>
          </a:p>
          <a:p xmlns:a="http://schemas.openxmlformats.org/drawingml/2006/main">
            <a:r>
              <a:t>        198,</a:t>
            </a:r>
          </a:p>
          <a:p xmlns:a="http://schemas.openxmlformats.org/drawingml/2006/main">
            <a:r>
              <a:t>        34,</a:t>
            </a:r>
          </a:p>
          <a:p xmlns:a="http://schemas.openxmlformats.org/drawingml/2006/main">
            <a:r>
              <a:t>        34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"source-raster-37",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175,</a:t>
            </a:r>
          </a:p>
          <a:p xmlns:a="http://schemas.openxmlformats.org/drawingml/2006/main">
            <a:r>
              <a:t>        73,</a:t>
            </a:r>
          </a:p>
          <a:p xmlns:a="http://schemas.openxmlformats.org/drawingml/2006/main">
            <a:r>
              <a:t>        37,</a:t>
            </a:r>
          </a:p>
          <a:p xmlns:a="http://schemas.openxmlformats.org/drawingml/2006/main">
            <a:r>
              <a:t>        37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"source-raster-38",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317,</a:t>
            </a:r>
          </a:p>
          <a:p xmlns:a="http://schemas.openxmlformats.org/drawingml/2006/main">
            <a:r>
              <a:t>        188,</a:t>
            </a:r>
          </a:p>
          <a:p xmlns:a="http://schemas.openxmlformats.org/drawingml/2006/main">
            <a:r>
              <a:t>        106,</a:t>
            </a:r>
          </a:p>
          <a:p xmlns:a="http://schemas.openxmlformats.org/drawingml/2006/main">
            <a:r>
              <a:t>        60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"source-raster-39",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166,</a:t>
            </a:r>
          </a:p>
          <a:p xmlns:a="http://schemas.openxmlformats.org/drawingml/2006/main">
            <a:r>
              <a:t>        207,</a:t>
            </a:r>
          </a:p>
          <a:p xmlns:a="http://schemas.openxmlformats.org/drawingml/2006/main">
            <a:r>
              <a:t>        28,</a:t>
            </a:r>
          </a:p>
          <a:p xmlns:a="http://schemas.openxmlformats.org/drawingml/2006/main">
            <a:r>
              <a:t>        19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"source-raster-40",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175,</a:t>
            </a:r>
          </a:p>
          <a:p xmlns:a="http://schemas.openxmlformats.org/drawingml/2006/main">
            <a:r>
              <a:t>        227,</a:t>
            </a:r>
          </a:p>
          <a:p xmlns:a="http://schemas.openxmlformats.org/drawingml/2006/main">
            <a:r>
              <a:t>        18,</a:t>
            </a:r>
          </a:p>
          <a:p xmlns:a="http://schemas.openxmlformats.org/drawingml/2006/main">
            <a:r>
              <a:t>        16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"source-raster-41",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200,</a:t>
            </a:r>
          </a:p>
          <a:p xmlns:a="http://schemas.openxmlformats.org/drawingml/2006/main">
            <a:r>
              <a:t>        222,</a:t>
            </a:r>
          </a:p>
          <a:p xmlns:a="http://schemas.openxmlformats.org/drawingml/2006/main">
            <a:r>
              <a:t>        19,</a:t>
            </a:r>
          </a:p>
          <a:p xmlns:a="http://schemas.openxmlformats.org/drawingml/2006/main">
            <a:r>
              <a:t>        17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"source-raster-42",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208,</a:t>
            </a:r>
          </a:p>
          <a:p xmlns:a="http://schemas.openxmlformats.org/drawingml/2006/main">
            <a:r>
              <a:t>        199,</a:t>
            </a:r>
          </a:p>
          <a:p xmlns:a="http://schemas.openxmlformats.org/drawingml/2006/main">
            <a:r>
              <a:t>        16,</a:t>
            </a:r>
          </a:p>
          <a:p xmlns:a="http://schemas.openxmlformats.org/drawingml/2006/main">
            <a:r>
              <a:t>        15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"source-raster-43",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187,</a:t>
            </a:r>
          </a:p>
          <a:p xmlns:a="http://schemas.openxmlformats.org/drawingml/2006/main">
            <a:r>
              <a:t>        196,</a:t>
            </a:r>
          </a:p>
          <a:p xmlns:a="http://schemas.openxmlformats.org/drawingml/2006/main">
            <a:r>
              <a:t>        18,</a:t>
            </a:r>
          </a:p>
          <a:p xmlns:a="http://schemas.openxmlformats.org/drawingml/2006/main">
            <a:r>
              <a:t>        10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"source-raster-44",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220,</a:t>
            </a:r>
          </a:p>
          <a:p xmlns:a="http://schemas.openxmlformats.org/drawingml/2006/main">
            <a:r>
              <a:t>        206,</a:t>
            </a:r>
          </a:p>
          <a:p xmlns:a="http://schemas.openxmlformats.org/drawingml/2006/main">
            <a:r>
              <a:t>        74,</a:t>
            </a:r>
          </a:p>
          <a:p xmlns:a="http://schemas.openxmlformats.org/drawingml/2006/main">
            <a:r>
              <a:t>        51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"source-raster-45",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216,</a:t>
            </a:r>
          </a:p>
          <a:p xmlns:a="http://schemas.openxmlformats.org/drawingml/2006/main">
            <a:r>
              <a:t>        256,</a:t>
            </a:r>
          </a:p>
          <a:p xmlns:a="http://schemas.openxmlformats.org/drawingml/2006/main">
            <a:r>
              <a:t>        79,</a:t>
            </a:r>
          </a:p>
          <a:p xmlns:a="http://schemas.openxmlformats.org/drawingml/2006/main">
            <a:r>
              <a:t>        64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"source-raster-46",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317,</a:t>
            </a:r>
          </a:p>
          <a:p xmlns:a="http://schemas.openxmlformats.org/drawingml/2006/main">
            <a:r>
              <a:t>        264,</a:t>
            </a:r>
          </a:p>
          <a:p xmlns:a="http://schemas.openxmlformats.org/drawingml/2006/main">
            <a:r>
              <a:t>        107,</a:t>
            </a:r>
          </a:p>
          <a:p xmlns:a="http://schemas.openxmlformats.org/drawingml/2006/main">
            <a:r>
              <a:t>        60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"source-raster-47",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464,</a:t>
            </a:r>
          </a:p>
          <a:p xmlns:a="http://schemas.openxmlformats.org/drawingml/2006/main">
            <a:r>
              <a:t>        68,</a:t>
            </a:r>
          </a:p>
          <a:p xmlns:a="http://schemas.openxmlformats.org/drawingml/2006/main">
            <a:r>
              <a:t>        66,</a:t>
            </a:r>
          </a:p>
          <a:p xmlns:a="http://schemas.openxmlformats.org/drawingml/2006/main">
            <a:r>
              <a:t>        59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"source-raster-48",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482,</a:t>
            </a:r>
          </a:p>
          <a:p xmlns:a="http://schemas.openxmlformats.org/drawingml/2006/main">
            <a:r>
              <a:t>        106,</a:t>
            </a:r>
          </a:p>
          <a:p xmlns:a="http://schemas.openxmlformats.org/drawingml/2006/main">
            <a:r>
              <a:t>        86,</a:t>
            </a:r>
          </a:p>
          <a:p xmlns:a="http://schemas.openxmlformats.org/drawingml/2006/main">
            <a:r>
              <a:t>        76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"source-raster-49",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170,</a:t>
            </a:r>
          </a:p>
          <a:p xmlns:a="http://schemas.openxmlformats.org/drawingml/2006/main">
            <a:r>
              <a:t>        259,</a:t>
            </a:r>
          </a:p>
          <a:p xmlns:a="http://schemas.openxmlformats.org/drawingml/2006/main">
            <a:r>
              <a:t>        21,</a:t>
            </a:r>
          </a:p>
          <a:p xmlns:a="http://schemas.openxmlformats.org/drawingml/2006/main">
            <a:r>
              <a:t>        10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"source-raster-50",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196,</a:t>
            </a:r>
          </a:p>
          <a:p xmlns:a="http://schemas.openxmlformats.org/drawingml/2006/main">
            <a:r>
              <a:t>        255,</a:t>
            </a:r>
          </a:p>
          <a:p xmlns:a="http://schemas.openxmlformats.org/drawingml/2006/main">
            <a:r>
              <a:t>        14,</a:t>
            </a:r>
          </a:p>
          <a:p xmlns:a="http://schemas.openxmlformats.org/drawingml/2006/main">
            <a:r>
              <a:t>        15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"source-raster-51",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173,</a:t>
            </a:r>
          </a:p>
          <a:p xmlns:a="http://schemas.openxmlformats.org/drawingml/2006/main">
            <a:r>
              <a:t>        272,</a:t>
            </a:r>
          </a:p>
          <a:p xmlns:a="http://schemas.openxmlformats.org/drawingml/2006/main">
            <a:r>
              <a:t>        17,</a:t>
            </a:r>
          </a:p>
          <a:p xmlns:a="http://schemas.openxmlformats.org/drawingml/2006/main">
            <a:r>
              <a:t>        14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"source-raster-52",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198,</a:t>
            </a:r>
          </a:p>
          <a:p xmlns:a="http://schemas.openxmlformats.org/drawingml/2006/main">
            <a:r>
              <a:t>        270,</a:t>
            </a:r>
          </a:p>
          <a:p xmlns:a="http://schemas.openxmlformats.org/drawingml/2006/main">
            <a:r>
              <a:t>        16,</a:t>
            </a:r>
          </a:p>
          <a:p xmlns:a="http://schemas.openxmlformats.org/drawingml/2006/main">
            <a:r>
              <a:t>        17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"source-raster-53",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170,</a:t>
            </a:r>
          </a:p>
          <a:p xmlns:a="http://schemas.openxmlformats.org/drawingml/2006/main">
            <a:r>
              <a:t>        296,</a:t>
            </a:r>
          </a:p>
          <a:p xmlns:a="http://schemas.openxmlformats.org/drawingml/2006/main">
            <a:r>
              <a:t>        21,</a:t>
            </a:r>
          </a:p>
          <a:p xmlns:a="http://schemas.openxmlformats.org/drawingml/2006/main">
            <a:r>
              <a:t>        18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"source-raster-54",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172,</a:t>
            </a:r>
          </a:p>
          <a:p xmlns:a="http://schemas.openxmlformats.org/drawingml/2006/main">
            <a:r>
              <a:t>        339,</a:t>
            </a:r>
          </a:p>
          <a:p xmlns:a="http://schemas.openxmlformats.org/drawingml/2006/main">
            <a:r>
              <a:t>        130,</a:t>
            </a:r>
          </a:p>
          <a:p xmlns:a="http://schemas.openxmlformats.org/drawingml/2006/main">
            <a:r>
              <a:t>        92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"source-raster-55",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715,</a:t>
            </a:r>
          </a:p>
          <a:p xmlns:a="http://schemas.openxmlformats.org/drawingml/2006/main">
            <a:r>
              <a:t>        66,</a:t>
            </a:r>
          </a:p>
          <a:p xmlns:a="http://schemas.openxmlformats.org/drawingml/2006/main">
            <a:r>
              <a:t>        68,</a:t>
            </a:r>
          </a:p>
          <a:p xmlns:a="http://schemas.openxmlformats.org/drawingml/2006/main">
            <a:r>
              <a:t>        17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"source-raster-56",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465,</a:t>
            </a:r>
          </a:p>
          <a:p xmlns:a="http://schemas.openxmlformats.org/drawingml/2006/main">
            <a:r>
              <a:t>        391,</a:t>
            </a:r>
          </a:p>
          <a:p xmlns:a="http://schemas.openxmlformats.org/drawingml/2006/main">
            <a:r>
              <a:t>        136,</a:t>
            </a:r>
          </a:p>
          <a:p xmlns:a="http://schemas.openxmlformats.org/drawingml/2006/main">
            <a:r>
              <a:t>        90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"source-raster-57",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573,</a:t>
            </a:r>
          </a:p>
          <a:p xmlns:a="http://schemas.openxmlformats.org/drawingml/2006/main">
            <a:r>
              <a:t>        460,</a:t>
            </a:r>
          </a:p>
          <a:p xmlns:a="http://schemas.openxmlformats.org/drawingml/2006/main">
            <a:r>
              <a:t>        12,</a:t>
            </a:r>
          </a:p>
          <a:p xmlns:a="http://schemas.openxmlformats.org/drawingml/2006/main">
            <a:r>
              <a:t>        10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"source-raster-59",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468,</a:t>
            </a:r>
          </a:p>
          <a:p xmlns:a="http://schemas.openxmlformats.org/drawingml/2006/main">
            <a:r>
              <a:t>        390,</a:t>
            </a:r>
          </a:p>
          <a:p xmlns:a="http://schemas.openxmlformats.org/drawingml/2006/main">
            <a:r>
              <a:t>        134,</a:t>
            </a:r>
          </a:p>
          <a:p xmlns:a="http://schemas.openxmlformats.org/drawingml/2006/main">
            <a:r>
              <a:t>        57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"source-raster-60",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469,</a:t>
            </a:r>
          </a:p>
          <a:p xmlns:a="http://schemas.openxmlformats.org/drawingml/2006/main">
            <a:r>
              <a:t>        390,</a:t>
            </a:r>
          </a:p>
          <a:p xmlns:a="http://schemas.openxmlformats.org/drawingml/2006/main">
            <a:r>
              <a:t>        127,</a:t>
            </a:r>
          </a:p>
          <a:p xmlns:a="http://schemas.openxmlformats.org/drawingml/2006/main">
            <a:r>
              <a:t>        50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"source-raster-61",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469,</a:t>
            </a:r>
          </a:p>
          <a:p xmlns:a="http://schemas.openxmlformats.org/drawingml/2006/main">
            <a:r>
              <a:t>        445,</a:t>
            </a:r>
          </a:p>
          <a:p xmlns:a="http://schemas.openxmlformats.org/drawingml/2006/main">
            <a:r>
              <a:t>        39,</a:t>
            </a:r>
          </a:p>
          <a:p xmlns:a="http://schemas.openxmlformats.org/drawingml/2006/main">
            <a:r>
              <a:t>        29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"source-raster-62",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515,</a:t>
            </a:r>
          </a:p>
          <a:p xmlns:a="http://schemas.openxmlformats.org/drawingml/2006/main">
            <a:r>
              <a:t>        445,</a:t>
            </a:r>
          </a:p>
          <a:p xmlns:a="http://schemas.openxmlformats.org/drawingml/2006/main">
            <a:r>
              <a:t>        38,</a:t>
            </a:r>
          </a:p>
          <a:p xmlns:a="http://schemas.openxmlformats.org/drawingml/2006/main">
            <a:r>
              <a:t>        29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"source-raster-63",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560,</a:t>
            </a:r>
          </a:p>
          <a:p xmlns:a="http://schemas.openxmlformats.org/drawingml/2006/main">
            <a:r>
              <a:t>        451,</a:t>
            </a:r>
          </a:p>
          <a:p xmlns:a="http://schemas.openxmlformats.org/drawingml/2006/main">
            <a:r>
              <a:t>        38,</a:t>
            </a:r>
          </a:p>
          <a:p xmlns:a="http://schemas.openxmlformats.org/drawingml/2006/main">
            <a:r>
              <a:t>        23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"source-raster-64",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674,</a:t>
            </a:r>
          </a:p>
          <a:p xmlns:a="http://schemas.openxmlformats.org/drawingml/2006/main">
            <a:r>
              <a:t>        384,</a:t>
            </a:r>
          </a:p>
          <a:p xmlns:a="http://schemas.openxmlformats.org/drawingml/2006/main">
            <a:r>
              <a:t>        131,</a:t>
            </a:r>
          </a:p>
          <a:p xmlns:a="http://schemas.openxmlformats.org/drawingml/2006/main">
            <a:r>
              <a:t>        58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"source-raster-65",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676,</a:t>
            </a:r>
          </a:p>
          <a:p xmlns:a="http://schemas.openxmlformats.org/drawingml/2006/main">
            <a:r>
              <a:t>        385,</a:t>
            </a:r>
          </a:p>
          <a:p xmlns:a="http://schemas.openxmlformats.org/drawingml/2006/main">
            <a:r>
              <a:t>        123,</a:t>
            </a:r>
          </a:p>
          <a:p xmlns:a="http://schemas.openxmlformats.org/drawingml/2006/main">
            <a:r>
              <a:t>        51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"source-raster-66",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672,</a:t>
            </a:r>
          </a:p>
          <a:p xmlns:a="http://schemas.openxmlformats.org/drawingml/2006/main">
            <a:r>
              <a:t>        443,</a:t>
            </a:r>
          </a:p>
          <a:p xmlns:a="http://schemas.openxmlformats.org/drawingml/2006/main">
            <a:r>
              <a:t>        45,</a:t>
            </a:r>
          </a:p>
          <a:p xmlns:a="http://schemas.openxmlformats.org/drawingml/2006/main">
            <a:r>
              <a:t>        38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"source-raster-67",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675,</a:t>
            </a:r>
          </a:p>
          <a:p xmlns:a="http://schemas.openxmlformats.org/drawingml/2006/main">
            <a:r>
              <a:t>        443,</a:t>
            </a:r>
          </a:p>
          <a:p xmlns:a="http://schemas.openxmlformats.org/drawingml/2006/main">
            <a:r>
              <a:t>        38,</a:t>
            </a:r>
          </a:p>
          <a:p xmlns:a="http://schemas.openxmlformats.org/drawingml/2006/main">
            <a:r>
              <a:t>        31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"source-raster-68",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717,</a:t>
            </a:r>
          </a:p>
          <a:p xmlns:a="http://schemas.openxmlformats.org/drawingml/2006/main">
            <a:r>
              <a:t>        443,</a:t>
            </a:r>
          </a:p>
          <a:p xmlns:a="http://schemas.openxmlformats.org/drawingml/2006/main">
            <a:r>
              <a:t>        45,</a:t>
            </a:r>
          </a:p>
          <a:p xmlns:a="http://schemas.openxmlformats.org/drawingml/2006/main">
            <a:r>
              <a:t>        38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"source-raster-69",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721,</a:t>
            </a:r>
          </a:p>
          <a:p xmlns:a="http://schemas.openxmlformats.org/drawingml/2006/main">
            <a:r>
              <a:t>        443,</a:t>
            </a:r>
          </a:p>
          <a:p xmlns:a="http://schemas.openxmlformats.org/drawingml/2006/main">
            <a:r>
              <a:t>        37,</a:t>
            </a:r>
          </a:p>
          <a:p xmlns:a="http://schemas.openxmlformats.org/drawingml/2006/main">
            <a:r>
              <a:t>        31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"source-raster-70",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763,</a:t>
            </a:r>
          </a:p>
          <a:p xmlns:a="http://schemas.openxmlformats.org/drawingml/2006/main">
            <a:r>
              <a:t>        443,</a:t>
            </a:r>
          </a:p>
          <a:p xmlns:a="http://schemas.openxmlformats.org/drawingml/2006/main">
            <a:r>
              <a:t>        45,</a:t>
            </a:r>
          </a:p>
          <a:p xmlns:a="http://schemas.openxmlformats.org/drawingml/2006/main">
            <a:r>
              <a:t>        37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"source-raster-71",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766,</a:t>
            </a:r>
          </a:p>
          <a:p xmlns:a="http://schemas.openxmlformats.org/drawingml/2006/main">
            <a:r>
              <a:t>        443,</a:t>
            </a:r>
          </a:p>
          <a:p xmlns:a="http://schemas.openxmlformats.org/drawingml/2006/main">
            <a:r>
              <a:t>        38,</a:t>
            </a:r>
          </a:p>
          <a:p xmlns:a="http://schemas.openxmlformats.org/drawingml/2006/main">
            <a:r>
              <a:t>        29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"source-raster-73",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573,</a:t>
            </a:r>
          </a:p>
          <a:p xmlns:a="http://schemas.openxmlformats.org/drawingml/2006/main">
            <a:r>
              <a:t>        82,</a:t>
            </a:r>
          </a:p>
          <a:p xmlns:a="http://schemas.openxmlformats.org/drawingml/2006/main">
            <a:r>
              <a:t>        25,</a:t>
            </a:r>
          </a:p>
          <a:p xmlns:a="http://schemas.openxmlformats.org/drawingml/2006/main">
            <a:r>
              <a:t>        17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"source-raster-74",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577,</a:t>
            </a:r>
          </a:p>
          <a:p xmlns:a="http://schemas.openxmlformats.org/drawingml/2006/main">
            <a:r>
              <a:t>        113,</a:t>
            </a:r>
          </a:p>
          <a:p xmlns:a="http://schemas.openxmlformats.org/drawingml/2006/main">
            <a:r>
              <a:t>        18,</a:t>
            </a:r>
          </a:p>
          <a:p xmlns:a="http://schemas.openxmlformats.org/drawingml/2006/main">
            <a:r>
              <a:t>        17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"source-raster-75",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578,</a:t>
            </a:r>
          </a:p>
          <a:p xmlns:a="http://schemas.openxmlformats.org/drawingml/2006/main">
            <a:r>
              <a:t>        140,</a:t>
            </a:r>
          </a:p>
          <a:p xmlns:a="http://schemas.openxmlformats.org/drawingml/2006/main">
            <a:r>
              <a:t>        19,</a:t>
            </a:r>
          </a:p>
          <a:p xmlns:a="http://schemas.openxmlformats.org/drawingml/2006/main">
            <a:r>
              <a:t>        17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"source-raster-76",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305,</a:t>
            </a:r>
          </a:p>
          <a:p xmlns:a="http://schemas.openxmlformats.org/drawingml/2006/main">
            <a:r>
              <a:t>        353,</a:t>
            </a:r>
          </a:p>
          <a:p xmlns:a="http://schemas.openxmlformats.org/drawingml/2006/main">
            <a:r>
              <a:t>        29,</a:t>
            </a:r>
          </a:p>
          <a:p xmlns:a="http://schemas.openxmlformats.org/drawingml/2006/main">
            <a:r>
              <a:t>        26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"source-raster-79",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851,</a:t>
            </a:r>
          </a:p>
          <a:p xmlns:a="http://schemas.openxmlformats.org/drawingml/2006/main">
            <a:r>
              <a:t>        65,</a:t>
            </a:r>
          </a:p>
          <a:p xmlns:a="http://schemas.openxmlformats.org/drawingml/2006/main">
            <a:r>
              <a:t>        115,</a:t>
            </a:r>
          </a:p>
          <a:p xmlns:a="http://schemas.openxmlformats.org/drawingml/2006/main">
            <a:r>
              <a:t>        109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"source-raster-80",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988,</a:t>
            </a:r>
          </a:p>
          <a:p xmlns:a="http://schemas.openxmlformats.org/drawingml/2006/main">
            <a:r>
              <a:t>        66,</a:t>
            </a:r>
          </a:p>
          <a:p xmlns:a="http://schemas.openxmlformats.org/drawingml/2006/main">
            <a:r>
              <a:t>        120,</a:t>
            </a:r>
          </a:p>
          <a:p xmlns:a="http://schemas.openxmlformats.org/drawingml/2006/main">
            <a:r>
              <a:t>        107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"source-raster-81",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852,</a:t>
            </a:r>
          </a:p>
          <a:p xmlns:a="http://schemas.openxmlformats.org/drawingml/2006/main">
            <a:r>
              <a:t>        306,</a:t>
            </a:r>
          </a:p>
          <a:p xmlns:a="http://schemas.openxmlformats.org/drawingml/2006/main">
            <a:r>
              <a:t>        63,</a:t>
            </a:r>
          </a:p>
          <a:p xmlns:a="http://schemas.openxmlformats.org/drawingml/2006/main">
            <a:r>
              <a:t>        46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"source-raster-82",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900,</a:t>
            </a:r>
          </a:p>
          <a:p xmlns:a="http://schemas.openxmlformats.org/drawingml/2006/main">
            <a:r>
              <a:t>        306,</a:t>
            </a:r>
          </a:p>
          <a:p xmlns:a="http://schemas.openxmlformats.org/drawingml/2006/main">
            <a:r>
              <a:t>        60,</a:t>
            </a:r>
          </a:p>
          <a:p xmlns:a="http://schemas.openxmlformats.org/drawingml/2006/main">
            <a:r>
              <a:t>        47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"source-raster-83",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952,</a:t>
            </a:r>
          </a:p>
          <a:p xmlns:a="http://schemas.openxmlformats.org/drawingml/2006/main">
            <a:r>
              <a:t>        306,</a:t>
            </a:r>
          </a:p>
          <a:p xmlns:a="http://schemas.openxmlformats.org/drawingml/2006/main">
            <a:r>
              <a:t>        61,</a:t>
            </a:r>
          </a:p>
          <a:p xmlns:a="http://schemas.openxmlformats.org/drawingml/2006/main">
            <a:r>
              <a:t>        47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"source-raster-84",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1043,</a:t>
            </a:r>
          </a:p>
          <a:p xmlns:a="http://schemas.openxmlformats.org/drawingml/2006/main">
            <a:r>
              <a:t>        306,</a:t>
            </a:r>
          </a:p>
          <a:p xmlns:a="http://schemas.openxmlformats.org/drawingml/2006/main">
            <a:r>
              <a:t>        67,</a:t>
            </a:r>
          </a:p>
          <a:p xmlns:a="http://schemas.openxmlformats.org/drawingml/2006/main">
            <a:r>
              <a:t>        47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"source-raster-85",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1003,</a:t>
            </a:r>
          </a:p>
          <a:p xmlns:a="http://schemas.openxmlformats.org/drawingml/2006/main">
            <a:r>
              <a:t>        306,</a:t>
            </a:r>
          </a:p>
          <a:p xmlns:a="http://schemas.openxmlformats.org/drawingml/2006/main">
            <a:r>
              <a:t>        61,</a:t>
            </a:r>
          </a:p>
          <a:p xmlns:a="http://schemas.openxmlformats.org/drawingml/2006/main">
            <a:r>
              <a:t>        47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"source-raster-86",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933,</a:t>
            </a:r>
          </a:p>
          <a:p xmlns:a="http://schemas.openxmlformats.org/drawingml/2006/main">
            <a:r>
              <a:t>        415,</a:t>
            </a:r>
          </a:p>
          <a:p xmlns:a="http://schemas.openxmlformats.org/drawingml/2006/main">
            <a:r>
              <a:t>        65,</a:t>
            </a:r>
          </a:p>
          <a:p xmlns:a="http://schemas.openxmlformats.org/drawingml/2006/main">
            <a:r>
              <a:t>        48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"source-raster-87",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864,</a:t>
            </a:r>
          </a:p>
          <a:p xmlns:a="http://schemas.openxmlformats.org/drawingml/2006/main">
            <a:r>
              <a:t>        415,</a:t>
            </a:r>
          </a:p>
          <a:p xmlns:a="http://schemas.openxmlformats.org/drawingml/2006/main">
            <a:r>
              <a:t>        66,</a:t>
            </a:r>
          </a:p>
          <a:p xmlns:a="http://schemas.openxmlformats.org/drawingml/2006/main">
            <a:r>
              <a:t>        48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"source-raster-90",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516,</a:t>
            </a:r>
          </a:p>
          <a:p xmlns:a="http://schemas.openxmlformats.org/drawingml/2006/main">
            <a:r>
              <a:t>        305,</a:t>
            </a:r>
          </a:p>
          <a:p xmlns:a="http://schemas.openxmlformats.org/drawingml/2006/main">
            <a:r>
              <a:t>        66,</a:t>
            </a:r>
          </a:p>
          <a:p xmlns:a="http://schemas.openxmlformats.org/drawingml/2006/main">
            <a:r>
              <a:t>        34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"source-raster-91",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530,</a:t>
            </a:r>
          </a:p>
          <a:p xmlns:a="http://schemas.openxmlformats.org/drawingml/2006/main">
            <a:r>
              <a:t>        273,</a:t>
            </a:r>
          </a:p>
          <a:p xmlns:a="http://schemas.openxmlformats.org/drawingml/2006/main">
            <a:r>
              <a:t>        45,</a:t>
            </a:r>
          </a:p>
          <a:p xmlns:a="http://schemas.openxmlformats.org/drawingml/2006/main">
            <a:r>
              <a:t>        37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"source-raster-93",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562,</a:t>
            </a:r>
          </a:p>
          <a:p xmlns:a="http://schemas.openxmlformats.org/drawingml/2006/main">
            <a:r>
              <a:t>        272,</a:t>
            </a:r>
          </a:p>
          <a:p xmlns:a="http://schemas.openxmlformats.org/drawingml/2006/main">
            <a:r>
              <a:t>        62,</a:t>
            </a:r>
          </a:p>
          <a:p xmlns:a="http://schemas.openxmlformats.org/drawingml/2006/main">
            <a:r>
              <a:t>        36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"source-raster-94",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503,</a:t>
            </a:r>
          </a:p>
          <a:p xmlns:a="http://schemas.openxmlformats.org/drawingml/2006/main">
            <a:r>
              <a:t>        295,</a:t>
            </a:r>
          </a:p>
          <a:p xmlns:a="http://schemas.openxmlformats.org/drawingml/2006/main">
            <a:r>
              <a:t>        40,</a:t>
            </a:r>
          </a:p>
          <a:p xmlns:a="http://schemas.openxmlformats.org/drawingml/2006/main">
            <a:r>
              <a:t>        25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"source-raster-95",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484,</a:t>
            </a:r>
          </a:p>
          <a:p xmlns:a="http://schemas.openxmlformats.org/drawingml/2006/main">
            <a:r>
              <a:t>        311,</a:t>
            </a:r>
          </a:p>
          <a:p xmlns:a="http://schemas.openxmlformats.org/drawingml/2006/main">
            <a:r>
              <a:t>        48,</a:t>
            </a:r>
          </a:p>
          <a:p xmlns:a="http://schemas.openxmlformats.org/drawingml/2006/main">
            <a:r>
              <a:t>        21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"source-raster-96",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647,</a:t>
            </a:r>
          </a:p>
          <a:p xmlns:a="http://schemas.openxmlformats.org/drawingml/2006/main">
            <a:r>
              <a:t>        237,</a:t>
            </a:r>
          </a:p>
          <a:p xmlns:a="http://schemas.openxmlformats.org/drawingml/2006/main">
            <a:r>
              <a:t>        62,</a:t>
            </a:r>
          </a:p>
          <a:p xmlns:a="http://schemas.openxmlformats.org/drawingml/2006/main">
            <a:r>
              <a:t>        36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"source-raster-97",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46,</a:t>
            </a:r>
          </a:p>
          <a:p xmlns:a="http://schemas.openxmlformats.org/drawingml/2006/main">
            <a:r>
              <a:t>        179,</a:t>
            </a:r>
          </a:p>
          <a:p xmlns:a="http://schemas.openxmlformats.org/drawingml/2006/main">
            <a:r>
              <a:t>        61,</a:t>
            </a:r>
          </a:p>
          <a:p xmlns:a="http://schemas.openxmlformats.org/drawingml/2006/main">
            <a:r>
              <a:t>        20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"source-raster-99",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309,</a:t>
            </a:r>
          </a:p>
          <a:p xmlns:a="http://schemas.openxmlformats.org/drawingml/2006/main">
            <a:r>
              <a:t>        447,</a:t>
            </a:r>
          </a:p>
          <a:p xmlns:a="http://schemas.openxmlformats.org/drawingml/2006/main">
            <a:r>
              <a:t>        92,</a:t>
            </a:r>
          </a:p>
          <a:p xmlns:a="http://schemas.openxmlformats.org/drawingml/2006/main">
            <a:r>
              <a:t>        15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"source-raster-100",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310,</a:t>
            </a:r>
          </a:p>
          <a:p xmlns:a="http://schemas.openxmlformats.org/drawingml/2006/main">
            <a:r>
              <a:t>        397,</a:t>
            </a:r>
          </a:p>
          <a:p xmlns:a="http://schemas.openxmlformats.org/drawingml/2006/main">
            <a:r>
              <a:t>        90,</a:t>
            </a:r>
          </a:p>
          <a:p xmlns:a="http://schemas.openxmlformats.org/drawingml/2006/main">
            <a:r>
              <a:t>        51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"source-raster-101",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404,</a:t>
            </a:r>
          </a:p>
          <a:p xmlns:a="http://schemas.openxmlformats.org/drawingml/2006/main">
            <a:r>
              <a:t>        404,</a:t>
            </a:r>
          </a:p>
          <a:p xmlns:a="http://schemas.openxmlformats.org/drawingml/2006/main">
            <a:r>
              <a:t>        26,</a:t>
            </a:r>
          </a:p>
          <a:p xmlns:a="http://schemas.openxmlformats.org/drawingml/2006/main">
            <a:r>
              <a:t>        24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"pdf-raster-8",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669,</a:t>
            </a:r>
          </a:p>
          <a:p xmlns:a="http://schemas.openxmlformats.org/drawingml/2006/main">
            <a:r>
              <a:t>        318,</a:t>
            </a:r>
          </a:p>
          <a:p xmlns:a="http://schemas.openxmlformats.org/drawingml/2006/main">
            <a:r>
              <a:t>        135,</a:t>
            </a:r>
          </a:p>
          <a:p xmlns:a="http://schemas.openxmlformats.org/drawingml/2006/main">
            <a:r>
              <a:t>        27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"Discrete source SDF objective equations"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"pdf-raster-12",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1008,</a:t>
            </a:r>
          </a:p>
          <a:p xmlns:a="http://schemas.openxmlformats.org/drawingml/2006/main">
            <a:r>
              <a:t>        423,</a:t>
            </a:r>
          </a:p>
          <a:p xmlns:a="http://schemas.openxmlformats.org/drawingml/2006/main">
            <a:r>
              <a:t>        96,</a:t>
            </a:r>
          </a:p>
          <a:p xmlns:a="http://schemas.openxmlformats.org/drawingml/2006/main">
            <a:r>
              <a:t>        54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"Discrete source policy-evaluation mathematical expressions"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"pdf-raster-13",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1062,</a:t>
            </a:r>
          </a:p>
          <a:p xmlns:a="http://schemas.openxmlformats.org/drawingml/2006/main">
            <a:r>
              <a:t>        234,</a:t>
            </a:r>
          </a:p>
          <a:p xmlns:a="http://schemas.openxmlformats.org/drawingml/2006/main">
            <a:r>
              <a:t>        30,</a:t>
            </a:r>
          </a:p>
          <a:p xmlns:a="http://schemas.openxmlformats.org/drawingml/2006/main">
            <a:r>
              <a:t>        15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"Discrete source generated-data mathematical identifier"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"pdf-raster-6",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195,</a:t>
            </a:r>
          </a:p>
          <a:p xmlns:a="http://schemas.openxmlformats.org/drawingml/2006/main">
            <a:r>
              <a:t>        294,</a:t>
            </a:r>
          </a:p>
          <a:p xmlns:a="http://schemas.openxmlformats.org/drawingml/2006/main">
            <a:r>
              <a:t>        42,</a:t>
            </a:r>
          </a:p>
          <a:p xmlns:a="http://schemas.openxmlformats.org/drawingml/2006/main">
            <a:r>
              <a:t>        24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"Discrete source pose mathematical expression"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"pdf-raster-4",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627,</a:t>
            </a:r>
          </a:p>
          <a:p xmlns:a="http://schemas.openxmlformats.org/drawingml/2006/main">
            <a:r>
              <a:t>        84,</a:t>
            </a:r>
          </a:p>
          <a:p xmlns:a="http://schemas.openxmlformats.org/drawingml/2006/main">
            <a:r>
              <a:t>        39,</a:t>
            </a:r>
          </a:p>
          <a:p xmlns:a="http://schemas.openxmlformats.org/drawingml/2006/main">
            <a:r>
              <a:t>        39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small language-model icon"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"pdf-raster-2",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33,</a:t>
            </a:r>
          </a:p>
          <a:p xmlns:a="http://schemas.openxmlformats.org/drawingml/2006/main">
            <a:r>
              <a:t>        372,</a:t>
            </a:r>
          </a:p>
          <a:p xmlns:a="http://schemas.openxmlformats.org/drawingml/2006/main">
            <a:r>
              <a:t>        78,</a:t>
            </a:r>
          </a:p>
          <a:p xmlns:a="http://schemas.openxmlformats.org/drawingml/2006/main">
            <a:r>
              <a:t>        54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"Discrete original gravity-aligned pointcloud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"pdf-raster-3",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96,</a:t>
            </a:r>
          </a:p>
          <a:p xmlns:a="http://schemas.openxmlformats.org/drawingml/2006/main">
            <a:r>
              <a:t>        393,</a:t>
            </a:r>
          </a:p>
          <a:p xmlns:a="http://schemas.openxmlformats.org/drawingml/2006/main">
            <a:r>
              <a:t>        63,</a:t>
            </a:r>
          </a:p>
          <a:p xmlns:a="http://schemas.openxmlformats.org/drawingml/2006/main">
            <a:r>
              <a:t>        45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"Discrete original gravity-aligned pointcloud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"pdf-raster-7",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135,</a:t>
            </a:r>
          </a:p>
          <a:p xmlns:a="http://schemas.openxmlformats.org/drawingml/2006/main">
            <a:r>
              <a:t>        465,</a:t>
            </a:r>
          </a:p>
          <a:p xmlns:a="http://schemas.openxmlformats.org/drawingml/2006/main">
            <a:r>
              <a:t>        171,</a:t>
            </a:r>
          </a:p>
          <a:p xmlns:a="http://schemas.openxmlformats.org/drawingml/2006/main">
            <a:r>
              <a:t>        45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"Discrete source full scene-state equation"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"pdf-raster-0",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26.39999999999999,</a:t>
            </a:r>
          </a:p>
          <a:p xmlns:a="http://schemas.openxmlformats.org/drawingml/2006/main">
            <a:r>
              <a:t>        64.19999999999993,</a:t>
            </a:r>
          </a:p>
          <a:p xmlns:a="http://schemas.openxmlformats.org/drawingml/2006/main">
            <a:r>
              <a:t>        65.69999999999997,</a:t>
            </a:r>
          </a:p>
          <a:p xmlns:a="http://schemas.openxmlformats.org/drawingml/2006/main">
            <a:r>
              <a:t>        59.400000000000034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"Discrete original RGB input photo with rounded source clip"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"pdf-raster-1",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77.70000000000002,</a:t>
            </a:r>
          </a:p>
          <a:p xmlns:a="http://schemas.openxmlformats.org/drawingml/2006/main">
            <a:r>
              <a:t>        112.19999999999993,</a:t>
            </a:r>
          </a:p>
          <a:p xmlns:a="http://schemas.openxmlformats.org/drawingml/2006/main">
            <a:r>
              <a:t>        66,</a:t>
            </a:r>
          </a:p>
          <a:p xmlns:a="http://schemas.openxmlformats.org/drawingml/2006/main">
            <a:r>
              <a:t>        58.2000000000001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"Discrete original RGB input scene photo with rounded source clip"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"pdf-raster-9",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569.4000000000001,</a:t>
            </a:r>
          </a:p>
          <a:p xmlns:a="http://schemas.openxmlformats.org/drawingml/2006/main">
            <a:r>
              <a:t>        273,</a:t>
            </a:r>
          </a:p>
          <a:p xmlns:a="http://schemas.openxmlformats.org/drawingml/2006/main">
            <a:r>
              <a:t>        51.2999999999999,</a:t>
            </a:r>
          </a:p>
          <a:p xmlns:a="http://schemas.openxmlformats.org/drawingml/2006/main">
            <a:r>
              <a:t>        30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"Discrete physics-pose update equation"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"pdf-raster-5",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465,</a:t>
            </a:r>
          </a:p>
          <a:p xmlns:a="http://schemas.openxmlformats.org/drawingml/2006/main">
            <a:r>
              <a:t>        273,</a:t>
            </a:r>
          </a:p>
          <a:p xmlns:a="http://schemas.openxmlformats.org/drawingml/2006/main">
            <a:r>
              <a:t>        102,</a:t>
            </a:r>
          </a:p>
          <a:p xmlns:a="http://schemas.openxmlformats.org/drawingml/2006/main">
            <a:r>
              <a:t>        63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collision-hull geometric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"pdf-raster-10",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652.5,</a:t>
            </a:r>
          </a:p>
          <a:p xmlns:a="http://schemas.openxmlformats.org/drawingml/2006/main">
            <a:r>
              <a:t>        237,</a:t>
            </a:r>
          </a:p>
          <a:p xmlns:a="http://schemas.openxmlformats.org/drawingml/2006/main">
            <a:r>
              <a:t>        55.5,</a:t>
            </a:r>
          </a:p>
          <a:p xmlns:a="http://schemas.openxmlformats.org/drawingml/2006/main">
            <a:r>
              <a:t>        30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"Discrete SDF-pose update equation"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"pdf-raster-11",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615,</a:t>
            </a:r>
          </a:p>
          <a:p xmlns:a="http://schemas.openxmlformats.org/drawingml/2006/main">
            <a:r>
              <a:t>        243,</a:t>
            </a:r>
          </a:p>
          <a:p xmlns:a="http://schemas.openxmlformats.org/drawingml/2006/main">
            <a:r>
              <a:t>        36,</a:t>
            </a:r>
          </a:p>
          <a:p xmlns:a="http://schemas.openxmlformats.org/drawingml/2006/main">
            <a:r>
              <a:t>        27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"Discrete pose state equation"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"final_title_gap_repair": "Source white gaps behind all three section titles restored as native white backing shapes; all headings drawn above the original panel borders."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969662881d430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9ea5dc6522421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3e0419f0da45e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5ade080e8043d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c75a82447a45c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eac43f63ac45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BB90E42-EAEC-4D60-813C-2EE55CFD0A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80135" y="1867535"/>
            <a:ext cx="8641080" cy="7140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4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068D61E-87B5-4B14-BA2C-802DA035B99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620203" y="2718911"/>
            <a:ext cx="7560945" cy="54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51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9BF5CC0-5308-4084-A541-6B4C36309B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80135" y="2059781"/>
            <a:ext cx="8641080" cy="823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02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7D27764-044F-48C4-8F69-DAC11E8687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7576" y="384493"/>
            <a:ext cx="9586198" cy="6042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7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14715CA-AAC5-4D59-99D5-2FA0EF4E72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7576" y="1373188"/>
            <a:ext cx="9586198" cy="3075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2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64783" indent="-164782">
              <a:lnSpc>
                <a:spcPct val="110000"/>
              </a:lnSpc>
              <a:spcBef>
                <a:spcPts val="0"/>
              </a:spcBef>
              <a:spcAft>
                <a:spcPts val="865"/>
              </a:spcAft>
              <a:buChar char="•"/>
            </a:lvl1pPr>
            <a:lvl2pPr marL="384493" indent="-164782">
              <a:lnSpc>
                <a:spcPct val="110000"/>
              </a:lnSpc>
              <a:spcBef>
                <a:spcPts val="0"/>
              </a:spcBef>
              <a:spcAft>
                <a:spcPts val="865"/>
              </a:spcAft>
              <a:buChar char="•"/>
            </a:lvl2pPr>
            <a:lvl3pPr marL="604203" indent="-164782">
              <a:lnSpc>
                <a:spcPct val="110000"/>
              </a:lnSpc>
              <a:spcBef>
                <a:spcPts val="0"/>
              </a:spcBef>
              <a:spcAft>
                <a:spcPts val="865"/>
              </a:spcAft>
              <a:buChar char="•"/>
            </a:lvl3pPr>
            <a:lvl4pPr marL="823913" indent="-164782">
              <a:lnSpc>
                <a:spcPct val="110000"/>
              </a:lnSpc>
              <a:spcBef>
                <a:spcPts val="0"/>
              </a:spcBef>
              <a:spcAft>
                <a:spcPts val="865"/>
              </a:spcAft>
              <a:buChar char="•"/>
            </a:lvl4pPr>
            <a:lvl5pPr marL="1043623" indent="-164782">
              <a:lnSpc>
                <a:spcPct val="110000"/>
              </a:lnSpc>
              <a:spcBef>
                <a:spcPts val="0"/>
              </a:spcBef>
              <a:spcAft>
                <a:spcPts val="865"/>
              </a:spcAft>
              <a:buChar char="•"/>
            </a:lvl5pPr>
            <a:lvl6pPr marL="1263333" indent="-164782">
              <a:lnSpc>
                <a:spcPct val="110000"/>
              </a:lnSpc>
              <a:spcBef>
                <a:spcPts val="0"/>
              </a:spcBef>
              <a:spcAft>
                <a:spcPts val="865"/>
              </a:spcAft>
              <a:buChar char="•"/>
            </a:lvl6pPr>
            <a:lvl7pPr marL="1483043" indent="-164782">
              <a:lnSpc>
                <a:spcPct val="110000"/>
              </a:lnSpc>
              <a:spcBef>
                <a:spcPts val="0"/>
              </a:spcBef>
              <a:spcAft>
                <a:spcPts val="865"/>
              </a:spcAft>
              <a:buChar char="•"/>
            </a:lvl7pPr>
            <a:lvl8pPr marL="1702752" indent="-164782">
              <a:lnSpc>
                <a:spcPct val="110000"/>
              </a:lnSpc>
              <a:spcBef>
                <a:spcPts val="0"/>
              </a:spcBef>
              <a:spcAft>
                <a:spcPts val="865"/>
              </a:spcAft>
              <a:buChar char="•"/>
            </a:lvl8pPr>
            <a:lvl9pPr marL="1922463" indent="-164782">
              <a:lnSpc>
                <a:spcPct val="110000"/>
              </a:lnSpc>
              <a:spcBef>
                <a:spcPts val="0"/>
              </a:spcBef>
              <a:spcAft>
                <a:spcPts val="86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16FB52D-6859-485B-95EF-B2A30055A1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7576" y="384493"/>
            <a:ext cx="9586198" cy="6042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7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544A920-B11C-4587-BDCD-202F916C74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7576" y="1373188"/>
            <a:ext cx="4455557" cy="3075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1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64783" indent="-164782">
              <a:lnSpc>
                <a:spcPct val="110000"/>
              </a:lnSpc>
              <a:spcBef>
                <a:spcPts val="0"/>
              </a:spcBef>
              <a:spcAft>
                <a:spcPts val="865"/>
              </a:spcAft>
              <a:buChar char="•"/>
            </a:lvl1pPr>
            <a:lvl2pPr marL="384493" indent="-164782">
              <a:lnSpc>
                <a:spcPct val="110000"/>
              </a:lnSpc>
              <a:spcBef>
                <a:spcPts val="0"/>
              </a:spcBef>
              <a:spcAft>
                <a:spcPts val="865"/>
              </a:spcAft>
              <a:buChar char="•"/>
            </a:lvl2pPr>
            <a:lvl3pPr marL="604203" indent="-164782">
              <a:lnSpc>
                <a:spcPct val="110000"/>
              </a:lnSpc>
              <a:spcBef>
                <a:spcPts val="0"/>
              </a:spcBef>
              <a:spcAft>
                <a:spcPts val="865"/>
              </a:spcAft>
              <a:buChar char="•"/>
            </a:lvl3pPr>
            <a:lvl4pPr marL="823913" indent="-164782">
              <a:lnSpc>
                <a:spcPct val="110000"/>
              </a:lnSpc>
              <a:spcBef>
                <a:spcPts val="0"/>
              </a:spcBef>
              <a:spcAft>
                <a:spcPts val="865"/>
              </a:spcAft>
              <a:buChar char="•"/>
            </a:lvl4pPr>
            <a:lvl5pPr marL="1043623" indent="-164782">
              <a:lnSpc>
                <a:spcPct val="110000"/>
              </a:lnSpc>
              <a:spcBef>
                <a:spcPts val="0"/>
              </a:spcBef>
              <a:spcAft>
                <a:spcPts val="865"/>
              </a:spcAft>
              <a:buChar char="•"/>
            </a:lvl5pPr>
            <a:lvl6pPr marL="1263333" indent="-164782">
              <a:lnSpc>
                <a:spcPct val="110000"/>
              </a:lnSpc>
              <a:spcBef>
                <a:spcPts val="0"/>
              </a:spcBef>
              <a:spcAft>
                <a:spcPts val="865"/>
              </a:spcAft>
              <a:buChar char="•"/>
            </a:lvl6pPr>
            <a:lvl7pPr marL="1483043" indent="-164782">
              <a:lnSpc>
                <a:spcPct val="110000"/>
              </a:lnSpc>
              <a:spcBef>
                <a:spcPts val="0"/>
              </a:spcBef>
              <a:spcAft>
                <a:spcPts val="865"/>
              </a:spcAft>
              <a:buChar char="•"/>
            </a:lvl7pPr>
            <a:lvl8pPr marL="1702752" indent="-164782">
              <a:lnSpc>
                <a:spcPct val="110000"/>
              </a:lnSpc>
              <a:spcBef>
                <a:spcPts val="0"/>
              </a:spcBef>
              <a:spcAft>
                <a:spcPts val="865"/>
              </a:spcAft>
              <a:buChar char="•"/>
            </a:lvl8pPr>
            <a:lvl9pPr marL="1922463" indent="-164782">
              <a:lnSpc>
                <a:spcPct val="110000"/>
              </a:lnSpc>
              <a:spcBef>
                <a:spcPts val="0"/>
              </a:spcBef>
              <a:spcAft>
                <a:spcPts val="865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FD40F4C-82A8-4ECC-86BC-0107F348FC2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738217" y="1373188"/>
            <a:ext cx="4455557" cy="3075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1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64783" indent="-164782">
              <a:lnSpc>
                <a:spcPct val="110000"/>
              </a:lnSpc>
              <a:spcBef>
                <a:spcPts val="0"/>
              </a:spcBef>
              <a:spcAft>
                <a:spcPts val="865"/>
              </a:spcAft>
              <a:buChar char="•"/>
            </a:lvl1pPr>
            <a:lvl2pPr marL="384493" indent="-164782">
              <a:lnSpc>
                <a:spcPct val="110000"/>
              </a:lnSpc>
              <a:spcBef>
                <a:spcPts val="0"/>
              </a:spcBef>
              <a:spcAft>
                <a:spcPts val="865"/>
              </a:spcAft>
              <a:buChar char="•"/>
            </a:lvl2pPr>
            <a:lvl3pPr marL="604203" indent="-164782">
              <a:lnSpc>
                <a:spcPct val="110000"/>
              </a:lnSpc>
              <a:spcBef>
                <a:spcPts val="0"/>
              </a:spcBef>
              <a:spcAft>
                <a:spcPts val="865"/>
              </a:spcAft>
              <a:buChar char="•"/>
            </a:lvl3pPr>
            <a:lvl4pPr marL="823913" indent="-164782">
              <a:lnSpc>
                <a:spcPct val="110000"/>
              </a:lnSpc>
              <a:spcBef>
                <a:spcPts val="0"/>
              </a:spcBef>
              <a:spcAft>
                <a:spcPts val="865"/>
              </a:spcAft>
              <a:buChar char="•"/>
            </a:lvl4pPr>
            <a:lvl5pPr marL="1043623" indent="-164782">
              <a:lnSpc>
                <a:spcPct val="110000"/>
              </a:lnSpc>
              <a:spcBef>
                <a:spcPts val="0"/>
              </a:spcBef>
              <a:spcAft>
                <a:spcPts val="865"/>
              </a:spcAft>
              <a:buChar char="•"/>
            </a:lvl5pPr>
            <a:lvl6pPr marL="1263333" indent="-164782">
              <a:lnSpc>
                <a:spcPct val="110000"/>
              </a:lnSpc>
              <a:spcBef>
                <a:spcPts val="0"/>
              </a:spcBef>
              <a:spcAft>
                <a:spcPts val="865"/>
              </a:spcAft>
              <a:buChar char="•"/>
            </a:lvl6pPr>
            <a:lvl7pPr marL="1483043" indent="-164782">
              <a:lnSpc>
                <a:spcPct val="110000"/>
              </a:lnSpc>
              <a:spcBef>
                <a:spcPts val="0"/>
              </a:spcBef>
              <a:spcAft>
                <a:spcPts val="865"/>
              </a:spcAft>
              <a:buChar char="•"/>
            </a:lvl7pPr>
            <a:lvl8pPr marL="1702752" indent="-164782">
              <a:lnSpc>
                <a:spcPct val="110000"/>
              </a:lnSpc>
              <a:spcBef>
                <a:spcPts val="0"/>
              </a:spcBef>
              <a:spcAft>
                <a:spcPts val="865"/>
              </a:spcAft>
              <a:buChar char="•"/>
            </a:lvl8pPr>
            <a:lvl9pPr marL="1922463" indent="-164782">
              <a:lnSpc>
                <a:spcPct val="110000"/>
              </a:lnSpc>
              <a:spcBef>
                <a:spcPts val="0"/>
              </a:spcBef>
              <a:spcAft>
                <a:spcPts val="86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84053BD-AB4D-4DD3-A400-14B1AD5291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7576" y="384493"/>
            <a:ext cx="9586198" cy="6042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7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2B300FB-2B80-481B-8868-40ABDB9D2C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7576" y="1373188"/>
            <a:ext cx="4455557" cy="3075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2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64783" indent="-164782">
              <a:lnSpc>
                <a:spcPct val="110000"/>
              </a:lnSpc>
              <a:spcBef>
                <a:spcPts val="0"/>
              </a:spcBef>
              <a:spcAft>
                <a:spcPts val="865"/>
              </a:spcAft>
              <a:buChar char="•"/>
            </a:lvl1pPr>
            <a:lvl2pPr marL="384493" indent="-164782">
              <a:lnSpc>
                <a:spcPct val="110000"/>
              </a:lnSpc>
              <a:spcBef>
                <a:spcPts val="0"/>
              </a:spcBef>
              <a:spcAft>
                <a:spcPts val="865"/>
              </a:spcAft>
              <a:buChar char="•"/>
            </a:lvl2pPr>
            <a:lvl3pPr marL="604203" indent="-164782">
              <a:lnSpc>
                <a:spcPct val="110000"/>
              </a:lnSpc>
              <a:spcBef>
                <a:spcPts val="0"/>
              </a:spcBef>
              <a:spcAft>
                <a:spcPts val="865"/>
              </a:spcAft>
              <a:buChar char="•"/>
            </a:lvl3pPr>
            <a:lvl4pPr marL="823913" indent="-164782">
              <a:lnSpc>
                <a:spcPct val="110000"/>
              </a:lnSpc>
              <a:spcBef>
                <a:spcPts val="0"/>
              </a:spcBef>
              <a:spcAft>
                <a:spcPts val="865"/>
              </a:spcAft>
              <a:buChar char="•"/>
            </a:lvl4pPr>
            <a:lvl5pPr marL="1043623" indent="-164782">
              <a:lnSpc>
                <a:spcPct val="110000"/>
              </a:lnSpc>
              <a:spcBef>
                <a:spcPts val="0"/>
              </a:spcBef>
              <a:spcAft>
                <a:spcPts val="865"/>
              </a:spcAft>
              <a:buChar char="•"/>
            </a:lvl5pPr>
            <a:lvl6pPr marL="1263333" indent="-164782">
              <a:lnSpc>
                <a:spcPct val="110000"/>
              </a:lnSpc>
              <a:spcBef>
                <a:spcPts val="0"/>
              </a:spcBef>
              <a:spcAft>
                <a:spcPts val="865"/>
              </a:spcAft>
              <a:buChar char="•"/>
            </a:lvl6pPr>
            <a:lvl7pPr marL="1483043" indent="-164782">
              <a:lnSpc>
                <a:spcPct val="110000"/>
              </a:lnSpc>
              <a:spcBef>
                <a:spcPts val="0"/>
              </a:spcBef>
              <a:spcAft>
                <a:spcPts val="865"/>
              </a:spcAft>
              <a:buChar char="•"/>
            </a:lvl7pPr>
            <a:lvl8pPr marL="1702752" indent="-164782">
              <a:lnSpc>
                <a:spcPct val="110000"/>
              </a:lnSpc>
              <a:spcBef>
                <a:spcPts val="0"/>
              </a:spcBef>
              <a:spcAft>
                <a:spcPts val="865"/>
              </a:spcAft>
              <a:buChar char="•"/>
            </a:lvl8pPr>
            <a:lvl9pPr marL="1922463" indent="-164782">
              <a:lnSpc>
                <a:spcPct val="110000"/>
              </a:lnSpc>
              <a:spcBef>
                <a:spcPts val="0"/>
              </a:spcBef>
              <a:spcAft>
                <a:spcPts val="86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e40c371e354950" /><Relationship Type="http://schemas.openxmlformats.org/officeDocument/2006/relationships/slideLayout" Target="/ppt/slideLayouts/slideLayout1.xml" Id="R18cde77694854e72" /><Relationship Type="http://schemas.openxmlformats.org/officeDocument/2006/relationships/slideLayout" Target="/ppt/slideLayouts/slideLayout2.xml" Id="R14196c823e1f49e9" /><Relationship Type="http://schemas.openxmlformats.org/officeDocument/2006/relationships/slideLayout" Target="/ppt/slideLayouts/slideLayout3.xml" Id="Rfc98320c2ceb4b44" /><Relationship Type="http://schemas.openxmlformats.org/officeDocument/2006/relationships/slideLayout" Target="/ppt/slideLayouts/slideLayout4.xml" Id="R6edd443935db4c72" /><Relationship Type="http://schemas.openxmlformats.org/officeDocument/2006/relationships/slideLayout" Target="/ppt/slideLayouts/slideLayout5.xml" Id="R4452a9bd7b3f4285" /><Relationship Type="http://schemas.openxmlformats.org/officeDocument/2006/relationships/slideLayout" Target="/ppt/slideLayouts/slideLayout6.xml" Id="R373c614deeb74a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cde77694854e72"/>
    <p:sldLayoutId xmlns:r="http://schemas.openxmlformats.org/officeDocument/2006/relationships" id="2147483650" r:id="R14196c823e1f49e9"/>
    <p:sldLayoutId xmlns:r="http://schemas.openxmlformats.org/officeDocument/2006/relationships" id="2147483651" r:id="Rfc98320c2ceb4b44"/>
    <p:sldLayoutId xmlns:r="http://schemas.openxmlformats.org/officeDocument/2006/relationships" id="2147483652" r:id="R6edd443935db4c72"/>
    <p:sldLayoutId xmlns:r="http://schemas.openxmlformats.org/officeDocument/2006/relationships" id="2147483653" r:id="R4452a9bd7b3f4285"/>
    <p:sldLayoutId xmlns:r="http://schemas.openxmlformats.org/officeDocument/2006/relationships" id="2147483654" r:id="R373c614deeb74a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bd120a08cb47ef" /><Relationship Type="http://schemas.openxmlformats.org/officeDocument/2006/relationships/image" Target="/ppt/media/image.png" Id="Ra21ba53aec624de4" /><Relationship Type="http://schemas.openxmlformats.org/officeDocument/2006/relationships/image" Target="/ppt/media/image2.png" Id="Rc3fe8911365241e9" /><Relationship Type="http://schemas.openxmlformats.org/officeDocument/2006/relationships/image" Target="/ppt/media/image3.png" Id="Rd5e897fbd84e4c19" /><Relationship Type="http://schemas.openxmlformats.org/officeDocument/2006/relationships/image" Target="/ppt/media/image4.png" Id="R121cea9144bf490f" /><Relationship Type="http://schemas.openxmlformats.org/officeDocument/2006/relationships/image" Target="/ppt/media/image5.png" Id="R41885b1456e54b60" /><Relationship Type="http://schemas.openxmlformats.org/officeDocument/2006/relationships/image" Target="/ppt/media/image6.png" Id="R2677180affbf441a" /><Relationship Type="http://schemas.openxmlformats.org/officeDocument/2006/relationships/image" Target="/ppt/media/image7.png" Id="Rd66772a84ed74742" /><Relationship Type="http://schemas.openxmlformats.org/officeDocument/2006/relationships/image" Target="/ppt/media/image8.png" Id="R6b8f1a8f1c70444a" /><Relationship Type="http://schemas.openxmlformats.org/officeDocument/2006/relationships/image" Target="/ppt/media/image9.png" Id="R0174b03559d844c7" /><Relationship Type="http://schemas.openxmlformats.org/officeDocument/2006/relationships/image" Target="/ppt/media/image10.png" Id="R4989d88f14a943da" /><Relationship Type="http://schemas.openxmlformats.org/officeDocument/2006/relationships/image" Target="/ppt/media/image11.png" Id="Reec596dfb7ac48a1" /><Relationship Type="http://schemas.openxmlformats.org/officeDocument/2006/relationships/image" Target="/ppt/media/image12.png" Id="Rd65f0452ca5f4652" /><Relationship Type="http://schemas.openxmlformats.org/officeDocument/2006/relationships/image" Target="/ppt/media/image13.png" Id="Rd211e0d2a1c24aae" /><Relationship Type="http://schemas.openxmlformats.org/officeDocument/2006/relationships/image" Target="/ppt/media/image14.png" Id="Rf11689023bcf4be2" /><Relationship Type="http://schemas.openxmlformats.org/officeDocument/2006/relationships/image" Target="/ppt/media/image15.png" Id="R0705025131874611" /><Relationship Type="http://schemas.openxmlformats.org/officeDocument/2006/relationships/image" Target="/ppt/media/image16.png" Id="R0b4f938b07ec43ae" /><Relationship Type="http://schemas.openxmlformats.org/officeDocument/2006/relationships/image" Target="/ppt/media/image17.png" Id="R24bff967431840b1" /><Relationship Type="http://schemas.openxmlformats.org/officeDocument/2006/relationships/image" Target="/ppt/media/image18.png" Id="R6f028fa287624ea1" /><Relationship Type="http://schemas.openxmlformats.org/officeDocument/2006/relationships/image" Target="/ppt/media/image19.png" Id="Rf85653015607498a" /><Relationship Type="http://schemas.openxmlformats.org/officeDocument/2006/relationships/image" Target="/ppt/media/image20.png" Id="R58b650f8738d4973" /><Relationship Type="http://schemas.openxmlformats.org/officeDocument/2006/relationships/image" Target="/ppt/media/image21.png" Id="R18a0c85f4a344cfd" /><Relationship Type="http://schemas.openxmlformats.org/officeDocument/2006/relationships/image" Target="/ppt/media/image22.png" Id="Rd0e52ab928d9478f" /><Relationship Type="http://schemas.openxmlformats.org/officeDocument/2006/relationships/image" Target="/ppt/media/image23.png" Id="Rc7fd0dec8dd04485" /><Relationship Type="http://schemas.openxmlformats.org/officeDocument/2006/relationships/image" Target="/ppt/media/image24.png" Id="Rcd36d964d4f24312" /><Relationship Type="http://schemas.openxmlformats.org/officeDocument/2006/relationships/image" Target="/ppt/media/image25.png" Id="R654b895e788e4e68" /><Relationship Type="http://schemas.openxmlformats.org/officeDocument/2006/relationships/image" Target="/ppt/media/image26.png" Id="Rc0f9541a374f49f0" /><Relationship Type="http://schemas.openxmlformats.org/officeDocument/2006/relationships/image" Target="/ppt/media/image27.png" Id="Rd803a18f04de40ac" /><Relationship Type="http://schemas.openxmlformats.org/officeDocument/2006/relationships/image" Target="/ppt/media/image28.png" Id="Rd5ac0ae4aab04ed2" /><Relationship Type="http://schemas.openxmlformats.org/officeDocument/2006/relationships/image" Target="/ppt/media/image29.png" Id="R18d7f122629946c8" /><Relationship Type="http://schemas.openxmlformats.org/officeDocument/2006/relationships/image" Target="/ppt/media/image30.png" Id="R7dfea13668b84269" /><Relationship Type="http://schemas.openxmlformats.org/officeDocument/2006/relationships/image" Target="/ppt/media/image31.png" Id="R4c7a5edc0a1a4fd7" /><Relationship Type="http://schemas.openxmlformats.org/officeDocument/2006/relationships/image" Target="/ppt/media/image32.png" Id="R59f660bb9e574180" /><Relationship Type="http://schemas.openxmlformats.org/officeDocument/2006/relationships/image" Target="/ppt/media/image33.png" Id="R1d02e60e183242ad" /><Relationship Type="http://schemas.openxmlformats.org/officeDocument/2006/relationships/image" Target="/ppt/media/image34.png" Id="R57c3580721244e42" /><Relationship Type="http://schemas.openxmlformats.org/officeDocument/2006/relationships/image" Target="/ppt/media/image35.png" Id="R1c0ecb6eea3f402e" /><Relationship Type="http://schemas.openxmlformats.org/officeDocument/2006/relationships/image" Target="/ppt/media/image36.png" Id="R70702338f94a4bd8" /><Relationship Type="http://schemas.openxmlformats.org/officeDocument/2006/relationships/image" Target="/ppt/media/image37.png" Id="R1ef6196b1e034461" /><Relationship Type="http://schemas.openxmlformats.org/officeDocument/2006/relationships/image" Target="/ppt/media/image38.png" Id="R3934872516cc4702" /><Relationship Type="http://schemas.openxmlformats.org/officeDocument/2006/relationships/image" Target="/ppt/media/image39.png" Id="R4bb66668b5de444b" /><Relationship Type="http://schemas.openxmlformats.org/officeDocument/2006/relationships/image" Target="/ppt/media/image40.png" Id="Redcbbeb451c04984" /><Relationship Type="http://schemas.openxmlformats.org/officeDocument/2006/relationships/image" Target="/ppt/media/image41.png" Id="R97f394123cdc4fd1" /><Relationship Type="http://schemas.openxmlformats.org/officeDocument/2006/relationships/image" Target="/ppt/media/image42.png" Id="R985b1b8ae82040c9" /><Relationship Type="http://schemas.openxmlformats.org/officeDocument/2006/relationships/image" Target="/ppt/media/image43.png" Id="R5a8daa2bf24a4792" /><Relationship Type="http://schemas.openxmlformats.org/officeDocument/2006/relationships/image" Target="/ppt/media/image44.png" Id="R7aa8af2becff4071" /><Relationship Type="http://schemas.openxmlformats.org/officeDocument/2006/relationships/image" Target="/ppt/media/image45.png" Id="R44344e2bbd274df6" /><Relationship Type="http://schemas.openxmlformats.org/officeDocument/2006/relationships/image" Target="/ppt/media/image46.png" Id="R8f7347bffd1741ad" /><Relationship Type="http://schemas.openxmlformats.org/officeDocument/2006/relationships/image" Target="/ppt/media/image47.png" Id="R1a813e16b5b544ed" /><Relationship Type="http://schemas.openxmlformats.org/officeDocument/2006/relationships/image" Target="/ppt/media/image48.png" Id="R90bc0ac2cdd24365" /><Relationship Type="http://schemas.openxmlformats.org/officeDocument/2006/relationships/image" Target="/ppt/media/image49.png" Id="R85eef54cebbd4205" /><Relationship Type="http://schemas.openxmlformats.org/officeDocument/2006/relationships/image" Target="/ppt/media/image50.png" Id="Rcb8144f857394f03" /><Relationship Type="http://schemas.openxmlformats.org/officeDocument/2006/relationships/image" Target="/ppt/media/image51.png" Id="Rdaf9b088f7014fff" /><Relationship Type="http://schemas.openxmlformats.org/officeDocument/2006/relationships/image" Target="/ppt/media/image52.png" Id="R20b7160a80d84da4" /><Relationship Type="http://schemas.openxmlformats.org/officeDocument/2006/relationships/image" Target="/ppt/media/image53.png" Id="Rc0b8b26bf87348f6" /><Relationship Type="http://schemas.openxmlformats.org/officeDocument/2006/relationships/image" Target="/ppt/media/image54.png" Id="R532012e812384edc" /><Relationship Type="http://schemas.openxmlformats.org/officeDocument/2006/relationships/image" Target="/ppt/media/image55.png" Id="R52f2b3cae8b44abf" /><Relationship Type="http://schemas.openxmlformats.org/officeDocument/2006/relationships/image" Target="/ppt/media/image56.png" Id="R817c69c2e86a4f7f" /><Relationship Type="http://schemas.openxmlformats.org/officeDocument/2006/relationships/image" Target="/ppt/media/image57.png" Id="R54d38adc26fe40a1" /><Relationship Type="http://schemas.openxmlformats.org/officeDocument/2006/relationships/image" Target="/ppt/media/image58.png" Id="Re2526c35a581420e" /><Relationship Type="http://schemas.openxmlformats.org/officeDocument/2006/relationships/image" Target="/ppt/media/image59.png" Id="R25af3c54078a42b1" /><Relationship Type="http://schemas.openxmlformats.org/officeDocument/2006/relationships/image" Target="/ppt/media/image60.png" Id="R37f07ec9bfce408e" /><Relationship Type="http://schemas.openxmlformats.org/officeDocument/2006/relationships/image" Target="/ppt/media/image61.png" Id="R05b3dda947f544bd" /><Relationship Type="http://schemas.openxmlformats.org/officeDocument/2006/relationships/image" Target="/ppt/media/image62.png" Id="R3f1fb4b7e9e14ca1" /><Relationship Type="http://schemas.openxmlformats.org/officeDocument/2006/relationships/image" Target="/ppt/media/image63.png" Id="R23ee85dfdfd84c56" /><Relationship Type="http://schemas.openxmlformats.org/officeDocument/2006/relationships/image" Target="/ppt/media/image64.png" Id="R51c808bc9aab4402" /><Relationship Type="http://schemas.openxmlformats.org/officeDocument/2006/relationships/image" Target="/ppt/media/image65.png" Id="R3065be6226414666" /><Relationship Type="http://schemas.openxmlformats.org/officeDocument/2006/relationships/image" Target="/ppt/media/image66.png" Id="R22f4bc22b3ed4c8b" /><Relationship Type="http://schemas.openxmlformats.org/officeDocument/2006/relationships/image" Target="/ppt/media/image67.png" Id="R7b1f0194151a47da" /><Relationship Type="http://schemas.openxmlformats.org/officeDocument/2006/relationships/image" Target="/ppt/media/image68.png" Id="Rb64c00153a7c47d6" /><Relationship Type="http://schemas.openxmlformats.org/officeDocument/2006/relationships/image" Target="/ppt/media/image69.png" Id="Rc36965d64432416b" /><Relationship Type="http://schemas.openxmlformats.org/officeDocument/2006/relationships/image" Target="/ppt/media/image70.png" Id="Re3f37fb2778b4398" /><Relationship Type="http://schemas.openxmlformats.org/officeDocument/2006/relationships/image" Target="/ppt/media/image71.png" Id="R5cefee4fddca4dd3" /><Relationship Type="http://schemas.openxmlformats.org/officeDocument/2006/relationships/image" Target="/ppt/media/image72.png" Id="R9a3a5e27358b48a8" /><Relationship Type="http://schemas.openxmlformats.org/officeDocument/2006/relationships/image" Target="/ppt/media/image73.png" Id="Rd6fecd81009942ce" /><Relationship Type="http://schemas.openxmlformats.org/officeDocument/2006/relationships/image" Target="/ppt/media/image74.png" Id="Re6da2bd54f6147e7" /><Relationship Type="http://schemas.openxmlformats.org/officeDocument/2006/relationships/image" Target="/ppt/media/image75.png" Id="Rb95bd04a77714a29" /><Relationship Type="http://schemas.openxmlformats.org/officeDocument/2006/relationships/image" Target="/ppt/media/image76.png" Id="Rd49fda45577b4dba" /><Relationship Type="http://schemas.openxmlformats.org/officeDocument/2006/relationships/image" Target="/ppt/media/image77.png" Id="Rea7fd09e9eab4c2e" /><Relationship Type="http://schemas.openxmlformats.org/officeDocument/2006/relationships/image" Target="/ppt/media/image78.png" Id="Rf3c0c761a6164e6a" /><Relationship Type="http://schemas.openxmlformats.org/officeDocument/2006/relationships/image" Target="/ppt/media/image79.png" Id="Rada54547d7374c78" /><Relationship Type="http://schemas.openxmlformats.org/officeDocument/2006/relationships/image" Target="/ppt/media/image80.png" Id="Rc224bef0b2fd4153" /><Relationship Type="http://schemas.openxmlformats.org/officeDocument/2006/relationships/image" Target="/ppt/media/image81.png" Id="R992f41f72f5748e9" /><Relationship Type="http://schemas.openxmlformats.org/officeDocument/2006/relationships/notesSlide" Target="/ppt/notesSlides/notesSlide1.xml" Id="R46c6d8c0523442a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7" name="pdf-path-83">
            <a:extLst xmlns:a="http://schemas.openxmlformats.org/drawingml/2006/main">
              <a:ext uri="{FF2B5EF4-FFF2-40B4-BE49-F238E27FC236}">
                <a16:creationId xmlns:a16="http://schemas.microsoft.com/office/drawing/2014/main" id="{32703116-4556-464D-9BF9-A1C0E7B1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8201" y="339475"/>
            <a:ext cx="2797120" cy="4533892"/>
          </a:xfrm>
          <a:custGeom xmlns:a="http://schemas.openxmlformats.org/drawingml/2006/main">
            <a:pathLst>
              <a:path w="2797120" h="4533892">
                <a:moveTo>
                  <a:pt x="0" y="257693"/>
                </a:moveTo>
                <a:cubicBezTo>
                  <a:pt x="0" y="115373"/>
                  <a:pt x="115301" y="0"/>
                  <a:pt x="257529" y="0"/>
                </a:cubicBezTo>
                <a:lnTo>
                  <a:pt x="2539591" y="0"/>
                </a:lnTo>
                <a:cubicBezTo>
                  <a:pt x="2681820" y="0"/>
                  <a:pt x="2797120" y="115373"/>
                  <a:pt x="2797120" y="257693"/>
                </a:cubicBezTo>
                <a:lnTo>
                  <a:pt x="2797120" y="4276197"/>
                </a:lnTo>
                <a:cubicBezTo>
                  <a:pt x="2797120" y="4418518"/>
                  <a:pt x="2681820" y="4533892"/>
                  <a:pt x="2539591" y="4533892"/>
                </a:cubicBezTo>
                <a:lnTo>
                  <a:pt x="257529" y="4533892"/>
                </a:lnTo>
                <a:cubicBezTo>
                  <a:pt x="115301" y="4533892"/>
                  <a:pt x="0" y="4418518"/>
                  <a:pt x="0" y="4276197"/>
                </a:cubicBezTo>
                <a:lnTo>
                  <a:pt x="0" y="257693"/>
                </a:lnTo>
              </a:path>
            </a:pathLst>
          </a:custGeom>
          <a:solidFill xmlns:a="http://schemas.openxmlformats.org/drawingml/2006/main">
            <a:srgbClr val="D7F0E7">
              <a:alpha val="2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df-path-84">
            <a:extLst xmlns:a="http://schemas.openxmlformats.org/drawingml/2006/main">
              <a:ext uri="{FF2B5EF4-FFF2-40B4-BE49-F238E27FC236}">
                <a16:creationId xmlns:a16="http://schemas.microsoft.com/office/drawing/2014/main" id="{3B69BCB7-15B5-48E5-8682-5DDCC695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8201" y="339475"/>
            <a:ext cx="2797119" cy="4533892"/>
          </a:xfrm>
          <a:custGeom xmlns:a="http://schemas.openxmlformats.org/drawingml/2006/main">
            <a:pathLst>
              <a:path w="2797119" h="4533892">
                <a:moveTo>
                  <a:pt x="0" y="257694"/>
                </a:moveTo>
                <a:cubicBezTo>
                  <a:pt x="0" y="115373"/>
                  <a:pt x="115299" y="0"/>
                  <a:pt x="257529" y="0"/>
                </a:cubicBezTo>
                <a:lnTo>
                  <a:pt x="2539591" y="0"/>
                </a:lnTo>
                <a:cubicBezTo>
                  <a:pt x="2681820" y="0"/>
                  <a:pt x="2797119" y="115373"/>
                  <a:pt x="2797119" y="257694"/>
                </a:cubicBezTo>
                <a:lnTo>
                  <a:pt x="2797119" y="4276197"/>
                </a:lnTo>
                <a:cubicBezTo>
                  <a:pt x="2797119" y="4418518"/>
                  <a:pt x="2681820" y="4533892"/>
                  <a:pt x="2539591" y="4533892"/>
                </a:cubicBezTo>
                <a:lnTo>
                  <a:pt x="257529" y="4533892"/>
                </a:lnTo>
                <a:cubicBezTo>
                  <a:pt x="115299" y="4533892"/>
                  <a:pt x="0" y="4418518"/>
                  <a:pt x="0" y="4276197"/>
                </a:cubicBezTo>
                <a:lnTo>
                  <a:pt x="0" y="257694"/>
                </a:lnTo>
              </a:path>
            </a:pathLst>
          </a:custGeom>
          <a:noFill xmlns:a="http://schemas.openxmlformats.org/drawingml/2006/main"/>
          <a:ln xmlns:a="http://schemas.openxmlformats.org/drawingml/2006/main" w="71438">
            <a:solidFill>
              <a:srgbClr val="88D3B8"/>
            </a:solidFill>
            <a:prstDash val="solid"/>
          </a:ln>
        </p:spPr>
      </p:sp>
      <p:sp>
        <p:nvSpPr>
          <p:cNvPr id="3" name="pdf-path-85">
            <a:extLst xmlns:a="http://schemas.openxmlformats.org/drawingml/2006/main">
              <a:ext uri="{FF2B5EF4-FFF2-40B4-BE49-F238E27FC236}">
                <a16:creationId xmlns:a16="http://schemas.microsoft.com/office/drawing/2014/main" id="{DDFE6726-6545-4CF3-BE68-AE7AE4CA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05489" y="3479814"/>
            <a:ext cx="2463097" cy="1253711"/>
          </a:xfrm>
          <a:custGeom xmlns:a="http://schemas.openxmlformats.org/drawingml/2006/main">
            <a:pathLst>
              <a:path w="2463097" h="1253711">
                <a:moveTo>
                  <a:pt x="0" y="187356"/>
                </a:moveTo>
                <a:cubicBezTo>
                  <a:pt x="0" y="83882"/>
                  <a:pt x="83827" y="0"/>
                  <a:pt x="187234" y="0"/>
                </a:cubicBezTo>
                <a:lnTo>
                  <a:pt x="2275863" y="0"/>
                </a:lnTo>
                <a:cubicBezTo>
                  <a:pt x="2379268" y="0"/>
                  <a:pt x="2463097" y="83882"/>
                  <a:pt x="2463097" y="187356"/>
                </a:cubicBezTo>
                <a:lnTo>
                  <a:pt x="2463097" y="1066355"/>
                </a:lnTo>
                <a:cubicBezTo>
                  <a:pt x="2463097" y="1169827"/>
                  <a:pt x="2379268" y="1253711"/>
                  <a:pt x="2275863" y="1253711"/>
                </a:cubicBezTo>
                <a:lnTo>
                  <a:pt x="187234" y="1253711"/>
                </a:lnTo>
                <a:cubicBezTo>
                  <a:pt x="83827" y="1253711"/>
                  <a:pt x="0" y="1169827"/>
                  <a:pt x="0" y="1066355"/>
                </a:cubicBezTo>
                <a:lnTo>
                  <a:pt x="0" y="187356"/>
                </a:lnTo>
              </a:path>
            </a:pathLst>
          </a:custGeom>
          <a:solidFill xmlns:a="http://schemas.openxmlformats.org/drawingml/2006/main">
            <a:srgbClr val="D7F0E7">
              <a:alpha val="5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df-path-86">
            <a:extLst xmlns:a="http://schemas.openxmlformats.org/drawingml/2006/main">
              <a:ext uri="{FF2B5EF4-FFF2-40B4-BE49-F238E27FC236}">
                <a16:creationId xmlns:a16="http://schemas.microsoft.com/office/drawing/2014/main" id="{B9EBB580-815A-49C0-A58F-63D54F66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05489" y="3479814"/>
            <a:ext cx="2463098" cy="1253711"/>
          </a:xfrm>
          <a:custGeom xmlns:a="http://schemas.openxmlformats.org/drawingml/2006/main">
            <a:pathLst>
              <a:path w="2463098" h="1253711">
                <a:moveTo>
                  <a:pt x="0" y="187356"/>
                </a:moveTo>
                <a:cubicBezTo>
                  <a:pt x="0" y="83882"/>
                  <a:pt x="83828" y="0"/>
                  <a:pt x="187235" y="0"/>
                </a:cubicBezTo>
                <a:lnTo>
                  <a:pt x="2275864" y="0"/>
                </a:lnTo>
                <a:cubicBezTo>
                  <a:pt x="2379271" y="0"/>
                  <a:pt x="2463098" y="83882"/>
                  <a:pt x="2463098" y="187356"/>
                </a:cubicBezTo>
                <a:lnTo>
                  <a:pt x="2463098" y="1066355"/>
                </a:lnTo>
                <a:cubicBezTo>
                  <a:pt x="2463098" y="1169829"/>
                  <a:pt x="2379271" y="1253711"/>
                  <a:pt x="2275864" y="1253711"/>
                </a:cubicBezTo>
                <a:lnTo>
                  <a:pt x="187235" y="1253711"/>
                </a:lnTo>
                <a:cubicBezTo>
                  <a:pt x="83828" y="1253711"/>
                  <a:pt x="0" y="1169829"/>
                  <a:pt x="0" y="1066355"/>
                </a:cubicBezTo>
                <a:lnTo>
                  <a:pt x="0" y="187356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88D3B8"/>
            </a:solidFill>
            <a:prstDash val="solid"/>
          </a:ln>
        </p:spPr>
      </p:sp>
      <p:sp>
        <p:nvSpPr>
          <p:cNvPr id="5" name="pdf-path-87">
            <a:extLst xmlns:a="http://schemas.openxmlformats.org/drawingml/2006/main">
              <a:ext uri="{FF2B5EF4-FFF2-40B4-BE49-F238E27FC236}">
                <a16:creationId xmlns:a16="http://schemas.microsoft.com/office/drawing/2014/main" id="{8ADBB6C1-BEDA-405B-9760-D199CDD1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490" y="3494881"/>
            <a:ext cx="2461815" cy="299227"/>
          </a:xfrm>
          <a:custGeom xmlns:a="http://schemas.openxmlformats.org/drawingml/2006/main">
            <a:pathLst>
              <a:path w="2461815" h="299227">
                <a:moveTo>
                  <a:pt x="149517" y="0"/>
                </a:moveTo>
                <a:lnTo>
                  <a:pt x="2312295" y="0"/>
                </a:lnTo>
                <a:cubicBezTo>
                  <a:pt x="2394873" y="0"/>
                  <a:pt x="2461815" y="66983"/>
                  <a:pt x="2461815" y="149614"/>
                </a:cubicBezTo>
                <a:lnTo>
                  <a:pt x="2461813" y="299227"/>
                </a:lnTo>
                <a:lnTo>
                  <a:pt x="0" y="299227"/>
                </a:lnTo>
                <a:lnTo>
                  <a:pt x="0" y="149614"/>
                </a:lnTo>
                <a:cubicBezTo>
                  <a:pt x="0" y="66983"/>
                  <a:pt x="66940" y="0"/>
                  <a:pt x="149517" y="0"/>
                </a:cubicBezTo>
              </a:path>
            </a:pathLst>
          </a:custGeom>
          <a:solidFill xmlns:a="http://schemas.openxmlformats.org/drawingml/2006/main">
            <a:srgbClr val="88D3B8">
              <a:alpha val="4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df-path-88">
            <a:extLst xmlns:a="http://schemas.openxmlformats.org/drawingml/2006/main">
              <a:ext uri="{FF2B5EF4-FFF2-40B4-BE49-F238E27FC236}">
                <a16:creationId xmlns:a16="http://schemas.microsoft.com/office/drawing/2014/main" id="{14F13269-3726-45F3-ABF0-ADB777D64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05489" y="1787019"/>
            <a:ext cx="2468147" cy="1573958"/>
          </a:xfrm>
          <a:custGeom xmlns:a="http://schemas.openxmlformats.org/drawingml/2006/main">
            <a:pathLst>
              <a:path w="2468147" h="1573958">
                <a:moveTo>
                  <a:pt x="0" y="200635"/>
                </a:moveTo>
                <a:cubicBezTo>
                  <a:pt x="0" y="89827"/>
                  <a:pt x="89769" y="0"/>
                  <a:pt x="200504" y="0"/>
                </a:cubicBezTo>
                <a:lnTo>
                  <a:pt x="2267644" y="0"/>
                </a:lnTo>
                <a:cubicBezTo>
                  <a:pt x="2378379" y="0"/>
                  <a:pt x="2468147" y="89827"/>
                  <a:pt x="2468147" y="200635"/>
                </a:cubicBezTo>
                <a:lnTo>
                  <a:pt x="2468147" y="1373323"/>
                </a:lnTo>
                <a:cubicBezTo>
                  <a:pt x="2468147" y="1484132"/>
                  <a:pt x="2378379" y="1573958"/>
                  <a:pt x="2267644" y="1573958"/>
                </a:cubicBezTo>
                <a:lnTo>
                  <a:pt x="200504" y="1573958"/>
                </a:lnTo>
                <a:cubicBezTo>
                  <a:pt x="89769" y="1573958"/>
                  <a:pt x="0" y="1484132"/>
                  <a:pt x="0" y="1373323"/>
                </a:cubicBezTo>
                <a:lnTo>
                  <a:pt x="0" y="200635"/>
                </a:lnTo>
              </a:path>
            </a:pathLst>
          </a:custGeom>
          <a:solidFill xmlns:a="http://schemas.openxmlformats.org/drawingml/2006/main">
            <a:srgbClr val="D7F0E7">
              <a:alpha val="5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df-path-89">
            <a:extLst xmlns:a="http://schemas.openxmlformats.org/drawingml/2006/main">
              <a:ext uri="{FF2B5EF4-FFF2-40B4-BE49-F238E27FC236}">
                <a16:creationId xmlns:a16="http://schemas.microsoft.com/office/drawing/2014/main" id="{5FAF418E-0914-48AF-8F16-A1292640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05489" y="1787019"/>
            <a:ext cx="2468149" cy="1573958"/>
          </a:xfrm>
          <a:custGeom xmlns:a="http://schemas.openxmlformats.org/drawingml/2006/main">
            <a:pathLst>
              <a:path w="2468149" h="1573958">
                <a:moveTo>
                  <a:pt x="0" y="200634"/>
                </a:moveTo>
                <a:cubicBezTo>
                  <a:pt x="0" y="89827"/>
                  <a:pt x="89769" y="0"/>
                  <a:pt x="200505" y="0"/>
                </a:cubicBezTo>
                <a:lnTo>
                  <a:pt x="2267645" y="0"/>
                </a:lnTo>
                <a:cubicBezTo>
                  <a:pt x="2378380" y="0"/>
                  <a:pt x="2468149" y="89827"/>
                  <a:pt x="2468149" y="200634"/>
                </a:cubicBezTo>
                <a:lnTo>
                  <a:pt x="2468149" y="1373324"/>
                </a:lnTo>
                <a:cubicBezTo>
                  <a:pt x="2468149" y="1484131"/>
                  <a:pt x="2378380" y="1573958"/>
                  <a:pt x="2267645" y="1573958"/>
                </a:cubicBezTo>
                <a:lnTo>
                  <a:pt x="200505" y="1573958"/>
                </a:lnTo>
                <a:cubicBezTo>
                  <a:pt x="89769" y="1573958"/>
                  <a:pt x="0" y="1484131"/>
                  <a:pt x="0" y="1373324"/>
                </a:cubicBezTo>
                <a:lnTo>
                  <a:pt x="0" y="200634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88D3B8"/>
            </a:solidFill>
            <a:prstDash val="solid"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A75081-2F3B-4903-944D-FDD95F69F2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1ba53aec624de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29450" y="1619250"/>
            <a:ext cx="561975" cy="209550"/>
          </a:xfrm>
          <a:prstGeom xmlns:a="http://schemas.openxmlformats.org/drawingml/2006/main" prst="rect">
            <a:avLst/>
          </a:prstGeom>
        </p:spPr>
      </p:pic>
      <p:sp>
        <p:nvSpPr>
          <p:cNvPr id="9" name="source-raster-0">
            <a:extLst xmlns:a="http://schemas.openxmlformats.org/drawingml/2006/main">
              <a:ext uri="{FF2B5EF4-FFF2-40B4-BE49-F238E27FC236}">
                <a16:creationId xmlns:a16="http://schemas.microsoft.com/office/drawing/2014/main" id="{EAF9B074-45C2-498B-9C1D-8ADD800FB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29450" y="1619250"/>
            <a:ext cx="561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" name="pdf-path-91">
            <a:extLst xmlns:a="http://schemas.openxmlformats.org/drawingml/2006/main">
              <a:ext uri="{FF2B5EF4-FFF2-40B4-BE49-F238E27FC236}">
                <a16:creationId xmlns:a16="http://schemas.microsoft.com/office/drawing/2014/main" id="{CA8587F5-D495-45E9-B893-20AC6595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1760" y="1909149"/>
            <a:ext cx="1410785" cy="412572"/>
          </a:xfrm>
          <a:custGeom xmlns:a="http://schemas.openxmlformats.org/drawingml/2006/main">
            <a:pathLst>
              <a:path w="1410785" h="412572">
                <a:moveTo>
                  <a:pt x="0" y="206285"/>
                </a:moveTo>
                <a:cubicBezTo>
                  <a:pt x="0" y="92357"/>
                  <a:pt x="92298" y="0"/>
                  <a:pt x="206153" y="0"/>
                </a:cubicBezTo>
                <a:lnTo>
                  <a:pt x="1204634" y="0"/>
                </a:lnTo>
                <a:cubicBezTo>
                  <a:pt x="1318488" y="0"/>
                  <a:pt x="1410785" y="92357"/>
                  <a:pt x="1410785" y="206285"/>
                </a:cubicBezTo>
                <a:cubicBezTo>
                  <a:pt x="1410785" y="320214"/>
                  <a:pt x="1318488" y="412572"/>
                  <a:pt x="1204634" y="412572"/>
                </a:cubicBezTo>
                <a:lnTo>
                  <a:pt x="206153" y="412572"/>
                </a:lnTo>
                <a:cubicBezTo>
                  <a:pt x="92298" y="412572"/>
                  <a:pt x="0" y="320214"/>
                  <a:pt x="0" y="206285"/>
                </a:cubicBezTo>
              </a:path>
            </a:pathLst>
          </a:custGeom>
          <a:solidFill xmlns:a="http://schemas.openxmlformats.org/drawingml/2006/main">
            <a:srgbClr val="D9EB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df-path-92">
            <a:extLst xmlns:a="http://schemas.openxmlformats.org/drawingml/2006/main">
              <a:ext uri="{FF2B5EF4-FFF2-40B4-BE49-F238E27FC236}">
                <a16:creationId xmlns:a16="http://schemas.microsoft.com/office/drawing/2014/main" id="{6912E918-D930-44F3-8ED3-885C8F63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91758" y="4399992"/>
            <a:ext cx="3547431" cy="449530"/>
          </a:xfrm>
          <a:custGeom xmlns:a="http://schemas.openxmlformats.org/drawingml/2006/main">
            <a:pathLst>
              <a:path w="3547431" h="449530">
                <a:moveTo>
                  <a:pt x="3322810" y="449530"/>
                </a:moveTo>
                <a:lnTo>
                  <a:pt x="224621" y="449530"/>
                </a:lnTo>
                <a:cubicBezTo>
                  <a:pt x="100565" y="449530"/>
                  <a:pt x="0" y="348900"/>
                  <a:pt x="0" y="224765"/>
                </a:cubicBezTo>
                <a:lnTo>
                  <a:pt x="0" y="0"/>
                </a:lnTo>
                <a:lnTo>
                  <a:pt x="3547431" y="0"/>
                </a:lnTo>
                <a:lnTo>
                  <a:pt x="3547431" y="224765"/>
                </a:lnTo>
                <a:cubicBezTo>
                  <a:pt x="3547431" y="348900"/>
                  <a:pt x="3446864" y="449530"/>
                  <a:pt x="3322810" y="449530"/>
                </a:cubicBezTo>
              </a:path>
            </a:pathLst>
          </a:custGeom>
          <a:solidFill xmlns:a="http://schemas.openxmlformats.org/drawingml/2006/main">
            <a:srgbClr val="B3D7A6">
              <a:alpha val="4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df-path-93">
            <a:extLst xmlns:a="http://schemas.openxmlformats.org/drawingml/2006/main">
              <a:ext uri="{FF2B5EF4-FFF2-40B4-BE49-F238E27FC236}">
                <a16:creationId xmlns:a16="http://schemas.microsoft.com/office/drawing/2014/main" id="{A2EBE6E1-6E34-4603-B50A-A29F918C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34" y="4408559"/>
            <a:ext cx="4092381" cy="436118"/>
          </a:xfrm>
          <a:custGeom xmlns:a="http://schemas.openxmlformats.org/drawingml/2006/main">
            <a:pathLst>
              <a:path w="4092381" h="436118">
                <a:moveTo>
                  <a:pt x="3874459" y="436118"/>
                </a:moveTo>
                <a:lnTo>
                  <a:pt x="217919" y="436118"/>
                </a:lnTo>
                <a:cubicBezTo>
                  <a:pt x="97566" y="436118"/>
                  <a:pt x="0" y="338487"/>
                  <a:pt x="0" y="218055"/>
                </a:cubicBezTo>
                <a:lnTo>
                  <a:pt x="4" y="0"/>
                </a:lnTo>
                <a:lnTo>
                  <a:pt x="4092381" y="0"/>
                </a:lnTo>
                <a:lnTo>
                  <a:pt x="4092381" y="218055"/>
                </a:lnTo>
                <a:cubicBezTo>
                  <a:pt x="4092381" y="338487"/>
                  <a:pt x="3994814" y="436118"/>
                  <a:pt x="3874459" y="436118"/>
                </a:cubicBezTo>
              </a:path>
            </a:pathLst>
          </a:custGeom>
          <a:solidFill xmlns:a="http://schemas.openxmlformats.org/drawingml/2006/main">
            <a:srgbClr val="F2E1BC">
              <a:alpha val="46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EA070F-50E6-4599-8733-BB7558CB83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fe8911365241e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0400" y="3705225"/>
            <a:ext cx="819150" cy="142875"/>
          </a:xfrm>
          <a:prstGeom xmlns:a="http://schemas.openxmlformats.org/drawingml/2006/main" prst="rect">
            <a:avLst/>
          </a:prstGeom>
        </p:spPr>
      </p:pic>
      <p:sp>
        <p:nvSpPr>
          <p:cNvPr id="14" name="source-raster-1">
            <a:extLst xmlns:a="http://schemas.openxmlformats.org/drawingml/2006/main">
              <a:ext uri="{FF2B5EF4-FFF2-40B4-BE49-F238E27FC236}">
                <a16:creationId xmlns:a16="http://schemas.microsoft.com/office/drawing/2014/main" id="{31E062EE-DC11-4855-A484-3461254FA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0400" y="3705225"/>
            <a:ext cx="819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" name="pdf-path-95">
            <a:extLst xmlns:a="http://schemas.openxmlformats.org/drawingml/2006/main">
              <a:ext uri="{FF2B5EF4-FFF2-40B4-BE49-F238E27FC236}">
                <a16:creationId xmlns:a16="http://schemas.microsoft.com/office/drawing/2014/main" id="{857B9B98-BFDF-4F1C-9168-DD41F6A0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12642" y="3250548"/>
            <a:ext cx="796210" cy="461969"/>
          </a:xfrm>
          <a:custGeom xmlns:a="http://schemas.openxmlformats.org/drawingml/2006/main">
            <a:pathLst>
              <a:path w="796210" h="461969">
                <a:moveTo>
                  <a:pt x="0" y="39704"/>
                </a:moveTo>
                <a:cubicBezTo>
                  <a:pt x="0" y="17776"/>
                  <a:pt x="17763" y="0"/>
                  <a:pt x="39676" y="0"/>
                </a:cubicBezTo>
                <a:lnTo>
                  <a:pt x="756534" y="0"/>
                </a:lnTo>
                <a:cubicBezTo>
                  <a:pt x="778446" y="0"/>
                  <a:pt x="796210" y="17776"/>
                  <a:pt x="796210" y="39704"/>
                </a:cubicBezTo>
                <a:lnTo>
                  <a:pt x="796210" y="422268"/>
                </a:lnTo>
                <a:cubicBezTo>
                  <a:pt x="796210" y="444194"/>
                  <a:pt x="778446" y="461969"/>
                  <a:pt x="756534" y="461969"/>
                </a:cubicBezTo>
                <a:lnTo>
                  <a:pt x="39676" y="461969"/>
                </a:lnTo>
                <a:cubicBezTo>
                  <a:pt x="17763" y="461969"/>
                  <a:pt x="0" y="444194"/>
                  <a:pt x="0" y="422268"/>
                </a:cubicBezTo>
                <a:lnTo>
                  <a:pt x="0" y="39704"/>
                </a:lnTo>
              </a:path>
            </a:pathLst>
          </a:cu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231C75-3460-42F1-BF5A-1B8B37774B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e897fbd84e4c1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9925" y="3248025"/>
            <a:ext cx="800100" cy="466725"/>
          </a:xfrm>
          <a:prstGeom xmlns:a="http://schemas.openxmlformats.org/drawingml/2006/main" prst="rect">
            <a:avLst/>
          </a:prstGeom>
        </p:spPr>
      </p:pic>
      <p:sp>
        <p:nvSpPr>
          <p:cNvPr id="17" name="source-raster-2">
            <a:extLst xmlns:a="http://schemas.openxmlformats.org/drawingml/2006/main">
              <a:ext uri="{FF2B5EF4-FFF2-40B4-BE49-F238E27FC236}">
                <a16:creationId xmlns:a16="http://schemas.microsoft.com/office/drawing/2014/main" id="{0743E57D-8046-4CAB-B0F0-A20934E2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9925" y="3248025"/>
            <a:ext cx="800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" name="pdf-path-97">
            <a:extLst xmlns:a="http://schemas.openxmlformats.org/drawingml/2006/main">
              <a:ext uri="{FF2B5EF4-FFF2-40B4-BE49-F238E27FC236}">
                <a16:creationId xmlns:a16="http://schemas.microsoft.com/office/drawing/2014/main" id="{F9E3A2CA-C8C8-4AE8-B00A-906C2EFB8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8027" y="2682108"/>
            <a:ext cx="690548" cy="406140"/>
          </a:xfrm>
          <a:custGeom xmlns:a="http://schemas.openxmlformats.org/drawingml/2006/main">
            <a:pathLst>
              <a:path w="690548" h="406140">
                <a:moveTo>
                  <a:pt x="0" y="169917"/>
                </a:moveTo>
                <a:cubicBezTo>
                  <a:pt x="0" y="76073"/>
                  <a:pt x="76026" y="0"/>
                  <a:pt x="169808" y="0"/>
                </a:cubicBezTo>
                <a:lnTo>
                  <a:pt x="520740" y="0"/>
                </a:lnTo>
                <a:cubicBezTo>
                  <a:pt x="614522" y="0"/>
                  <a:pt x="690548" y="76073"/>
                  <a:pt x="690548" y="169917"/>
                </a:cubicBezTo>
                <a:lnTo>
                  <a:pt x="690548" y="236223"/>
                </a:lnTo>
                <a:cubicBezTo>
                  <a:pt x="690548" y="330066"/>
                  <a:pt x="614522" y="406140"/>
                  <a:pt x="520740" y="406140"/>
                </a:cubicBezTo>
                <a:lnTo>
                  <a:pt x="169808" y="406140"/>
                </a:lnTo>
                <a:cubicBezTo>
                  <a:pt x="76026" y="406140"/>
                  <a:pt x="0" y="330066"/>
                  <a:pt x="0" y="236223"/>
                </a:cubicBezTo>
                <a:lnTo>
                  <a:pt x="0" y="169917"/>
                </a:lnTo>
              </a:path>
            </a:pathLst>
          </a:custGeom>
          <a:solidFill xmlns:a="http://schemas.openxmlformats.org/drawingml/2006/main">
            <a:srgbClr val="DA8B4D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df-path-98">
            <a:extLst xmlns:a="http://schemas.openxmlformats.org/drawingml/2006/main">
              <a:ext uri="{FF2B5EF4-FFF2-40B4-BE49-F238E27FC236}">
                <a16:creationId xmlns:a16="http://schemas.microsoft.com/office/drawing/2014/main" id="{6456DD31-F513-4BA7-B1D4-8D6AFE80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132" y="368999"/>
            <a:ext cx="4107191" cy="4504365"/>
          </a:xfrm>
          <a:custGeom xmlns:a="http://schemas.openxmlformats.org/drawingml/2006/main">
            <a:pathLst>
              <a:path w="4107191" h="4504365">
                <a:moveTo>
                  <a:pt x="0" y="369556"/>
                </a:moveTo>
                <a:cubicBezTo>
                  <a:pt x="0" y="165456"/>
                  <a:pt x="165350" y="0"/>
                  <a:pt x="369319" y="0"/>
                </a:cubicBezTo>
                <a:lnTo>
                  <a:pt x="3737872" y="0"/>
                </a:lnTo>
                <a:cubicBezTo>
                  <a:pt x="3941842" y="0"/>
                  <a:pt x="4107191" y="165456"/>
                  <a:pt x="4107191" y="369556"/>
                </a:cubicBezTo>
                <a:lnTo>
                  <a:pt x="4107191" y="4134811"/>
                </a:lnTo>
                <a:cubicBezTo>
                  <a:pt x="4107191" y="4338910"/>
                  <a:pt x="3941842" y="4504365"/>
                  <a:pt x="3737872" y="4504365"/>
                </a:cubicBezTo>
                <a:lnTo>
                  <a:pt x="369319" y="4504365"/>
                </a:lnTo>
                <a:cubicBezTo>
                  <a:pt x="165350" y="4504365"/>
                  <a:pt x="0" y="4338910"/>
                  <a:pt x="0" y="4134811"/>
                </a:cubicBezTo>
                <a:lnTo>
                  <a:pt x="0" y="369556"/>
                </a:lnTo>
              </a:path>
            </a:pathLst>
          </a:custGeom>
          <a:noFill xmlns:a="http://schemas.openxmlformats.org/drawingml/2006/main"/>
          <a:ln xmlns:a="http://schemas.openxmlformats.org/drawingml/2006/main" w="71438">
            <a:solidFill>
              <a:srgbClr val="FFDA68"/>
            </a:solidFill>
            <a:prstDash val="solid"/>
          </a:ln>
        </p:spPr>
      </p:sp>
      <p:sp>
        <p:nvSpPr>
          <p:cNvPr id="20" name="pdf-text-93-0">
            <a:extLst xmlns:a="http://schemas.openxmlformats.org/drawingml/2006/main">
              <a:ext uri="{FF2B5EF4-FFF2-40B4-BE49-F238E27FC236}">
                <a16:creationId xmlns:a16="http://schemas.microsoft.com/office/drawing/2014/main" id="{E4A2F253-F35F-4BC6-8AF7-204A2A72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51561" y="2573160"/>
            <a:ext cx="43726" cy="190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</a:t>
            </a:r>
          </a:p>
        </p:txBody>
      </p:sp>
      <p:sp>
        <p:nvSpPr>
          <p:cNvPr id="21" name="pdf-path-100">
            <a:extLst xmlns:a="http://schemas.openxmlformats.org/drawingml/2006/main">
              <a:ext uri="{FF2B5EF4-FFF2-40B4-BE49-F238E27FC236}">
                <a16:creationId xmlns:a16="http://schemas.microsoft.com/office/drawing/2014/main" id="{ADEC55C1-304E-4C87-A80D-5751A4AE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91819" y="368999"/>
            <a:ext cx="3527860" cy="4504367"/>
          </a:xfrm>
          <a:custGeom xmlns:a="http://schemas.openxmlformats.org/drawingml/2006/main">
            <a:pathLst>
              <a:path w="3527860" h="4504367">
                <a:moveTo>
                  <a:pt x="0" y="310124"/>
                </a:moveTo>
                <a:cubicBezTo>
                  <a:pt x="0" y="138847"/>
                  <a:pt x="138758" y="0"/>
                  <a:pt x="309925" y="0"/>
                </a:cubicBezTo>
                <a:lnTo>
                  <a:pt x="3217936" y="0"/>
                </a:lnTo>
                <a:cubicBezTo>
                  <a:pt x="3389102" y="0"/>
                  <a:pt x="3527860" y="138847"/>
                  <a:pt x="3527860" y="310124"/>
                </a:cubicBezTo>
                <a:lnTo>
                  <a:pt x="3527860" y="4194244"/>
                </a:lnTo>
                <a:cubicBezTo>
                  <a:pt x="3527860" y="4365519"/>
                  <a:pt x="3389102" y="4504367"/>
                  <a:pt x="3217936" y="4504367"/>
                </a:cubicBezTo>
                <a:lnTo>
                  <a:pt x="309925" y="4504367"/>
                </a:lnTo>
                <a:cubicBezTo>
                  <a:pt x="138758" y="4504367"/>
                  <a:pt x="0" y="4365519"/>
                  <a:pt x="0" y="4194244"/>
                </a:cubicBezTo>
                <a:lnTo>
                  <a:pt x="0" y="310124"/>
                </a:lnTo>
              </a:path>
            </a:pathLst>
          </a:custGeom>
          <a:noFill xmlns:a="http://schemas.openxmlformats.org/drawingml/2006/main"/>
          <a:ln xmlns:a="http://schemas.openxmlformats.org/drawingml/2006/main" w="71438">
            <a:solidFill>
              <a:srgbClr val="4D813A"/>
            </a:solidFill>
            <a:prstDash val="solid"/>
          </a:ln>
        </p:spPr>
      </p:sp>
      <p:sp>
        <p:nvSpPr>
          <p:cNvPr id="22" name="pdf-text-94-0">
            <a:extLst xmlns:a="http://schemas.openxmlformats.org/drawingml/2006/main">
              <a:ext uri="{FF2B5EF4-FFF2-40B4-BE49-F238E27FC236}">
                <a16:creationId xmlns:a16="http://schemas.microsoft.com/office/drawing/2014/main" id="{361AEE2F-6FC8-4CAF-87F9-7B075523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7733" y="679432"/>
            <a:ext cx="313866" cy="133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5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RGB </a:t>
            </a:r>
          </a:p>
        </p:txBody>
      </p:sp>
      <p:sp>
        <p:nvSpPr>
          <p:cNvPr id="23" name="pdf-text-95-0">
            <a:extLst xmlns:a="http://schemas.openxmlformats.org/drawingml/2006/main">
              <a:ext uri="{FF2B5EF4-FFF2-40B4-BE49-F238E27FC236}">
                <a16:creationId xmlns:a16="http://schemas.microsoft.com/office/drawing/2014/main" id="{845FBEC2-9F0A-4403-8BC8-FBDA8D24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7733" y="848624"/>
            <a:ext cx="411655" cy="133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92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2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92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Image </a:t>
            </a:r>
          </a:p>
        </p:txBody>
      </p:sp>
      <p:sp>
        <p:nvSpPr>
          <p:cNvPr id="24" name="pdf-path-106">
            <a:extLst xmlns:a="http://schemas.openxmlformats.org/drawingml/2006/main">
              <a:ext uri="{FF2B5EF4-FFF2-40B4-BE49-F238E27FC236}">
                <a16:creationId xmlns:a16="http://schemas.microsoft.com/office/drawing/2014/main" id="{DDEADA77-812F-4C95-AB90-EF63A1D62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6857" y="132106"/>
            <a:ext cx="405316" cy="405577"/>
          </a:xfrm>
          <a:custGeom xmlns:a="http://schemas.openxmlformats.org/drawingml/2006/main">
            <a:pathLst>
              <a:path w="405316" h="405577">
                <a:moveTo>
                  <a:pt x="0" y="202788"/>
                </a:moveTo>
                <a:cubicBezTo>
                  <a:pt x="0" y="90791"/>
                  <a:pt x="90733" y="0"/>
                  <a:pt x="202658" y="0"/>
                </a:cubicBezTo>
                <a:cubicBezTo>
                  <a:pt x="314582" y="0"/>
                  <a:pt x="405316" y="90791"/>
                  <a:pt x="405316" y="202788"/>
                </a:cubicBezTo>
                <a:cubicBezTo>
                  <a:pt x="405316" y="314786"/>
                  <a:pt x="314582" y="405577"/>
                  <a:pt x="202658" y="405577"/>
                </a:cubicBezTo>
                <a:cubicBezTo>
                  <a:pt x="90733" y="405577"/>
                  <a:pt x="0" y="314786"/>
                  <a:pt x="0" y="202788"/>
                </a:cubicBezTo>
              </a:path>
            </a:pathLst>
          </a:custGeom>
          <a:solidFill xmlns:a="http://schemas.openxmlformats.org/drawingml/2006/main">
            <a:srgbClr val="FFD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df-path-107">
            <a:extLst xmlns:a="http://schemas.openxmlformats.org/drawingml/2006/main">
              <a:ext uri="{FF2B5EF4-FFF2-40B4-BE49-F238E27FC236}">
                <a16:creationId xmlns:a16="http://schemas.microsoft.com/office/drawing/2014/main" id="{7DDD65BF-7A04-4C1D-9C05-AE16711D2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6857" y="132106"/>
            <a:ext cx="405316" cy="405577"/>
          </a:xfrm>
          <a:custGeom xmlns:a="http://schemas.openxmlformats.org/drawingml/2006/main">
            <a:pathLst>
              <a:path w="405316" h="405577">
                <a:moveTo>
                  <a:pt x="0" y="202788"/>
                </a:moveTo>
                <a:cubicBezTo>
                  <a:pt x="0" y="90792"/>
                  <a:pt x="90733" y="0"/>
                  <a:pt x="202658" y="0"/>
                </a:cubicBezTo>
                <a:cubicBezTo>
                  <a:pt x="314583" y="0"/>
                  <a:pt x="405316" y="90792"/>
                  <a:pt x="405316" y="202788"/>
                </a:cubicBezTo>
                <a:cubicBezTo>
                  <a:pt x="405316" y="314785"/>
                  <a:pt x="314583" y="405577"/>
                  <a:pt x="202658" y="405577"/>
                </a:cubicBezTo>
                <a:cubicBezTo>
                  <a:pt x="90733" y="405577"/>
                  <a:pt x="0" y="314785"/>
                  <a:pt x="0" y="202788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FFDA68"/>
            </a:solidFill>
            <a:prstDash val="solid"/>
          </a:ln>
        </p:spPr>
      </p:sp>
      <p:sp>
        <p:nvSpPr>
          <p:cNvPr id="26" name="pdf-text-98-0">
            <a:extLst xmlns:a="http://schemas.openxmlformats.org/drawingml/2006/main">
              <a:ext uri="{FF2B5EF4-FFF2-40B4-BE49-F238E27FC236}">
                <a16:creationId xmlns:a16="http://schemas.microsoft.com/office/drawing/2014/main" id="{D61C0FBF-F9F9-46A9-A24D-B3FD6A0E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9595" y="223091"/>
            <a:ext cx="182911" cy="3048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7" name="pdf-path-115">
            <a:extLst xmlns:a="http://schemas.openxmlformats.org/drawingml/2006/main">
              <a:ext uri="{FF2B5EF4-FFF2-40B4-BE49-F238E27FC236}">
                <a16:creationId xmlns:a16="http://schemas.microsoft.com/office/drawing/2014/main" id="{60976DE6-97B8-4583-8EC2-738C7D48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9955" y="167254"/>
            <a:ext cx="405317" cy="405577"/>
          </a:xfrm>
          <a:custGeom xmlns:a="http://schemas.openxmlformats.org/drawingml/2006/main">
            <a:pathLst>
              <a:path w="405317" h="405577">
                <a:moveTo>
                  <a:pt x="0" y="202788"/>
                </a:moveTo>
                <a:cubicBezTo>
                  <a:pt x="0" y="90791"/>
                  <a:pt x="90733" y="0"/>
                  <a:pt x="202658" y="0"/>
                </a:cubicBezTo>
                <a:cubicBezTo>
                  <a:pt x="314584" y="0"/>
                  <a:pt x="405317" y="90791"/>
                  <a:pt x="405317" y="202788"/>
                </a:cubicBezTo>
                <a:cubicBezTo>
                  <a:pt x="405317" y="314785"/>
                  <a:pt x="314584" y="405577"/>
                  <a:pt x="202658" y="405577"/>
                </a:cubicBezTo>
                <a:cubicBezTo>
                  <a:pt x="90733" y="405577"/>
                  <a:pt x="0" y="314785"/>
                  <a:pt x="0" y="202788"/>
                </a:cubicBezTo>
              </a:path>
            </a:pathLst>
          </a:custGeom>
          <a:solidFill xmlns:a="http://schemas.openxmlformats.org/drawingml/2006/main">
            <a:srgbClr val="4D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df-text-103-0">
            <a:extLst xmlns:a="http://schemas.openxmlformats.org/drawingml/2006/main">
              <a:ext uri="{FF2B5EF4-FFF2-40B4-BE49-F238E27FC236}">
                <a16:creationId xmlns:a16="http://schemas.microsoft.com/office/drawing/2014/main" id="{2733BA74-119A-4974-B699-B705B1D5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5625" y="250527"/>
            <a:ext cx="182911" cy="3048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9" name="pdf-path-118">
            <a:extLst xmlns:a="http://schemas.openxmlformats.org/drawingml/2006/main">
              <a:ext uri="{FF2B5EF4-FFF2-40B4-BE49-F238E27FC236}">
                <a16:creationId xmlns:a16="http://schemas.microsoft.com/office/drawing/2014/main" id="{3F7BB4CD-309D-4C86-B3DB-C04B23376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6824" y="72779"/>
            <a:ext cx="405317" cy="405578"/>
          </a:xfrm>
          <a:custGeom xmlns:a="http://schemas.openxmlformats.org/drawingml/2006/main">
            <a:pathLst>
              <a:path w="405317" h="405578">
                <a:moveTo>
                  <a:pt x="0" y="202789"/>
                </a:moveTo>
                <a:cubicBezTo>
                  <a:pt x="0" y="90792"/>
                  <a:pt x="90733" y="0"/>
                  <a:pt x="202658" y="0"/>
                </a:cubicBezTo>
                <a:cubicBezTo>
                  <a:pt x="314584" y="0"/>
                  <a:pt x="405317" y="90792"/>
                  <a:pt x="405317" y="202789"/>
                </a:cubicBezTo>
                <a:cubicBezTo>
                  <a:pt x="405317" y="314785"/>
                  <a:pt x="314584" y="405578"/>
                  <a:pt x="202658" y="405578"/>
                </a:cubicBezTo>
                <a:cubicBezTo>
                  <a:pt x="90733" y="405578"/>
                  <a:pt x="0" y="314785"/>
                  <a:pt x="0" y="202789"/>
                </a:cubicBezTo>
              </a:path>
            </a:pathLst>
          </a:custGeom>
          <a:solidFill xmlns:a="http://schemas.openxmlformats.org/drawingml/2006/main">
            <a:srgbClr val="88D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df-text-105-0">
            <a:extLst xmlns:a="http://schemas.openxmlformats.org/drawingml/2006/main">
              <a:ext uri="{FF2B5EF4-FFF2-40B4-BE49-F238E27FC236}">
                <a16:creationId xmlns:a16="http://schemas.microsoft.com/office/drawing/2014/main" id="{A8E4F697-BA80-4025-A85F-AD607F41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82528" y="168217"/>
            <a:ext cx="182911" cy="3048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B37336-DC27-4741-BC0F-0C169392C7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1cea9144bf490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2900" y="1285875"/>
            <a:ext cx="295275" cy="238125"/>
          </a:xfrm>
          <a:prstGeom xmlns:a="http://schemas.openxmlformats.org/drawingml/2006/main" prst="rect">
            <a:avLst/>
          </a:prstGeom>
        </p:spPr>
      </p:pic>
      <p:sp>
        <p:nvSpPr>
          <p:cNvPr id="32" name="source-raster-6">
            <a:extLst xmlns:a="http://schemas.openxmlformats.org/drawingml/2006/main">
              <a:ext uri="{FF2B5EF4-FFF2-40B4-BE49-F238E27FC236}">
                <a16:creationId xmlns:a16="http://schemas.microsoft.com/office/drawing/2014/main" id="{4459E7E9-98FE-4F86-9BC9-ED3B4073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900" y="1285875"/>
            <a:ext cx="2952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A250B3-BE6B-42EF-84D0-B14DF2E3BE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885b1456e54b6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7725" y="2847975"/>
            <a:ext cx="304800" cy="161925"/>
          </a:xfrm>
          <a:prstGeom xmlns:a="http://schemas.openxmlformats.org/drawingml/2006/main" prst="rect">
            <a:avLst/>
          </a:prstGeom>
        </p:spPr>
      </p:pic>
      <p:sp>
        <p:nvSpPr>
          <p:cNvPr id="34" name="source-raster-11">
            <a:extLst xmlns:a="http://schemas.openxmlformats.org/drawingml/2006/main">
              <a:ext uri="{FF2B5EF4-FFF2-40B4-BE49-F238E27FC236}">
                <a16:creationId xmlns:a16="http://schemas.microsoft.com/office/drawing/2014/main" id="{E8C52D9B-56DE-4264-950F-3D29AFFA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2847975"/>
            <a:ext cx="304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E4988A-88E2-4208-B014-D9A72D2DA7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77180affbf441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4400" y="2686050"/>
            <a:ext cx="247650" cy="171450"/>
          </a:xfrm>
          <a:prstGeom xmlns:a="http://schemas.openxmlformats.org/drawingml/2006/main" prst="rect">
            <a:avLst/>
          </a:prstGeom>
        </p:spPr>
      </p:pic>
      <p:sp>
        <p:nvSpPr>
          <p:cNvPr id="36" name="source-raster-20">
            <a:extLst xmlns:a="http://schemas.openxmlformats.org/drawingml/2006/main">
              <a:ext uri="{FF2B5EF4-FFF2-40B4-BE49-F238E27FC236}">
                <a16:creationId xmlns:a16="http://schemas.microsoft.com/office/drawing/2014/main" id="{7870679E-E78D-4A7C-A344-FE2C85E2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268605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" name="pdf-path-139">
            <a:extLst xmlns:a="http://schemas.openxmlformats.org/drawingml/2006/main">
              <a:ext uri="{FF2B5EF4-FFF2-40B4-BE49-F238E27FC236}">
                <a16:creationId xmlns:a16="http://schemas.microsoft.com/office/drawing/2014/main" id="{6EF9B3ED-060F-4421-921F-11635D9D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1979" y="2804224"/>
            <a:ext cx="101973" cy="56982"/>
          </a:xfrm>
          <a:custGeom xmlns:a="http://schemas.openxmlformats.org/drawingml/2006/main">
            <a:pathLst>
              <a:path w="101973" h="56982">
                <a:moveTo>
                  <a:pt x="0" y="56982"/>
                </a:moveTo>
                <a:lnTo>
                  <a:pt x="101973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">
            <a:solidFill>
              <a:srgbClr val="418AD9"/>
            </a:solidFill>
            <a:prstDash val="solid"/>
          </a:ln>
        </p:spPr>
      </p:sp>
      <p:pic>
        <p:nvPic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F919F0F-B0C5-437F-8E7A-DB5F727E41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6772a84ed7474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5275" y="2295525"/>
            <a:ext cx="342900" cy="304800"/>
          </a:xfrm>
          <a:prstGeom xmlns:a="http://schemas.openxmlformats.org/drawingml/2006/main" prst="rect">
            <a:avLst/>
          </a:prstGeom>
        </p:spPr>
      </p:pic>
      <p:sp>
        <p:nvSpPr>
          <p:cNvPr id="39" name="source-raster-25">
            <a:extLst xmlns:a="http://schemas.openxmlformats.org/drawingml/2006/main">
              <a:ext uri="{FF2B5EF4-FFF2-40B4-BE49-F238E27FC236}">
                <a16:creationId xmlns:a16="http://schemas.microsoft.com/office/drawing/2014/main" id="{1D5BA66C-E331-4CDE-9835-BDB4D46E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5275" y="2295525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" name="pdf-path-141">
            <a:extLst xmlns:a="http://schemas.openxmlformats.org/drawingml/2006/main">
              <a:ext uri="{FF2B5EF4-FFF2-40B4-BE49-F238E27FC236}">
                <a16:creationId xmlns:a16="http://schemas.microsoft.com/office/drawing/2014/main" id="{7644E740-53E2-4557-8DF8-9D960AC6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620" y="2360062"/>
            <a:ext cx="45093" cy="40395"/>
          </a:xfrm>
          <a:custGeom xmlns:a="http://schemas.openxmlformats.org/drawingml/2006/main">
            <a:pathLst>
              <a:path w="45093" h="40395">
                <a:moveTo>
                  <a:pt x="0" y="20196"/>
                </a:moveTo>
                <a:cubicBezTo>
                  <a:pt x="0" y="9043"/>
                  <a:pt x="10096" y="0"/>
                  <a:pt x="22547" y="0"/>
                </a:cubicBezTo>
                <a:cubicBezTo>
                  <a:pt x="34999" y="0"/>
                  <a:pt x="45093" y="9043"/>
                  <a:pt x="45093" y="20196"/>
                </a:cubicBezTo>
                <a:cubicBezTo>
                  <a:pt x="45093" y="31352"/>
                  <a:pt x="34999" y="40395"/>
                  <a:pt x="22547" y="40395"/>
                </a:cubicBezTo>
                <a:cubicBezTo>
                  <a:pt x="10096" y="40395"/>
                  <a:pt x="0" y="31352"/>
                  <a:pt x="0" y="20196"/>
                </a:cubicBezTo>
              </a:path>
            </a:pathLst>
          </a:custGeom>
          <a:solidFill xmlns:a="http://schemas.openxmlformats.org/drawingml/2006/main">
            <a:srgbClr val="F2A0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pdf-path-142">
            <a:extLst xmlns:a="http://schemas.openxmlformats.org/drawingml/2006/main">
              <a:ext uri="{FF2B5EF4-FFF2-40B4-BE49-F238E27FC236}">
                <a16:creationId xmlns:a16="http://schemas.microsoft.com/office/drawing/2014/main" id="{C7ACD094-05A9-4017-AB6B-0CDB8381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620" y="2360062"/>
            <a:ext cx="45093" cy="40395"/>
          </a:xfrm>
          <a:custGeom xmlns:a="http://schemas.openxmlformats.org/drawingml/2006/main">
            <a:pathLst>
              <a:path w="45093" h="40395">
                <a:moveTo>
                  <a:pt x="0" y="20197"/>
                </a:moveTo>
                <a:cubicBezTo>
                  <a:pt x="0" y="9043"/>
                  <a:pt x="10094" y="0"/>
                  <a:pt x="22547" y="0"/>
                </a:cubicBezTo>
                <a:cubicBezTo>
                  <a:pt x="34999" y="0"/>
                  <a:pt x="45093" y="9043"/>
                  <a:pt x="45093" y="20197"/>
                </a:cubicBezTo>
                <a:cubicBezTo>
                  <a:pt x="45093" y="31352"/>
                  <a:pt x="34999" y="40395"/>
                  <a:pt x="22547" y="40395"/>
                </a:cubicBezTo>
                <a:cubicBezTo>
                  <a:pt x="10094" y="40395"/>
                  <a:pt x="0" y="31352"/>
                  <a:pt x="0" y="20197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F2A04E"/>
            </a:solidFill>
            <a:prstDash val="solid"/>
          </a:ln>
        </p:spPr>
      </p:sp>
      <p:pic>
        <p:nvPic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C8ED548-BDDB-4FC6-AE5A-22A590B864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8f1a8f1c70444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2305050"/>
            <a:ext cx="352425" cy="333375"/>
          </a:xfrm>
          <a:prstGeom xmlns:a="http://schemas.openxmlformats.org/drawingml/2006/main" prst="rect">
            <a:avLst/>
          </a:prstGeom>
        </p:spPr>
      </p:pic>
      <p:sp>
        <p:nvSpPr>
          <p:cNvPr id="43" name="source-raster-26">
            <a:extLst xmlns:a="http://schemas.openxmlformats.org/drawingml/2006/main">
              <a:ext uri="{FF2B5EF4-FFF2-40B4-BE49-F238E27FC236}">
                <a16:creationId xmlns:a16="http://schemas.microsoft.com/office/drawing/2014/main" id="{21D32FB7-6135-40B4-9D6F-C1336FCA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2305050"/>
            <a:ext cx="3524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pdf-path-144">
            <a:extLst xmlns:a="http://schemas.openxmlformats.org/drawingml/2006/main">
              <a:ext uri="{FF2B5EF4-FFF2-40B4-BE49-F238E27FC236}">
                <a16:creationId xmlns:a16="http://schemas.microsoft.com/office/drawing/2014/main" id="{53547B14-51B6-44F0-9C0C-E5A3E5A5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7020" y="2497716"/>
            <a:ext cx="49327" cy="45469"/>
          </a:xfrm>
          <a:custGeom xmlns:a="http://schemas.openxmlformats.org/drawingml/2006/main">
            <a:pathLst>
              <a:path w="49327" h="45469">
                <a:moveTo>
                  <a:pt x="2885" y="28574"/>
                </a:moveTo>
                <a:cubicBezTo>
                  <a:pt x="0" y="17799"/>
                  <a:pt x="7412" y="6450"/>
                  <a:pt x="19439" y="3226"/>
                </a:cubicBezTo>
                <a:cubicBezTo>
                  <a:pt x="31467" y="0"/>
                  <a:pt x="43556" y="6120"/>
                  <a:pt x="46441" y="16897"/>
                </a:cubicBezTo>
                <a:cubicBezTo>
                  <a:pt x="49327" y="27671"/>
                  <a:pt x="41915" y="39019"/>
                  <a:pt x="29887" y="42244"/>
                </a:cubicBezTo>
                <a:cubicBezTo>
                  <a:pt x="17859" y="45469"/>
                  <a:pt x="5770" y="39349"/>
                  <a:pt x="2885" y="28574"/>
                </a:cubicBezTo>
              </a:path>
            </a:pathLst>
          </a:custGeom>
          <a:solidFill xmlns:a="http://schemas.openxmlformats.org/drawingml/2006/main">
            <a:srgbClr val="F2A0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pdf-path-145">
            <a:extLst xmlns:a="http://schemas.openxmlformats.org/drawingml/2006/main">
              <a:ext uri="{FF2B5EF4-FFF2-40B4-BE49-F238E27FC236}">
                <a16:creationId xmlns:a16="http://schemas.microsoft.com/office/drawing/2014/main" id="{B83B3A6D-0BF1-4B5D-A307-9345AB90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7020" y="2497717"/>
            <a:ext cx="49327" cy="45468"/>
          </a:xfrm>
          <a:custGeom xmlns:a="http://schemas.openxmlformats.org/drawingml/2006/main">
            <a:pathLst>
              <a:path w="49327" h="45468">
                <a:moveTo>
                  <a:pt x="2885" y="28573"/>
                </a:moveTo>
                <a:cubicBezTo>
                  <a:pt x="0" y="17798"/>
                  <a:pt x="7411" y="6450"/>
                  <a:pt x="19440" y="3225"/>
                </a:cubicBezTo>
                <a:cubicBezTo>
                  <a:pt x="31468" y="0"/>
                  <a:pt x="43557" y="6120"/>
                  <a:pt x="46442" y="16895"/>
                </a:cubicBezTo>
                <a:cubicBezTo>
                  <a:pt x="49327" y="27669"/>
                  <a:pt x="41915" y="39019"/>
                  <a:pt x="29888" y="42243"/>
                </a:cubicBezTo>
                <a:cubicBezTo>
                  <a:pt x="17860" y="45468"/>
                  <a:pt x="5770" y="39348"/>
                  <a:pt x="2885" y="2857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F2A04E"/>
            </a:solidFill>
            <a:prstDash val="solid"/>
          </a:ln>
        </p:spPr>
      </p:sp>
      <p:pic>
        <p:nvPic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FDA8CE2-B384-44EE-A41B-B53A5F7FD0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74b03559d844c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" y="1943100"/>
            <a:ext cx="342900" cy="304800"/>
          </a:xfrm>
          <a:prstGeom xmlns:a="http://schemas.openxmlformats.org/drawingml/2006/main" prst="rect">
            <a:avLst/>
          </a:prstGeom>
        </p:spPr>
      </p:pic>
      <p:sp>
        <p:nvSpPr>
          <p:cNvPr id="47" name="source-raster-27">
            <a:extLst xmlns:a="http://schemas.openxmlformats.org/drawingml/2006/main">
              <a:ext uri="{FF2B5EF4-FFF2-40B4-BE49-F238E27FC236}">
                <a16:creationId xmlns:a16="http://schemas.microsoft.com/office/drawing/2014/main" id="{78C6F9CF-8BFB-49EA-9CB8-72964858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25" y="1943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D0195AD-1A13-4A40-AC68-2AF7CBBEA5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89d88f14a943d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3850" y="18859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49" name="source-raster-32">
            <a:extLst xmlns:a="http://schemas.openxmlformats.org/drawingml/2006/main">
              <a:ext uri="{FF2B5EF4-FFF2-40B4-BE49-F238E27FC236}">
                <a16:creationId xmlns:a16="http://schemas.microsoft.com/office/drawing/2014/main" id="{7417E55E-A7CC-46D5-9FA7-445053A91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850" y="18859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pdf-path-156">
            <a:extLst xmlns:a="http://schemas.openxmlformats.org/drawingml/2006/main">
              <a:ext uri="{FF2B5EF4-FFF2-40B4-BE49-F238E27FC236}">
                <a16:creationId xmlns:a16="http://schemas.microsoft.com/office/drawing/2014/main" id="{C5E2C69F-9177-461A-80EC-4C5E30CB7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2589" y="1794872"/>
            <a:ext cx="1079742" cy="1286679"/>
          </a:xfrm>
          <a:custGeom xmlns:a="http://schemas.openxmlformats.org/drawingml/2006/main">
            <a:pathLst>
              <a:path w="1079742" h="1286679">
                <a:moveTo>
                  <a:pt x="0" y="180076"/>
                </a:moveTo>
                <a:cubicBezTo>
                  <a:pt x="0" y="80623"/>
                  <a:pt x="80571" y="0"/>
                  <a:pt x="179960" y="0"/>
                </a:cubicBezTo>
                <a:lnTo>
                  <a:pt x="899781" y="0"/>
                </a:lnTo>
                <a:cubicBezTo>
                  <a:pt x="999170" y="0"/>
                  <a:pt x="1079742" y="80623"/>
                  <a:pt x="1079742" y="180076"/>
                </a:cubicBezTo>
                <a:lnTo>
                  <a:pt x="1079742" y="1106603"/>
                </a:lnTo>
                <a:cubicBezTo>
                  <a:pt x="1079742" y="1206056"/>
                  <a:pt x="999170" y="1286679"/>
                  <a:pt x="899781" y="1286679"/>
                </a:cubicBezTo>
                <a:lnTo>
                  <a:pt x="179960" y="1286679"/>
                </a:lnTo>
                <a:cubicBezTo>
                  <a:pt x="80571" y="1286679"/>
                  <a:pt x="0" y="1206056"/>
                  <a:pt x="0" y="1106603"/>
                </a:cubicBezTo>
                <a:lnTo>
                  <a:pt x="0" y="180076"/>
                </a:lnTo>
              </a:path>
            </a:pathLst>
          </a:custGeom>
          <a:noFill xmlns:a="http://schemas.openxmlformats.org/drawingml/2006/main"/>
          <a:ln xmlns:a="http://schemas.openxmlformats.org/drawingml/2006/main" w="21431">
            <a:solidFill>
              <a:srgbClr val="DA8B4D"/>
            </a:solidFill>
            <a:prstDash val="dash"/>
          </a:ln>
        </p:spPr>
      </p:sp>
      <p:pic>
        <p:nvPic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C1AFCD4-50D0-4129-AAB0-F49FAD509E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c596dfb7ac48a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66875" y="695325"/>
            <a:ext cx="352425" cy="352425"/>
          </a:xfrm>
          <a:prstGeom xmlns:a="http://schemas.openxmlformats.org/drawingml/2006/main" prst="rect">
            <a:avLst/>
          </a:prstGeom>
        </p:spPr>
      </p:pic>
      <p:sp>
        <p:nvSpPr>
          <p:cNvPr id="52" name="source-raster-37">
            <a:extLst xmlns:a="http://schemas.openxmlformats.org/drawingml/2006/main">
              <a:ext uri="{FF2B5EF4-FFF2-40B4-BE49-F238E27FC236}">
                <a16:creationId xmlns:a16="http://schemas.microsoft.com/office/drawing/2014/main" id="{BE607EE7-A775-4CDC-8918-236C0E5A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6875" y="695325"/>
            <a:ext cx="352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" name="pdf-path-158">
            <a:extLst xmlns:a="http://schemas.openxmlformats.org/drawingml/2006/main">
              <a:ext uri="{FF2B5EF4-FFF2-40B4-BE49-F238E27FC236}">
                <a16:creationId xmlns:a16="http://schemas.microsoft.com/office/drawing/2014/main" id="{B820EAA0-414E-4D76-852B-90D92E8BA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0622" y="1106270"/>
            <a:ext cx="648393" cy="99056"/>
          </a:xfrm>
          <a:custGeom xmlns:a="http://schemas.openxmlformats.org/drawingml/2006/main">
            <a:pathLst>
              <a:path w="648393" h="99056">
                <a:moveTo>
                  <a:pt x="24748" y="0"/>
                </a:moveTo>
                <a:lnTo>
                  <a:pt x="524656" y="2"/>
                </a:lnTo>
                <a:cubicBezTo>
                  <a:pt x="538322" y="2"/>
                  <a:pt x="549403" y="11089"/>
                  <a:pt x="549403" y="24766"/>
                </a:cubicBezTo>
                <a:cubicBezTo>
                  <a:pt x="549403" y="38441"/>
                  <a:pt x="538322" y="49529"/>
                  <a:pt x="524656" y="49529"/>
                </a:cubicBezTo>
                <a:lnTo>
                  <a:pt x="24748" y="49528"/>
                </a:lnTo>
                <a:cubicBezTo>
                  <a:pt x="11081" y="49528"/>
                  <a:pt x="0" y="38440"/>
                  <a:pt x="0" y="24764"/>
                </a:cubicBezTo>
                <a:cubicBezTo>
                  <a:pt x="0" y="11087"/>
                  <a:pt x="11081" y="0"/>
                  <a:pt x="24748" y="0"/>
                </a:cubicBezTo>
                <a:moveTo>
                  <a:pt x="499907" y="-49527"/>
                </a:moveTo>
                <a:lnTo>
                  <a:pt x="648393" y="24766"/>
                </a:lnTo>
                <a:lnTo>
                  <a:pt x="499907" y="99056"/>
                </a:lnTo>
                <a:lnTo>
                  <a:pt x="499907" y="-4952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pdf-text-106-0">
            <a:extLst xmlns:a="http://schemas.openxmlformats.org/drawingml/2006/main">
              <a:ext uri="{FF2B5EF4-FFF2-40B4-BE49-F238E27FC236}">
                <a16:creationId xmlns:a16="http://schemas.microsoft.com/office/drawing/2014/main" id="{3D486D28-FE6B-4D74-8C58-01F5825D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33891" y="1044850"/>
            <a:ext cx="1017610" cy="15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00" b="1" i="0">
                <a:solidFill>
                  <a:srgbClr val="DAAA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DAAA4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DAAA40"/>
                </a:solidFill>
                <a:latin typeface="Arial"/>
                <a:ea typeface="Arial"/>
                <a:cs typeface="Arial"/>
              </a:rPr>
              <a:t>“background”</a:t>
            </a:r>
          </a:p>
        </p:txBody>
      </p:sp>
      <p:sp>
        <p:nvSpPr>
          <p:cNvPr id="55" name="pdf-path-160">
            <a:extLst xmlns:a="http://schemas.openxmlformats.org/drawingml/2006/main">
              <a:ext uri="{FF2B5EF4-FFF2-40B4-BE49-F238E27FC236}">
                <a16:creationId xmlns:a16="http://schemas.microsoft.com/office/drawing/2014/main" id="{01C6D25E-B8DF-44F2-987B-71DB6F62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80575" y="1194669"/>
            <a:ext cx="109990" cy="532908"/>
          </a:xfrm>
          <a:custGeom xmlns:a="http://schemas.openxmlformats.org/drawingml/2006/main">
            <a:pathLst>
              <a:path w="109990" h="532908">
                <a:moveTo>
                  <a:pt x="109990" y="27515"/>
                </a:moveTo>
                <a:lnTo>
                  <a:pt x="109990" y="395331"/>
                </a:lnTo>
                <a:cubicBezTo>
                  <a:pt x="109990" y="410529"/>
                  <a:pt x="97680" y="422846"/>
                  <a:pt x="82493" y="422846"/>
                </a:cubicBezTo>
                <a:cubicBezTo>
                  <a:pt x="67308" y="422846"/>
                  <a:pt x="54995" y="410529"/>
                  <a:pt x="54995" y="395331"/>
                </a:cubicBezTo>
                <a:lnTo>
                  <a:pt x="54995" y="27515"/>
                </a:lnTo>
                <a:cubicBezTo>
                  <a:pt x="54995" y="12319"/>
                  <a:pt x="67305" y="0"/>
                  <a:pt x="82493" y="0"/>
                </a:cubicBezTo>
                <a:cubicBezTo>
                  <a:pt x="97678" y="0"/>
                  <a:pt x="109990" y="12319"/>
                  <a:pt x="109990" y="27515"/>
                </a:cubicBezTo>
                <a:moveTo>
                  <a:pt x="164986" y="367817"/>
                </a:moveTo>
                <a:lnTo>
                  <a:pt x="82493" y="532908"/>
                </a:lnTo>
                <a:lnTo>
                  <a:pt x="0" y="367817"/>
                </a:lnTo>
                <a:lnTo>
                  <a:pt x="164986" y="367817"/>
                </a:lnTo>
              </a:path>
            </a:pathLst>
          </a:custGeom>
          <a:solidFill xmlns:a="http://schemas.openxmlformats.org/drawingml/2006/main">
            <a:srgbClr val="DAAA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pdf-path-161">
            <a:extLst xmlns:a="http://schemas.openxmlformats.org/drawingml/2006/main">
              <a:ext uri="{FF2B5EF4-FFF2-40B4-BE49-F238E27FC236}">
                <a16:creationId xmlns:a16="http://schemas.microsoft.com/office/drawing/2014/main" id="{FE53C28F-A7D8-4250-97F3-FAE61A49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5823" y="1205462"/>
            <a:ext cx="109989" cy="504552"/>
          </a:xfrm>
          <a:custGeom xmlns:a="http://schemas.openxmlformats.org/drawingml/2006/main">
            <a:pathLst>
              <a:path w="109989" h="504552">
                <a:moveTo>
                  <a:pt x="109989" y="27515"/>
                </a:moveTo>
                <a:lnTo>
                  <a:pt x="109989" y="366975"/>
                </a:lnTo>
                <a:cubicBezTo>
                  <a:pt x="109989" y="382172"/>
                  <a:pt x="97679" y="394490"/>
                  <a:pt x="82491" y="394490"/>
                </a:cubicBezTo>
                <a:cubicBezTo>
                  <a:pt x="67306" y="394490"/>
                  <a:pt x="54993" y="382172"/>
                  <a:pt x="54993" y="366975"/>
                </a:cubicBezTo>
                <a:lnTo>
                  <a:pt x="54993" y="27515"/>
                </a:lnTo>
                <a:cubicBezTo>
                  <a:pt x="54993" y="12320"/>
                  <a:pt x="67304" y="0"/>
                  <a:pt x="82491" y="0"/>
                </a:cubicBezTo>
                <a:cubicBezTo>
                  <a:pt x="97676" y="0"/>
                  <a:pt x="109989" y="12320"/>
                  <a:pt x="109989" y="27515"/>
                </a:cubicBezTo>
                <a:moveTo>
                  <a:pt x="164984" y="339461"/>
                </a:moveTo>
                <a:lnTo>
                  <a:pt x="82491" y="504552"/>
                </a:lnTo>
                <a:lnTo>
                  <a:pt x="0" y="339461"/>
                </a:lnTo>
                <a:lnTo>
                  <a:pt x="164984" y="339461"/>
                </a:lnTo>
              </a:path>
            </a:pathLst>
          </a:custGeom>
          <a:solidFill xmlns:a="http://schemas.openxmlformats.org/drawingml/2006/main">
            <a:srgbClr val="DA8B4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9F0C2E4-F200-433B-AAF9-AEA5F2EC83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5f0452ca5f465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19425" y="1790700"/>
            <a:ext cx="1009650" cy="571500"/>
          </a:xfrm>
          <a:prstGeom xmlns:a="http://schemas.openxmlformats.org/drawingml/2006/main" prst="rect">
            <a:avLst/>
          </a:prstGeom>
        </p:spPr>
      </p:pic>
      <p:sp>
        <p:nvSpPr>
          <p:cNvPr id="58" name="source-raster-38">
            <a:extLst xmlns:a="http://schemas.openxmlformats.org/drawingml/2006/main">
              <a:ext uri="{FF2B5EF4-FFF2-40B4-BE49-F238E27FC236}">
                <a16:creationId xmlns:a16="http://schemas.microsoft.com/office/drawing/2014/main" id="{D7AD6429-BECE-4F23-BE43-E0D1CD02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19425" y="1790700"/>
            <a:ext cx="1009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pdf-path-163">
            <a:extLst xmlns:a="http://schemas.openxmlformats.org/drawingml/2006/main">
              <a:ext uri="{FF2B5EF4-FFF2-40B4-BE49-F238E27FC236}">
                <a16:creationId xmlns:a16="http://schemas.microsoft.com/office/drawing/2014/main" id="{0FC7AF80-CBDB-45F5-A4AE-50735FF7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13282" y="1786616"/>
            <a:ext cx="1017920" cy="580172"/>
          </a:xfrm>
          <a:custGeom xmlns:a="http://schemas.openxmlformats.org/drawingml/2006/main">
            <a:pathLst>
              <a:path w="1017920" h="580172">
                <a:moveTo>
                  <a:pt x="165311" y="0"/>
                </a:moveTo>
                <a:lnTo>
                  <a:pt x="852609" y="0"/>
                </a:lnTo>
                <a:lnTo>
                  <a:pt x="885585" y="3327"/>
                </a:lnTo>
                <a:lnTo>
                  <a:pt x="916714" y="12995"/>
                </a:lnTo>
                <a:lnTo>
                  <a:pt x="944877" y="28292"/>
                </a:lnTo>
                <a:lnTo>
                  <a:pt x="969407" y="48545"/>
                </a:lnTo>
                <a:lnTo>
                  <a:pt x="989647" y="73091"/>
                </a:lnTo>
                <a:lnTo>
                  <a:pt x="1004934" y="101273"/>
                </a:lnTo>
                <a:lnTo>
                  <a:pt x="1014597" y="132421"/>
                </a:lnTo>
                <a:lnTo>
                  <a:pt x="1017920" y="165417"/>
                </a:lnTo>
                <a:lnTo>
                  <a:pt x="1017920" y="414754"/>
                </a:lnTo>
                <a:lnTo>
                  <a:pt x="1014597" y="447751"/>
                </a:lnTo>
                <a:lnTo>
                  <a:pt x="1004934" y="478899"/>
                </a:lnTo>
                <a:lnTo>
                  <a:pt x="989647" y="507081"/>
                </a:lnTo>
                <a:lnTo>
                  <a:pt x="969407" y="531627"/>
                </a:lnTo>
                <a:lnTo>
                  <a:pt x="944877" y="551879"/>
                </a:lnTo>
                <a:lnTo>
                  <a:pt x="916714" y="567176"/>
                </a:lnTo>
                <a:lnTo>
                  <a:pt x="885585" y="576845"/>
                </a:lnTo>
                <a:lnTo>
                  <a:pt x="852609" y="580172"/>
                </a:lnTo>
                <a:lnTo>
                  <a:pt x="165311" y="580172"/>
                </a:lnTo>
                <a:lnTo>
                  <a:pt x="132336" y="576845"/>
                </a:lnTo>
                <a:lnTo>
                  <a:pt x="101207" y="567176"/>
                </a:lnTo>
                <a:lnTo>
                  <a:pt x="73043" y="551879"/>
                </a:lnTo>
                <a:lnTo>
                  <a:pt x="48513" y="531627"/>
                </a:lnTo>
                <a:lnTo>
                  <a:pt x="28274" y="507081"/>
                </a:lnTo>
                <a:lnTo>
                  <a:pt x="12987" y="478899"/>
                </a:lnTo>
                <a:lnTo>
                  <a:pt x="3324" y="447751"/>
                </a:lnTo>
                <a:lnTo>
                  <a:pt x="0" y="414754"/>
                </a:lnTo>
                <a:lnTo>
                  <a:pt x="0" y="165417"/>
                </a:lnTo>
                <a:lnTo>
                  <a:pt x="3324" y="132421"/>
                </a:lnTo>
                <a:lnTo>
                  <a:pt x="12987" y="101273"/>
                </a:lnTo>
                <a:lnTo>
                  <a:pt x="28274" y="73091"/>
                </a:lnTo>
                <a:lnTo>
                  <a:pt x="48513" y="48545"/>
                </a:lnTo>
                <a:lnTo>
                  <a:pt x="73043" y="28292"/>
                </a:lnTo>
                <a:lnTo>
                  <a:pt x="101207" y="12995"/>
                </a:lnTo>
                <a:lnTo>
                  <a:pt x="132336" y="3327"/>
                </a:lnTo>
                <a:lnTo>
                  <a:pt x="1653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431">
            <a:solidFill>
              <a:srgbClr val="FFDA68"/>
            </a:solidFill>
            <a:prstDash val="solid"/>
          </a:ln>
        </p:spPr>
      </p:sp>
      <p:pic>
        <p:nvPic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58387FF-DE18-4F0B-ADA0-027CC12E40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11e0d2a1c24aa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81150" y="1971675"/>
            <a:ext cx="266700" cy="180975"/>
          </a:xfrm>
          <a:prstGeom xmlns:a="http://schemas.openxmlformats.org/drawingml/2006/main" prst="rect">
            <a:avLst/>
          </a:prstGeom>
        </p:spPr>
      </p:pic>
      <p:sp>
        <p:nvSpPr>
          <p:cNvPr id="61" name="source-raster-39">
            <a:extLst xmlns:a="http://schemas.openxmlformats.org/drawingml/2006/main">
              <a:ext uri="{FF2B5EF4-FFF2-40B4-BE49-F238E27FC236}">
                <a16:creationId xmlns:a16="http://schemas.microsoft.com/office/drawing/2014/main" id="{88E25DE8-917C-42BC-8165-1ABE7462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150" y="1971675"/>
            <a:ext cx="2667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A755093-745B-482A-BC93-FF8EB4437A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1689023bcf4be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66875" y="2162175"/>
            <a:ext cx="171450" cy="152400"/>
          </a:xfrm>
          <a:prstGeom xmlns:a="http://schemas.openxmlformats.org/drawingml/2006/main" prst="rect">
            <a:avLst/>
          </a:prstGeom>
        </p:spPr>
      </p:pic>
      <p:sp>
        <p:nvSpPr>
          <p:cNvPr id="63" name="source-raster-40">
            <a:extLst xmlns:a="http://schemas.openxmlformats.org/drawingml/2006/main">
              <a:ext uri="{FF2B5EF4-FFF2-40B4-BE49-F238E27FC236}">
                <a16:creationId xmlns:a16="http://schemas.microsoft.com/office/drawing/2014/main" id="{4269DF1A-3B96-479F-A67A-244129E83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6875" y="216217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3659F8F-33CD-4FBC-913D-FB74A258BB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0502513187461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05000" y="2114550"/>
            <a:ext cx="180975" cy="161925"/>
          </a:xfrm>
          <a:prstGeom xmlns:a="http://schemas.openxmlformats.org/drawingml/2006/main" prst="rect">
            <a:avLst/>
          </a:prstGeom>
        </p:spPr>
      </p:pic>
      <p:sp>
        <p:nvSpPr>
          <p:cNvPr id="65" name="source-raster-41">
            <a:extLst xmlns:a="http://schemas.openxmlformats.org/drawingml/2006/main">
              <a:ext uri="{FF2B5EF4-FFF2-40B4-BE49-F238E27FC236}">
                <a16:creationId xmlns:a16="http://schemas.microsoft.com/office/drawing/2014/main" id="{1CC84B37-7E6A-45D3-AE86-EB3EEEF8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5000" y="2114550"/>
            <a:ext cx="1809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3454B9E-E1C4-4E14-91A4-ED051FBDE5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4f938b07ec43a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81200" y="1895475"/>
            <a:ext cx="152400" cy="142875"/>
          </a:xfrm>
          <a:prstGeom xmlns:a="http://schemas.openxmlformats.org/drawingml/2006/main" prst="rect">
            <a:avLst/>
          </a:prstGeom>
        </p:spPr>
      </p:pic>
      <p:sp>
        <p:nvSpPr>
          <p:cNvPr id="67" name="source-raster-42">
            <a:extLst xmlns:a="http://schemas.openxmlformats.org/drawingml/2006/main">
              <a:ext uri="{FF2B5EF4-FFF2-40B4-BE49-F238E27FC236}">
                <a16:creationId xmlns:a16="http://schemas.microsoft.com/office/drawing/2014/main" id="{6CDE1EA2-8F0E-4B8A-88A4-110AFDFC8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81200" y="1895475"/>
            <a:ext cx="1524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599045C-D4C2-46D8-B683-BEFE320A8A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bff967431840b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81175" y="1866900"/>
            <a:ext cx="171450" cy="95250"/>
          </a:xfrm>
          <a:prstGeom xmlns:a="http://schemas.openxmlformats.org/drawingml/2006/main" prst="rect">
            <a:avLst/>
          </a:prstGeom>
        </p:spPr>
      </p:pic>
      <p:sp>
        <p:nvSpPr>
          <p:cNvPr id="69" name="source-raster-43">
            <a:extLst xmlns:a="http://schemas.openxmlformats.org/drawingml/2006/main">
              <a:ext uri="{FF2B5EF4-FFF2-40B4-BE49-F238E27FC236}">
                <a16:creationId xmlns:a16="http://schemas.microsoft.com/office/drawing/2014/main" id="{B8CB6AB1-5DB1-4C07-AB15-287A9E33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1175" y="1866900"/>
            <a:ext cx="1714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C410BC2-E1E2-4508-9EB1-C59B80EF52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028fa287624ea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95500" y="1962150"/>
            <a:ext cx="704850" cy="485775"/>
          </a:xfrm>
          <a:prstGeom xmlns:a="http://schemas.openxmlformats.org/drawingml/2006/main" prst="rect">
            <a:avLst/>
          </a:prstGeom>
        </p:spPr>
      </p:pic>
      <p:sp>
        <p:nvSpPr>
          <p:cNvPr id="71" name="source-raster-44">
            <a:extLst xmlns:a="http://schemas.openxmlformats.org/drawingml/2006/main">
              <a:ext uri="{FF2B5EF4-FFF2-40B4-BE49-F238E27FC236}">
                <a16:creationId xmlns:a16="http://schemas.microsoft.com/office/drawing/2014/main" id="{A81562CF-21CD-4D8A-BFE1-A4BBE4B0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1962150"/>
            <a:ext cx="7048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2" name="pdf-path-170">
            <a:extLst xmlns:a="http://schemas.openxmlformats.org/drawingml/2006/main">
              <a:ext uri="{FF2B5EF4-FFF2-40B4-BE49-F238E27FC236}">
                <a16:creationId xmlns:a16="http://schemas.microsoft.com/office/drawing/2014/main" id="{CC13C01B-CD36-497B-AC5D-1C9C031AE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07093" y="1327160"/>
            <a:ext cx="617196" cy="240053"/>
          </a:xfrm>
          <a:custGeom xmlns:a="http://schemas.openxmlformats.org/drawingml/2006/main">
            <a:pathLst>
              <a:path w="617196" h="240053">
                <a:moveTo>
                  <a:pt x="0" y="106810"/>
                </a:moveTo>
                <a:cubicBezTo>
                  <a:pt x="0" y="47822"/>
                  <a:pt x="47790" y="0"/>
                  <a:pt x="106740" y="0"/>
                </a:cubicBezTo>
                <a:lnTo>
                  <a:pt x="510454" y="0"/>
                </a:lnTo>
                <a:cubicBezTo>
                  <a:pt x="569406" y="0"/>
                  <a:pt x="617196" y="47822"/>
                  <a:pt x="617196" y="106810"/>
                </a:cubicBezTo>
                <a:lnTo>
                  <a:pt x="617196" y="133245"/>
                </a:lnTo>
                <a:cubicBezTo>
                  <a:pt x="617196" y="192233"/>
                  <a:pt x="569406" y="240053"/>
                  <a:pt x="510454" y="240053"/>
                </a:cubicBezTo>
                <a:lnTo>
                  <a:pt x="106740" y="240053"/>
                </a:lnTo>
                <a:cubicBezTo>
                  <a:pt x="47790" y="240053"/>
                  <a:pt x="0" y="192233"/>
                  <a:pt x="0" y="133245"/>
                </a:cubicBezTo>
                <a:lnTo>
                  <a:pt x="0" y="106810"/>
                </a:lnTo>
              </a:path>
            </a:pathLst>
          </a:custGeom>
          <a:solidFill xmlns:a="http://schemas.openxmlformats.org/drawingml/2006/main">
            <a:srgbClr val="5095D5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pdf-text-107-0">
            <a:extLst xmlns:a="http://schemas.openxmlformats.org/drawingml/2006/main">
              <a:ext uri="{FF2B5EF4-FFF2-40B4-BE49-F238E27FC236}">
                <a16:creationId xmlns:a16="http://schemas.microsoft.com/office/drawing/2014/main" id="{8E016E94-9862-4A79-B68B-1DB6357F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7119" y="2765019"/>
            <a:ext cx="487058" cy="114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Articulate</a:t>
            </a:r>
          </a:p>
        </p:txBody>
      </p:sp>
      <p:sp>
        <p:nvSpPr>
          <p:cNvPr id="74" name="pdf-text-108-0">
            <a:extLst xmlns:a="http://schemas.openxmlformats.org/drawingml/2006/main">
              <a:ext uri="{FF2B5EF4-FFF2-40B4-BE49-F238E27FC236}">
                <a16:creationId xmlns:a16="http://schemas.microsoft.com/office/drawing/2014/main" id="{1FBB0B63-98C9-49CC-A344-4F6B50B5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7119" y="2897632"/>
            <a:ext cx="324667" cy="114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58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58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58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Object</a:t>
            </a:r>
          </a:p>
        </p:txBody>
      </p:sp>
      <p:pic>
        <p:nvPic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B971C6F-BBC1-4847-97F9-6DA41C067B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5653015607498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57400" y="2438400"/>
            <a:ext cx="752475" cy="609600"/>
          </a:xfrm>
          <a:prstGeom xmlns:a="http://schemas.openxmlformats.org/drawingml/2006/main" prst="rect">
            <a:avLst/>
          </a:prstGeom>
        </p:spPr>
      </p:pic>
      <p:sp>
        <p:nvSpPr>
          <p:cNvPr id="76" name="source-raster-45">
            <a:extLst xmlns:a="http://schemas.openxmlformats.org/drawingml/2006/main">
              <a:ext uri="{FF2B5EF4-FFF2-40B4-BE49-F238E27FC236}">
                <a16:creationId xmlns:a16="http://schemas.microsoft.com/office/drawing/2014/main" id="{7548F1C8-9322-4C3D-A598-B15BC675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57400" y="2438400"/>
            <a:ext cx="7524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C44F517-F3BD-47F9-BA9A-4C11E5FD08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b650f8738d497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19425" y="2514600"/>
            <a:ext cx="1019175" cy="571500"/>
          </a:xfrm>
          <a:prstGeom xmlns:a="http://schemas.openxmlformats.org/drawingml/2006/main" prst="rect">
            <a:avLst/>
          </a:prstGeom>
        </p:spPr>
      </p:pic>
      <p:sp>
        <p:nvSpPr>
          <p:cNvPr id="78" name="source-raster-46">
            <a:extLst xmlns:a="http://schemas.openxmlformats.org/drawingml/2006/main">
              <a:ext uri="{FF2B5EF4-FFF2-40B4-BE49-F238E27FC236}">
                <a16:creationId xmlns:a16="http://schemas.microsoft.com/office/drawing/2014/main" id="{A5A08406-C31C-4735-BFEE-B3FDD7F2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19425" y="2514600"/>
            <a:ext cx="10191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9" name="pdf-path-175">
            <a:extLst xmlns:a="http://schemas.openxmlformats.org/drawingml/2006/main">
              <a:ext uri="{FF2B5EF4-FFF2-40B4-BE49-F238E27FC236}">
                <a16:creationId xmlns:a16="http://schemas.microsoft.com/office/drawing/2014/main" id="{2BDD4ACD-3F6B-4431-8437-F688F930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15981" y="2508733"/>
            <a:ext cx="1021590" cy="582237"/>
          </a:xfrm>
          <a:custGeom xmlns:a="http://schemas.openxmlformats.org/drawingml/2006/main">
            <a:pathLst>
              <a:path w="1021590" h="582237">
                <a:moveTo>
                  <a:pt x="140355" y="0"/>
                </a:moveTo>
                <a:lnTo>
                  <a:pt x="881235" y="0"/>
                </a:lnTo>
                <a:lnTo>
                  <a:pt x="909180" y="2819"/>
                </a:lnTo>
                <a:lnTo>
                  <a:pt x="935625" y="11033"/>
                </a:lnTo>
                <a:lnTo>
                  <a:pt x="959549" y="24027"/>
                </a:lnTo>
                <a:lnTo>
                  <a:pt x="980386" y="41231"/>
                </a:lnTo>
                <a:lnTo>
                  <a:pt x="997578" y="62081"/>
                </a:lnTo>
                <a:lnTo>
                  <a:pt x="1010564" y="86021"/>
                </a:lnTo>
                <a:lnTo>
                  <a:pt x="1018773" y="112482"/>
                </a:lnTo>
                <a:lnTo>
                  <a:pt x="1021590" y="140445"/>
                </a:lnTo>
                <a:lnTo>
                  <a:pt x="1021590" y="441791"/>
                </a:lnTo>
                <a:lnTo>
                  <a:pt x="1018773" y="469755"/>
                </a:lnTo>
                <a:lnTo>
                  <a:pt x="1010564" y="496216"/>
                </a:lnTo>
                <a:lnTo>
                  <a:pt x="997578" y="520156"/>
                </a:lnTo>
                <a:lnTo>
                  <a:pt x="980386" y="541007"/>
                </a:lnTo>
                <a:lnTo>
                  <a:pt x="959549" y="558209"/>
                </a:lnTo>
                <a:lnTo>
                  <a:pt x="935625" y="571204"/>
                </a:lnTo>
                <a:lnTo>
                  <a:pt x="909180" y="579417"/>
                </a:lnTo>
                <a:lnTo>
                  <a:pt x="881235" y="582237"/>
                </a:lnTo>
                <a:lnTo>
                  <a:pt x="140355" y="582237"/>
                </a:lnTo>
                <a:lnTo>
                  <a:pt x="112409" y="579417"/>
                </a:lnTo>
                <a:lnTo>
                  <a:pt x="85965" y="571204"/>
                </a:lnTo>
                <a:lnTo>
                  <a:pt x="62041" y="558209"/>
                </a:lnTo>
                <a:lnTo>
                  <a:pt x="41203" y="541007"/>
                </a:lnTo>
                <a:lnTo>
                  <a:pt x="24012" y="520156"/>
                </a:lnTo>
                <a:lnTo>
                  <a:pt x="11026" y="496216"/>
                </a:lnTo>
                <a:lnTo>
                  <a:pt x="2817" y="469755"/>
                </a:lnTo>
                <a:lnTo>
                  <a:pt x="0" y="441791"/>
                </a:lnTo>
                <a:lnTo>
                  <a:pt x="0" y="140445"/>
                </a:lnTo>
                <a:lnTo>
                  <a:pt x="2817" y="112482"/>
                </a:lnTo>
                <a:lnTo>
                  <a:pt x="11026" y="86021"/>
                </a:lnTo>
                <a:lnTo>
                  <a:pt x="24012" y="62081"/>
                </a:lnTo>
                <a:lnTo>
                  <a:pt x="41203" y="41231"/>
                </a:lnTo>
                <a:lnTo>
                  <a:pt x="62041" y="24027"/>
                </a:lnTo>
                <a:lnTo>
                  <a:pt x="85965" y="11033"/>
                </a:lnTo>
                <a:lnTo>
                  <a:pt x="112409" y="2819"/>
                </a:lnTo>
                <a:lnTo>
                  <a:pt x="1403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431">
            <a:solidFill>
              <a:srgbClr val="FFDA68"/>
            </a:solidFill>
            <a:prstDash val="solid"/>
          </a:ln>
        </p:spPr>
      </p:sp>
      <p:sp>
        <p:nvSpPr>
          <p:cNvPr id="80" name="pdf-path-176">
            <a:extLst xmlns:a="http://schemas.openxmlformats.org/drawingml/2006/main">
              <a:ext uri="{FF2B5EF4-FFF2-40B4-BE49-F238E27FC236}">
                <a16:creationId xmlns:a16="http://schemas.microsoft.com/office/drawing/2014/main" id="{4AC4266F-76FB-47B7-A880-B23BDBFC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91277" y="2344069"/>
            <a:ext cx="674378" cy="192428"/>
          </a:xfrm>
          <a:custGeom xmlns:a="http://schemas.openxmlformats.org/drawingml/2006/main">
            <a:pathLst>
              <a:path w="674378" h="192428">
                <a:moveTo>
                  <a:pt x="0" y="85619"/>
                </a:moveTo>
                <a:cubicBezTo>
                  <a:pt x="0" y="38333"/>
                  <a:pt x="38309" y="0"/>
                  <a:pt x="85566" y="0"/>
                </a:cubicBezTo>
                <a:lnTo>
                  <a:pt x="588814" y="0"/>
                </a:lnTo>
                <a:cubicBezTo>
                  <a:pt x="636069" y="0"/>
                  <a:pt x="674378" y="38333"/>
                  <a:pt x="674378" y="85619"/>
                </a:cubicBezTo>
                <a:lnTo>
                  <a:pt x="674378" y="106809"/>
                </a:lnTo>
                <a:cubicBezTo>
                  <a:pt x="674378" y="154095"/>
                  <a:pt x="636069" y="192428"/>
                  <a:pt x="588814" y="192428"/>
                </a:cubicBezTo>
                <a:lnTo>
                  <a:pt x="85566" y="192428"/>
                </a:lnTo>
                <a:cubicBezTo>
                  <a:pt x="38309" y="192428"/>
                  <a:pt x="0" y="154095"/>
                  <a:pt x="0" y="106809"/>
                </a:cubicBezTo>
                <a:lnTo>
                  <a:pt x="0" y="85619"/>
                </a:lnTo>
              </a:path>
            </a:pathLst>
          </a:custGeom>
          <a:solidFill xmlns:a="http://schemas.openxmlformats.org/drawingml/2006/main">
            <a:srgbClr val="DAAA40">
              <a:alpha val="6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pdf-text-109-0">
            <a:extLst xmlns:a="http://schemas.openxmlformats.org/drawingml/2006/main">
              <a:ext uri="{FF2B5EF4-FFF2-40B4-BE49-F238E27FC236}">
                <a16:creationId xmlns:a16="http://schemas.microsoft.com/office/drawing/2014/main" id="{8B300A82-FC35-4E76-8AE1-88D032A8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96801" y="2385480"/>
            <a:ext cx="465371" cy="114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64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64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64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Inpainted</a:t>
            </a:r>
          </a:p>
        </p:txBody>
      </p:sp>
      <p:sp>
        <p:nvSpPr>
          <p:cNvPr id="82" name="pdf-path-178">
            <a:extLst xmlns:a="http://schemas.openxmlformats.org/drawingml/2006/main">
              <a:ext uri="{FF2B5EF4-FFF2-40B4-BE49-F238E27FC236}">
                <a16:creationId xmlns:a16="http://schemas.microsoft.com/office/drawing/2014/main" id="{FE115E0D-AFD0-460B-B4E5-6915E543C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84773" y="3049031"/>
            <a:ext cx="909681" cy="179504"/>
          </a:xfrm>
          <a:custGeom xmlns:a="http://schemas.openxmlformats.org/drawingml/2006/main">
            <a:pathLst>
              <a:path w="909681" h="179504">
                <a:moveTo>
                  <a:pt x="0" y="79870"/>
                </a:moveTo>
                <a:cubicBezTo>
                  <a:pt x="0" y="35759"/>
                  <a:pt x="35737" y="0"/>
                  <a:pt x="79819" y="0"/>
                </a:cubicBezTo>
                <a:lnTo>
                  <a:pt x="829862" y="0"/>
                </a:lnTo>
                <a:cubicBezTo>
                  <a:pt x="873943" y="0"/>
                  <a:pt x="909681" y="35759"/>
                  <a:pt x="909681" y="79870"/>
                </a:cubicBezTo>
                <a:lnTo>
                  <a:pt x="909681" y="99635"/>
                </a:lnTo>
                <a:cubicBezTo>
                  <a:pt x="909681" y="143745"/>
                  <a:pt x="873943" y="179504"/>
                  <a:pt x="829862" y="179504"/>
                </a:cubicBezTo>
                <a:lnTo>
                  <a:pt x="79819" y="179504"/>
                </a:lnTo>
                <a:cubicBezTo>
                  <a:pt x="35737" y="179504"/>
                  <a:pt x="0" y="143745"/>
                  <a:pt x="0" y="99635"/>
                </a:cubicBezTo>
                <a:lnTo>
                  <a:pt x="0" y="79870"/>
                </a:lnTo>
              </a:path>
            </a:pathLst>
          </a:custGeom>
          <a:solidFill xmlns:a="http://schemas.openxmlformats.org/drawingml/2006/main">
            <a:srgbClr val="DAAA40">
              <a:alpha val="69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D9F413A-A755-4B04-9291-DABF5FC02F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a0c85f4a344cf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19600" y="647700"/>
            <a:ext cx="628650" cy="561975"/>
          </a:xfrm>
          <a:prstGeom xmlns:a="http://schemas.openxmlformats.org/drawingml/2006/main" prst="rect">
            <a:avLst/>
          </a:prstGeom>
        </p:spPr>
      </p:pic>
      <p:sp>
        <p:nvSpPr>
          <p:cNvPr id="84" name="source-raster-47">
            <a:extLst xmlns:a="http://schemas.openxmlformats.org/drawingml/2006/main">
              <a:ext uri="{FF2B5EF4-FFF2-40B4-BE49-F238E27FC236}">
                <a16:creationId xmlns:a16="http://schemas.microsoft.com/office/drawing/2014/main" id="{817AFBDF-CC6B-48E9-980F-FAC7A4E3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9600" y="647700"/>
            <a:ext cx="6286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" name="pdf-path-180">
            <a:extLst xmlns:a="http://schemas.openxmlformats.org/drawingml/2006/main">
              <a:ext uri="{FF2B5EF4-FFF2-40B4-BE49-F238E27FC236}">
                <a16:creationId xmlns:a16="http://schemas.microsoft.com/office/drawing/2014/main" id="{828D0AD9-C4E8-4A6C-96FF-27EA3C2C9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1791" y="631762"/>
            <a:ext cx="650634" cy="590258"/>
          </a:xfrm>
          <a:custGeom xmlns:a="http://schemas.openxmlformats.org/drawingml/2006/main">
            <a:pathLst>
              <a:path w="650634" h="590258">
                <a:moveTo>
                  <a:pt x="159639" y="0"/>
                </a:moveTo>
                <a:lnTo>
                  <a:pt x="490995" y="0"/>
                </a:lnTo>
                <a:lnTo>
                  <a:pt x="522487" y="3177"/>
                </a:lnTo>
                <a:lnTo>
                  <a:pt x="552648" y="12546"/>
                </a:lnTo>
                <a:lnTo>
                  <a:pt x="579932" y="27365"/>
                </a:lnTo>
                <a:lnTo>
                  <a:pt x="603688" y="46978"/>
                </a:lnTo>
                <a:lnTo>
                  <a:pt x="623288" y="70749"/>
                </a:lnTo>
                <a:lnTo>
                  <a:pt x="638097" y="98050"/>
                </a:lnTo>
                <a:lnTo>
                  <a:pt x="647459" y="128231"/>
                </a:lnTo>
                <a:lnTo>
                  <a:pt x="650634" y="159742"/>
                </a:lnTo>
                <a:lnTo>
                  <a:pt x="650634" y="430516"/>
                </a:lnTo>
                <a:lnTo>
                  <a:pt x="647459" y="462028"/>
                </a:lnTo>
                <a:lnTo>
                  <a:pt x="638097" y="492208"/>
                </a:lnTo>
                <a:lnTo>
                  <a:pt x="623288" y="519509"/>
                </a:lnTo>
                <a:lnTo>
                  <a:pt x="603688" y="543280"/>
                </a:lnTo>
                <a:lnTo>
                  <a:pt x="579932" y="562894"/>
                </a:lnTo>
                <a:lnTo>
                  <a:pt x="552648" y="577712"/>
                </a:lnTo>
                <a:lnTo>
                  <a:pt x="522487" y="587081"/>
                </a:lnTo>
                <a:lnTo>
                  <a:pt x="490995" y="590258"/>
                </a:lnTo>
                <a:lnTo>
                  <a:pt x="159639" y="590258"/>
                </a:lnTo>
                <a:lnTo>
                  <a:pt x="128147" y="587081"/>
                </a:lnTo>
                <a:lnTo>
                  <a:pt x="97986" y="577712"/>
                </a:lnTo>
                <a:lnTo>
                  <a:pt x="70702" y="562894"/>
                </a:lnTo>
                <a:lnTo>
                  <a:pt x="46946" y="543280"/>
                </a:lnTo>
                <a:lnTo>
                  <a:pt x="27346" y="519509"/>
                </a:lnTo>
                <a:lnTo>
                  <a:pt x="12536" y="492208"/>
                </a:lnTo>
                <a:lnTo>
                  <a:pt x="3174" y="462028"/>
                </a:lnTo>
                <a:lnTo>
                  <a:pt x="0" y="430516"/>
                </a:lnTo>
                <a:lnTo>
                  <a:pt x="0" y="159742"/>
                </a:lnTo>
                <a:lnTo>
                  <a:pt x="3174" y="128231"/>
                </a:lnTo>
                <a:lnTo>
                  <a:pt x="12536" y="98050"/>
                </a:lnTo>
                <a:lnTo>
                  <a:pt x="27346" y="70749"/>
                </a:lnTo>
                <a:lnTo>
                  <a:pt x="46946" y="46978"/>
                </a:lnTo>
                <a:lnTo>
                  <a:pt x="70702" y="27365"/>
                </a:lnTo>
                <a:lnTo>
                  <a:pt x="97986" y="12546"/>
                </a:lnTo>
                <a:lnTo>
                  <a:pt x="128147" y="3177"/>
                </a:lnTo>
                <a:lnTo>
                  <a:pt x="159639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8DC379"/>
            </a:solidFill>
            <a:prstDash val="solid"/>
          </a:ln>
        </p:spPr>
      </p:sp>
      <p:pic>
        <p:nvPic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2A666DA-DE8F-4816-8858-27585AF3D0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e52ab928d9478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91050" y="1009650"/>
            <a:ext cx="819150" cy="723900"/>
          </a:xfrm>
          <a:prstGeom xmlns:a="http://schemas.openxmlformats.org/drawingml/2006/main" prst="rect">
            <a:avLst/>
          </a:prstGeom>
        </p:spPr>
      </p:pic>
      <p:sp>
        <p:nvSpPr>
          <p:cNvPr id="87" name="source-raster-48">
            <a:extLst xmlns:a="http://schemas.openxmlformats.org/drawingml/2006/main">
              <a:ext uri="{FF2B5EF4-FFF2-40B4-BE49-F238E27FC236}">
                <a16:creationId xmlns:a16="http://schemas.microsoft.com/office/drawing/2014/main" id="{129F2441-FCB2-42FB-A9BE-0B6BF9DB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91050" y="1009650"/>
            <a:ext cx="819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8" name="pdf-path-182">
            <a:extLst xmlns:a="http://schemas.openxmlformats.org/drawingml/2006/main">
              <a:ext uri="{FF2B5EF4-FFF2-40B4-BE49-F238E27FC236}">
                <a16:creationId xmlns:a16="http://schemas.microsoft.com/office/drawing/2014/main" id="{37E39CDD-B892-4257-A8F2-54ED698B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5106" y="996332"/>
            <a:ext cx="844850" cy="765480"/>
          </a:xfrm>
          <a:custGeom xmlns:a="http://schemas.openxmlformats.org/drawingml/2006/main">
            <a:pathLst>
              <a:path w="844850" h="765480">
                <a:moveTo>
                  <a:pt x="204910" y="0"/>
                </a:moveTo>
                <a:lnTo>
                  <a:pt x="639939" y="0"/>
                </a:lnTo>
                <a:lnTo>
                  <a:pt x="680554" y="4098"/>
                </a:lnTo>
                <a:lnTo>
                  <a:pt x="719213" y="16106"/>
                </a:lnTo>
                <a:lnTo>
                  <a:pt x="754187" y="35100"/>
                </a:lnTo>
                <a:lnTo>
                  <a:pt x="784643" y="60246"/>
                </a:lnTo>
                <a:lnTo>
                  <a:pt x="809771" y="90721"/>
                </a:lnTo>
                <a:lnTo>
                  <a:pt x="828754" y="125717"/>
                </a:lnTo>
                <a:lnTo>
                  <a:pt x="840754" y="164401"/>
                </a:lnTo>
                <a:lnTo>
                  <a:pt x="844850" y="205043"/>
                </a:lnTo>
                <a:lnTo>
                  <a:pt x="844850" y="560437"/>
                </a:lnTo>
                <a:lnTo>
                  <a:pt x="840754" y="601079"/>
                </a:lnTo>
                <a:lnTo>
                  <a:pt x="828754" y="639763"/>
                </a:lnTo>
                <a:lnTo>
                  <a:pt x="809771" y="674759"/>
                </a:lnTo>
                <a:lnTo>
                  <a:pt x="784643" y="705234"/>
                </a:lnTo>
                <a:lnTo>
                  <a:pt x="754187" y="730380"/>
                </a:lnTo>
                <a:lnTo>
                  <a:pt x="719213" y="749374"/>
                </a:lnTo>
                <a:lnTo>
                  <a:pt x="680554" y="761382"/>
                </a:lnTo>
                <a:lnTo>
                  <a:pt x="639939" y="765480"/>
                </a:lnTo>
                <a:lnTo>
                  <a:pt x="204910" y="765480"/>
                </a:lnTo>
                <a:lnTo>
                  <a:pt x="164295" y="761382"/>
                </a:lnTo>
                <a:lnTo>
                  <a:pt x="125636" y="749374"/>
                </a:lnTo>
                <a:lnTo>
                  <a:pt x="90662" y="730380"/>
                </a:lnTo>
                <a:lnTo>
                  <a:pt x="60206" y="705234"/>
                </a:lnTo>
                <a:lnTo>
                  <a:pt x="35078" y="674759"/>
                </a:lnTo>
                <a:lnTo>
                  <a:pt x="16094" y="639763"/>
                </a:lnTo>
                <a:lnTo>
                  <a:pt x="4094" y="601079"/>
                </a:lnTo>
                <a:lnTo>
                  <a:pt x="0" y="560437"/>
                </a:lnTo>
                <a:lnTo>
                  <a:pt x="0" y="205043"/>
                </a:lnTo>
                <a:lnTo>
                  <a:pt x="4094" y="164401"/>
                </a:lnTo>
                <a:lnTo>
                  <a:pt x="16094" y="125717"/>
                </a:lnTo>
                <a:lnTo>
                  <a:pt x="35078" y="90721"/>
                </a:lnTo>
                <a:lnTo>
                  <a:pt x="60206" y="60246"/>
                </a:lnTo>
                <a:lnTo>
                  <a:pt x="90662" y="35100"/>
                </a:lnTo>
                <a:lnTo>
                  <a:pt x="125636" y="16106"/>
                </a:lnTo>
                <a:lnTo>
                  <a:pt x="164295" y="4098"/>
                </a:lnTo>
                <a:lnTo>
                  <a:pt x="2049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8DC379"/>
            </a:solidFill>
            <a:prstDash val="solid"/>
          </a:ln>
        </p:spPr>
      </p:sp>
      <p:pic>
        <p:nvPic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ECE9C56-5B0B-43FA-B0BA-4E07996F71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fd0dec8dd0448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19250" y="2466975"/>
            <a:ext cx="200025" cy="95250"/>
          </a:xfrm>
          <a:prstGeom xmlns:a="http://schemas.openxmlformats.org/drawingml/2006/main" prst="rect">
            <a:avLst/>
          </a:prstGeom>
        </p:spPr>
      </p:pic>
      <p:sp>
        <p:nvSpPr>
          <p:cNvPr id="90" name="source-raster-49">
            <a:extLst xmlns:a="http://schemas.openxmlformats.org/drawingml/2006/main">
              <a:ext uri="{FF2B5EF4-FFF2-40B4-BE49-F238E27FC236}">
                <a16:creationId xmlns:a16="http://schemas.microsoft.com/office/drawing/2014/main" id="{B4DB9DB8-FD5C-4B68-A3A7-B7CA045B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9250" y="2466975"/>
            <a:ext cx="20002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9940F22-152B-4026-9A8C-1BF7D7958F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36d964d4f2431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66900" y="2428875"/>
            <a:ext cx="133350" cy="142875"/>
          </a:xfrm>
          <a:prstGeom xmlns:a="http://schemas.openxmlformats.org/drawingml/2006/main" prst="rect">
            <a:avLst/>
          </a:prstGeom>
        </p:spPr>
      </p:pic>
      <p:sp>
        <p:nvSpPr>
          <p:cNvPr id="92" name="source-raster-50">
            <a:extLst xmlns:a="http://schemas.openxmlformats.org/drawingml/2006/main">
              <a:ext uri="{FF2B5EF4-FFF2-40B4-BE49-F238E27FC236}">
                <a16:creationId xmlns:a16="http://schemas.microsoft.com/office/drawing/2014/main" id="{459D272F-5135-4833-A28F-DD7FB2BF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6900" y="2428875"/>
            <a:ext cx="1333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422E63E-18D8-4676-A23C-B97C768781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4b895e788e4e6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47825" y="2590800"/>
            <a:ext cx="161925" cy="133350"/>
          </a:xfrm>
          <a:prstGeom xmlns:a="http://schemas.openxmlformats.org/drawingml/2006/main" prst="rect">
            <a:avLst/>
          </a:prstGeom>
        </p:spPr>
      </p:pic>
      <p:sp>
        <p:nvSpPr>
          <p:cNvPr id="94" name="source-raster-51">
            <a:extLst xmlns:a="http://schemas.openxmlformats.org/drawingml/2006/main">
              <a:ext uri="{FF2B5EF4-FFF2-40B4-BE49-F238E27FC236}">
                <a16:creationId xmlns:a16="http://schemas.microsoft.com/office/drawing/2014/main" id="{19258D77-E421-41EC-8614-261022C9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7825" y="2590800"/>
            <a:ext cx="161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3100665-EA69-403B-98BF-59D379DF26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f9541a374f49f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85950" y="2571750"/>
            <a:ext cx="152400" cy="161925"/>
          </a:xfrm>
          <a:prstGeom xmlns:a="http://schemas.openxmlformats.org/drawingml/2006/main" prst="rect">
            <a:avLst/>
          </a:prstGeom>
        </p:spPr>
      </p:pic>
      <p:sp>
        <p:nvSpPr>
          <p:cNvPr id="96" name="source-raster-52">
            <a:extLst xmlns:a="http://schemas.openxmlformats.org/drawingml/2006/main">
              <a:ext uri="{FF2B5EF4-FFF2-40B4-BE49-F238E27FC236}">
                <a16:creationId xmlns:a16="http://schemas.microsoft.com/office/drawing/2014/main" id="{39005786-C888-4330-A01C-5E5C6E91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85950" y="2571750"/>
            <a:ext cx="152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D2C4375-D78A-4FD7-835E-A0F1E9ABB5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03a18f04de40a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19250" y="2819400"/>
            <a:ext cx="200025" cy="171450"/>
          </a:xfrm>
          <a:prstGeom xmlns:a="http://schemas.openxmlformats.org/drawingml/2006/main" prst="rect">
            <a:avLst/>
          </a:prstGeom>
        </p:spPr>
      </p:pic>
      <p:sp>
        <p:nvSpPr>
          <p:cNvPr id="98" name="source-raster-53">
            <a:extLst xmlns:a="http://schemas.openxmlformats.org/drawingml/2006/main">
              <a:ext uri="{FF2B5EF4-FFF2-40B4-BE49-F238E27FC236}">
                <a16:creationId xmlns:a16="http://schemas.microsoft.com/office/drawing/2014/main" id="{F022CCD3-7C4B-4B0A-A239-EBF1C042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9250" y="2819400"/>
            <a:ext cx="2000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9" name="pdf-path-195">
            <a:extLst xmlns:a="http://schemas.openxmlformats.org/drawingml/2006/main">
              <a:ext uri="{FF2B5EF4-FFF2-40B4-BE49-F238E27FC236}">
                <a16:creationId xmlns:a16="http://schemas.microsoft.com/office/drawing/2014/main" id="{76F34818-380F-422F-BE01-0548FF3D4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9730" y="2799663"/>
            <a:ext cx="95" cy="122436"/>
          </a:xfrm>
          <a:custGeom xmlns:a="http://schemas.openxmlformats.org/drawingml/2006/main">
            <a:pathLst>
              <a:path w="95" h="122436">
                <a:moveTo>
                  <a:pt x="0" y="0"/>
                </a:moveTo>
                <a:lnTo>
                  <a:pt x="1" y="122436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0070C0"/>
            </a:solidFill>
            <a:prstDash val="solid"/>
          </a:ln>
        </p:spPr>
      </p:sp>
      <p:sp>
        <p:nvSpPr>
          <p:cNvPr id="100" name="pdf-path-196">
            <a:extLst xmlns:a="http://schemas.openxmlformats.org/drawingml/2006/main">
              <a:ext uri="{FF2B5EF4-FFF2-40B4-BE49-F238E27FC236}">
                <a16:creationId xmlns:a16="http://schemas.microsoft.com/office/drawing/2014/main" id="{42A35176-D775-4DDB-9DF7-BE500F63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7063" y="2922099"/>
            <a:ext cx="112668" cy="81920"/>
          </a:xfrm>
          <a:custGeom xmlns:a="http://schemas.openxmlformats.org/drawingml/2006/main">
            <a:pathLst>
              <a:path w="112668" h="81920">
                <a:moveTo>
                  <a:pt x="112668" y="0"/>
                </a:moveTo>
                <a:lnTo>
                  <a:pt x="0" y="8192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00B050"/>
            </a:solidFill>
            <a:prstDash val="solid"/>
          </a:ln>
        </p:spPr>
      </p:sp>
      <p:sp>
        <p:nvSpPr>
          <p:cNvPr id="101" name="pdf-path-197">
            <a:extLst xmlns:a="http://schemas.openxmlformats.org/drawingml/2006/main">
              <a:ext uri="{FF2B5EF4-FFF2-40B4-BE49-F238E27FC236}">
                <a16:creationId xmlns:a16="http://schemas.microsoft.com/office/drawing/2014/main" id="{55554DF9-B0F1-421D-B135-B8A4036C7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9729" y="2923360"/>
            <a:ext cx="128421" cy="80660"/>
          </a:xfrm>
          <a:custGeom xmlns:a="http://schemas.openxmlformats.org/drawingml/2006/main">
            <a:pathLst>
              <a:path w="128421" h="80660">
                <a:moveTo>
                  <a:pt x="128421" y="806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FF0000"/>
            </a:solidFill>
            <a:prstDash val="solid"/>
          </a:ln>
        </p:spPr>
      </p:sp>
      <p:pic>
        <p:nvPic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34F2F1C-DD84-4544-9F4F-D3053BB082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ac0ae4aab04ed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38300" y="3228975"/>
            <a:ext cx="1238250" cy="876300"/>
          </a:xfrm>
          <a:prstGeom xmlns:a="http://schemas.openxmlformats.org/drawingml/2006/main" prst="rect">
            <a:avLst/>
          </a:prstGeom>
        </p:spPr>
      </p:pic>
      <p:sp>
        <p:nvSpPr>
          <p:cNvPr id="103" name="source-raster-54">
            <a:extLst xmlns:a="http://schemas.openxmlformats.org/drawingml/2006/main">
              <a:ext uri="{FF2B5EF4-FFF2-40B4-BE49-F238E27FC236}">
                <a16:creationId xmlns:a16="http://schemas.microsoft.com/office/drawing/2014/main" id="{D71B1A11-308B-4DBE-9038-F2256E71B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300" y="3228975"/>
            <a:ext cx="123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4" name="pdf-path-199">
            <a:extLst xmlns:a="http://schemas.openxmlformats.org/drawingml/2006/main">
              <a:ext uri="{FF2B5EF4-FFF2-40B4-BE49-F238E27FC236}">
                <a16:creationId xmlns:a16="http://schemas.microsoft.com/office/drawing/2014/main" id="{B66D2B03-F6BF-47F4-BE40-5F34F4046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79914" y="2999591"/>
            <a:ext cx="282344" cy="6267"/>
          </a:xfrm>
          <a:custGeom xmlns:a="http://schemas.openxmlformats.org/drawingml/2006/main">
            <a:pathLst>
              <a:path w="282344" h="6267">
                <a:moveTo>
                  <a:pt x="0" y="6267"/>
                </a:moveTo>
                <a:lnTo>
                  <a:pt x="2823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859">
            <a:solidFill>
              <a:srgbClr val="F9CC7B"/>
            </a:solidFill>
            <a:prstDash val="solid"/>
          </a:ln>
        </p:spPr>
      </p:sp>
      <p:sp>
        <p:nvSpPr>
          <p:cNvPr id="105" name="pdf-path-200">
            <a:extLst xmlns:a="http://schemas.openxmlformats.org/drawingml/2006/main">
              <a:ext uri="{FF2B5EF4-FFF2-40B4-BE49-F238E27FC236}">
                <a16:creationId xmlns:a16="http://schemas.microsoft.com/office/drawing/2014/main" id="{5AD3D2E8-3965-47D9-8A34-FC77F7DAE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59953" y="766522"/>
            <a:ext cx="952924" cy="774960"/>
          </a:xfrm>
          <a:custGeom xmlns:a="http://schemas.openxmlformats.org/drawingml/2006/main">
            <a:pathLst>
              <a:path w="952924" h="774960">
                <a:moveTo>
                  <a:pt x="0" y="129161"/>
                </a:moveTo>
                <a:cubicBezTo>
                  <a:pt x="0" y="57828"/>
                  <a:pt x="57793" y="0"/>
                  <a:pt x="129080" y="0"/>
                </a:cubicBezTo>
                <a:lnTo>
                  <a:pt x="823843" y="0"/>
                </a:lnTo>
                <a:cubicBezTo>
                  <a:pt x="895131" y="0"/>
                  <a:pt x="952924" y="57828"/>
                  <a:pt x="952924" y="129161"/>
                </a:cubicBezTo>
                <a:lnTo>
                  <a:pt x="952924" y="645797"/>
                </a:lnTo>
                <a:cubicBezTo>
                  <a:pt x="952924" y="717132"/>
                  <a:pt x="895131" y="774960"/>
                  <a:pt x="823843" y="774960"/>
                </a:cubicBezTo>
                <a:lnTo>
                  <a:pt x="129080" y="774960"/>
                </a:lnTo>
                <a:cubicBezTo>
                  <a:pt x="57793" y="774960"/>
                  <a:pt x="0" y="717132"/>
                  <a:pt x="0" y="645797"/>
                </a:cubicBezTo>
                <a:lnTo>
                  <a:pt x="0" y="129161"/>
                </a:lnTo>
              </a:path>
            </a:pathLst>
          </a:custGeom>
          <a:solidFill xmlns:a="http://schemas.openxmlformats.org/drawingml/2006/main">
            <a:srgbClr val="D9EBD2">
              <a:alpha val="6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pdf-path-201">
            <a:extLst xmlns:a="http://schemas.openxmlformats.org/drawingml/2006/main">
              <a:ext uri="{FF2B5EF4-FFF2-40B4-BE49-F238E27FC236}">
                <a16:creationId xmlns:a16="http://schemas.microsoft.com/office/drawing/2014/main" id="{533ABEFB-E586-41E2-A9D4-608138A32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59953" y="766522"/>
            <a:ext cx="952921" cy="774961"/>
          </a:xfrm>
          <a:custGeom xmlns:a="http://schemas.openxmlformats.org/drawingml/2006/main">
            <a:pathLst>
              <a:path w="952921" h="774961">
                <a:moveTo>
                  <a:pt x="0" y="129163"/>
                </a:moveTo>
                <a:cubicBezTo>
                  <a:pt x="0" y="57828"/>
                  <a:pt x="57791" y="0"/>
                  <a:pt x="129080" y="0"/>
                </a:cubicBezTo>
                <a:lnTo>
                  <a:pt x="823842" y="0"/>
                </a:lnTo>
                <a:cubicBezTo>
                  <a:pt x="895131" y="0"/>
                  <a:pt x="952921" y="57828"/>
                  <a:pt x="952921" y="129163"/>
                </a:cubicBezTo>
                <a:lnTo>
                  <a:pt x="952921" y="645798"/>
                </a:lnTo>
                <a:cubicBezTo>
                  <a:pt x="952921" y="717132"/>
                  <a:pt x="895131" y="774961"/>
                  <a:pt x="823842" y="774961"/>
                </a:cubicBezTo>
                <a:lnTo>
                  <a:pt x="129080" y="774961"/>
                </a:lnTo>
                <a:cubicBezTo>
                  <a:pt x="57791" y="774961"/>
                  <a:pt x="0" y="717132"/>
                  <a:pt x="0" y="645798"/>
                </a:cubicBezTo>
                <a:lnTo>
                  <a:pt x="0" y="129163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8DC379"/>
            </a:solidFill>
            <a:prstDash val="solid"/>
          </a:ln>
        </p:spPr>
      </p:sp>
      <p:sp>
        <p:nvSpPr>
          <p:cNvPr id="107" name="pdf-path-202">
            <a:extLst xmlns:a="http://schemas.openxmlformats.org/drawingml/2006/main">
              <a:ext uri="{FF2B5EF4-FFF2-40B4-BE49-F238E27FC236}">
                <a16:creationId xmlns:a16="http://schemas.microsoft.com/office/drawing/2014/main" id="{1E032E14-153C-4961-A01A-6CE27C93E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427" y="914623"/>
            <a:ext cx="141358" cy="139687"/>
          </a:xfrm>
          <a:custGeom xmlns:a="http://schemas.openxmlformats.org/drawingml/2006/main">
            <a:pathLst>
              <a:path w="141358" h="139687">
                <a:moveTo>
                  <a:pt x="0" y="69843"/>
                </a:moveTo>
                <a:cubicBezTo>
                  <a:pt x="0" y="31270"/>
                  <a:pt x="31644" y="0"/>
                  <a:pt x="70678" y="0"/>
                </a:cubicBezTo>
                <a:cubicBezTo>
                  <a:pt x="109712" y="0"/>
                  <a:pt x="141358" y="31270"/>
                  <a:pt x="141358" y="69843"/>
                </a:cubicBezTo>
                <a:cubicBezTo>
                  <a:pt x="141358" y="108416"/>
                  <a:pt x="109712" y="139687"/>
                  <a:pt x="70678" y="139687"/>
                </a:cubicBezTo>
                <a:cubicBezTo>
                  <a:pt x="31644" y="139687"/>
                  <a:pt x="0" y="108416"/>
                  <a:pt x="0" y="69843"/>
                </a:cubicBezTo>
              </a:path>
            </a:pathLst>
          </a:custGeom>
          <a:solidFill xmlns:a="http://schemas.openxmlformats.org/drawingml/2006/main">
            <a:srgbClr val="4D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pdf-path-203">
            <a:extLst xmlns:a="http://schemas.openxmlformats.org/drawingml/2006/main">
              <a:ext uri="{FF2B5EF4-FFF2-40B4-BE49-F238E27FC236}">
                <a16:creationId xmlns:a16="http://schemas.microsoft.com/office/drawing/2014/main" id="{C51D034C-27D2-4998-B6EE-0AF8EC1D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427" y="914623"/>
            <a:ext cx="141357" cy="139688"/>
          </a:xfrm>
          <a:custGeom xmlns:a="http://schemas.openxmlformats.org/drawingml/2006/main">
            <a:pathLst>
              <a:path w="141357" h="139688">
                <a:moveTo>
                  <a:pt x="0" y="69843"/>
                </a:moveTo>
                <a:cubicBezTo>
                  <a:pt x="0" y="31270"/>
                  <a:pt x="31644" y="0"/>
                  <a:pt x="70678" y="0"/>
                </a:cubicBezTo>
                <a:cubicBezTo>
                  <a:pt x="109713" y="0"/>
                  <a:pt x="141357" y="31270"/>
                  <a:pt x="141357" y="69843"/>
                </a:cubicBezTo>
                <a:cubicBezTo>
                  <a:pt x="141357" y="108417"/>
                  <a:pt x="109713" y="139688"/>
                  <a:pt x="70678" y="139688"/>
                </a:cubicBezTo>
                <a:cubicBezTo>
                  <a:pt x="31644" y="139688"/>
                  <a:pt x="0" y="108417"/>
                  <a:pt x="0" y="6984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D813A"/>
            </a:solidFill>
            <a:prstDash val="solid"/>
          </a:ln>
        </p:spPr>
      </p:sp>
      <p:sp>
        <p:nvSpPr>
          <p:cNvPr id="109" name="pdf-path-204">
            <a:extLst xmlns:a="http://schemas.openxmlformats.org/drawingml/2006/main">
              <a:ext uri="{FF2B5EF4-FFF2-40B4-BE49-F238E27FC236}">
                <a16:creationId xmlns:a16="http://schemas.microsoft.com/office/drawing/2014/main" id="{3623812E-6FD9-4FC8-BC08-058E38A0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29085" y="1058532"/>
            <a:ext cx="199572" cy="200044"/>
          </a:xfrm>
          <a:custGeom xmlns:a="http://schemas.openxmlformats.org/drawingml/2006/main">
            <a:pathLst>
              <a:path w="199572" h="200044">
                <a:moveTo>
                  <a:pt x="0" y="100022"/>
                </a:moveTo>
                <a:cubicBezTo>
                  <a:pt x="0" y="44783"/>
                  <a:pt x="44675" y="0"/>
                  <a:pt x="99785" y="0"/>
                </a:cubicBezTo>
                <a:cubicBezTo>
                  <a:pt x="154897" y="0"/>
                  <a:pt x="199572" y="44783"/>
                  <a:pt x="199572" y="100022"/>
                </a:cubicBezTo>
                <a:cubicBezTo>
                  <a:pt x="199572" y="155264"/>
                  <a:pt x="154897" y="200044"/>
                  <a:pt x="99785" y="200044"/>
                </a:cubicBezTo>
                <a:cubicBezTo>
                  <a:pt x="44675" y="200044"/>
                  <a:pt x="0" y="155264"/>
                  <a:pt x="0" y="100022"/>
                </a:cubicBezTo>
              </a:path>
            </a:pathLst>
          </a:custGeom>
          <a:solidFill xmlns:a="http://schemas.openxmlformats.org/drawingml/2006/main">
            <a:srgbClr val="4D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pdf-path-205">
            <a:extLst xmlns:a="http://schemas.openxmlformats.org/drawingml/2006/main">
              <a:ext uri="{FF2B5EF4-FFF2-40B4-BE49-F238E27FC236}">
                <a16:creationId xmlns:a16="http://schemas.microsoft.com/office/drawing/2014/main" id="{2FDA9F0C-30F7-4EA2-9FAE-1646580E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29085" y="1058532"/>
            <a:ext cx="199573" cy="200043"/>
          </a:xfrm>
          <a:custGeom xmlns:a="http://schemas.openxmlformats.org/drawingml/2006/main">
            <a:pathLst>
              <a:path w="199573" h="200043">
                <a:moveTo>
                  <a:pt x="0" y="100021"/>
                </a:moveTo>
                <a:cubicBezTo>
                  <a:pt x="0" y="44781"/>
                  <a:pt x="44676" y="0"/>
                  <a:pt x="99787" y="0"/>
                </a:cubicBezTo>
                <a:cubicBezTo>
                  <a:pt x="154897" y="0"/>
                  <a:pt x="199573" y="44781"/>
                  <a:pt x="199573" y="100021"/>
                </a:cubicBezTo>
                <a:cubicBezTo>
                  <a:pt x="199573" y="155262"/>
                  <a:pt x="154897" y="200043"/>
                  <a:pt x="99787" y="200043"/>
                </a:cubicBezTo>
                <a:cubicBezTo>
                  <a:pt x="44676" y="200043"/>
                  <a:pt x="0" y="155262"/>
                  <a:pt x="0" y="10002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D813A"/>
            </a:solidFill>
            <a:prstDash val="solid"/>
          </a:ln>
        </p:spPr>
      </p:sp>
      <p:sp>
        <p:nvSpPr>
          <p:cNvPr id="111" name="pdf-path-206">
            <a:extLst xmlns:a="http://schemas.openxmlformats.org/drawingml/2006/main">
              <a:ext uri="{FF2B5EF4-FFF2-40B4-BE49-F238E27FC236}">
                <a16:creationId xmlns:a16="http://schemas.microsoft.com/office/drawing/2014/main" id="{5D79645B-8343-4DB0-9B91-2E4B80BB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68" y="907444"/>
            <a:ext cx="141358" cy="139687"/>
          </a:xfrm>
          <a:custGeom xmlns:a="http://schemas.openxmlformats.org/drawingml/2006/main">
            <a:pathLst>
              <a:path w="141358" h="139687">
                <a:moveTo>
                  <a:pt x="0" y="69843"/>
                </a:moveTo>
                <a:cubicBezTo>
                  <a:pt x="0" y="31270"/>
                  <a:pt x="31645" y="0"/>
                  <a:pt x="70680" y="0"/>
                </a:cubicBezTo>
                <a:cubicBezTo>
                  <a:pt x="109715" y="0"/>
                  <a:pt x="141358" y="31270"/>
                  <a:pt x="141358" y="69843"/>
                </a:cubicBezTo>
                <a:cubicBezTo>
                  <a:pt x="141358" y="108416"/>
                  <a:pt x="109715" y="139687"/>
                  <a:pt x="70680" y="139687"/>
                </a:cubicBezTo>
                <a:cubicBezTo>
                  <a:pt x="31645" y="139687"/>
                  <a:pt x="0" y="108416"/>
                  <a:pt x="0" y="69843"/>
                </a:cubicBezTo>
              </a:path>
            </a:pathLst>
          </a:custGeom>
          <a:solidFill xmlns:a="http://schemas.openxmlformats.org/drawingml/2006/main">
            <a:srgbClr val="4D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pdf-path-207">
            <a:extLst xmlns:a="http://schemas.openxmlformats.org/drawingml/2006/main">
              <a:ext uri="{FF2B5EF4-FFF2-40B4-BE49-F238E27FC236}">
                <a16:creationId xmlns:a16="http://schemas.microsoft.com/office/drawing/2014/main" id="{DC972AE7-07E4-4F77-91B2-BA3F82BB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68" y="907444"/>
            <a:ext cx="141357" cy="139688"/>
          </a:xfrm>
          <a:custGeom xmlns:a="http://schemas.openxmlformats.org/drawingml/2006/main">
            <a:pathLst>
              <a:path w="141357" h="139688">
                <a:moveTo>
                  <a:pt x="0" y="69843"/>
                </a:moveTo>
                <a:cubicBezTo>
                  <a:pt x="0" y="31270"/>
                  <a:pt x="31644" y="0"/>
                  <a:pt x="70678" y="0"/>
                </a:cubicBezTo>
                <a:cubicBezTo>
                  <a:pt x="109713" y="0"/>
                  <a:pt x="141357" y="31270"/>
                  <a:pt x="141357" y="69843"/>
                </a:cubicBezTo>
                <a:cubicBezTo>
                  <a:pt x="141357" y="108417"/>
                  <a:pt x="109713" y="139688"/>
                  <a:pt x="70678" y="139688"/>
                </a:cubicBezTo>
                <a:cubicBezTo>
                  <a:pt x="31644" y="139688"/>
                  <a:pt x="0" y="108417"/>
                  <a:pt x="0" y="6984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D813A"/>
            </a:solidFill>
            <a:prstDash val="solid"/>
          </a:ln>
        </p:spPr>
      </p:sp>
      <p:sp>
        <p:nvSpPr>
          <p:cNvPr id="113" name="pdf-path-208">
            <a:extLst xmlns:a="http://schemas.openxmlformats.org/drawingml/2006/main">
              <a:ext uri="{FF2B5EF4-FFF2-40B4-BE49-F238E27FC236}">
                <a16:creationId xmlns:a16="http://schemas.microsoft.com/office/drawing/2014/main" id="{BAAA9287-72A9-48B6-8018-D133CEAC5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71742" y="1259069"/>
            <a:ext cx="141359" cy="139687"/>
          </a:xfrm>
          <a:custGeom xmlns:a="http://schemas.openxmlformats.org/drawingml/2006/main">
            <a:pathLst>
              <a:path w="141359" h="139687">
                <a:moveTo>
                  <a:pt x="0" y="69843"/>
                </a:moveTo>
                <a:cubicBezTo>
                  <a:pt x="0" y="31270"/>
                  <a:pt x="31644" y="0"/>
                  <a:pt x="70678" y="0"/>
                </a:cubicBezTo>
                <a:cubicBezTo>
                  <a:pt x="109715" y="0"/>
                  <a:pt x="141359" y="31270"/>
                  <a:pt x="141359" y="69843"/>
                </a:cubicBezTo>
                <a:cubicBezTo>
                  <a:pt x="141359" y="108416"/>
                  <a:pt x="109715" y="139687"/>
                  <a:pt x="70678" y="139687"/>
                </a:cubicBezTo>
                <a:cubicBezTo>
                  <a:pt x="31644" y="139687"/>
                  <a:pt x="0" y="108416"/>
                  <a:pt x="0" y="69843"/>
                </a:cubicBezTo>
              </a:path>
            </a:pathLst>
          </a:custGeom>
          <a:solidFill xmlns:a="http://schemas.openxmlformats.org/drawingml/2006/main">
            <a:srgbClr val="4D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pdf-path-209">
            <a:extLst xmlns:a="http://schemas.openxmlformats.org/drawingml/2006/main">
              <a:ext uri="{FF2B5EF4-FFF2-40B4-BE49-F238E27FC236}">
                <a16:creationId xmlns:a16="http://schemas.microsoft.com/office/drawing/2014/main" id="{A12A5C60-6886-48FD-B827-D3360059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71742" y="1259069"/>
            <a:ext cx="141357" cy="139688"/>
          </a:xfrm>
          <a:custGeom xmlns:a="http://schemas.openxmlformats.org/drawingml/2006/main">
            <a:pathLst>
              <a:path w="141357" h="139688">
                <a:moveTo>
                  <a:pt x="0" y="69843"/>
                </a:moveTo>
                <a:cubicBezTo>
                  <a:pt x="0" y="31270"/>
                  <a:pt x="31644" y="0"/>
                  <a:pt x="70678" y="0"/>
                </a:cubicBezTo>
                <a:cubicBezTo>
                  <a:pt x="109713" y="0"/>
                  <a:pt x="141357" y="31270"/>
                  <a:pt x="141357" y="69843"/>
                </a:cubicBezTo>
                <a:cubicBezTo>
                  <a:pt x="141357" y="108417"/>
                  <a:pt x="109713" y="139688"/>
                  <a:pt x="70678" y="139688"/>
                </a:cubicBezTo>
                <a:cubicBezTo>
                  <a:pt x="31644" y="139688"/>
                  <a:pt x="0" y="108417"/>
                  <a:pt x="0" y="6984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D813A"/>
            </a:solidFill>
            <a:prstDash val="solid"/>
          </a:ln>
        </p:spPr>
      </p:sp>
      <p:sp>
        <p:nvSpPr>
          <p:cNvPr id="115" name="pdf-path-210">
            <a:extLst xmlns:a="http://schemas.openxmlformats.org/drawingml/2006/main">
              <a:ext uri="{FF2B5EF4-FFF2-40B4-BE49-F238E27FC236}">
                <a16:creationId xmlns:a16="http://schemas.microsoft.com/office/drawing/2014/main" id="{B3BE7BEC-1D5E-4D4F-835D-49ACBB49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68" y="1265077"/>
            <a:ext cx="141358" cy="139689"/>
          </a:xfrm>
          <a:custGeom xmlns:a="http://schemas.openxmlformats.org/drawingml/2006/main">
            <a:pathLst>
              <a:path w="141358" h="139689">
                <a:moveTo>
                  <a:pt x="0" y="69843"/>
                </a:moveTo>
                <a:cubicBezTo>
                  <a:pt x="0" y="31270"/>
                  <a:pt x="31645" y="0"/>
                  <a:pt x="70680" y="0"/>
                </a:cubicBezTo>
                <a:cubicBezTo>
                  <a:pt x="109715" y="0"/>
                  <a:pt x="141358" y="31270"/>
                  <a:pt x="141358" y="69843"/>
                </a:cubicBezTo>
                <a:cubicBezTo>
                  <a:pt x="141358" y="108418"/>
                  <a:pt x="109715" y="139689"/>
                  <a:pt x="70680" y="139689"/>
                </a:cubicBezTo>
                <a:cubicBezTo>
                  <a:pt x="31645" y="139689"/>
                  <a:pt x="0" y="108418"/>
                  <a:pt x="0" y="69843"/>
                </a:cubicBezTo>
              </a:path>
            </a:pathLst>
          </a:custGeom>
          <a:solidFill xmlns:a="http://schemas.openxmlformats.org/drawingml/2006/main">
            <a:srgbClr val="4D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pdf-path-211">
            <a:extLst xmlns:a="http://schemas.openxmlformats.org/drawingml/2006/main">
              <a:ext uri="{FF2B5EF4-FFF2-40B4-BE49-F238E27FC236}">
                <a16:creationId xmlns:a16="http://schemas.microsoft.com/office/drawing/2014/main" id="{6C0BE603-DD82-433B-84CE-4F6057583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68" y="1265077"/>
            <a:ext cx="141357" cy="139688"/>
          </a:xfrm>
          <a:custGeom xmlns:a="http://schemas.openxmlformats.org/drawingml/2006/main">
            <a:pathLst>
              <a:path w="141357" h="139688">
                <a:moveTo>
                  <a:pt x="0" y="69843"/>
                </a:moveTo>
                <a:cubicBezTo>
                  <a:pt x="0" y="31270"/>
                  <a:pt x="31644" y="0"/>
                  <a:pt x="70678" y="0"/>
                </a:cubicBezTo>
                <a:cubicBezTo>
                  <a:pt x="109713" y="0"/>
                  <a:pt x="141357" y="31270"/>
                  <a:pt x="141357" y="69843"/>
                </a:cubicBezTo>
                <a:cubicBezTo>
                  <a:pt x="141357" y="108417"/>
                  <a:pt x="109713" y="139688"/>
                  <a:pt x="70678" y="139688"/>
                </a:cubicBezTo>
                <a:cubicBezTo>
                  <a:pt x="31644" y="139688"/>
                  <a:pt x="0" y="108417"/>
                  <a:pt x="0" y="6984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D813A"/>
            </a:solidFill>
            <a:prstDash val="solid"/>
          </a:ln>
        </p:spPr>
      </p:sp>
      <p:sp>
        <p:nvSpPr>
          <p:cNvPr id="117" name="pdf-path-212">
            <a:extLst xmlns:a="http://schemas.openxmlformats.org/drawingml/2006/main">
              <a:ext uri="{FF2B5EF4-FFF2-40B4-BE49-F238E27FC236}">
                <a16:creationId xmlns:a16="http://schemas.microsoft.com/office/drawing/2014/main" id="{CEC5771B-625F-421E-8F95-D462E538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1809" y="1173886"/>
            <a:ext cx="240653" cy="138310"/>
          </a:xfrm>
          <a:custGeom xmlns:a="http://schemas.openxmlformats.org/drawingml/2006/main">
            <a:pathLst>
              <a:path w="240653" h="138310">
                <a:moveTo>
                  <a:pt x="0" y="0"/>
                </a:moveTo>
                <a:lnTo>
                  <a:pt x="240653" y="138310"/>
                </a:lnTo>
              </a:path>
            </a:pathLst>
          </a:custGeom>
          <a:noFill xmlns:a="http://schemas.openxmlformats.org/drawingml/2006/main"/>
          <a:ln xmlns:a="http://schemas.openxmlformats.org/drawingml/2006/main" w="21431">
            <a:solidFill>
              <a:srgbClr val="4D813A"/>
            </a:solidFill>
            <a:prstDash val="solid"/>
          </a:ln>
        </p:spPr>
      </p:sp>
      <p:sp>
        <p:nvSpPr>
          <p:cNvPr id="118" name="pdf-path-213">
            <a:extLst xmlns:a="http://schemas.openxmlformats.org/drawingml/2006/main">
              <a:ext uri="{FF2B5EF4-FFF2-40B4-BE49-F238E27FC236}">
                <a16:creationId xmlns:a16="http://schemas.microsoft.com/office/drawing/2014/main" id="{174D1D53-995A-44B5-A95B-4AB56896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25128" y="1164587"/>
            <a:ext cx="280806" cy="164755"/>
          </a:xfrm>
          <a:custGeom xmlns:a="http://schemas.openxmlformats.org/drawingml/2006/main">
            <a:pathLst>
              <a:path w="280806" h="164755">
                <a:moveTo>
                  <a:pt x="0" y="164755"/>
                </a:moveTo>
                <a:lnTo>
                  <a:pt x="280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431">
            <a:solidFill>
              <a:srgbClr val="4D813A"/>
            </a:solidFill>
            <a:prstDash val="solid"/>
          </a:ln>
        </p:spPr>
      </p:sp>
      <p:sp>
        <p:nvSpPr>
          <p:cNvPr id="119" name="pdf-path-214">
            <a:extLst xmlns:a="http://schemas.openxmlformats.org/drawingml/2006/main">
              <a:ext uri="{FF2B5EF4-FFF2-40B4-BE49-F238E27FC236}">
                <a16:creationId xmlns:a16="http://schemas.microsoft.com/office/drawing/2014/main" id="{7C83A4F0-E74E-4015-9E09-F8D34B41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71774" y="999806"/>
            <a:ext cx="240653" cy="138310"/>
          </a:xfrm>
          <a:custGeom xmlns:a="http://schemas.openxmlformats.org/drawingml/2006/main">
            <a:pathLst>
              <a:path w="240653" h="138310">
                <a:moveTo>
                  <a:pt x="0" y="0"/>
                </a:moveTo>
                <a:lnTo>
                  <a:pt x="240653" y="138310"/>
                </a:lnTo>
              </a:path>
            </a:pathLst>
          </a:custGeom>
          <a:noFill xmlns:a="http://schemas.openxmlformats.org/drawingml/2006/main"/>
          <a:ln xmlns:a="http://schemas.openxmlformats.org/drawingml/2006/main" w="21431">
            <a:solidFill>
              <a:srgbClr val="4D813A"/>
            </a:solidFill>
            <a:prstDash val="solid"/>
          </a:ln>
        </p:spPr>
      </p:sp>
      <p:sp>
        <p:nvSpPr>
          <p:cNvPr id="120" name="pdf-path-215">
            <a:extLst xmlns:a="http://schemas.openxmlformats.org/drawingml/2006/main">
              <a:ext uri="{FF2B5EF4-FFF2-40B4-BE49-F238E27FC236}">
                <a16:creationId xmlns:a16="http://schemas.microsoft.com/office/drawing/2014/main" id="{7D2429DA-885D-457C-A545-873A0F1B6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58310" y="1026675"/>
            <a:ext cx="296660" cy="202604"/>
          </a:xfrm>
          <a:custGeom xmlns:a="http://schemas.openxmlformats.org/drawingml/2006/main">
            <a:pathLst>
              <a:path w="296660" h="202604">
                <a:moveTo>
                  <a:pt x="0" y="202604"/>
                </a:moveTo>
                <a:lnTo>
                  <a:pt x="2966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431">
            <a:solidFill>
              <a:srgbClr val="4D813A"/>
            </a:solidFill>
            <a:prstDash val="solid"/>
          </a:ln>
        </p:spPr>
      </p:sp>
      <p:sp>
        <p:nvSpPr>
          <p:cNvPr id="121" name="pdf-path-216">
            <a:extLst xmlns:a="http://schemas.openxmlformats.org/drawingml/2006/main">
              <a:ext uri="{FF2B5EF4-FFF2-40B4-BE49-F238E27FC236}">
                <a16:creationId xmlns:a16="http://schemas.microsoft.com/office/drawing/2014/main" id="{6C58FFC8-4952-4D73-A2A2-F0A6BC72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88507" y="983254"/>
            <a:ext cx="471888" cy="7179"/>
          </a:xfrm>
          <a:custGeom xmlns:a="http://schemas.openxmlformats.org/drawingml/2006/main">
            <a:pathLst>
              <a:path w="471888" h="7179">
                <a:moveTo>
                  <a:pt x="0" y="7179"/>
                </a:moveTo>
                <a:lnTo>
                  <a:pt x="4718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431">
            <a:solidFill>
              <a:srgbClr val="4D813A"/>
            </a:solidFill>
            <a:prstDash val="solid"/>
          </a:ln>
        </p:spPr>
      </p:sp>
      <p:sp>
        <p:nvSpPr>
          <p:cNvPr id="122" name="pdf-text-117-0">
            <a:extLst xmlns:a="http://schemas.openxmlformats.org/drawingml/2006/main">
              <a:ext uri="{FF2B5EF4-FFF2-40B4-BE49-F238E27FC236}">
                <a16:creationId xmlns:a16="http://schemas.microsoft.com/office/drawing/2014/main" id="{2581473C-011E-49C9-B217-D90669336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6867" y="1249795"/>
            <a:ext cx="139648" cy="114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1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1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1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root</a:t>
            </a:r>
          </a:p>
        </p:txBody>
      </p:sp>
      <p:pic>
        <p:nvPic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AB9317E1-D701-426E-A544-BCCEBA88ED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d7f122629946c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10375" y="628650"/>
            <a:ext cx="647700" cy="161925"/>
          </a:xfrm>
          <a:prstGeom xmlns:a="http://schemas.openxmlformats.org/drawingml/2006/main" prst="rect">
            <a:avLst/>
          </a:prstGeom>
        </p:spPr>
      </p:pic>
      <p:sp>
        <p:nvSpPr>
          <p:cNvPr id="124" name="source-raster-55">
            <a:extLst xmlns:a="http://schemas.openxmlformats.org/drawingml/2006/main">
              <a:ext uri="{FF2B5EF4-FFF2-40B4-BE49-F238E27FC236}">
                <a16:creationId xmlns:a16="http://schemas.microsoft.com/office/drawing/2014/main" id="{4E3B8162-5FB0-4C2B-9952-82A46A1C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10375" y="628650"/>
            <a:ext cx="647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5" name="pdf-text-118-0">
            <a:extLst xmlns:a="http://schemas.openxmlformats.org/drawingml/2006/main">
              <a:ext uri="{FF2B5EF4-FFF2-40B4-BE49-F238E27FC236}">
                <a16:creationId xmlns:a16="http://schemas.microsoft.com/office/drawing/2014/main" id="{D6439FC4-3ED3-401C-8E65-E355BC71C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8371" y="712250"/>
            <a:ext cx="579504" cy="952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17" b="1" i="0">
                <a:solidFill>
                  <a:srgbClr val="4D81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17" b="1" i="0">
                <a:solidFill>
                  <a:srgbClr val="4D813A"/>
                </a:solidFill>
                <a:latin typeface="Arial"/>
                <a:ea typeface="Arial"/>
                <a:cs typeface="Arial"/>
              </a:defRPr>
            </a:pPr>
            <a:r>
              <a:rPr sz="717" b="1" i="0">
                <a:solidFill>
                  <a:srgbClr val="4D813A"/>
                </a:solidFill>
                <a:latin typeface="Arial"/>
                <a:ea typeface="Arial"/>
                <a:cs typeface="Arial"/>
              </a:rPr>
              <a:t>Scene Graph</a:t>
            </a:r>
          </a:p>
        </p:txBody>
      </p:sp>
      <p:sp>
        <p:nvSpPr>
          <p:cNvPr id="126" name="pdf-text-119-0">
            <a:extLst xmlns:a="http://schemas.openxmlformats.org/drawingml/2006/main">
              <a:ext uri="{FF2B5EF4-FFF2-40B4-BE49-F238E27FC236}">
                <a16:creationId xmlns:a16="http://schemas.microsoft.com/office/drawing/2014/main" id="{A2E76210-287D-47EA-AF68-CEEF4FD8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0584" y="1057739"/>
            <a:ext cx="277244" cy="114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05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05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05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Support</a:t>
            </a:r>
          </a:p>
        </p:txBody>
      </p:sp>
      <p:sp>
        <p:nvSpPr>
          <p:cNvPr id="127" name="pdf-text-120-0">
            <a:extLst xmlns:a="http://schemas.openxmlformats.org/drawingml/2006/main">
              <a:ext uri="{FF2B5EF4-FFF2-40B4-BE49-F238E27FC236}">
                <a16:creationId xmlns:a16="http://schemas.microsoft.com/office/drawing/2014/main" id="{A73EC4B4-6228-42E7-845F-6054B92A3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34919" y="1114654"/>
            <a:ext cx="198487" cy="952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18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18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18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fixed</a:t>
            </a:r>
          </a:p>
        </p:txBody>
      </p:sp>
      <p:sp>
        <p:nvSpPr>
          <p:cNvPr id="128" name="pdf-text-121-0">
            <a:extLst xmlns:a="http://schemas.openxmlformats.org/drawingml/2006/main">
              <a:ext uri="{FF2B5EF4-FFF2-40B4-BE49-F238E27FC236}">
                <a16:creationId xmlns:a16="http://schemas.microsoft.com/office/drawing/2014/main" id="{EF961852-51BB-496E-8201-1FAF755F7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5562" y="833672"/>
            <a:ext cx="274569" cy="114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0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0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0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Contact</a:t>
            </a:r>
          </a:p>
        </p:txBody>
      </p:sp>
      <p:sp>
        <p:nvSpPr>
          <p:cNvPr id="129" name="pdf-path-223">
            <a:extLst xmlns:a="http://schemas.openxmlformats.org/drawingml/2006/main">
              <a:ext uri="{FF2B5EF4-FFF2-40B4-BE49-F238E27FC236}">
                <a16:creationId xmlns:a16="http://schemas.microsoft.com/office/drawing/2014/main" id="{AD679870-A1E6-497C-8CDE-E8F50FDE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70686" y="952669"/>
            <a:ext cx="471888" cy="7179"/>
          </a:xfrm>
          <a:custGeom xmlns:a="http://schemas.openxmlformats.org/drawingml/2006/main">
            <a:pathLst>
              <a:path w="471888" h="7179">
                <a:moveTo>
                  <a:pt x="0" y="7179"/>
                </a:moveTo>
                <a:lnTo>
                  <a:pt x="4718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431">
            <a:solidFill>
              <a:srgbClr val="4D813A"/>
            </a:solidFill>
            <a:prstDash val="solid"/>
          </a:ln>
        </p:spPr>
      </p:sp>
      <p:pic>
        <p:nvPic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867B46D7-EF32-42E8-B847-41B4767D5D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fea13668b8426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29125" y="3724275"/>
            <a:ext cx="1295400" cy="857250"/>
          </a:xfrm>
          <a:prstGeom xmlns:a="http://schemas.openxmlformats.org/drawingml/2006/main" prst="rect">
            <a:avLst/>
          </a:prstGeom>
        </p:spPr>
      </p:pic>
      <p:sp>
        <p:nvSpPr>
          <p:cNvPr id="131" name="source-raster-56">
            <a:extLst xmlns:a="http://schemas.openxmlformats.org/drawingml/2006/main">
              <a:ext uri="{FF2B5EF4-FFF2-40B4-BE49-F238E27FC236}">
                <a16:creationId xmlns:a16="http://schemas.microsoft.com/office/drawing/2014/main" id="{2332CA9E-D69B-4B51-9C65-122E70A8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29125" y="3724275"/>
            <a:ext cx="1295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691677DB-3198-46E3-8705-9D16F8298A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7a5edc0a1a4fd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57825" y="4381500"/>
            <a:ext cx="114300" cy="95250"/>
          </a:xfrm>
          <a:prstGeom xmlns:a="http://schemas.openxmlformats.org/drawingml/2006/main" prst="rect">
            <a:avLst/>
          </a:prstGeom>
        </p:spPr>
      </p:pic>
      <p:sp>
        <p:nvSpPr>
          <p:cNvPr id="133" name="source-raster-57">
            <a:extLst xmlns:a="http://schemas.openxmlformats.org/drawingml/2006/main">
              <a:ext uri="{FF2B5EF4-FFF2-40B4-BE49-F238E27FC236}">
                <a16:creationId xmlns:a16="http://schemas.microsoft.com/office/drawing/2014/main" id="{ED71F6D9-2209-435F-AA9B-8E2F97D0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57825" y="4381500"/>
            <a:ext cx="1143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3D5A44DC-7537-4322-B8B8-76056DC35D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f660bb9e57418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57700" y="3714750"/>
            <a:ext cx="1276350" cy="542925"/>
          </a:xfrm>
          <a:prstGeom xmlns:a="http://schemas.openxmlformats.org/drawingml/2006/main" prst="rect">
            <a:avLst/>
          </a:prstGeom>
        </p:spPr>
      </p:pic>
      <p:sp>
        <p:nvSpPr>
          <p:cNvPr id="135" name="source-raster-59">
            <a:extLst xmlns:a="http://schemas.openxmlformats.org/drawingml/2006/main">
              <a:ext uri="{FF2B5EF4-FFF2-40B4-BE49-F238E27FC236}">
                <a16:creationId xmlns:a16="http://schemas.microsoft.com/office/drawing/2014/main" id="{4AE8C2AB-57B9-493D-B017-3BA9BDC16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57700" y="3714750"/>
            <a:ext cx="1276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F876CA7F-3DEF-4FCB-9BBD-10D8D693CC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02e60e183242a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67225" y="3714750"/>
            <a:ext cx="1209675" cy="476250"/>
          </a:xfrm>
          <a:prstGeom xmlns:a="http://schemas.openxmlformats.org/drawingml/2006/main" prst="rect">
            <a:avLst/>
          </a:prstGeom>
        </p:spPr>
      </p:pic>
      <p:sp>
        <p:nvSpPr>
          <p:cNvPr id="137" name="source-raster-60">
            <a:extLst xmlns:a="http://schemas.openxmlformats.org/drawingml/2006/main">
              <a:ext uri="{FF2B5EF4-FFF2-40B4-BE49-F238E27FC236}">
                <a16:creationId xmlns:a16="http://schemas.microsoft.com/office/drawing/2014/main" id="{ADF8E380-B951-4C24-900D-DB49F822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67225" y="3714750"/>
            <a:ext cx="12096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29B8939B-A940-4630-A9A2-905CB1F9F4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c3580721244e4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67225" y="4238625"/>
            <a:ext cx="371475" cy="276225"/>
          </a:xfrm>
          <a:prstGeom xmlns:a="http://schemas.openxmlformats.org/drawingml/2006/main" prst="rect">
            <a:avLst/>
          </a:prstGeom>
        </p:spPr>
      </p:pic>
      <p:sp>
        <p:nvSpPr>
          <p:cNvPr id="139" name="source-raster-61">
            <a:extLst xmlns:a="http://schemas.openxmlformats.org/drawingml/2006/main">
              <a:ext uri="{FF2B5EF4-FFF2-40B4-BE49-F238E27FC236}">
                <a16:creationId xmlns:a16="http://schemas.microsoft.com/office/drawing/2014/main" id="{6D6D4F5C-6CC9-4EC3-9D09-3D6D7589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67225" y="4238625"/>
            <a:ext cx="3714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D9F600AC-5CCC-41EE-8D18-DBDB67040C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0ecb6eea3f402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05375" y="4238625"/>
            <a:ext cx="361950" cy="276225"/>
          </a:xfrm>
          <a:prstGeom xmlns:a="http://schemas.openxmlformats.org/drawingml/2006/main" prst="rect">
            <a:avLst/>
          </a:prstGeom>
        </p:spPr>
      </p:pic>
      <p:sp>
        <p:nvSpPr>
          <p:cNvPr id="141" name="source-raster-62">
            <a:extLst xmlns:a="http://schemas.openxmlformats.org/drawingml/2006/main">
              <a:ext uri="{FF2B5EF4-FFF2-40B4-BE49-F238E27FC236}">
                <a16:creationId xmlns:a16="http://schemas.microsoft.com/office/drawing/2014/main" id="{1F808811-3AB6-4E2B-A59E-919C4855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5375" y="4238625"/>
            <a:ext cx="361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A5F3A297-496E-4B56-8102-516B023F70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702338f94a4bd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0" y="4295775"/>
            <a:ext cx="361950" cy="219075"/>
          </a:xfrm>
          <a:prstGeom xmlns:a="http://schemas.openxmlformats.org/drawingml/2006/main" prst="rect">
            <a:avLst/>
          </a:prstGeom>
        </p:spPr>
      </p:pic>
      <p:sp>
        <p:nvSpPr>
          <p:cNvPr id="143" name="source-raster-63">
            <a:extLst xmlns:a="http://schemas.openxmlformats.org/drawingml/2006/main">
              <a:ext uri="{FF2B5EF4-FFF2-40B4-BE49-F238E27FC236}">
                <a16:creationId xmlns:a16="http://schemas.microsoft.com/office/drawing/2014/main" id="{2B653547-320C-41CC-A9D3-11D8EAA1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0" y="4295775"/>
            <a:ext cx="361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4" name="pdf-text-122-0">
            <a:extLst xmlns:a="http://schemas.openxmlformats.org/drawingml/2006/main">
              <a:ext uri="{FF2B5EF4-FFF2-40B4-BE49-F238E27FC236}">
                <a16:creationId xmlns:a16="http://schemas.microsoft.com/office/drawing/2014/main" id="{18A3B7CF-1733-4FBC-BE81-A267BC3F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64895" y="4579200"/>
            <a:ext cx="1404036" cy="17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50" b="1" i="0">
                <a:solidFill>
                  <a:srgbClr val="2640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26401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6401D"/>
                </a:solidFill>
                <a:latin typeface="Arial"/>
                <a:ea typeface="Arial"/>
                <a:cs typeface="Arial"/>
              </a:rPr>
              <a:t>After Refinement</a:t>
            </a:r>
          </a:p>
        </p:txBody>
      </p:sp>
      <p:pic>
        <p:nvPic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C8549D25-D801-4673-9CFE-D816146B26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f6196b1e03446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9850" y="3657600"/>
            <a:ext cx="1247775" cy="552450"/>
          </a:xfrm>
          <a:prstGeom xmlns:a="http://schemas.openxmlformats.org/drawingml/2006/main" prst="rect">
            <a:avLst/>
          </a:prstGeom>
        </p:spPr>
      </p:pic>
      <p:sp>
        <p:nvSpPr>
          <p:cNvPr id="146" name="source-raster-64">
            <a:extLst xmlns:a="http://schemas.openxmlformats.org/drawingml/2006/main">
              <a:ext uri="{FF2B5EF4-FFF2-40B4-BE49-F238E27FC236}">
                <a16:creationId xmlns:a16="http://schemas.microsoft.com/office/drawing/2014/main" id="{AE935A48-8EE7-4BCE-9A3E-A8FAEFC22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9850" y="3657600"/>
            <a:ext cx="12477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336AF4C1-5997-4F55-80F0-CE32801A8F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34872516cc470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38900" y="3667125"/>
            <a:ext cx="1171575" cy="485775"/>
          </a:xfrm>
          <a:prstGeom xmlns:a="http://schemas.openxmlformats.org/drawingml/2006/main" prst="rect">
            <a:avLst/>
          </a:prstGeom>
        </p:spPr>
      </p:pic>
      <p:sp>
        <p:nvSpPr>
          <p:cNvPr id="148" name="source-raster-65">
            <a:extLst xmlns:a="http://schemas.openxmlformats.org/drawingml/2006/main">
              <a:ext uri="{FF2B5EF4-FFF2-40B4-BE49-F238E27FC236}">
                <a16:creationId xmlns:a16="http://schemas.microsoft.com/office/drawing/2014/main" id="{FC69085D-BCE9-4A76-9E9A-468411F8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8900" y="3667125"/>
            <a:ext cx="11715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B17D7C6A-40FC-4112-846D-7FFCA2022D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b66668b5de444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4219575"/>
            <a:ext cx="428625" cy="361950"/>
          </a:xfrm>
          <a:prstGeom xmlns:a="http://schemas.openxmlformats.org/drawingml/2006/main" prst="rect">
            <a:avLst/>
          </a:prstGeom>
        </p:spPr>
      </p:pic>
      <p:sp>
        <p:nvSpPr>
          <p:cNvPr id="150" name="source-raster-66">
            <a:extLst xmlns:a="http://schemas.openxmlformats.org/drawingml/2006/main">
              <a:ext uri="{FF2B5EF4-FFF2-40B4-BE49-F238E27FC236}">
                <a16:creationId xmlns:a16="http://schemas.microsoft.com/office/drawing/2014/main" id="{E3614576-3AF9-40BF-9176-2CB2D276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00800" y="4219575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B557769E-93F5-4AF1-837A-F65119D272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cbbeb451c0498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29375" y="4219575"/>
            <a:ext cx="361950" cy="295275"/>
          </a:xfrm>
          <a:prstGeom xmlns:a="http://schemas.openxmlformats.org/drawingml/2006/main" prst="rect">
            <a:avLst/>
          </a:prstGeom>
        </p:spPr>
      </p:pic>
      <p:sp>
        <p:nvSpPr>
          <p:cNvPr id="152" name="source-raster-67">
            <a:extLst xmlns:a="http://schemas.openxmlformats.org/drawingml/2006/main">
              <a:ext uri="{FF2B5EF4-FFF2-40B4-BE49-F238E27FC236}">
                <a16:creationId xmlns:a16="http://schemas.microsoft.com/office/drawing/2014/main" id="{08020949-9CC6-456E-9B3D-0BB23FA6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29375" y="4219575"/>
            <a:ext cx="361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904A48B3-C2E5-4275-8F71-A1F846E38B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f394123cdc4fd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9425" y="4219575"/>
            <a:ext cx="428625" cy="361950"/>
          </a:xfrm>
          <a:prstGeom xmlns:a="http://schemas.openxmlformats.org/drawingml/2006/main" prst="rect">
            <a:avLst/>
          </a:prstGeom>
        </p:spPr>
      </p:pic>
      <p:sp>
        <p:nvSpPr>
          <p:cNvPr id="154" name="source-raster-68">
            <a:extLst xmlns:a="http://schemas.openxmlformats.org/drawingml/2006/main">
              <a:ext uri="{FF2B5EF4-FFF2-40B4-BE49-F238E27FC236}">
                <a16:creationId xmlns:a16="http://schemas.microsoft.com/office/drawing/2014/main" id="{6A1C5A4D-42F3-4491-A4F6-B9BB486A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29425" y="4219575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D0E725C9-1F3E-4EA1-BED2-7C86BB82EA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5b1b8ae82040c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67525" y="4219575"/>
            <a:ext cx="352425" cy="295275"/>
          </a:xfrm>
          <a:prstGeom xmlns:a="http://schemas.openxmlformats.org/drawingml/2006/main" prst="rect">
            <a:avLst/>
          </a:prstGeom>
        </p:spPr>
      </p:pic>
      <p:sp>
        <p:nvSpPr>
          <p:cNvPr id="156" name="source-raster-69">
            <a:extLst xmlns:a="http://schemas.openxmlformats.org/drawingml/2006/main">
              <a:ext uri="{FF2B5EF4-FFF2-40B4-BE49-F238E27FC236}">
                <a16:creationId xmlns:a16="http://schemas.microsoft.com/office/drawing/2014/main" id="{9975B635-DA19-42EE-B7E4-2CFAB30B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67525" y="4219575"/>
            <a:ext cx="3524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148EF294-E7A9-40CB-AAC5-9596D469F8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8daa2bf24a479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67575" y="4219575"/>
            <a:ext cx="428625" cy="352425"/>
          </a:xfrm>
          <a:prstGeom xmlns:a="http://schemas.openxmlformats.org/drawingml/2006/main" prst="rect">
            <a:avLst/>
          </a:prstGeom>
        </p:spPr>
      </p:pic>
      <p:sp>
        <p:nvSpPr>
          <p:cNvPr id="158" name="source-raster-70">
            <a:extLst xmlns:a="http://schemas.openxmlformats.org/drawingml/2006/main">
              <a:ext uri="{FF2B5EF4-FFF2-40B4-BE49-F238E27FC236}">
                <a16:creationId xmlns:a16="http://schemas.microsoft.com/office/drawing/2014/main" id="{296176A0-332C-4B63-B004-05D579A8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67575" y="4219575"/>
            <a:ext cx="428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E345BCD0-4DC7-4EBA-BB21-399C27D712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a8af2becff407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96150" y="4219575"/>
            <a:ext cx="361950" cy="276225"/>
          </a:xfrm>
          <a:prstGeom xmlns:a="http://schemas.openxmlformats.org/drawingml/2006/main" prst="rect">
            <a:avLst/>
          </a:prstGeom>
        </p:spPr>
      </p:pic>
      <p:sp>
        <p:nvSpPr>
          <p:cNvPr id="160" name="source-raster-71">
            <a:extLst xmlns:a="http://schemas.openxmlformats.org/drawingml/2006/main">
              <a:ext uri="{FF2B5EF4-FFF2-40B4-BE49-F238E27FC236}">
                <a16:creationId xmlns:a16="http://schemas.microsoft.com/office/drawing/2014/main" id="{624C70B2-5D1F-459B-9EA3-44C42D57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6150" y="4219575"/>
            <a:ext cx="361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1" name="pdf-text-123-0">
            <a:extLst xmlns:a="http://schemas.openxmlformats.org/drawingml/2006/main">
              <a:ext uri="{FF2B5EF4-FFF2-40B4-BE49-F238E27FC236}">
                <a16:creationId xmlns:a16="http://schemas.microsoft.com/office/drawing/2014/main" id="{B3A605F2-CFF9-402D-B2F6-3BB2932B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58453" y="2036333"/>
            <a:ext cx="967447" cy="190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4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SDF Phase</a:t>
            </a:r>
          </a:p>
        </p:txBody>
      </p:sp>
      <p:sp>
        <p:nvSpPr>
          <p:cNvPr id="162" name="pdf-path-242">
            <a:extLst xmlns:a="http://schemas.openxmlformats.org/drawingml/2006/main">
              <a:ext uri="{FF2B5EF4-FFF2-40B4-BE49-F238E27FC236}">
                <a16:creationId xmlns:a16="http://schemas.microsoft.com/office/drawing/2014/main" id="{FBB7C4A4-C9D9-4211-9E64-481E7676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78662" y="1916194"/>
            <a:ext cx="1388141" cy="412571"/>
          </a:xfrm>
          <a:custGeom xmlns:a="http://schemas.openxmlformats.org/drawingml/2006/main">
            <a:pathLst>
              <a:path w="1388141" h="412571">
                <a:moveTo>
                  <a:pt x="0" y="205325"/>
                </a:moveTo>
                <a:cubicBezTo>
                  <a:pt x="0" y="91929"/>
                  <a:pt x="91867" y="0"/>
                  <a:pt x="205192" y="0"/>
                </a:cubicBezTo>
                <a:lnTo>
                  <a:pt x="1182946" y="0"/>
                </a:lnTo>
                <a:cubicBezTo>
                  <a:pt x="1296271" y="0"/>
                  <a:pt x="1388141" y="91929"/>
                  <a:pt x="1388141" y="205325"/>
                </a:cubicBezTo>
                <a:lnTo>
                  <a:pt x="1388141" y="207249"/>
                </a:lnTo>
                <a:cubicBezTo>
                  <a:pt x="1388141" y="320646"/>
                  <a:pt x="1296271" y="412571"/>
                  <a:pt x="1182946" y="412571"/>
                </a:cubicBezTo>
                <a:lnTo>
                  <a:pt x="205192" y="412571"/>
                </a:lnTo>
                <a:cubicBezTo>
                  <a:pt x="91867" y="412571"/>
                  <a:pt x="0" y="320646"/>
                  <a:pt x="0" y="207249"/>
                </a:cubicBezTo>
                <a:lnTo>
                  <a:pt x="0" y="205325"/>
                </a:lnTo>
              </a:path>
            </a:pathLst>
          </a:custGeom>
          <a:solidFill xmlns:a="http://schemas.openxmlformats.org/drawingml/2006/main">
            <a:srgbClr val="D9EB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pdf-path-249">
            <a:extLst xmlns:a="http://schemas.openxmlformats.org/drawingml/2006/main">
              <a:ext uri="{FF2B5EF4-FFF2-40B4-BE49-F238E27FC236}">
                <a16:creationId xmlns:a16="http://schemas.microsoft.com/office/drawing/2014/main" id="{EA40BF3C-CFD4-4240-8105-0A4DF6C61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2268" y="2911438"/>
            <a:ext cx="15589" cy="15602"/>
          </a:xfrm>
          <a:custGeom xmlns:a="http://schemas.openxmlformats.org/drawingml/2006/main">
            <a:pathLst>
              <a:path w="15589" h="15602">
                <a:moveTo>
                  <a:pt x="0" y="7800"/>
                </a:moveTo>
                <a:cubicBezTo>
                  <a:pt x="0" y="3493"/>
                  <a:pt x="3489" y="0"/>
                  <a:pt x="7794" y="0"/>
                </a:cubicBezTo>
                <a:cubicBezTo>
                  <a:pt x="12099" y="0"/>
                  <a:pt x="15589" y="3493"/>
                  <a:pt x="15589" y="7800"/>
                </a:cubicBezTo>
                <a:cubicBezTo>
                  <a:pt x="15589" y="12108"/>
                  <a:pt x="12099" y="15602"/>
                  <a:pt x="7794" y="15602"/>
                </a:cubicBezTo>
                <a:cubicBezTo>
                  <a:pt x="3489" y="15602"/>
                  <a:pt x="0" y="12108"/>
                  <a:pt x="0" y="780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pdf-path-250">
            <a:extLst xmlns:a="http://schemas.openxmlformats.org/drawingml/2006/main">
              <a:ext uri="{FF2B5EF4-FFF2-40B4-BE49-F238E27FC236}">
                <a16:creationId xmlns:a16="http://schemas.microsoft.com/office/drawing/2014/main" id="{FE282866-4041-4CC6-87C4-261FC670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2268" y="2911438"/>
            <a:ext cx="15589" cy="15599"/>
          </a:xfrm>
          <a:custGeom xmlns:a="http://schemas.openxmlformats.org/drawingml/2006/main">
            <a:pathLst>
              <a:path w="15589" h="15599">
                <a:moveTo>
                  <a:pt x="0" y="7800"/>
                </a:moveTo>
                <a:cubicBezTo>
                  <a:pt x="0" y="3492"/>
                  <a:pt x="3490" y="0"/>
                  <a:pt x="7795" y="0"/>
                </a:cubicBezTo>
                <a:cubicBezTo>
                  <a:pt x="12100" y="0"/>
                  <a:pt x="15589" y="3492"/>
                  <a:pt x="15589" y="7800"/>
                </a:cubicBezTo>
                <a:cubicBezTo>
                  <a:pt x="15589" y="12107"/>
                  <a:pt x="12100" y="15599"/>
                  <a:pt x="7795" y="15599"/>
                </a:cubicBezTo>
                <a:cubicBezTo>
                  <a:pt x="3490" y="15599"/>
                  <a:pt x="0" y="12107"/>
                  <a:pt x="0" y="78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05262"/>
            </a:solidFill>
            <a:prstDash val="solid"/>
          </a:ln>
        </p:spPr>
      </p:sp>
      <p:sp>
        <p:nvSpPr>
          <p:cNvPr id="165" name="pdf-path-276">
            <a:extLst xmlns:a="http://schemas.openxmlformats.org/drawingml/2006/main">
              <a:ext uri="{FF2B5EF4-FFF2-40B4-BE49-F238E27FC236}">
                <a16:creationId xmlns:a16="http://schemas.microsoft.com/office/drawing/2014/main" id="{32BC9445-5298-42BD-A2EB-C7771251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40297" y="2152119"/>
            <a:ext cx="600167" cy="574196"/>
          </a:xfrm>
          <a:custGeom xmlns:a="http://schemas.openxmlformats.org/drawingml/2006/main">
            <a:pathLst>
              <a:path w="600167" h="574196">
                <a:moveTo>
                  <a:pt x="82083" y="156772"/>
                </a:moveTo>
                <a:cubicBezTo>
                  <a:pt x="156334" y="37963"/>
                  <a:pt x="315882" y="0"/>
                  <a:pt x="438442" y="71976"/>
                </a:cubicBezTo>
                <a:cubicBezTo>
                  <a:pt x="561003" y="143953"/>
                  <a:pt x="600167" y="298616"/>
                  <a:pt x="525918" y="417425"/>
                </a:cubicBezTo>
                <a:cubicBezTo>
                  <a:pt x="451667" y="536233"/>
                  <a:pt x="292119" y="574196"/>
                  <a:pt x="169559" y="502221"/>
                </a:cubicBezTo>
                <a:cubicBezTo>
                  <a:pt x="114443" y="469853"/>
                  <a:pt x="73725" y="418761"/>
                  <a:pt x="55330" y="358895"/>
                </a:cubicBezTo>
                <a:lnTo>
                  <a:pt x="0" y="358895"/>
                </a:lnTo>
                <a:lnTo>
                  <a:pt x="83139" y="287098"/>
                </a:lnTo>
                <a:lnTo>
                  <a:pt x="192156" y="358895"/>
                </a:lnTo>
                <a:lnTo>
                  <a:pt x="137931" y="358895"/>
                </a:lnTo>
                <a:cubicBezTo>
                  <a:pt x="179401" y="446589"/>
                  <a:pt x="287373" y="485536"/>
                  <a:pt x="379091" y="445884"/>
                </a:cubicBezTo>
                <a:cubicBezTo>
                  <a:pt x="470807" y="406231"/>
                  <a:pt x="511541" y="302995"/>
                  <a:pt x="470070" y="215301"/>
                </a:cubicBezTo>
                <a:cubicBezTo>
                  <a:pt x="428599" y="127607"/>
                  <a:pt x="320628" y="88660"/>
                  <a:pt x="228910" y="128314"/>
                </a:cubicBezTo>
                <a:cubicBezTo>
                  <a:pt x="195709" y="142667"/>
                  <a:pt x="167769" y="166207"/>
                  <a:pt x="148699" y="195894"/>
                </a:cubicBezTo>
                <a:lnTo>
                  <a:pt x="82083" y="156772"/>
                </a:lnTo>
              </a:path>
            </a:pathLst>
          </a:custGeom>
          <a:solidFill xmlns:a="http://schemas.openxmlformats.org/drawingml/2006/main">
            <a:srgbClr val="D9EB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pdf-text-155-0">
            <a:extLst xmlns:a="http://schemas.openxmlformats.org/drawingml/2006/main">
              <a:ext uri="{FF2B5EF4-FFF2-40B4-BE49-F238E27FC236}">
                <a16:creationId xmlns:a16="http://schemas.microsoft.com/office/drawing/2014/main" id="{C723D679-1C43-4DA4-8AD6-C832BB66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29470" y="3455511"/>
            <a:ext cx="838556" cy="114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00" b="1" i="0">
                <a:solidFill>
                  <a:srgbClr val="314C2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314C2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14C23"/>
                </a:solidFill>
                <a:latin typeface="Arial"/>
                <a:ea typeface="Arial"/>
                <a:cs typeface="Arial"/>
              </a:rPr>
              <a:t>Objects Settle/</a:t>
            </a:r>
          </a:p>
        </p:txBody>
      </p:sp>
      <p:sp>
        <p:nvSpPr>
          <p:cNvPr id="167" name="pdf-text-156-0">
            <a:extLst xmlns:a="http://schemas.openxmlformats.org/drawingml/2006/main">
              <a:ext uri="{FF2B5EF4-FFF2-40B4-BE49-F238E27FC236}">
                <a16:creationId xmlns:a16="http://schemas.microsoft.com/office/drawing/2014/main" id="{2241A8CE-A42F-471B-B991-E68E9ED9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29470" y="3588120"/>
            <a:ext cx="860894" cy="114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00" b="1" i="0">
                <a:solidFill>
                  <a:srgbClr val="314C2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314C2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14C23"/>
                </a:solidFill>
                <a:latin typeface="Arial"/>
                <a:ea typeface="Arial"/>
                <a:cs typeface="Arial"/>
              </a:rPr>
              <a:t>N = Max Round</a:t>
            </a:r>
          </a:p>
        </p:txBody>
      </p:sp>
      <p:sp>
        <p:nvSpPr>
          <p:cNvPr id="168" name="pdf-path-280">
            <a:extLst xmlns:a="http://schemas.openxmlformats.org/drawingml/2006/main">
              <a:ext uri="{FF2B5EF4-FFF2-40B4-BE49-F238E27FC236}">
                <a16:creationId xmlns:a16="http://schemas.microsoft.com/office/drawing/2014/main" id="{C2DD9CFE-F8F4-444B-8939-22222514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2162" y="1207652"/>
            <a:ext cx="755159" cy="99054"/>
          </a:xfrm>
          <a:custGeom xmlns:a="http://schemas.openxmlformats.org/drawingml/2006/main">
            <a:pathLst>
              <a:path w="755159" h="99054">
                <a:moveTo>
                  <a:pt x="24748" y="0"/>
                </a:moveTo>
                <a:lnTo>
                  <a:pt x="631421" y="0"/>
                </a:lnTo>
                <a:cubicBezTo>
                  <a:pt x="645088" y="0"/>
                  <a:pt x="656167" y="11087"/>
                  <a:pt x="656167" y="24763"/>
                </a:cubicBezTo>
                <a:cubicBezTo>
                  <a:pt x="656167" y="38440"/>
                  <a:pt x="645088" y="49527"/>
                  <a:pt x="631421" y="49527"/>
                </a:cubicBezTo>
                <a:lnTo>
                  <a:pt x="24748" y="49527"/>
                </a:lnTo>
                <a:cubicBezTo>
                  <a:pt x="11079" y="49527"/>
                  <a:pt x="0" y="38440"/>
                  <a:pt x="0" y="24763"/>
                </a:cubicBezTo>
                <a:cubicBezTo>
                  <a:pt x="0" y="11087"/>
                  <a:pt x="11079" y="0"/>
                  <a:pt x="24748" y="0"/>
                </a:cubicBezTo>
                <a:moveTo>
                  <a:pt x="606672" y="-49528"/>
                </a:moveTo>
                <a:lnTo>
                  <a:pt x="755159" y="24763"/>
                </a:lnTo>
                <a:lnTo>
                  <a:pt x="606672" y="99054"/>
                </a:lnTo>
                <a:lnTo>
                  <a:pt x="606672" y="-49528"/>
                </a:lnTo>
              </a:path>
            </a:pathLst>
          </a:custGeom>
          <a:solidFill xmlns:a="http://schemas.openxmlformats.org/drawingml/2006/main">
            <a:srgbClr val="B3D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pdf-text-157-0">
            <a:extLst xmlns:a="http://schemas.openxmlformats.org/drawingml/2006/main">
              <a:ext uri="{FF2B5EF4-FFF2-40B4-BE49-F238E27FC236}">
                <a16:creationId xmlns:a16="http://schemas.microsoft.com/office/drawing/2014/main" id="{5AA4E589-0DC1-4D4A-9E97-BD7DABDB3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43873" y="1337911"/>
            <a:ext cx="730375" cy="133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0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Set of Mask </a:t>
            </a:r>
          </a:p>
        </p:txBody>
      </p:sp>
      <p:sp>
        <p:nvSpPr>
          <p:cNvPr id="170" name="pdf-text-158-0">
            <a:extLst xmlns:a="http://schemas.openxmlformats.org/drawingml/2006/main">
              <a:ext uri="{FF2B5EF4-FFF2-40B4-BE49-F238E27FC236}">
                <a16:creationId xmlns:a16="http://schemas.microsoft.com/office/drawing/2014/main" id="{F1709204-B386-4D3D-B5BD-9B72FB60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98868" y="1511677"/>
            <a:ext cx="621250" cy="133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Prompting</a:t>
            </a:r>
          </a:p>
        </p:txBody>
      </p:sp>
      <p:pic>
        <p:nvPic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92F2F208-238F-470E-B505-D77B1676DE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344e2bbd274df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57825" y="781050"/>
            <a:ext cx="238125" cy="161925"/>
          </a:xfrm>
          <a:prstGeom xmlns:a="http://schemas.openxmlformats.org/drawingml/2006/main" prst="rect">
            <a:avLst/>
          </a:prstGeom>
        </p:spPr>
      </p:pic>
      <p:sp>
        <p:nvSpPr>
          <p:cNvPr id="172" name="source-raster-73">
            <a:extLst xmlns:a="http://schemas.openxmlformats.org/drawingml/2006/main">
              <a:ext uri="{FF2B5EF4-FFF2-40B4-BE49-F238E27FC236}">
                <a16:creationId xmlns:a16="http://schemas.microsoft.com/office/drawing/2014/main" id="{9E1E05F8-4FF1-4E05-8EF7-7A10168DB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57825" y="781050"/>
            <a:ext cx="238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A8357C6D-2904-4AC3-8874-974E319CD3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7347bffd1741a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95925" y="1076325"/>
            <a:ext cx="171450" cy="161925"/>
          </a:xfrm>
          <a:prstGeom xmlns:a="http://schemas.openxmlformats.org/drawingml/2006/main" prst="rect">
            <a:avLst/>
          </a:prstGeom>
        </p:spPr>
      </p:pic>
      <p:sp>
        <p:nvSpPr>
          <p:cNvPr id="174" name="source-raster-74">
            <a:extLst xmlns:a="http://schemas.openxmlformats.org/drawingml/2006/main">
              <a:ext uri="{FF2B5EF4-FFF2-40B4-BE49-F238E27FC236}">
                <a16:creationId xmlns:a16="http://schemas.microsoft.com/office/drawing/2014/main" id="{33F0C75E-B39D-49FF-B18A-6E8A4DBF9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95925" y="1076325"/>
            <a:ext cx="171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E7F2055E-66C3-47A8-8258-037428D524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813e16b5b544e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05450" y="1333500"/>
            <a:ext cx="180975" cy="161925"/>
          </a:xfrm>
          <a:prstGeom xmlns:a="http://schemas.openxmlformats.org/drawingml/2006/main" prst="rect">
            <a:avLst/>
          </a:prstGeom>
        </p:spPr>
      </p:pic>
      <p:sp>
        <p:nvSpPr>
          <p:cNvPr id="176" name="source-raster-75">
            <a:extLst xmlns:a="http://schemas.openxmlformats.org/drawingml/2006/main">
              <a:ext uri="{FF2B5EF4-FFF2-40B4-BE49-F238E27FC236}">
                <a16:creationId xmlns:a16="http://schemas.microsoft.com/office/drawing/2014/main" id="{D919BEF5-D865-4EA1-A5E1-6D9CA6B3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5450" y="1333500"/>
            <a:ext cx="1809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7" name="pdf-text-159-0">
            <a:extLst xmlns:a="http://schemas.openxmlformats.org/drawingml/2006/main">
              <a:ext uri="{FF2B5EF4-FFF2-40B4-BE49-F238E27FC236}">
                <a16:creationId xmlns:a16="http://schemas.microsoft.com/office/drawing/2014/main" id="{AB8B1EA0-E48B-46E2-9A8E-9759AD7E9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44705" y="1516851"/>
            <a:ext cx="131549" cy="190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178" name="pdf-text-160-0">
            <a:extLst xmlns:a="http://schemas.openxmlformats.org/drawingml/2006/main">
              <a:ext uri="{FF2B5EF4-FFF2-40B4-BE49-F238E27FC236}">
                <a16:creationId xmlns:a16="http://schemas.microsoft.com/office/drawing/2014/main" id="{E9324D4C-0D72-4D90-860C-962C3708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07093" y="796626"/>
            <a:ext cx="77255" cy="15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61" b="0" i="0">
                <a:solidFill>
                  <a:srgbClr val="314C2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61" b="0" i="0">
                <a:solidFill>
                  <a:srgbClr val="314C23"/>
                </a:solidFill>
                <a:latin typeface="Arial"/>
                <a:ea typeface="Arial"/>
                <a:cs typeface="Arial"/>
              </a:defRPr>
            </a:pPr>
            <a:r>
              <a:rPr sz="1061" b="0" i="0">
                <a:solidFill>
                  <a:srgbClr val="314C2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79" name="pdf-text-161-0">
            <a:extLst xmlns:a="http://schemas.openxmlformats.org/drawingml/2006/main">
              <a:ext uri="{FF2B5EF4-FFF2-40B4-BE49-F238E27FC236}">
                <a16:creationId xmlns:a16="http://schemas.microsoft.com/office/drawing/2014/main" id="{1CCEF633-69AA-4C04-940C-17B84E1D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07093" y="1080138"/>
            <a:ext cx="77255" cy="15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61" b="0" i="0">
                <a:solidFill>
                  <a:srgbClr val="314C2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61" b="0" i="0">
                <a:solidFill>
                  <a:srgbClr val="314C23"/>
                </a:solidFill>
                <a:latin typeface="Arial"/>
                <a:ea typeface="Arial"/>
                <a:cs typeface="Arial"/>
              </a:defRPr>
            </a:pPr>
            <a:r>
              <a:rPr sz="1061" b="0" i="0">
                <a:solidFill>
                  <a:srgbClr val="314C2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0" name="pdf-text-162-0">
            <a:extLst xmlns:a="http://schemas.openxmlformats.org/drawingml/2006/main">
              <a:ext uri="{FF2B5EF4-FFF2-40B4-BE49-F238E27FC236}">
                <a16:creationId xmlns:a16="http://schemas.microsoft.com/office/drawing/2014/main" id="{9E48663E-561E-4826-87EB-4EB40CE1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07093" y="1359078"/>
            <a:ext cx="77255" cy="15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61" b="0" i="0">
                <a:solidFill>
                  <a:srgbClr val="314C2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61" b="0" i="0">
                <a:solidFill>
                  <a:srgbClr val="314C23"/>
                </a:solidFill>
                <a:latin typeface="Arial"/>
                <a:ea typeface="Arial"/>
                <a:cs typeface="Arial"/>
              </a:defRPr>
            </a:pPr>
            <a:r>
              <a:rPr sz="1061" b="0" i="0">
                <a:solidFill>
                  <a:srgbClr val="314C2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1" name="pdf-path-290">
            <a:extLst xmlns:a="http://schemas.openxmlformats.org/drawingml/2006/main">
              <a:ext uri="{FF2B5EF4-FFF2-40B4-BE49-F238E27FC236}">
                <a16:creationId xmlns:a16="http://schemas.microsoft.com/office/drawing/2014/main" id="{38C78303-0D1E-4359-AFBE-CAEC9BAE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490" y="2676752"/>
            <a:ext cx="172748" cy="162307"/>
          </a:xfrm>
          <a:custGeom xmlns:a="http://schemas.openxmlformats.org/drawingml/2006/main">
            <a:pathLst>
              <a:path w="172748" h="162307">
                <a:moveTo>
                  <a:pt x="0" y="0"/>
                </a:moveTo>
                <a:lnTo>
                  <a:pt x="172748" y="0"/>
                </a:lnTo>
                <a:lnTo>
                  <a:pt x="172748" y="162307"/>
                </a:lnTo>
                <a:lnTo>
                  <a:pt x="0" y="16230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4D813A"/>
            </a:solidFill>
            <a:prstDash val="solid"/>
          </a:ln>
        </p:spPr>
      </p:sp>
      <p:sp>
        <p:nvSpPr>
          <p:cNvPr id="182" name="pdf-path-291">
            <a:extLst xmlns:a="http://schemas.openxmlformats.org/drawingml/2006/main">
              <a:ext uri="{FF2B5EF4-FFF2-40B4-BE49-F238E27FC236}">
                <a16:creationId xmlns:a16="http://schemas.microsoft.com/office/drawing/2014/main" id="{57B35569-FEE5-49D8-B6B4-8A299092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2639" y="2765860"/>
            <a:ext cx="172748" cy="162307"/>
          </a:xfrm>
          <a:custGeom xmlns:a="http://schemas.openxmlformats.org/drawingml/2006/main">
            <a:pathLst>
              <a:path w="172748" h="162307">
                <a:moveTo>
                  <a:pt x="0" y="0"/>
                </a:moveTo>
                <a:lnTo>
                  <a:pt x="172748" y="0"/>
                </a:lnTo>
                <a:lnTo>
                  <a:pt x="172748" y="162307"/>
                </a:lnTo>
                <a:lnTo>
                  <a:pt x="0" y="16230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4D813A"/>
            </a:solidFill>
            <a:prstDash val="solid"/>
          </a:ln>
        </p:spPr>
      </p:sp>
      <p:sp>
        <p:nvSpPr>
          <p:cNvPr id="183" name="pdf-path-292">
            <a:extLst xmlns:a="http://schemas.openxmlformats.org/drawingml/2006/main">
              <a:ext uri="{FF2B5EF4-FFF2-40B4-BE49-F238E27FC236}">
                <a16:creationId xmlns:a16="http://schemas.microsoft.com/office/drawing/2014/main" id="{F4696723-E480-4C04-BDD1-5CA6576B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49303" y="2589702"/>
            <a:ext cx="72923" cy="112637"/>
          </a:xfrm>
          <a:custGeom xmlns:a="http://schemas.openxmlformats.org/drawingml/2006/main">
            <a:pathLst>
              <a:path w="72923" h="112637">
                <a:moveTo>
                  <a:pt x="68282" y="112637"/>
                </a:moveTo>
                <a:lnTo>
                  <a:pt x="27178" y="47920"/>
                </a:lnTo>
                <a:lnTo>
                  <a:pt x="31819" y="44968"/>
                </a:lnTo>
                <a:lnTo>
                  <a:pt x="72923" y="109685"/>
                </a:lnTo>
                <a:lnTo>
                  <a:pt x="68282" y="112637"/>
                </a:lnTo>
                <a:moveTo>
                  <a:pt x="7549" y="73442"/>
                </a:moveTo>
                <a:lnTo>
                  <a:pt x="0" y="0"/>
                </a:lnTo>
                <a:lnTo>
                  <a:pt x="63247" y="38023"/>
                </a:lnTo>
                <a:lnTo>
                  <a:pt x="7549" y="73442"/>
                </a:lnTo>
              </a:path>
            </a:pathLst>
          </a:custGeom>
          <a:solidFill xmlns:a="http://schemas.openxmlformats.org/drawingml/2006/main">
            <a:srgbClr val="8DC3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" name="pdf-path-293">
            <a:extLst xmlns:a="http://schemas.openxmlformats.org/drawingml/2006/main">
              <a:ext uri="{FF2B5EF4-FFF2-40B4-BE49-F238E27FC236}">
                <a16:creationId xmlns:a16="http://schemas.microsoft.com/office/drawing/2014/main" id="{FB5A5916-9021-4E17-A356-BDFEDE5C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09110" y="2910042"/>
            <a:ext cx="75150" cy="105438"/>
          </a:xfrm>
          <a:custGeom xmlns:a="http://schemas.openxmlformats.org/drawingml/2006/main">
            <a:pathLst>
              <a:path w="75150" h="105438">
                <a:moveTo>
                  <a:pt x="4501" y="0"/>
                </a:moveTo>
                <a:lnTo>
                  <a:pt x="45791" y="58824"/>
                </a:lnTo>
                <a:lnTo>
                  <a:pt x="41290" y="61988"/>
                </a:lnTo>
                <a:lnTo>
                  <a:pt x="0" y="3162"/>
                </a:lnTo>
                <a:lnTo>
                  <a:pt x="4501" y="0"/>
                </a:lnTo>
                <a:moveTo>
                  <a:pt x="64220" y="32422"/>
                </a:moveTo>
                <a:lnTo>
                  <a:pt x="75150" y="105438"/>
                </a:lnTo>
                <a:lnTo>
                  <a:pt x="10217" y="70377"/>
                </a:lnTo>
                <a:lnTo>
                  <a:pt x="64220" y="32422"/>
                </a:lnTo>
              </a:path>
            </a:pathLst>
          </a:custGeom>
          <a:solidFill xmlns:a="http://schemas.openxmlformats.org/drawingml/2006/main">
            <a:srgbClr val="8DC3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pdf-path-294">
            <a:extLst xmlns:a="http://schemas.openxmlformats.org/drawingml/2006/main">
              <a:ext uri="{FF2B5EF4-FFF2-40B4-BE49-F238E27FC236}">
                <a16:creationId xmlns:a16="http://schemas.microsoft.com/office/drawing/2014/main" id="{A901B28F-FC3A-4C83-993E-98EB59D2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77642" y="2720681"/>
            <a:ext cx="209013" cy="201704"/>
          </a:xfrm>
          <a:custGeom xmlns:a="http://schemas.openxmlformats.org/drawingml/2006/main">
            <a:pathLst>
              <a:path w="209013" h="201704">
                <a:moveTo>
                  <a:pt x="0" y="44992"/>
                </a:moveTo>
                <a:lnTo>
                  <a:pt x="166795" y="0"/>
                </a:lnTo>
                <a:lnTo>
                  <a:pt x="209013" y="156712"/>
                </a:lnTo>
                <a:lnTo>
                  <a:pt x="42218" y="201704"/>
                </a:lnTo>
                <a:lnTo>
                  <a:pt x="0" y="4499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4D813A"/>
            </a:solidFill>
            <a:prstDash val="solid"/>
          </a:ln>
        </p:spPr>
      </p:sp>
      <p:sp>
        <p:nvSpPr>
          <p:cNvPr id="186" name="pdf-path-295">
            <a:extLst xmlns:a="http://schemas.openxmlformats.org/drawingml/2006/main">
              <a:ext uri="{FF2B5EF4-FFF2-40B4-BE49-F238E27FC236}">
                <a16:creationId xmlns:a16="http://schemas.microsoft.com/office/drawing/2014/main" id="{EE8A458E-134D-4254-BEF5-FB8308EE5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36863" y="2875665"/>
            <a:ext cx="297381" cy="95"/>
          </a:xfrm>
          <a:custGeom xmlns:a="http://schemas.openxmlformats.org/drawingml/2006/main">
            <a:pathLst>
              <a:path w="297381" h="95">
                <a:moveTo>
                  <a:pt x="0" y="0"/>
                </a:moveTo>
                <a:lnTo>
                  <a:pt x="297381" y="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DC379"/>
            </a:solidFill>
            <a:prstDash val="solid"/>
          </a:ln>
        </p:spPr>
      </p:sp>
      <p:sp>
        <p:nvSpPr>
          <p:cNvPr id="187" name="pdf-path-296">
            <a:extLst xmlns:a="http://schemas.openxmlformats.org/drawingml/2006/main">
              <a:ext uri="{FF2B5EF4-FFF2-40B4-BE49-F238E27FC236}">
                <a16:creationId xmlns:a16="http://schemas.microsoft.com/office/drawing/2014/main" id="{19BA9845-9478-4A14-BBDC-00CB58A6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4731" y="2623182"/>
            <a:ext cx="36100" cy="128267"/>
          </a:xfrm>
          <a:custGeom xmlns:a="http://schemas.openxmlformats.org/drawingml/2006/main">
            <a:pathLst>
              <a:path w="36100" h="128267">
                <a:moveTo>
                  <a:pt x="2488" y="128267"/>
                </a:moveTo>
                <a:lnTo>
                  <a:pt x="0" y="55093"/>
                </a:lnTo>
                <a:lnTo>
                  <a:pt x="5496" y="54906"/>
                </a:lnTo>
                <a:lnTo>
                  <a:pt x="7984" y="128079"/>
                </a:lnTo>
                <a:lnTo>
                  <a:pt x="2488" y="128267"/>
                </a:lnTo>
                <a:moveTo>
                  <a:pt x="-29857" y="67120"/>
                </a:moveTo>
                <a:lnTo>
                  <a:pt x="878" y="0"/>
                </a:lnTo>
                <a:lnTo>
                  <a:pt x="36100" y="64875"/>
                </a:lnTo>
                <a:lnTo>
                  <a:pt x="-29857" y="67120"/>
                </a:lnTo>
              </a:path>
            </a:pathLst>
          </a:custGeom>
          <a:solidFill xmlns:a="http://schemas.openxmlformats.org/drawingml/2006/main">
            <a:srgbClr val="8DC3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" name="pdf-path-297">
            <a:extLst xmlns:a="http://schemas.openxmlformats.org/drawingml/2006/main">
              <a:ext uri="{FF2B5EF4-FFF2-40B4-BE49-F238E27FC236}">
                <a16:creationId xmlns:a16="http://schemas.microsoft.com/office/drawing/2014/main" id="{7D62AAAD-3BB6-4A2C-AE67-9497AABA4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5719" y="2729218"/>
            <a:ext cx="172748" cy="162307"/>
          </a:xfrm>
          <a:custGeom xmlns:a="http://schemas.openxmlformats.org/drawingml/2006/main">
            <a:pathLst>
              <a:path w="172748" h="162307">
                <a:moveTo>
                  <a:pt x="0" y="0"/>
                </a:moveTo>
                <a:lnTo>
                  <a:pt x="172748" y="0"/>
                </a:lnTo>
                <a:lnTo>
                  <a:pt x="172748" y="162307"/>
                </a:lnTo>
                <a:lnTo>
                  <a:pt x="0" y="16230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4D813A"/>
            </a:solidFill>
            <a:prstDash val="solid"/>
          </a:ln>
        </p:spPr>
      </p:sp>
      <p:sp>
        <p:nvSpPr>
          <p:cNvPr id="189" name="pdf-path-298">
            <a:extLst xmlns:a="http://schemas.openxmlformats.org/drawingml/2006/main">
              <a:ext uri="{FF2B5EF4-FFF2-40B4-BE49-F238E27FC236}">
                <a16:creationId xmlns:a16="http://schemas.microsoft.com/office/drawing/2014/main" id="{60E75C60-3132-4872-86F8-23133B98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2949" y="2598427"/>
            <a:ext cx="136747" cy="119197"/>
          </a:xfrm>
          <a:custGeom xmlns:a="http://schemas.openxmlformats.org/drawingml/2006/main">
            <a:pathLst>
              <a:path w="136747" h="119197">
                <a:moveTo>
                  <a:pt x="0" y="119197"/>
                </a:moveTo>
                <a:lnTo>
                  <a:pt x="68374" y="0"/>
                </a:lnTo>
                <a:lnTo>
                  <a:pt x="136747" y="119197"/>
                </a:lnTo>
                <a:lnTo>
                  <a:pt x="0" y="11919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DC379"/>
            </a:solidFill>
            <a:prstDash val="solid"/>
          </a:ln>
        </p:spPr>
      </p:sp>
      <p:sp>
        <p:nvSpPr>
          <p:cNvPr id="190" name="pdf-text-163-0">
            <a:extLst xmlns:a="http://schemas.openxmlformats.org/drawingml/2006/main">
              <a:ext uri="{FF2B5EF4-FFF2-40B4-BE49-F238E27FC236}">
                <a16:creationId xmlns:a16="http://schemas.microsoft.com/office/drawing/2014/main" id="{16CAA6A4-5FD8-4C54-88B7-F9D8CC75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37130" y="4574627"/>
            <a:ext cx="1526336" cy="17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50" b="1" i="0">
                <a:solidFill>
                  <a:srgbClr val="2640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26401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6401D"/>
                </a:solidFill>
                <a:latin typeface="Arial"/>
                <a:ea typeface="Arial"/>
                <a:cs typeface="Arial"/>
              </a:rPr>
              <a:t>Before Refinement</a:t>
            </a:r>
          </a:p>
        </p:txBody>
      </p:sp>
      <p:sp>
        <p:nvSpPr>
          <p:cNvPr id="191" name="pdf-path-300">
            <a:extLst xmlns:a="http://schemas.openxmlformats.org/drawingml/2006/main">
              <a:ext uri="{FF2B5EF4-FFF2-40B4-BE49-F238E27FC236}">
                <a16:creationId xmlns:a16="http://schemas.microsoft.com/office/drawing/2014/main" id="{12FD2F79-35AC-4390-BCBF-6EE92F6D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17835" y="3810058"/>
            <a:ext cx="280605" cy="280784"/>
          </a:xfrm>
          <a:custGeom xmlns:a="http://schemas.openxmlformats.org/drawingml/2006/main">
            <a:pathLst>
              <a:path w="280605" h="280784">
                <a:moveTo>
                  <a:pt x="0" y="140392"/>
                </a:moveTo>
                <a:cubicBezTo>
                  <a:pt x="0" y="62854"/>
                  <a:pt x="62817" y="0"/>
                  <a:pt x="140302" y="0"/>
                </a:cubicBezTo>
                <a:cubicBezTo>
                  <a:pt x="217788" y="0"/>
                  <a:pt x="280605" y="62854"/>
                  <a:pt x="280605" y="140392"/>
                </a:cubicBezTo>
                <a:cubicBezTo>
                  <a:pt x="280605" y="217929"/>
                  <a:pt x="217788" y="280784"/>
                  <a:pt x="140302" y="280784"/>
                </a:cubicBezTo>
                <a:cubicBezTo>
                  <a:pt x="62817" y="280784"/>
                  <a:pt x="0" y="217929"/>
                  <a:pt x="0" y="140392"/>
                </a:cubicBezTo>
              </a:path>
            </a:pathLst>
          </a:custGeom>
          <a:solidFill xmlns:a="http://schemas.openxmlformats.org/drawingml/2006/main">
            <a:srgbClr val="4D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" name="pdf-path-301">
            <a:extLst xmlns:a="http://schemas.openxmlformats.org/drawingml/2006/main">
              <a:ext uri="{FF2B5EF4-FFF2-40B4-BE49-F238E27FC236}">
                <a16:creationId xmlns:a16="http://schemas.microsoft.com/office/drawing/2014/main" id="{E81EC722-88F9-4591-AD83-79D9552D3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17835" y="3810058"/>
            <a:ext cx="280604" cy="280785"/>
          </a:xfrm>
          <a:custGeom xmlns:a="http://schemas.openxmlformats.org/drawingml/2006/main">
            <a:pathLst>
              <a:path w="280604" h="280785">
                <a:moveTo>
                  <a:pt x="0" y="140392"/>
                </a:moveTo>
                <a:cubicBezTo>
                  <a:pt x="0" y="62856"/>
                  <a:pt x="62816" y="0"/>
                  <a:pt x="140302" y="0"/>
                </a:cubicBezTo>
                <a:cubicBezTo>
                  <a:pt x="217788" y="0"/>
                  <a:pt x="280604" y="62856"/>
                  <a:pt x="280604" y="140392"/>
                </a:cubicBezTo>
                <a:cubicBezTo>
                  <a:pt x="280604" y="217929"/>
                  <a:pt x="217788" y="280785"/>
                  <a:pt x="140302" y="280785"/>
                </a:cubicBezTo>
                <a:cubicBezTo>
                  <a:pt x="62816" y="280785"/>
                  <a:pt x="0" y="217929"/>
                  <a:pt x="0" y="140392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D813A"/>
            </a:solidFill>
            <a:prstDash val="solid"/>
          </a:ln>
        </p:spPr>
      </p:sp>
      <p:sp>
        <p:nvSpPr>
          <p:cNvPr id="193" name="pdf-text-164-0">
            <a:extLst xmlns:a="http://schemas.openxmlformats.org/drawingml/2006/main">
              <a:ext uri="{FF2B5EF4-FFF2-40B4-BE49-F238E27FC236}">
                <a16:creationId xmlns:a16="http://schemas.microsoft.com/office/drawing/2014/main" id="{1B77A932-5D55-457D-A86D-FD6456EB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89731" y="3885681"/>
            <a:ext cx="142713" cy="190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94" name="pdf-text-165-0">
            <a:extLst xmlns:a="http://schemas.openxmlformats.org/drawingml/2006/main">
              <a:ext uri="{FF2B5EF4-FFF2-40B4-BE49-F238E27FC236}">
                <a16:creationId xmlns:a16="http://schemas.microsoft.com/office/drawing/2014/main" id="{C8910F3E-C459-4057-B611-6812DDA96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89731" y="3885681"/>
            <a:ext cx="142713" cy="190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95" name="pdf-path-304">
            <a:extLst xmlns:a="http://schemas.openxmlformats.org/drawingml/2006/main">
              <a:ext uri="{FF2B5EF4-FFF2-40B4-BE49-F238E27FC236}">
                <a16:creationId xmlns:a16="http://schemas.microsoft.com/office/drawing/2014/main" id="{BA1D107B-A054-40D8-B961-6822E65F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71686" y="2792939"/>
            <a:ext cx="110377" cy="582870"/>
          </a:xfrm>
          <a:custGeom xmlns:a="http://schemas.openxmlformats.org/drawingml/2006/main">
            <a:pathLst>
              <a:path w="110377" h="582870">
                <a:moveTo>
                  <a:pt x="106393" y="27400"/>
                </a:moveTo>
                <a:lnTo>
                  <a:pt x="110238" y="445048"/>
                </a:lnTo>
                <a:cubicBezTo>
                  <a:pt x="110377" y="460243"/>
                  <a:pt x="98179" y="472674"/>
                  <a:pt x="82994" y="472814"/>
                </a:cubicBezTo>
                <a:cubicBezTo>
                  <a:pt x="67808" y="472953"/>
                  <a:pt x="55384" y="460749"/>
                  <a:pt x="55245" y="445552"/>
                </a:cubicBezTo>
                <a:lnTo>
                  <a:pt x="51402" y="27908"/>
                </a:lnTo>
                <a:cubicBezTo>
                  <a:pt x="51260" y="12711"/>
                  <a:pt x="63458" y="280"/>
                  <a:pt x="78644" y="139"/>
                </a:cubicBezTo>
                <a:cubicBezTo>
                  <a:pt x="93829" y="0"/>
                  <a:pt x="106254" y="12206"/>
                  <a:pt x="106393" y="27400"/>
                </a:cubicBezTo>
                <a:moveTo>
                  <a:pt x="164976" y="417026"/>
                </a:moveTo>
                <a:lnTo>
                  <a:pt x="84007" y="582870"/>
                </a:lnTo>
                <a:lnTo>
                  <a:pt x="0" y="418547"/>
                </a:lnTo>
                <a:lnTo>
                  <a:pt x="164976" y="417026"/>
                </a:lnTo>
              </a:path>
            </a:pathLst>
          </a:custGeom>
          <a:solidFill xmlns:a="http://schemas.openxmlformats.org/drawingml/2006/main">
            <a:srgbClr val="B3D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pdf-path-305">
            <a:extLst xmlns:a="http://schemas.openxmlformats.org/drawingml/2006/main">
              <a:ext uri="{FF2B5EF4-FFF2-40B4-BE49-F238E27FC236}">
                <a16:creationId xmlns:a16="http://schemas.microsoft.com/office/drawing/2014/main" id="{6D6EF628-3F05-44FE-B13B-C706FBF8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92551" y="2842756"/>
            <a:ext cx="172748" cy="162307"/>
          </a:xfrm>
          <a:custGeom xmlns:a="http://schemas.openxmlformats.org/drawingml/2006/main">
            <a:pathLst>
              <a:path w="172748" h="162307">
                <a:moveTo>
                  <a:pt x="0" y="0"/>
                </a:moveTo>
                <a:lnTo>
                  <a:pt x="172748" y="0"/>
                </a:lnTo>
                <a:lnTo>
                  <a:pt x="172748" y="162307"/>
                </a:lnTo>
                <a:lnTo>
                  <a:pt x="0" y="16230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4D813A"/>
            </a:solidFill>
            <a:prstDash val="solid"/>
          </a:ln>
        </p:spPr>
      </p:sp>
      <p:sp>
        <p:nvSpPr>
          <p:cNvPr id="197" name="pdf-path-306">
            <a:extLst xmlns:a="http://schemas.openxmlformats.org/drawingml/2006/main">
              <a:ext uri="{FF2B5EF4-FFF2-40B4-BE49-F238E27FC236}">
                <a16:creationId xmlns:a16="http://schemas.microsoft.com/office/drawing/2014/main" id="{AA792789-4507-4844-A9FF-B61A88B5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4946" y="2599156"/>
            <a:ext cx="194747" cy="184318"/>
          </a:xfrm>
          <a:custGeom xmlns:a="http://schemas.openxmlformats.org/drawingml/2006/main">
            <a:pathLst>
              <a:path w="194747" h="184318">
                <a:moveTo>
                  <a:pt x="0" y="151299"/>
                </a:moveTo>
                <a:lnTo>
                  <a:pt x="0" y="107277"/>
                </a:lnTo>
                <a:cubicBezTo>
                  <a:pt x="0" y="101197"/>
                  <a:pt x="4924" y="96270"/>
                  <a:pt x="11000" y="96270"/>
                </a:cubicBezTo>
                <a:cubicBezTo>
                  <a:pt x="17075" y="96270"/>
                  <a:pt x="21997" y="101197"/>
                  <a:pt x="21997" y="107277"/>
                </a:cubicBezTo>
                <a:lnTo>
                  <a:pt x="21997" y="151299"/>
                </a:lnTo>
                <a:cubicBezTo>
                  <a:pt x="21997" y="157379"/>
                  <a:pt x="17075" y="162306"/>
                  <a:pt x="11000" y="162306"/>
                </a:cubicBezTo>
                <a:cubicBezTo>
                  <a:pt x="4924" y="162306"/>
                  <a:pt x="0" y="157379"/>
                  <a:pt x="0" y="151299"/>
                </a:cubicBezTo>
                <a:moveTo>
                  <a:pt x="0" y="63253"/>
                </a:moveTo>
                <a:lnTo>
                  <a:pt x="0" y="19228"/>
                </a:lnTo>
                <a:cubicBezTo>
                  <a:pt x="0" y="13150"/>
                  <a:pt x="4924" y="8221"/>
                  <a:pt x="11000" y="8221"/>
                </a:cubicBezTo>
                <a:cubicBezTo>
                  <a:pt x="17075" y="8221"/>
                  <a:pt x="21997" y="13150"/>
                  <a:pt x="21997" y="19228"/>
                </a:cubicBezTo>
                <a:lnTo>
                  <a:pt x="21997" y="63253"/>
                </a:lnTo>
                <a:cubicBezTo>
                  <a:pt x="21997" y="69331"/>
                  <a:pt x="17075" y="74258"/>
                  <a:pt x="11000" y="74258"/>
                </a:cubicBezTo>
                <a:cubicBezTo>
                  <a:pt x="4924" y="74258"/>
                  <a:pt x="0" y="69331"/>
                  <a:pt x="0" y="63253"/>
                </a:cubicBezTo>
                <a:moveTo>
                  <a:pt x="46777" y="0"/>
                </a:moveTo>
                <a:lnTo>
                  <a:pt x="90774" y="0"/>
                </a:lnTo>
                <a:cubicBezTo>
                  <a:pt x="96850" y="0"/>
                  <a:pt x="101773" y="4927"/>
                  <a:pt x="101773" y="11007"/>
                </a:cubicBezTo>
                <a:cubicBezTo>
                  <a:pt x="101773" y="17085"/>
                  <a:pt x="96850" y="22012"/>
                  <a:pt x="90774" y="22012"/>
                </a:cubicBezTo>
                <a:lnTo>
                  <a:pt x="46777" y="22012"/>
                </a:lnTo>
                <a:cubicBezTo>
                  <a:pt x="40703" y="22012"/>
                  <a:pt x="35781" y="17085"/>
                  <a:pt x="35781" y="11007"/>
                </a:cubicBezTo>
                <a:cubicBezTo>
                  <a:pt x="35781" y="4927"/>
                  <a:pt x="40703" y="0"/>
                  <a:pt x="46777" y="0"/>
                </a:cubicBezTo>
                <a:moveTo>
                  <a:pt x="134769" y="0"/>
                </a:moveTo>
                <a:lnTo>
                  <a:pt x="178765" y="0"/>
                </a:lnTo>
                <a:cubicBezTo>
                  <a:pt x="184841" y="0"/>
                  <a:pt x="189765" y="4927"/>
                  <a:pt x="189765" y="11007"/>
                </a:cubicBezTo>
                <a:cubicBezTo>
                  <a:pt x="189765" y="17085"/>
                  <a:pt x="184841" y="22012"/>
                  <a:pt x="178765" y="22012"/>
                </a:cubicBezTo>
                <a:lnTo>
                  <a:pt x="134769" y="22012"/>
                </a:lnTo>
                <a:cubicBezTo>
                  <a:pt x="128696" y="22012"/>
                  <a:pt x="123772" y="17085"/>
                  <a:pt x="123772" y="11007"/>
                </a:cubicBezTo>
                <a:cubicBezTo>
                  <a:pt x="123772" y="4927"/>
                  <a:pt x="128696" y="0"/>
                  <a:pt x="134769" y="0"/>
                </a:cubicBezTo>
                <a:moveTo>
                  <a:pt x="194747" y="50045"/>
                </a:moveTo>
                <a:lnTo>
                  <a:pt x="194747" y="94069"/>
                </a:lnTo>
                <a:cubicBezTo>
                  <a:pt x="194747" y="100149"/>
                  <a:pt x="189822" y="105076"/>
                  <a:pt x="183748" y="105076"/>
                </a:cubicBezTo>
                <a:cubicBezTo>
                  <a:pt x="177673" y="105076"/>
                  <a:pt x="172748" y="100149"/>
                  <a:pt x="172748" y="94069"/>
                </a:cubicBezTo>
                <a:lnTo>
                  <a:pt x="172748" y="50045"/>
                </a:lnTo>
                <a:cubicBezTo>
                  <a:pt x="172748" y="43967"/>
                  <a:pt x="177673" y="39039"/>
                  <a:pt x="183748" y="39039"/>
                </a:cubicBezTo>
                <a:cubicBezTo>
                  <a:pt x="189822" y="39039"/>
                  <a:pt x="194747" y="43967"/>
                  <a:pt x="194747" y="50045"/>
                </a:cubicBezTo>
                <a:moveTo>
                  <a:pt x="194747" y="138094"/>
                </a:moveTo>
                <a:lnTo>
                  <a:pt x="194747" y="173311"/>
                </a:lnTo>
                <a:cubicBezTo>
                  <a:pt x="194747" y="179391"/>
                  <a:pt x="189822" y="184318"/>
                  <a:pt x="183748" y="184318"/>
                </a:cubicBezTo>
                <a:lnTo>
                  <a:pt x="174947" y="184318"/>
                </a:lnTo>
                <a:cubicBezTo>
                  <a:pt x="168873" y="184318"/>
                  <a:pt x="163950" y="179391"/>
                  <a:pt x="163950" y="173311"/>
                </a:cubicBezTo>
                <a:cubicBezTo>
                  <a:pt x="163950" y="167233"/>
                  <a:pt x="168873" y="162306"/>
                  <a:pt x="174947" y="162306"/>
                </a:cubicBezTo>
                <a:lnTo>
                  <a:pt x="183748" y="162306"/>
                </a:lnTo>
                <a:lnTo>
                  <a:pt x="172748" y="173311"/>
                </a:lnTo>
                <a:lnTo>
                  <a:pt x="172748" y="138094"/>
                </a:lnTo>
                <a:cubicBezTo>
                  <a:pt x="172748" y="132015"/>
                  <a:pt x="177673" y="127088"/>
                  <a:pt x="183748" y="127088"/>
                </a:cubicBezTo>
                <a:cubicBezTo>
                  <a:pt x="189822" y="127088"/>
                  <a:pt x="194747" y="132015"/>
                  <a:pt x="194747" y="138094"/>
                </a:cubicBezTo>
                <a:moveTo>
                  <a:pt x="130952" y="184318"/>
                </a:moveTo>
                <a:lnTo>
                  <a:pt x="86955" y="184318"/>
                </a:lnTo>
                <a:cubicBezTo>
                  <a:pt x="80881" y="184318"/>
                  <a:pt x="75956" y="179391"/>
                  <a:pt x="75956" y="173311"/>
                </a:cubicBezTo>
                <a:cubicBezTo>
                  <a:pt x="75956" y="167233"/>
                  <a:pt x="80881" y="162306"/>
                  <a:pt x="86955" y="162306"/>
                </a:cubicBezTo>
                <a:lnTo>
                  <a:pt x="130952" y="162306"/>
                </a:lnTo>
                <a:cubicBezTo>
                  <a:pt x="137025" y="162306"/>
                  <a:pt x="141951" y="167233"/>
                  <a:pt x="141951" y="173311"/>
                </a:cubicBezTo>
                <a:cubicBezTo>
                  <a:pt x="141951" y="179391"/>
                  <a:pt x="137025" y="184318"/>
                  <a:pt x="130952" y="184318"/>
                </a:cubicBezTo>
                <a:moveTo>
                  <a:pt x="42959" y="184318"/>
                </a:moveTo>
                <a:lnTo>
                  <a:pt x="11000" y="184318"/>
                </a:lnTo>
                <a:cubicBezTo>
                  <a:pt x="4924" y="184318"/>
                  <a:pt x="0" y="179391"/>
                  <a:pt x="0" y="173311"/>
                </a:cubicBezTo>
                <a:cubicBezTo>
                  <a:pt x="0" y="167233"/>
                  <a:pt x="4924" y="162306"/>
                  <a:pt x="11000" y="162306"/>
                </a:cubicBezTo>
                <a:lnTo>
                  <a:pt x="42959" y="162306"/>
                </a:lnTo>
                <a:cubicBezTo>
                  <a:pt x="49033" y="162306"/>
                  <a:pt x="53959" y="167233"/>
                  <a:pt x="53959" y="173311"/>
                </a:cubicBezTo>
                <a:cubicBezTo>
                  <a:pt x="53959" y="179391"/>
                  <a:pt x="49033" y="184318"/>
                  <a:pt x="42959" y="184318"/>
                </a:cubicBezTo>
              </a:path>
            </a:pathLst>
          </a:custGeom>
          <a:solidFill xmlns:a="http://schemas.openxmlformats.org/drawingml/2006/main">
            <a:srgbClr val="4D8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pdf-path-307">
            <a:extLst xmlns:a="http://schemas.openxmlformats.org/drawingml/2006/main">
              <a:ext uri="{FF2B5EF4-FFF2-40B4-BE49-F238E27FC236}">
                <a16:creationId xmlns:a16="http://schemas.microsoft.com/office/drawing/2014/main" id="{9D71A363-2DC4-4735-AC59-14BD5478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8694" y="2691317"/>
            <a:ext cx="105274" cy="151438"/>
          </a:xfrm>
          <a:custGeom xmlns:a="http://schemas.openxmlformats.org/drawingml/2006/main">
            <a:pathLst>
              <a:path w="105274" h="151438">
                <a:moveTo>
                  <a:pt x="0" y="0"/>
                </a:moveTo>
                <a:lnTo>
                  <a:pt x="105274" y="151438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8DC379"/>
            </a:solidFill>
            <a:prstDash val="dash"/>
          </a:ln>
        </p:spPr>
      </p:sp>
      <p:sp>
        <p:nvSpPr>
          <p:cNvPr id="199" name="pdf-path-308">
            <a:extLst xmlns:a="http://schemas.openxmlformats.org/drawingml/2006/main">
              <a:ext uri="{FF2B5EF4-FFF2-40B4-BE49-F238E27FC236}">
                <a16:creationId xmlns:a16="http://schemas.microsoft.com/office/drawing/2014/main" id="{A777AEBB-E5F8-4584-9412-2336590E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5946" y="2775897"/>
            <a:ext cx="96606" cy="148011"/>
          </a:xfrm>
          <a:custGeom xmlns:a="http://schemas.openxmlformats.org/drawingml/2006/main">
            <a:pathLst>
              <a:path w="96606" h="148011">
                <a:moveTo>
                  <a:pt x="0" y="0"/>
                </a:moveTo>
                <a:lnTo>
                  <a:pt x="96606" y="148011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8DC379"/>
            </a:solidFill>
            <a:prstDash val="dash"/>
          </a:ln>
        </p:spPr>
      </p:sp>
      <p:pic>
        <p:nvPic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8FA19897-43F1-40A8-8A0B-6A1F363A70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bc0ac2cdd2436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05125" y="3362325"/>
            <a:ext cx="276225" cy="247650"/>
          </a:xfrm>
          <a:prstGeom xmlns:a="http://schemas.openxmlformats.org/drawingml/2006/main" prst="rect">
            <a:avLst/>
          </a:prstGeom>
        </p:spPr>
      </p:pic>
      <p:sp>
        <p:nvSpPr>
          <p:cNvPr id="201" name="source-raster-76">
            <a:extLst xmlns:a="http://schemas.openxmlformats.org/drawingml/2006/main">
              <a:ext uri="{FF2B5EF4-FFF2-40B4-BE49-F238E27FC236}">
                <a16:creationId xmlns:a16="http://schemas.microsoft.com/office/drawing/2014/main" id="{5F11D787-22F6-44D8-A1C9-C41CD99E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05125" y="3362325"/>
            <a:ext cx="2762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2" name="pdf-path-311">
            <a:extLst xmlns:a="http://schemas.openxmlformats.org/drawingml/2006/main">
              <a:ext uri="{FF2B5EF4-FFF2-40B4-BE49-F238E27FC236}">
                <a16:creationId xmlns:a16="http://schemas.microsoft.com/office/drawing/2014/main" id="{7075C921-1E83-498E-B947-217F1ABA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0923" y="3495352"/>
            <a:ext cx="112940" cy="294056"/>
          </a:xfrm>
          <a:custGeom xmlns:a="http://schemas.openxmlformats.org/drawingml/2006/main">
            <a:pathLst>
              <a:path w="112940" h="294056">
                <a:moveTo>
                  <a:pt x="5146" y="294056"/>
                </a:moveTo>
                <a:lnTo>
                  <a:pt x="96121" y="52467"/>
                </a:lnTo>
                <a:lnTo>
                  <a:pt x="90975" y="50526"/>
                </a:lnTo>
                <a:lnTo>
                  <a:pt x="0" y="292114"/>
                </a:lnTo>
                <a:lnTo>
                  <a:pt x="5146" y="294056"/>
                </a:lnTo>
                <a:moveTo>
                  <a:pt x="120548" y="73436"/>
                </a:moveTo>
                <a:lnTo>
                  <a:pt x="112940" y="0"/>
                </a:lnTo>
                <a:lnTo>
                  <a:pt x="58792" y="50152"/>
                </a:lnTo>
                <a:lnTo>
                  <a:pt x="120548" y="73436"/>
                </a:lnTo>
              </a:path>
            </a:pathLst>
          </a:cu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" name="pdf-path-312">
            <a:extLst xmlns:a="http://schemas.openxmlformats.org/drawingml/2006/main">
              <a:ext uri="{FF2B5EF4-FFF2-40B4-BE49-F238E27FC236}">
                <a16:creationId xmlns:a16="http://schemas.microsoft.com/office/drawing/2014/main" id="{F24C047F-5934-48FB-9AA2-C9A42EC9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819" y="3534100"/>
            <a:ext cx="856759" cy="333996"/>
          </a:xfrm>
          <a:custGeom xmlns:a="http://schemas.openxmlformats.org/drawingml/2006/main">
            <a:pathLst>
              <a:path w="856759" h="333996">
                <a:moveTo>
                  <a:pt x="0" y="92269"/>
                </a:moveTo>
                <a:lnTo>
                  <a:pt x="204493" y="0"/>
                </a:lnTo>
                <a:lnTo>
                  <a:pt x="856759" y="241729"/>
                </a:lnTo>
                <a:lnTo>
                  <a:pt x="652269" y="333996"/>
                </a:lnTo>
                <a:lnTo>
                  <a:pt x="0" y="92269"/>
                </a:lnTo>
              </a:path>
            </a:pathLst>
          </a:custGeom>
          <a:solidFill xmlns:a="http://schemas.openxmlformats.org/drawingml/2006/main">
            <a:srgbClr val="F6EBD2">
              <a:alpha val="5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" name="pdf-text-166-0">
            <a:extLst xmlns:a="http://schemas.openxmlformats.org/drawingml/2006/main">
              <a:ext uri="{FF2B5EF4-FFF2-40B4-BE49-F238E27FC236}">
                <a16:creationId xmlns:a16="http://schemas.microsoft.com/office/drawing/2014/main" id="{082C768B-0D43-4F34-900C-3A8D5CA8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3054" y="3441279"/>
            <a:ext cx="74436" cy="133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50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1050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n</a:t>
            </a:r>
          </a:p>
        </p:txBody>
      </p:sp>
      <p:sp>
        <p:nvSpPr>
          <p:cNvPr id="205" name="pdf-path-315">
            <a:extLst xmlns:a="http://schemas.openxmlformats.org/drawingml/2006/main">
              <a:ext uri="{FF2B5EF4-FFF2-40B4-BE49-F238E27FC236}">
                <a16:creationId xmlns:a16="http://schemas.microsoft.com/office/drawing/2014/main" id="{312F8CD9-7330-40C9-A530-E7BCBC32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861" y="3899564"/>
            <a:ext cx="791927" cy="149789"/>
          </a:xfrm>
          <a:custGeom xmlns:a="http://schemas.openxmlformats.org/drawingml/2006/main">
            <a:pathLst>
              <a:path w="791927" h="149789">
                <a:moveTo>
                  <a:pt x="0" y="149789"/>
                </a:moveTo>
                <a:lnTo>
                  <a:pt x="164832" y="0"/>
                </a:lnTo>
                <a:lnTo>
                  <a:pt x="627095" y="0"/>
                </a:lnTo>
                <a:lnTo>
                  <a:pt x="791927" y="149789"/>
                </a:lnTo>
                <a:lnTo>
                  <a:pt x="0" y="149789"/>
                </a:lnTo>
              </a:path>
            </a:pathLst>
          </a:custGeom>
          <a:solidFill xmlns:a="http://schemas.openxmlformats.org/drawingml/2006/main">
            <a:srgbClr val="F6EBD2">
              <a:alpha val="5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" name="pdf-path-316">
            <a:extLst xmlns:a="http://schemas.openxmlformats.org/drawingml/2006/main">
              <a:ext uri="{FF2B5EF4-FFF2-40B4-BE49-F238E27FC236}">
                <a16:creationId xmlns:a16="http://schemas.microsoft.com/office/drawing/2014/main" id="{29272C2B-35A9-4140-96D6-317F43AD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3765" y="3679898"/>
            <a:ext cx="35748" cy="280881"/>
          </a:xfrm>
          <a:custGeom xmlns:a="http://schemas.openxmlformats.org/drawingml/2006/main">
            <a:pathLst>
              <a:path w="35748" h="280881">
                <a:moveTo>
                  <a:pt x="35746" y="280881"/>
                </a:moveTo>
                <a:lnTo>
                  <a:pt x="35748" y="55029"/>
                </a:lnTo>
                <a:lnTo>
                  <a:pt x="30247" y="55029"/>
                </a:lnTo>
                <a:lnTo>
                  <a:pt x="30247" y="280881"/>
                </a:lnTo>
                <a:lnTo>
                  <a:pt x="35746" y="280881"/>
                </a:lnTo>
                <a:moveTo>
                  <a:pt x="65995" y="66036"/>
                </a:moveTo>
                <a:lnTo>
                  <a:pt x="32998" y="0"/>
                </a:lnTo>
                <a:lnTo>
                  <a:pt x="0" y="66036"/>
                </a:lnTo>
                <a:lnTo>
                  <a:pt x="65995" y="66036"/>
                </a:lnTo>
              </a:path>
            </a:pathLst>
          </a:cu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pdf-text-167-0">
            <a:extLst xmlns:a="http://schemas.openxmlformats.org/drawingml/2006/main">
              <a:ext uri="{FF2B5EF4-FFF2-40B4-BE49-F238E27FC236}">
                <a16:creationId xmlns:a16="http://schemas.microsoft.com/office/drawing/2014/main" id="{766FBB72-CEF1-4588-96D0-4C51B44F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4543" y="3628764"/>
            <a:ext cx="99639" cy="133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50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1050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+</a:t>
            </a:r>
          </a:p>
        </p:txBody>
      </p:sp>
      <p:sp>
        <p:nvSpPr>
          <p:cNvPr id="208" name="pdf-text-168-0">
            <a:extLst xmlns:a="http://schemas.openxmlformats.org/drawingml/2006/main">
              <a:ext uri="{FF2B5EF4-FFF2-40B4-BE49-F238E27FC236}">
                <a16:creationId xmlns:a16="http://schemas.microsoft.com/office/drawing/2014/main" id="{64F91901-3795-4652-A8E9-4040F991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3532" y="3628764"/>
            <a:ext cx="64472" cy="133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50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1050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𝑧</a:t>
            </a:r>
          </a:p>
        </p:txBody>
      </p:sp>
      <p:sp>
        <p:nvSpPr>
          <p:cNvPr id="209" name="pdf-text-169-0">
            <a:extLst xmlns:a="http://schemas.openxmlformats.org/drawingml/2006/main">
              <a:ext uri="{FF2B5EF4-FFF2-40B4-BE49-F238E27FC236}">
                <a16:creationId xmlns:a16="http://schemas.microsoft.com/office/drawing/2014/main" id="{BEE9E241-9BDC-4516-9DCF-BD363B9E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1898" y="4214590"/>
            <a:ext cx="357134" cy="114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61" b="0" i="0">
                <a:solidFill>
                  <a:srgbClr val="9D76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61" b="0" i="0">
                <a:solidFill>
                  <a:srgbClr val="9D761F"/>
                </a:solidFill>
                <a:latin typeface="Arial"/>
                <a:ea typeface="Arial"/>
                <a:cs typeface="Arial"/>
              </a:defRPr>
            </a:pPr>
            <a:r>
              <a:rPr sz="861" b="0" i="0">
                <a:solidFill>
                  <a:srgbClr val="9D761F"/>
                </a:solidFill>
                <a:latin typeface="Arial"/>
                <a:ea typeface="Arial"/>
                <a:cs typeface="Arial"/>
              </a:rPr>
              <a:t>Gravity</a:t>
            </a:r>
          </a:p>
        </p:txBody>
      </p:sp>
      <p:sp>
        <p:nvSpPr>
          <p:cNvPr id="210" name="pdf-text-170-0">
            <a:extLst xmlns:a="http://schemas.openxmlformats.org/drawingml/2006/main">
              <a:ext uri="{FF2B5EF4-FFF2-40B4-BE49-F238E27FC236}">
                <a16:creationId xmlns:a16="http://schemas.microsoft.com/office/drawing/2014/main" id="{D304C52C-A49B-4E28-BE69-63924471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487" y="4214590"/>
            <a:ext cx="519925" cy="114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00" b="0" i="0">
                <a:solidFill>
                  <a:srgbClr val="9D76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9D761F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9D761F"/>
                </a:solidFill>
                <a:latin typeface="Arial"/>
                <a:ea typeface="Arial"/>
                <a:cs typeface="Arial"/>
              </a:rPr>
              <a:t>Alignment</a:t>
            </a:r>
          </a:p>
        </p:txBody>
      </p:sp>
      <p:sp>
        <p:nvSpPr>
          <p:cNvPr id="211" name="pdf-text-171-0">
            <a:extLst xmlns:a="http://schemas.openxmlformats.org/drawingml/2006/main">
              <a:ext uri="{FF2B5EF4-FFF2-40B4-BE49-F238E27FC236}">
                <a16:creationId xmlns:a16="http://schemas.microsoft.com/office/drawing/2014/main" id="{7C2B819F-F93A-4092-8836-44713266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0667" y="857367"/>
            <a:ext cx="1601661" cy="15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00" b="1" i="0">
                <a:solidFill>
                  <a:srgbClr val="DA8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DA8B4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DA8B4D"/>
                </a:solidFill>
                <a:latin typeface="Arial"/>
                <a:ea typeface="Arial"/>
                <a:cs typeface="Arial"/>
              </a:rPr>
              <a:t>“orange plate”, “pizza”</a:t>
            </a:r>
          </a:p>
        </p:txBody>
      </p:sp>
      <p:sp>
        <p:nvSpPr>
          <p:cNvPr id="212" name="pdf-text-172-0">
            <a:extLst xmlns:a="http://schemas.openxmlformats.org/drawingml/2006/main">
              <a:ext uri="{FF2B5EF4-FFF2-40B4-BE49-F238E27FC236}">
                <a16:creationId xmlns:a16="http://schemas.microsoft.com/office/drawing/2014/main" id="{D4ED541B-5506-4D35-AA93-FEBB783A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0667" y="1049423"/>
            <a:ext cx="483114" cy="15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00" b="1" i="0">
                <a:solidFill>
                  <a:srgbClr val="DA8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DA8B4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DA8B4D"/>
                </a:solidFill>
                <a:latin typeface="Arial"/>
                <a:ea typeface="Arial"/>
                <a:cs typeface="Arial"/>
              </a:rPr>
              <a:t>“donut</a:t>
            </a:r>
          </a:p>
        </p:txBody>
      </p:sp>
      <p:sp>
        <p:nvSpPr>
          <p:cNvPr id="213" name="pdf-text-173-0">
            <a:extLst xmlns:a="http://schemas.openxmlformats.org/drawingml/2006/main">
              <a:ext uri="{FF2B5EF4-FFF2-40B4-BE49-F238E27FC236}">
                <a16:creationId xmlns:a16="http://schemas.microsoft.com/office/drawing/2014/main" id="{1A7D635E-6FC2-4D2B-9956-975517B1C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84623" y="1049423"/>
            <a:ext cx="180274" cy="15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00" b="1" i="0">
                <a:solidFill>
                  <a:srgbClr val="DA8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DA8B4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DA8B4D"/>
                </a:solidFill>
                <a:latin typeface="Arial"/>
                <a:ea typeface="Arial"/>
                <a:cs typeface="Arial"/>
              </a:rPr>
              <a:t>”,  </a:t>
            </a:r>
          </a:p>
        </p:txBody>
      </p:sp>
      <p:sp>
        <p:nvSpPr>
          <p:cNvPr id="214" name="pdf-text-174-0">
            <a:extLst xmlns:a="http://schemas.openxmlformats.org/drawingml/2006/main">
              <a:ext uri="{FF2B5EF4-FFF2-40B4-BE49-F238E27FC236}">
                <a16:creationId xmlns:a16="http://schemas.microsoft.com/office/drawing/2014/main" id="{0048A277-1FEF-4A4B-83C5-B38A9DF9E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64729" y="1049423"/>
            <a:ext cx="113557" cy="15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00" b="1" i="0">
                <a:solidFill>
                  <a:srgbClr val="DA8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DA8B4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DA8B4D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215" name="pdf-path-325">
            <a:extLst xmlns:a="http://schemas.openxmlformats.org/drawingml/2006/main">
              <a:ext uri="{FF2B5EF4-FFF2-40B4-BE49-F238E27FC236}">
                <a16:creationId xmlns:a16="http://schemas.microsoft.com/office/drawing/2014/main" id="{7F093DE9-5434-4FC6-B778-82E9771C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8754" y="1805764"/>
            <a:ext cx="1371633" cy="1269700"/>
          </a:xfrm>
          <a:custGeom xmlns:a="http://schemas.openxmlformats.org/drawingml/2006/main">
            <a:pathLst>
              <a:path w="1371633" h="1269700">
                <a:moveTo>
                  <a:pt x="0" y="211621"/>
                </a:moveTo>
                <a:cubicBezTo>
                  <a:pt x="0" y="94746"/>
                  <a:pt x="94685" y="0"/>
                  <a:pt x="211485" y="0"/>
                </a:cubicBezTo>
                <a:lnTo>
                  <a:pt x="1160148" y="0"/>
                </a:lnTo>
                <a:cubicBezTo>
                  <a:pt x="1276947" y="0"/>
                  <a:pt x="1371633" y="94746"/>
                  <a:pt x="1371633" y="211621"/>
                </a:cubicBezTo>
                <a:lnTo>
                  <a:pt x="1371633" y="1058080"/>
                </a:lnTo>
                <a:cubicBezTo>
                  <a:pt x="1371633" y="1174954"/>
                  <a:pt x="1276947" y="1269700"/>
                  <a:pt x="1160148" y="1269700"/>
                </a:cubicBezTo>
                <a:lnTo>
                  <a:pt x="211485" y="1269700"/>
                </a:lnTo>
                <a:cubicBezTo>
                  <a:pt x="94685" y="1269700"/>
                  <a:pt x="0" y="1174954"/>
                  <a:pt x="0" y="1058080"/>
                </a:cubicBezTo>
                <a:lnTo>
                  <a:pt x="0" y="211621"/>
                </a:lnTo>
              </a:path>
            </a:pathLst>
          </a:custGeom>
          <a:noFill xmlns:a="http://schemas.openxmlformats.org/drawingml/2006/main"/>
          <a:ln xmlns:a="http://schemas.openxmlformats.org/drawingml/2006/main" w="21431">
            <a:solidFill>
              <a:srgbClr val="DA8B4D"/>
            </a:solidFill>
            <a:prstDash val="dash"/>
          </a:ln>
        </p:spPr>
      </p:sp>
      <p:sp>
        <p:nvSpPr>
          <p:cNvPr id="216" name="pdf-path-326">
            <a:extLst xmlns:a="http://schemas.openxmlformats.org/drawingml/2006/main">
              <a:ext uri="{FF2B5EF4-FFF2-40B4-BE49-F238E27FC236}">
                <a16:creationId xmlns:a16="http://schemas.microsoft.com/office/drawing/2014/main" id="{535214EC-78A4-4A61-A2EA-ACC9C7F62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6923" y="2437901"/>
            <a:ext cx="219485" cy="82546"/>
          </a:xfrm>
          <a:custGeom xmlns:a="http://schemas.openxmlformats.org/drawingml/2006/main">
            <a:pathLst>
              <a:path w="219485" h="82546">
                <a:moveTo>
                  <a:pt x="191987" y="0"/>
                </a:moveTo>
                <a:lnTo>
                  <a:pt x="82492" y="0"/>
                </a:lnTo>
                <a:cubicBezTo>
                  <a:pt x="67306" y="0"/>
                  <a:pt x="54995" y="12320"/>
                  <a:pt x="54995" y="27515"/>
                </a:cubicBezTo>
                <a:cubicBezTo>
                  <a:pt x="54995" y="42712"/>
                  <a:pt x="67308" y="55031"/>
                  <a:pt x="82492" y="55031"/>
                </a:cubicBezTo>
                <a:lnTo>
                  <a:pt x="191987" y="55029"/>
                </a:lnTo>
                <a:cubicBezTo>
                  <a:pt x="207173" y="55029"/>
                  <a:pt x="219485" y="42712"/>
                  <a:pt x="219485" y="27515"/>
                </a:cubicBezTo>
                <a:cubicBezTo>
                  <a:pt x="219485" y="12318"/>
                  <a:pt x="207173" y="0"/>
                  <a:pt x="191987" y="0"/>
                </a:cubicBezTo>
                <a:moveTo>
                  <a:pt x="109990" y="-27515"/>
                </a:moveTo>
                <a:lnTo>
                  <a:pt x="0" y="27516"/>
                </a:lnTo>
                <a:lnTo>
                  <a:pt x="109990" y="82546"/>
                </a:lnTo>
                <a:lnTo>
                  <a:pt x="109990" y="-27515"/>
                </a:lnTo>
              </a:path>
            </a:pathLst>
          </a:custGeom>
          <a:solidFill xmlns:a="http://schemas.openxmlformats.org/drawingml/2006/main">
            <a:srgbClr val="DA8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" name="pdf-path-327">
            <a:extLst xmlns:a="http://schemas.openxmlformats.org/drawingml/2006/main">
              <a:ext uri="{FF2B5EF4-FFF2-40B4-BE49-F238E27FC236}">
                <a16:creationId xmlns:a16="http://schemas.microsoft.com/office/drawing/2014/main" id="{E007703A-C030-4B2D-AAB6-BA9AEE9E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6532" y="1913248"/>
            <a:ext cx="1388141" cy="1496003"/>
          </a:xfrm>
          <a:custGeom xmlns:a="http://schemas.openxmlformats.org/drawingml/2006/main">
            <a:pathLst>
              <a:path w="1388141" h="1496003">
                <a:moveTo>
                  <a:pt x="0" y="231511"/>
                </a:moveTo>
                <a:cubicBezTo>
                  <a:pt x="0" y="103651"/>
                  <a:pt x="103584" y="0"/>
                  <a:pt x="231362" y="0"/>
                </a:cubicBezTo>
                <a:lnTo>
                  <a:pt x="1156779" y="0"/>
                </a:lnTo>
                <a:cubicBezTo>
                  <a:pt x="1284556" y="0"/>
                  <a:pt x="1388141" y="103651"/>
                  <a:pt x="1388141" y="231511"/>
                </a:cubicBezTo>
                <a:lnTo>
                  <a:pt x="1388141" y="1264492"/>
                </a:lnTo>
                <a:cubicBezTo>
                  <a:pt x="1388141" y="1392352"/>
                  <a:pt x="1284556" y="1496003"/>
                  <a:pt x="1156779" y="1496003"/>
                </a:cubicBezTo>
                <a:lnTo>
                  <a:pt x="231362" y="1496003"/>
                </a:lnTo>
                <a:cubicBezTo>
                  <a:pt x="103584" y="1496003"/>
                  <a:pt x="0" y="1392352"/>
                  <a:pt x="0" y="1264492"/>
                </a:cubicBezTo>
                <a:lnTo>
                  <a:pt x="0" y="231511"/>
                </a:lnTo>
              </a:path>
            </a:pathLst>
          </a:custGeom>
          <a:noFill xmlns:a="http://schemas.openxmlformats.org/drawingml/2006/main"/>
          <a:ln xmlns:a="http://schemas.openxmlformats.org/drawingml/2006/main" w="21431">
            <a:solidFill>
              <a:srgbClr val="4D813A"/>
            </a:solidFill>
            <a:prstDash val="dash"/>
          </a:ln>
        </p:spPr>
      </p:sp>
      <p:sp>
        <p:nvSpPr>
          <p:cNvPr id="218" name="pdf-path-328">
            <a:extLst xmlns:a="http://schemas.openxmlformats.org/drawingml/2006/main">
              <a:ext uri="{FF2B5EF4-FFF2-40B4-BE49-F238E27FC236}">
                <a16:creationId xmlns:a16="http://schemas.microsoft.com/office/drawing/2014/main" id="{317F2572-3217-44AB-98D2-CE71BD04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19666" y="1901122"/>
            <a:ext cx="1407514" cy="1533151"/>
          </a:xfrm>
          <a:custGeom xmlns:a="http://schemas.openxmlformats.org/drawingml/2006/main">
            <a:pathLst>
              <a:path w="1407514" h="1533151">
                <a:moveTo>
                  <a:pt x="0" y="234741"/>
                </a:moveTo>
                <a:cubicBezTo>
                  <a:pt x="0" y="105097"/>
                  <a:pt x="105030" y="0"/>
                  <a:pt x="234591" y="0"/>
                </a:cubicBezTo>
                <a:lnTo>
                  <a:pt x="1172923" y="0"/>
                </a:lnTo>
                <a:cubicBezTo>
                  <a:pt x="1302484" y="0"/>
                  <a:pt x="1407514" y="105097"/>
                  <a:pt x="1407514" y="234741"/>
                </a:cubicBezTo>
                <a:lnTo>
                  <a:pt x="1407514" y="1298411"/>
                </a:lnTo>
                <a:cubicBezTo>
                  <a:pt x="1407514" y="1428054"/>
                  <a:pt x="1302484" y="1533151"/>
                  <a:pt x="1172923" y="1533151"/>
                </a:cubicBezTo>
                <a:lnTo>
                  <a:pt x="234591" y="1533151"/>
                </a:lnTo>
                <a:cubicBezTo>
                  <a:pt x="105030" y="1533151"/>
                  <a:pt x="0" y="1428054"/>
                  <a:pt x="0" y="1298411"/>
                </a:cubicBezTo>
                <a:lnTo>
                  <a:pt x="0" y="234741"/>
                </a:lnTo>
              </a:path>
            </a:pathLst>
          </a:custGeom>
          <a:noFill xmlns:a="http://schemas.openxmlformats.org/drawingml/2006/main"/>
          <a:ln xmlns:a="http://schemas.openxmlformats.org/drawingml/2006/main" w="21431">
            <a:solidFill>
              <a:srgbClr val="4D813A"/>
            </a:solidFill>
            <a:prstDash val="dash"/>
          </a:ln>
        </p:spPr>
      </p:sp>
      <p:sp>
        <p:nvSpPr>
          <p:cNvPr id="219" name="pdf-text-175-0">
            <a:extLst xmlns:a="http://schemas.openxmlformats.org/drawingml/2006/main">
              <a:ext uri="{FF2B5EF4-FFF2-40B4-BE49-F238E27FC236}">
                <a16:creationId xmlns:a16="http://schemas.microsoft.com/office/drawing/2014/main" id="{24D7D674-621B-4463-9E48-23CA02709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4125" y="1638907"/>
            <a:ext cx="399186" cy="171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0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0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Edge</a:t>
            </a:r>
          </a:p>
        </p:txBody>
      </p:sp>
      <p:sp>
        <p:nvSpPr>
          <p:cNvPr id="220" name="pdf-path-330">
            <a:extLst xmlns:a="http://schemas.openxmlformats.org/drawingml/2006/main">
              <a:ext uri="{FF2B5EF4-FFF2-40B4-BE49-F238E27FC236}">
                <a16:creationId xmlns:a16="http://schemas.microsoft.com/office/drawing/2014/main" id="{BE0EBBC2-0F62-4E55-9B34-A71EF02D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99723" y="1548446"/>
            <a:ext cx="98990" cy="296780"/>
          </a:xfrm>
          <a:custGeom xmlns:a="http://schemas.openxmlformats.org/drawingml/2006/main">
            <a:pathLst>
              <a:path w="98990" h="296780">
                <a:moveTo>
                  <a:pt x="2" y="24763"/>
                </a:moveTo>
                <a:lnTo>
                  <a:pt x="0" y="172963"/>
                </a:lnTo>
                <a:cubicBezTo>
                  <a:pt x="0" y="186639"/>
                  <a:pt x="11081" y="197726"/>
                  <a:pt x="24748" y="197726"/>
                </a:cubicBezTo>
                <a:cubicBezTo>
                  <a:pt x="38414" y="197726"/>
                  <a:pt x="49496" y="186639"/>
                  <a:pt x="49496" y="172963"/>
                </a:cubicBezTo>
                <a:lnTo>
                  <a:pt x="49496" y="24763"/>
                </a:lnTo>
                <a:cubicBezTo>
                  <a:pt x="49496" y="11087"/>
                  <a:pt x="38417" y="0"/>
                  <a:pt x="24748" y="0"/>
                </a:cubicBezTo>
                <a:cubicBezTo>
                  <a:pt x="11081" y="0"/>
                  <a:pt x="2" y="11087"/>
                  <a:pt x="2" y="24763"/>
                </a:cubicBezTo>
                <a:moveTo>
                  <a:pt x="-49495" y="148200"/>
                </a:moveTo>
                <a:lnTo>
                  <a:pt x="24748" y="296780"/>
                </a:lnTo>
                <a:lnTo>
                  <a:pt x="98990" y="148200"/>
                </a:lnTo>
                <a:lnTo>
                  <a:pt x="-49495" y="148200"/>
                </a:lnTo>
              </a:path>
            </a:pathLst>
          </a:custGeom>
          <a:solidFill xmlns:a="http://schemas.openxmlformats.org/drawingml/2006/main">
            <a:srgbClr val="8DC37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0425242C-F910-4143-B79E-D1DED0134C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eef54cebbd420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05775" y="619125"/>
            <a:ext cx="1095375" cy="1038225"/>
          </a:xfrm>
          <a:prstGeom xmlns:a="http://schemas.openxmlformats.org/drawingml/2006/main" prst="rect">
            <a:avLst/>
          </a:prstGeom>
        </p:spPr>
      </p:pic>
      <p:sp>
        <p:nvSpPr>
          <p:cNvPr id="222" name="source-raster-79">
            <a:extLst xmlns:a="http://schemas.openxmlformats.org/drawingml/2006/main">
              <a:ext uri="{FF2B5EF4-FFF2-40B4-BE49-F238E27FC236}">
                <a16:creationId xmlns:a16="http://schemas.microsoft.com/office/drawing/2014/main" id="{7DAFAF8F-1AC3-4A7A-A071-91363F4B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05775" y="619125"/>
            <a:ext cx="1095375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3" name="pdf-path-332">
            <a:extLst xmlns:a="http://schemas.openxmlformats.org/drawingml/2006/main">
              <a:ext uri="{FF2B5EF4-FFF2-40B4-BE49-F238E27FC236}">
                <a16:creationId xmlns:a16="http://schemas.microsoft.com/office/drawing/2014/main" id="{71A07032-67C8-4C91-93EF-E44E6EE8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7935" y="603307"/>
            <a:ext cx="1119379" cy="1063519"/>
          </a:xfrm>
          <a:custGeom xmlns:a="http://schemas.openxmlformats.org/drawingml/2006/main">
            <a:pathLst>
              <a:path w="1119379" h="1063519">
                <a:moveTo>
                  <a:pt x="297443" y="0"/>
                </a:moveTo>
                <a:lnTo>
                  <a:pt x="821935" y="0"/>
                </a:lnTo>
                <a:lnTo>
                  <a:pt x="851951" y="1517"/>
                </a:lnTo>
                <a:lnTo>
                  <a:pt x="881530" y="6035"/>
                </a:lnTo>
                <a:lnTo>
                  <a:pt x="910089" y="13382"/>
                </a:lnTo>
                <a:lnTo>
                  <a:pt x="937468" y="23410"/>
                </a:lnTo>
                <a:lnTo>
                  <a:pt x="963514" y="35965"/>
                </a:lnTo>
                <a:lnTo>
                  <a:pt x="988076" y="50896"/>
                </a:lnTo>
                <a:lnTo>
                  <a:pt x="1011004" y="68052"/>
                </a:lnTo>
                <a:lnTo>
                  <a:pt x="1032152" y="87284"/>
                </a:lnTo>
                <a:lnTo>
                  <a:pt x="1051372" y="108446"/>
                </a:lnTo>
                <a:lnTo>
                  <a:pt x="1068516" y="131388"/>
                </a:lnTo>
                <a:lnTo>
                  <a:pt x="1083438" y="155965"/>
                </a:lnTo>
                <a:lnTo>
                  <a:pt x="1095986" y="182028"/>
                </a:lnTo>
                <a:lnTo>
                  <a:pt x="1106006" y="209426"/>
                </a:lnTo>
                <a:lnTo>
                  <a:pt x="1113349" y="238002"/>
                </a:lnTo>
                <a:lnTo>
                  <a:pt x="1117863" y="267600"/>
                </a:lnTo>
                <a:lnTo>
                  <a:pt x="1119379" y="297636"/>
                </a:lnTo>
                <a:lnTo>
                  <a:pt x="1119379" y="765884"/>
                </a:lnTo>
                <a:lnTo>
                  <a:pt x="1117863" y="795919"/>
                </a:lnTo>
                <a:lnTo>
                  <a:pt x="1113349" y="825517"/>
                </a:lnTo>
                <a:lnTo>
                  <a:pt x="1106006" y="854094"/>
                </a:lnTo>
                <a:lnTo>
                  <a:pt x="1095986" y="881491"/>
                </a:lnTo>
                <a:lnTo>
                  <a:pt x="1083438" y="907554"/>
                </a:lnTo>
                <a:lnTo>
                  <a:pt x="1068516" y="932131"/>
                </a:lnTo>
                <a:lnTo>
                  <a:pt x="1051372" y="955074"/>
                </a:lnTo>
                <a:lnTo>
                  <a:pt x="1032152" y="976235"/>
                </a:lnTo>
                <a:lnTo>
                  <a:pt x="1011004" y="995468"/>
                </a:lnTo>
                <a:lnTo>
                  <a:pt x="988076" y="1012624"/>
                </a:lnTo>
                <a:lnTo>
                  <a:pt x="963514" y="1027555"/>
                </a:lnTo>
                <a:lnTo>
                  <a:pt x="937468" y="1040110"/>
                </a:lnTo>
                <a:lnTo>
                  <a:pt x="910089" y="1050137"/>
                </a:lnTo>
                <a:lnTo>
                  <a:pt x="881530" y="1057486"/>
                </a:lnTo>
                <a:lnTo>
                  <a:pt x="851951" y="1062002"/>
                </a:lnTo>
                <a:lnTo>
                  <a:pt x="821936" y="1063519"/>
                </a:lnTo>
                <a:lnTo>
                  <a:pt x="297443" y="1063519"/>
                </a:lnTo>
                <a:lnTo>
                  <a:pt x="267428" y="1062002"/>
                </a:lnTo>
                <a:lnTo>
                  <a:pt x="237849" y="1057486"/>
                </a:lnTo>
                <a:lnTo>
                  <a:pt x="209290" y="1050137"/>
                </a:lnTo>
                <a:lnTo>
                  <a:pt x="181910" y="1040110"/>
                </a:lnTo>
                <a:lnTo>
                  <a:pt x="155864" y="1027555"/>
                </a:lnTo>
                <a:lnTo>
                  <a:pt x="131303" y="1012624"/>
                </a:lnTo>
                <a:lnTo>
                  <a:pt x="108375" y="995468"/>
                </a:lnTo>
                <a:lnTo>
                  <a:pt x="87228" y="976235"/>
                </a:lnTo>
                <a:lnTo>
                  <a:pt x="68008" y="955074"/>
                </a:lnTo>
                <a:lnTo>
                  <a:pt x="50862" y="932131"/>
                </a:lnTo>
                <a:lnTo>
                  <a:pt x="35941" y="907554"/>
                </a:lnTo>
                <a:lnTo>
                  <a:pt x="23394" y="881491"/>
                </a:lnTo>
                <a:lnTo>
                  <a:pt x="13373" y="854094"/>
                </a:lnTo>
                <a:lnTo>
                  <a:pt x="6029" y="825517"/>
                </a:lnTo>
                <a:lnTo>
                  <a:pt x="1516" y="795919"/>
                </a:lnTo>
                <a:lnTo>
                  <a:pt x="0" y="765884"/>
                </a:lnTo>
                <a:lnTo>
                  <a:pt x="0" y="297636"/>
                </a:lnTo>
                <a:lnTo>
                  <a:pt x="1516" y="267600"/>
                </a:lnTo>
                <a:lnTo>
                  <a:pt x="6029" y="238002"/>
                </a:lnTo>
                <a:lnTo>
                  <a:pt x="13373" y="209426"/>
                </a:lnTo>
                <a:lnTo>
                  <a:pt x="23394" y="182028"/>
                </a:lnTo>
                <a:lnTo>
                  <a:pt x="35941" y="155965"/>
                </a:lnTo>
                <a:lnTo>
                  <a:pt x="50862" y="131388"/>
                </a:lnTo>
                <a:lnTo>
                  <a:pt x="68008" y="108446"/>
                </a:lnTo>
                <a:lnTo>
                  <a:pt x="87228" y="87284"/>
                </a:lnTo>
                <a:lnTo>
                  <a:pt x="108375" y="68052"/>
                </a:lnTo>
                <a:lnTo>
                  <a:pt x="131303" y="50896"/>
                </a:lnTo>
                <a:lnTo>
                  <a:pt x="155864" y="35965"/>
                </a:lnTo>
                <a:lnTo>
                  <a:pt x="181910" y="23410"/>
                </a:lnTo>
                <a:lnTo>
                  <a:pt x="209290" y="13382"/>
                </a:lnTo>
                <a:lnTo>
                  <a:pt x="237849" y="6035"/>
                </a:lnTo>
                <a:lnTo>
                  <a:pt x="267428" y="1517"/>
                </a:lnTo>
                <a:lnTo>
                  <a:pt x="297443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88D3B8"/>
            </a:solidFill>
            <a:prstDash val="solid"/>
          </a:ln>
        </p:spPr>
      </p:sp>
      <p:sp>
        <p:nvSpPr>
          <p:cNvPr id="224" name="pdf-path-333">
            <a:extLst xmlns:a="http://schemas.openxmlformats.org/drawingml/2006/main">
              <a:ext uri="{FF2B5EF4-FFF2-40B4-BE49-F238E27FC236}">
                <a16:creationId xmlns:a16="http://schemas.microsoft.com/office/drawing/2014/main" id="{C4CAA5B2-DFCF-4612-80D0-ED032AAC6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4433" y="1776245"/>
            <a:ext cx="2459203" cy="309578"/>
          </a:xfrm>
          <a:custGeom xmlns:a="http://schemas.openxmlformats.org/drawingml/2006/main">
            <a:pathLst>
              <a:path w="2459203" h="309578">
                <a:moveTo>
                  <a:pt x="154689" y="0"/>
                </a:moveTo>
                <a:lnTo>
                  <a:pt x="2304514" y="0"/>
                </a:lnTo>
                <a:cubicBezTo>
                  <a:pt x="2389947" y="0"/>
                  <a:pt x="2459203" y="69300"/>
                  <a:pt x="2459203" y="154788"/>
                </a:cubicBezTo>
                <a:lnTo>
                  <a:pt x="2459203" y="309578"/>
                </a:lnTo>
                <a:lnTo>
                  <a:pt x="0" y="309578"/>
                </a:lnTo>
                <a:lnTo>
                  <a:pt x="0" y="154788"/>
                </a:lnTo>
                <a:cubicBezTo>
                  <a:pt x="0" y="69300"/>
                  <a:pt x="69257" y="0"/>
                  <a:pt x="154689" y="0"/>
                </a:cubicBezTo>
              </a:path>
            </a:pathLst>
          </a:custGeom>
          <a:solidFill xmlns:a="http://schemas.openxmlformats.org/drawingml/2006/main">
            <a:srgbClr val="88D3B8">
              <a:alpha val="46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E1F2AA15-B30A-4673-93C4-C2E78BE35C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8144f857394f0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10700" y="628650"/>
            <a:ext cx="1143000" cy="1019175"/>
          </a:xfrm>
          <a:prstGeom xmlns:a="http://schemas.openxmlformats.org/drawingml/2006/main" prst="rect">
            <a:avLst/>
          </a:prstGeom>
        </p:spPr>
      </p:pic>
      <p:sp>
        <p:nvSpPr>
          <p:cNvPr id="226" name="source-raster-80">
            <a:extLst xmlns:a="http://schemas.openxmlformats.org/drawingml/2006/main">
              <a:ext uri="{FF2B5EF4-FFF2-40B4-BE49-F238E27FC236}">
                <a16:creationId xmlns:a16="http://schemas.microsoft.com/office/drawing/2014/main" id="{E76F9A74-364C-4C08-9049-BE686E1D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0700" y="628650"/>
            <a:ext cx="11430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7" name="pdf-path-335">
            <a:extLst xmlns:a="http://schemas.openxmlformats.org/drawingml/2006/main">
              <a:ext uri="{FF2B5EF4-FFF2-40B4-BE49-F238E27FC236}">
                <a16:creationId xmlns:a16="http://schemas.microsoft.com/office/drawing/2014/main" id="{4722BEDD-24B7-4B66-A0B7-D6B0B3E7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9491" y="616613"/>
            <a:ext cx="1169145" cy="1039001"/>
          </a:xfrm>
          <a:custGeom xmlns:a="http://schemas.openxmlformats.org/drawingml/2006/main">
            <a:pathLst>
              <a:path w="1169145" h="1039001">
                <a:moveTo>
                  <a:pt x="256418" y="0"/>
                </a:moveTo>
                <a:lnTo>
                  <a:pt x="912727" y="0"/>
                </a:lnTo>
                <a:lnTo>
                  <a:pt x="938549" y="1305"/>
                </a:lnTo>
                <a:lnTo>
                  <a:pt x="964055" y="5200"/>
                </a:lnTo>
                <a:lnTo>
                  <a:pt x="988682" y="11536"/>
                </a:lnTo>
                <a:lnTo>
                  <a:pt x="1012668" y="20321"/>
                </a:lnTo>
                <a:lnTo>
                  <a:pt x="1055956" y="43832"/>
                </a:lnTo>
                <a:lnTo>
                  <a:pt x="1093974" y="75220"/>
                </a:lnTo>
                <a:lnTo>
                  <a:pt x="1125342" y="113262"/>
                </a:lnTo>
                <a:lnTo>
                  <a:pt x="1148838" y="156579"/>
                </a:lnTo>
                <a:lnTo>
                  <a:pt x="1157617" y="180580"/>
                </a:lnTo>
                <a:lnTo>
                  <a:pt x="1163949" y="205223"/>
                </a:lnTo>
                <a:lnTo>
                  <a:pt x="1167842" y="230745"/>
                </a:lnTo>
                <a:lnTo>
                  <a:pt x="1169145" y="256583"/>
                </a:lnTo>
                <a:lnTo>
                  <a:pt x="1169145" y="782418"/>
                </a:lnTo>
                <a:lnTo>
                  <a:pt x="1167842" y="808256"/>
                </a:lnTo>
                <a:lnTo>
                  <a:pt x="1163949" y="833777"/>
                </a:lnTo>
                <a:lnTo>
                  <a:pt x="1157617" y="858420"/>
                </a:lnTo>
                <a:lnTo>
                  <a:pt x="1148838" y="882422"/>
                </a:lnTo>
                <a:lnTo>
                  <a:pt x="1125342" y="925738"/>
                </a:lnTo>
                <a:lnTo>
                  <a:pt x="1093974" y="963781"/>
                </a:lnTo>
                <a:lnTo>
                  <a:pt x="1055956" y="995169"/>
                </a:lnTo>
                <a:lnTo>
                  <a:pt x="1012668" y="1018679"/>
                </a:lnTo>
                <a:lnTo>
                  <a:pt x="988682" y="1027464"/>
                </a:lnTo>
                <a:lnTo>
                  <a:pt x="964055" y="1033801"/>
                </a:lnTo>
                <a:lnTo>
                  <a:pt x="938549" y="1037695"/>
                </a:lnTo>
                <a:lnTo>
                  <a:pt x="912727" y="1039001"/>
                </a:lnTo>
                <a:lnTo>
                  <a:pt x="256418" y="1039001"/>
                </a:lnTo>
                <a:lnTo>
                  <a:pt x="230596" y="1037695"/>
                </a:lnTo>
                <a:lnTo>
                  <a:pt x="205091" y="1033801"/>
                </a:lnTo>
                <a:lnTo>
                  <a:pt x="180463" y="1027464"/>
                </a:lnTo>
                <a:lnTo>
                  <a:pt x="156477" y="1018679"/>
                </a:lnTo>
                <a:lnTo>
                  <a:pt x="113189" y="995169"/>
                </a:lnTo>
                <a:lnTo>
                  <a:pt x="75172" y="963781"/>
                </a:lnTo>
                <a:lnTo>
                  <a:pt x="43803" y="925738"/>
                </a:lnTo>
                <a:lnTo>
                  <a:pt x="20307" y="882422"/>
                </a:lnTo>
                <a:lnTo>
                  <a:pt x="11528" y="858420"/>
                </a:lnTo>
                <a:lnTo>
                  <a:pt x="5196" y="833777"/>
                </a:lnTo>
                <a:lnTo>
                  <a:pt x="1304" y="808256"/>
                </a:lnTo>
                <a:lnTo>
                  <a:pt x="0" y="782418"/>
                </a:lnTo>
                <a:lnTo>
                  <a:pt x="0" y="256583"/>
                </a:lnTo>
                <a:lnTo>
                  <a:pt x="1304" y="230745"/>
                </a:lnTo>
                <a:lnTo>
                  <a:pt x="5196" y="205223"/>
                </a:lnTo>
                <a:lnTo>
                  <a:pt x="11528" y="180580"/>
                </a:lnTo>
                <a:lnTo>
                  <a:pt x="20307" y="156579"/>
                </a:lnTo>
                <a:lnTo>
                  <a:pt x="43803" y="113262"/>
                </a:lnTo>
                <a:lnTo>
                  <a:pt x="75172" y="75220"/>
                </a:lnTo>
                <a:lnTo>
                  <a:pt x="113189" y="43832"/>
                </a:lnTo>
                <a:lnTo>
                  <a:pt x="156477" y="20321"/>
                </a:lnTo>
                <a:lnTo>
                  <a:pt x="180464" y="11536"/>
                </a:lnTo>
                <a:lnTo>
                  <a:pt x="205091" y="5200"/>
                </a:lnTo>
                <a:lnTo>
                  <a:pt x="230596" y="1305"/>
                </a:lnTo>
                <a:lnTo>
                  <a:pt x="2564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88D3B8"/>
            </a:solidFill>
            <a:prstDash val="solid"/>
          </a:ln>
        </p:spPr>
      </p:sp>
      <p:sp>
        <p:nvSpPr>
          <p:cNvPr id="228" name="pdf-text-176-0">
            <a:extLst xmlns:a="http://schemas.openxmlformats.org/drawingml/2006/main">
              <a:ext uri="{FF2B5EF4-FFF2-40B4-BE49-F238E27FC236}">
                <a16:creationId xmlns:a16="http://schemas.microsoft.com/office/drawing/2014/main" id="{AEE6315F-18D3-400F-958D-D11CB90D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44017" y="1862569"/>
            <a:ext cx="1513436" cy="190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00" b="1" i="0">
                <a:solidFill>
                  <a:srgbClr val="2057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20574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05743"/>
                </a:solidFill>
                <a:latin typeface="Arial"/>
                <a:ea typeface="Arial"/>
                <a:cs typeface="Arial"/>
              </a:rPr>
              <a:t>Data Generation</a:t>
            </a:r>
          </a:p>
        </p:txBody>
      </p:sp>
      <p:sp>
        <p:nvSpPr>
          <p:cNvPr id="229" name="pdf-text-177-0">
            <a:extLst xmlns:a="http://schemas.openxmlformats.org/drawingml/2006/main">
              <a:ext uri="{FF2B5EF4-FFF2-40B4-BE49-F238E27FC236}">
                <a16:creationId xmlns:a16="http://schemas.microsoft.com/office/drawing/2014/main" id="{EE984F60-2F13-421D-8017-C3CE8FB3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1508" y="3577358"/>
            <a:ext cx="1573873" cy="190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52" b="1" i="0">
                <a:solidFill>
                  <a:srgbClr val="2057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52" b="1" i="0">
                <a:solidFill>
                  <a:srgbClr val="205743"/>
                </a:solidFill>
                <a:latin typeface="Arial"/>
                <a:ea typeface="Arial"/>
                <a:cs typeface="Arial"/>
              </a:defRPr>
            </a:pPr>
            <a:r>
              <a:rPr sz="1452" b="1" i="0">
                <a:solidFill>
                  <a:srgbClr val="205743"/>
                </a:solidFill>
                <a:latin typeface="Arial"/>
                <a:ea typeface="Arial"/>
                <a:cs typeface="Arial"/>
              </a:rPr>
              <a:t>Policy Evaluation</a:t>
            </a:r>
          </a:p>
        </p:txBody>
      </p:sp>
      <p:pic>
        <p:nvPic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4570B6E2-80CE-4F11-B719-4CA0C43675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f9b088f7014ff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5300" y="2914650"/>
            <a:ext cx="600075" cy="438150"/>
          </a:xfrm>
          <a:prstGeom xmlns:a="http://schemas.openxmlformats.org/drawingml/2006/main" prst="rect">
            <a:avLst/>
          </a:prstGeom>
        </p:spPr>
      </p:pic>
      <p:sp>
        <p:nvSpPr>
          <p:cNvPr id="231" name="source-raster-81">
            <a:extLst xmlns:a="http://schemas.openxmlformats.org/drawingml/2006/main">
              <a:ext uri="{FF2B5EF4-FFF2-40B4-BE49-F238E27FC236}">
                <a16:creationId xmlns:a16="http://schemas.microsoft.com/office/drawing/2014/main" id="{D3ED5B69-8ED4-4E6E-BA97-491942D0C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5300" y="2914650"/>
            <a:ext cx="6000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1DDEC652-5A1D-4309-ACED-F018C860ED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b7160a80d84da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0" y="2914650"/>
            <a:ext cx="571500" cy="447675"/>
          </a:xfrm>
          <a:prstGeom xmlns:a="http://schemas.openxmlformats.org/drawingml/2006/main" prst="rect">
            <a:avLst/>
          </a:prstGeom>
        </p:spPr>
      </p:pic>
      <p:sp>
        <p:nvSpPr>
          <p:cNvPr id="233" name="source-raster-82">
            <a:extLst xmlns:a="http://schemas.openxmlformats.org/drawingml/2006/main">
              <a:ext uri="{FF2B5EF4-FFF2-40B4-BE49-F238E27FC236}">
                <a16:creationId xmlns:a16="http://schemas.microsoft.com/office/drawing/2014/main" id="{47B3B2B5-B6B9-454D-BBEC-6A164413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0" y="2914650"/>
            <a:ext cx="571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1EB041DC-93C8-4EFC-934F-F8FE3F7425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b8b26bf87348f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67800" y="2914650"/>
            <a:ext cx="581025" cy="447675"/>
          </a:xfrm>
          <a:prstGeom xmlns:a="http://schemas.openxmlformats.org/drawingml/2006/main" prst="rect">
            <a:avLst/>
          </a:prstGeom>
        </p:spPr>
      </p:pic>
      <p:sp>
        <p:nvSpPr>
          <p:cNvPr id="235" name="source-raster-83">
            <a:extLst xmlns:a="http://schemas.openxmlformats.org/drawingml/2006/main">
              <a:ext uri="{FF2B5EF4-FFF2-40B4-BE49-F238E27FC236}">
                <a16:creationId xmlns:a16="http://schemas.microsoft.com/office/drawing/2014/main" id="{66B731DE-B303-48F0-B7B3-89F89CC15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67800" y="2914650"/>
            <a:ext cx="5810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39BFBF97-4CD7-405C-B55C-7A0314233F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2012e812384ed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34575" y="2914650"/>
            <a:ext cx="638175" cy="447675"/>
          </a:xfrm>
          <a:prstGeom xmlns:a="http://schemas.openxmlformats.org/drawingml/2006/main" prst="rect">
            <a:avLst/>
          </a:prstGeom>
        </p:spPr>
      </p:pic>
      <p:sp>
        <p:nvSpPr>
          <p:cNvPr id="237" name="source-raster-84">
            <a:extLst xmlns:a="http://schemas.openxmlformats.org/drawingml/2006/main">
              <a:ext uri="{FF2B5EF4-FFF2-40B4-BE49-F238E27FC236}">
                <a16:creationId xmlns:a16="http://schemas.microsoft.com/office/drawing/2014/main" id="{47FE6C7C-8369-45FB-A7F1-BED92BEE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34575" y="2914650"/>
            <a:ext cx="6381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3CE7F319-E59E-4EE9-B004-2F94607BAE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f2b3cae8b44ab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53575" y="2914650"/>
            <a:ext cx="581025" cy="447675"/>
          </a:xfrm>
          <a:prstGeom xmlns:a="http://schemas.openxmlformats.org/drawingml/2006/main" prst="rect">
            <a:avLst/>
          </a:prstGeom>
        </p:spPr>
      </p:pic>
      <p:sp>
        <p:nvSpPr>
          <p:cNvPr id="239" name="source-raster-85">
            <a:extLst xmlns:a="http://schemas.openxmlformats.org/drawingml/2006/main">
              <a:ext uri="{FF2B5EF4-FFF2-40B4-BE49-F238E27FC236}">
                <a16:creationId xmlns:a16="http://schemas.microsoft.com/office/drawing/2014/main" id="{6A038300-E16D-499C-9CBE-0AB1DE75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53575" y="2914650"/>
            <a:ext cx="5810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D441001E-E9EB-46E7-9309-15946E96FD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7c69c2e86a4f7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86825" y="3952875"/>
            <a:ext cx="619125" cy="457200"/>
          </a:xfrm>
          <a:prstGeom xmlns:a="http://schemas.openxmlformats.org/drawingml/2006/main" prst="rect">
            <a:avLst/>
          </a:prstGeom>
        </p:spPr>
      </p:pic>
      <p:sp>
        <p:nvSpPr>
          <p:cNvPr id="241" name="source-raster-86">
            <a:extLst xmlns:a="http://schemas.openxmlformats.org/drawingml/2006/main">
              <a:ext uri="{FF2B5EF4-FFF2-40B4-BE49-F238E27FC236}">
                <a16:creationId xmlns:a16="http://schemas.microsoft.com/office/drawing/2014/main" id="{FD48763B-1E2F-491B-ADDE-2AACEB39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86825" y="3952875"/>
            <a:ext cx="61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C964A4AC-7889-4C8E-97FF-5C68A6A16B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d38adc26fe40a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0" y="3952875"/>
            <a:ext cx="628650" cy="457200"/>
          </a:xfrm>
          <a:prstGeom xmlns:a="http://schemas.openxmlformats.org/drawingml/2006/main" prst="rect">
            <a:avLst/>
          </a:prstGeom>
        </p:spPr>
      </p:pic>
      <p:sp>
        <p:nvSpPr>
          <p:cNvPr id="243" name="source-raster-87">
            <a:extLst xmlns:a="http://schemas.openxmlformats.org/drawingml/2006/main">
              <a:ext uri="{FF2B5EF4-FFF2-40B4-BE49-F238E27FC236}">
                <a16:creationId xmlns:a16="http://schemas.microsoft.com/office/drawing/2014/main" id="{131E9FD5-2F9D-4175-9901-018CE87A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9600" y="3952875"/>
            <a:ext cx="62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4" name="pdf-text-192-0">
            <a:extLst xmlns:a="http://schemas.openxmlformats.org/drawingml/2006/main">
              <a:ext uri="{FF2B5EF4-FFF2-40B4-BE49-F238E27FC236}">
                <a16:creationId xmlns:a16="http://schemas.microsoft.com/office/drawing/2014/main" id="{CE85039F-5A1D-471A-A1EA-C625391F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89340" y="4465287"/>
            <a:ext cx="1193876" cy="15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4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4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4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Real/Sim success</a:t>
            </a:r>
          </a:p>
        </p:txBody>
      </p:sp>
      <p:sp>
        <p:nvSpPr>
          <p:cNvPr id="245" name="pdf-path-360">
            <a:extLst xmlns:a="http://schemas.openxmlformats.org/drawingml/2006/main">
              <a:ext uri="{FF2B5EF4-FFF2-40B4-BE49-F238E27FC236}">
                <a16:creationId xmlns:a16="http://schemas.microsoft.com/office/drawing/2014/main" id="{957261DA-F882-47B6-8329-B4C50651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38303" y="2361840"/>
            <a:ext cx="450647" cy="180660"/>
          </a:xfrm>
          <a:custGeom xmlns:a="http://schemas.openxmlformats.org/drawingml/2006/main">
            <a:pathLst>
              <a:path w="450647" h="180660">
                <a:moveTo>
                  <a:pt x="0" y="80385"/>
                </a:moveTo>
                <a:cubicBezTo>
                  <a:pt x="0" y="35991"/>
                  <a:pt x="35966" y="0"/>
                  <a:pt x="80332" y="0"/>
                </a:cubicBezTo>
                <a:lnTo>
                  <a:pt x="370317" y="0"/>
                </a:lnTo>
                <a:cubicBezTo>
                  <a:pt x="414682" y="0"/>
                  <a:pt x="450647" y="35991"/>
                  <a:pt x="450647" y="80385"/>
                </a:cubicBezTo>
                <a:lnTo>
                  <a:pt x="450647" y="100278"/>
                </a:lnTo>
                <a:cubicBezTo>
                  <a:pt x="450647" y="144671"/>
                  <a:pt x="414682" y="180660"/>
                  <a:pt x="370317" y="180660"/>
                </a:cubicBezTo>
                <a:lnTo>
                  <a:pt x="80332" y="180660"/>
                </a:lnTo>
                <a:cubicBezTo>
                  <a:pt x="35966" y="180660"/>
                  <a:pt x="0" y="144671"/>
                  <a:pt x="0" y="100278"/>
                </a:cubicBezTo>
                <a:lnTo>
                  <a:pt x="0" y="80385"/>
                </a:lnTo>
              </a:path>
            </a:pathLst>
          </a:custGeom>
          <a:solidFill xmlns:a="http://schemas.openxmlformats.org/drawingml/2006/main">
            <a:srgbClr val="26401D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" name="pdf-text-193-0">
            <a:extLst xmlns:a="http://schemas.openxmlformats.org/drawingml/2006/main">
              <a:ext uri="{FF2B5EF4-FFF2-40B4-BE49-F238E27FC236}">
                <a16:creationId xmlns:a16="http://schemas.microsoft.com/office/drawing/2014/main" id="{CEFB0B30-7EF0-4865-BE35-5F197D67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11183" y="2211203"/>
            <a:ext cx="79385" cy="133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50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1050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𝑇</a:t>
            </a:r>
          </a:p>
        </p:txBody>
      </p:sp>
      <p:sp>
        <p:nvSpPr>
          <p:cNvPr id="247" name="pdf-text-194-0">
            <a:extLst xmlns:a="http://schemas.openxmlformats.org/drawingml/2006/main">
              <a:ext uri="{FF2B5EF4-FFF2-40B4-BE49-F238E27FC236}">
                <a16:creationId xmlns:a16="http://schemas.microsoft.com/office/drawing/2014/main" id="{8C98C720-1D7A-4615-B844-D99A10364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9550" y="2211203"/>
            <a:ext cx="206936" cy="133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50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1050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𝑎𝑠𝑘</a:t>
            </a:r>
          </a:p>
        </p:txBody>
      </p:sp>
      <p:sp>
        <p:nvSpPr>
          <p:cNvPr id="248" name="pdf-text-195-0">
            <a:extLst xmlns:a="http://schemas.openxmlformats.org/drawingml/2006/main">
              <a:ext uri="{FF2B5EF4-FFF2-40B4-BE49-F238E27FC236}">
                <a16:creationId xmlns:a16="http://schemas.microsoft.com/office/drawing/2014/main" id="{242ED9BE-BD09-48FD-B2AB-481BA4F4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20124" y="2211203"/>
            <a:ext cx="91694" cy="133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50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1050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&amp;</a:t>
            </a:r>
          </a:p>
        </p:txBody>
      </p:sp>
      <p:sp>
        <p:nvSpPr>
          <p:cNvPr id="249" name="pdf-text-197-0">
            <a:extLst xmlns:a="http://schemas.openxmlformats.org/drawingml/2006/main">
              <a:ext uri="{FF2B5EF4-FFF2-40B4-BE49-F238E27FC236}">
                <a16:creationId xmlns:a16="http://schemas.microsoft.com/office/drawing/2014/main" id="{5BD083BB-B47C-46E6-987E-3FE274ED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39738" y="2211203"/>
            <a:ext cx="70593" cy="133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50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1050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𝑆</a:t>
            </a:r>
          </a:p>
        </p:txBody>
      </p:sp>
      <p:sp>
        <p:nvSpPr>
          <p:cNvPr id="250" name="pdf-text-198-0">
            <a:extLst xmlns:a="http://schemas.openxmlformats.org/drawingml/2006/main">
              <a:ext uri="{FF2B5EF4-FFF2-40B4-BE49-F238E27FC236}">
                <a16:creationId xmlns:a16="http://schemas.microsoft.com/office/drawing/2014/main" id="{3971EB1C-8111-41D6-B8AC-0B3DF404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6620" y="2191792"/>
            <a:ext cx="46005" cy="952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50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750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750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∗</a:t>
            </a:r>
          </a:p>
        </p:txBody>
      </p:sp>
      <p:sp>
        <p:nvSpPr>
          <p:cNvPr id="251" name="pdf-path-367">
            <a:extLst xmlns:a="http://schemas.openxmlformats.org/drawingml/2006/main">
              <a:ext uri="{FF2B5EF4-FFF2-40B4-BE49-F238E27FC236}">
                <a16:creationId xmlns:a16="http://schemas.microsoft.com/office/drawing/2014/main" id="{D26E1422-5073-4BA5-9CB9-185FE078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81207" y="2174918"/>
            <a:ext cx="1537210" cy="666511"/>
          </a:xfrm>
          <a:custGeom xmlns:a="http://schemas.openxmlformats.org/drawingml/2006/main">
            <a:pathLst>
              <a:path w="1537210" h="666511">
                <a:moveTo>
                  <a:pt x="0" y="67338"/>
                </a:moveTo>
                <a:cubicBezTo>
                  <a:pt x="0" y="30148"/>
                  <a:pt x="30129" y="0"/>
                  <a:pt x="67295" y="0"/>
                </a:cubicBezTo>
                <a:lnTo>
                  <a:pt x="1469916" y="0"/>
                </a:lnTo>
                <a:cubicBezTo>
                  <a:pt x="1507080" y="0"/>
                  <a:pt x="1537210" y="30148"/>
                  <a:pt x="1537210" y="67338"/>
                </a:cubicBezTo>
                <a:lnTo>
                  <a:pt x="1537210" y="599173"/>
                </a:lnTo>
                <a:cubicBezTo>
                  <a:pt x="1537210" y="636363"/>
                  <a:pt x="1507080" y="666511"/>
                  <a:pt x="1469916" y="666511"/>
                </a:cubicBezTo>
                <a:lnTo>
                  <a:pt x="67295" y="666511"/>
                </a:lnTo>
                <a:cubicBezTo>
                  <a:pt x="30129" y="666511"/>
                  <a:pt x="0" y="636363"/>
                  <a:pt x="0" y="599173"/>
                </a:cubicBezTo>
                <a:lnTo>
                  <a:pt x="0" y="67338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401D"/>
            </a:solidFill>
            <a:prstDash val="dash"/>
          </a:ln>
        </p:spPr>
      </p:sp>
      <p:sp>
        <p:nvSpPr>
          <p:cNvPr id="252" name="pdf-text-199-0">
            <a:extLst xmlns:a="http://schemas.openxmlformats.org/drawingml/2006/main">
              <a:ext uri="{FF2B5EF4-FFF2-40B4-BE49-F238E27FC236}">
                <a16:creationId xmlns:a16="http://schemas.microsoft.com/office/drawing/2014/main" id="{E4723B78-80DE-48B8-8EF6-4D29AD29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4097" y="2577941"/>
            <a:ext cx="813192" cy="952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6D EEF waypoints</a:t>
            </a:r>
          </a:p>
        </p:txBody>
      </p:sp>
      <p:sp>
        <p:nvSpPr>
          <p:cNvPr id="253" name="pdf-path-369">
            <a:extLst xmlns:a="http://schemas.openxmlformats.org/drawingml/2006/main">
              <a:ext uri="{FF2B5EF4-FFF2-40B4-BE49-F238E27FC236}">
                <a16:creationId xmlns:a16="http://schemas.microsoft.com/office/drawing/2014/main" id="{117D5C18-F5F4-4719-9863-14481DC7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6477" y="2333958"/>
            <a:ext cx="39871" cy="216212"/>
          </a:xfrm>
          <a:custGeom xmlns:a="http://schemas.openxmlformats.org/drawingml/2006/main">
            <a:pathLst>
              <a:path w="39871" h="216212">
                <a:moveTo>
                  <a:pt x="39871" y="0"/>
                </a:moveTo>
                <a:lnTo>
                  <a:pt x="39871" y="161181"/>
                </a:lnTo>
                <a:lnTo>
                  <a:pt x="26123" y="161181"/>
                </a:lnTo>
                <a:lnTo>
                  <a:pt x="26123" y="0"/>
                </a:lnTo>
                <a:lnTo>
                  <a:pt x="39871" y="0"/>
                </a:lnTo>
                <a:moveTo>
                  <a:pt x="65994" y="150176"/>
                </a:moveTo>
                <a:lnTo>
                  <a:pt x="32997" y="216212"/>
                </a:lnTo>
                <a:lnTo>
                  <a:pt x="0" y="150176"/>
                </a:lnTo>
                <a:lnTo>
                  <a:pt x="65994" y="150176"/>
                </a:lnTo>
              </a:path>
            </a:pathLst>
          </a:custGeom>
          <a:solidFill xmlns:a="http://schemas.openxmlformats.org/drawingml/2006/main">
            <a:srgbClr val="264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" name="pdf-path-370">
            <a:extLst xmlns:a="http://schemas.openxmlformats.org/drawingml/2006/main">
              <a:ext uri="{FF2B5EF4-FFF2-40B4-BE49-F238E27FC236}">
                <a16:creationId xmlns:a16="http://schemas.microsoft.com/office/drawing/2014/main" id="{CC1832A6-7A83-4187-AEBE-ED8B3E8A2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82093" y="2685603"/>
            <a:ext cx="1534365" cy="156337"/>
          </a:xfrm>
          <a:custGeom xmlns:a="http://schemas.openxmlformats.org/drawingml/2006/main">
            <a:pathLst>
              <a:path w="1534365" h="156337">
                <a:moveTo>
                  <a:pt x="0" y="69561"/>
                </a:moveTo>
                <a:cubicBezTo>
                  <a:pt x="0" y="31142"/>
                  <a:pt x="31123" y="0"/>
                  <a:pt x="69516" y="0"/>
                </a:cubicBezTo>
                <a:lnTo>
                  <a:pt x="1464849" y="0"/>
                </a:lnTo>
                <a:cubicBezTo>
                  <a:pt x="1503242" y="0"/>
                  <a:pt x="1534365" y="31142"/>
                  <a:pt x="1534365" y="69561"/>
                </a:cubicBezTo>
                <a:lnTo>
                  <a:pt x="1534365" y="86776"/>
                </a:lnTo>
                <a:cubicBezTo>
                  <a:pt x="1534365" y="125194"/>
                  <a:pt x="1503242" y="156337"/>
                  <a:pt x="1464849" y="156337"/>
                </a:cubicBezTo>
                <a:lnTo>
                  <a:pt x="69516" y="156337"/>
                </a:lnTo>
                <a:cubicBezTo>
                  <a:pt x="31123" y="156337"/>
                  <a:pt x="0" y="125194"/>
                  <a:pt x="0" y="86776"/>
                </a:cubicBezTo>
                <a:lnTo>
                  <a:pt x="0" y="69561"/>
                </a:lnTo>
              </a:path>
            </a:pathLst>
          </a:custGeom>
          <a:solidFill xmlns:a="http://schemas.openxmlformats.org/drawingml/2006/main">
            <a:srgbClr val="26401D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" name="pdf-text-200-0">
            <a:extLst xmlns:a="http://schemas.openxmlformats.org/drawingml/2006/main">
              <a:ext uri="{FF2B5EF4-FFF2-40B4-BE49-F238E27FC236}">
                <a16:creationId xmlns:a16="http://schemas.microsoft.com/office/drawing/2014/main" id="{2BFB56BB-DBA0-43C6-BAB8-9B20794A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06245" y="2719696"/>
            <a:ext cx="690251" cy="952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77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77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7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InternDataEngine</a:t>
            </a:r>
          </a:p>
        </p:txBody>
      </p:sp>
      <p:sp>
        <p:nvSpPr>
          <p:cNvPr id="256" name="pdf-path-372">
            <a:extLst xmlns:a="http://schemas.openxmlformats.org/drawingml/2006/main">
              <a:ext uri="{FF2B5EF4-FFF2-40B4-BE49-F238E27FC236}">
                <a16:creationId xmlns:a16="http://schemas.microsoft.com/office/drawing/2014/main" id="{A21A8306-6079-47E2-92D1-06DE264A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65178" y="2301154"/>
            <a:ext cx="95" cy="218821"/>
          </a:xfrm>
          <a:custGeom xmlns:a="http://schemas.openxmlformats.org/drawingml/2006/main">
            <a:pathLst>
              <a:path w="95" h="218821">
                <a:moveTo>
                  <a:pt x="0" y="0"/>
                </a:moveTo>
                <a:lnTo>
                  <a:pt x="1" y="218821"/>
                </a:lnTo>
              </a:path>
            </a:pathLst>
          </a:custGeom>
          <a:noFill xmlns:a="http://schemas.openxmlformats.org/drawingml/2006/main"/>
          <a:ln xmlns:a="http://schemas.openxmlformats.org/drawingml/2006/main" w="17859">
            <a:solidFill>
              <a:srgbClr val="26401D"/>
            </a:solidFill>
            <a:prstDash val="solid"/>
          </a:ln>
        </p:spPr>
      </p:sp>
      <p:sp>
        <p:nvSpPr>
          <p:cNvPr id="257" name="pdf-path-373">
            <a:extLst xmlns:a="http://schemas.openxmlformats.org/drawingml/2006/main">
              <a:ext uri="{FF2B5EF4-FFF2-40B4-BE49-F238E27FC236}">
                <a16:creationId xmlns:a16="http://schemas.microsoft.com/office/drawing/2014/main" id="{B4EB6A21-F663-44D0-B6AC-48FF4780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5933" y="2300098"/>
            <a:ext cx="191344" cy="39898"/>
          </a:xfrm>
          <a:custGeom xmlns:a="http://schemas.openxmlformats.org/drawingml/2006/main">
            <a:pathLst>
              <a:path w="191344" h="39898">
                <a:moveTo>
                  <a:pt x="0" y="0"/>
                </a:moveTo>
                <a:lnTo>
                  <a:pt x="136349" y="0"/>
                </a:lnTo>
                <a:lnTo>
                  <a:pt x="136349" y="13758"/>
                </a:lnTo>
                <a:lnTo>
                  <a:pt x="0" y="13756"/>
                </a:lnTo>
                <a:lnTo>
                  <a:pt x="0" y="0"/>
                </a:lnTo>
                <a:moveTo>
                  <a:pt x="125349" y="-26139"/>
                </a:moveTo>
                <a:lnTo>
                  <a:pt x="191344" y="6878"/>
                </a:lnTo>
                <a:lnTo>
                  <a:pt x="125349" y="39898"/>
                </a:lnTo>
                <a:lnTo>
                  <a:pt x="125349" y="-26139"/>
                </a:lnTo>
              </a:path>
            </a:pathLst>
          </a:custGeom>
          <a:solidFill xmlns:a="http://schemas.openxmlformats.org/drawingml/2006/main">
            <a:srgbClr val="264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8" name="pdf-text-201-0">
            <a:extLst xmlns:a="http://schemas.openxmlformats.org/drawingml/2006/main">
              <a:ext uri="{FF2B5EF4-FFF2-40B4-BE49-F238E27FC236}">
                <a16:creationId xmlns:a16="http://schemas.microsoft.com/office/drawing/2014/main" id="{26445141-83BC-481A-B07B-35CAA9FB7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9228" y="2399601"/>
            <a:ext cx="399270" cy="952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86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86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86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AnyGrasp</a:t>
            </a:r>
          </a:p>
        </p:txBody>
      </p:sp>
      <p:sp>
        <p:nvSpPr>
          <p:cNvPr id="259" name="pdf-path-375">
            <a:extLst xmlns:a="http://schemas.openxmlformats.org/drawingml/2006/main">
              <a:ext uri="{FF2B5EF4-FFF2-40B4-BE49-F238E27FC236}">
                <a16:creationId xmlns:a16="http://schemas.microsoft.com/office/drawing/2014/main" id="{EA772CDD-9FBF-4594-A061-F11547DA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3312" y="2202904"/>
            <a:ext cx="450647" cy="186980"/>
          </a:xfrm>
          <a:custGeom xmlns:a="http://schemas.openxmlformats.org/drawingml/2006/main">
            <a:pathLst>
              <a:path w="450647" h="186980">
                <a:moveTo>
                  <a:pt x="0" y="83195"/>
                </a:moveTo>
                <a:cubicBezTo>
                  <a:pt x="0" y="37247"/>
                  <a:pt x="37225" y="0"/>
                  <a:pt x="83143" y="0"/>
                </a:cubicBezTo>
                <a:lnTo>
                  <a:pt x="367505" y="0"/>
                </a:lnTo>
                <a:cubicBezTo>
                  <a:pt x="413423" y="0"/>
                  <a:pt x="450647" y="37247"/>
                  <a:pt x="450647" y="83195"/>
                </a:cubicBezTo>
                <a:lnTo>
                  <a:pt x="450647" y="103786"/>
                </a:lnTo>
                <a:cubicBezTo>
                  <a:pt x="450647" y="149734"/>
                  <a:pt x="413423" y="186980"/>
                  <a:pt x="367505" y="186980"/>
                </a:cubicBezTo>
                <a:lnTo>
                  <a:pt x="83143" y="186980"/>
                </a:lnTo>
                <a:cubicBezTo>
                  <a:pt x="37225" y="186980"/>
                  <a:pt x="0" y="149734"/>
                  <a:pt x="0" y="103786"/>
                </a:cubicBezTo>
                <a:lnTo>
                  <a:pt x="0" y="83195"/>
                </a:lnTo>
              </a:path>
            </a:pathLst>
          </a:custGeom>
          <a:solidFill xmlns:a="http://schemas.openxmlformats.org/drawingml/2006/main">
            <a:srgbClr val="26401D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" name="pdf-text-202-0">
            <a:extLst xmlns:a="http://schemas.openxmlformats.org/drawingml/2006/main">
              <a:ext uri="{FF2B5EF4-FFF2-40B4-BE49-F238E27FC236}">
                <a16:creationId xmlns:a16="http://schemas.microsoft.com/office/drawing/2014/main" id="{C91E05E6-7F99-49B3-B86C-259030C1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14995" y="2248700"/>
            <a:ext cx="321047" cy="952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69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69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69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CuRobo</a:t>
            </a:r>
          </a:p>
        </p:txBody>
      </p:sp>
      <p:sp>
        <p:nvSpPr>
          <p:cNvPr id="261" name="pdf-path-377">
            <a:extLst xmlns:a="http://schemas.openxmlformats.org/drawingml/2006/main">
              <a:ext uri="{FF2B5EF4-FFF2-40B4-BE49-F238E27FC236}">
                <a16:creationId xmlns:a16="http://schemas.microsoft.com/office/drawing/2014/main" id="{AEEAF770-F214-451E-A450-F451E8B3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40114" y="2379244"/>
            <a:ext cx="39871" cy="158008"/>
          </a:xfrm>
          <a:custGeom xmlns:a="http://schemas.openxmlformats.org/drawingml/2006/main">
            <a:pathLst>
              <a:path w="39871" h="158008">
                <a:moveTo>
                  <a:pt x="39871" y="0"/>
                </a:moveTo>
                <a:lnTo>
                  <a:pt x="39871" y="102977"/>
                </a:lnTo>
                <a:lnTo>
                  <a:pt x="26121" y="102977"/>
                </a:lnTo>
                <a:lnTo>
                  <a:pt x="26121" y="0"/>
                </a:lnTo>
                <a:lnTo>
                  <a:pt x="39871" y="0"/>
                </a:lnTo>
                <a:moveTo>
                  <a:pt x="65992" y="91971"/>
                </a:moveTo>
                <a:lnTo>
                  <a:pt x="32995" y="158008"/>
                </a:lnTo>
                <a:lnTo>
                  <a:pt x="0" y="91971"/>
                </a:lnTo>
                <a:lnTo>
                  <a:pt x="65992" y="91971"/>
                </a:lnTo>
              </a:path>
            </a:pathLst>
          </a:custGeom>
          <a:solidFill xmlns:a="http://schemas.openxmlformats.org/drawingml/2006/main">
            <a:srgbClr val="264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" name="pdf-text-203-0">
            <a:extLst xmlns:a="http://schemas.openxmlformats.org/drawingml/2006/main">
              <a:ext uri="{FF2B5EF4-FFF2-40B4-BE49-F238E27FC236}">
                <a16:creationId xmlns:a16="http://schemas.microsoft.com/office/drawing/2014/main" id="{94114EFE-5994-4331-A284-62BCE161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3790" y="2582514"/>
            <a:ext cx="199640" cy="952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2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2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2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Joint</a:t>
            </a:r>
          </a:p>
        </p:txBody>
      </p:sp>
      <p:sp>
        <p:nvSpPr>
          <p:cNvPr id="263" name="pdf-text-204-0">
            <a:extLst xmlns:a="http://schemas.openxmlformats.org/drawingml/2006/main">
              <a:ext uri="{FF2B5EF4-FFF2-40B4-BE49-F238E27FC236}">
                <a16:creationId xmlns:a16="http://schemas.microsoft.com/office/drawing/2014/main" id="{925024A1-65BD-4ECE-A01A-03B27A16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0646" y="2582514"/>
            <a:ext cx="312511" cy="952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actions</a:t>
            </a:r>
          </a:p>
        </p:txBody>
      </p:sp>
      <p:sp>
        <p:nvSpPr>
          <p:cNvPr id="264" name="pdf-text-205-0">
            <a:extLst xmlns:a="http://schemas.openxmlformats.org/drawingml/2006/main">
              <a:ext uri="{FF2B5EF4-FFF2-40B4-BE49-F238E27FC236}">
                <a16:creationId xmlns:a16="http://schemas.microsoft.com/office/drawing/2014/main" id="{620C1B52-D481-42A2-9B64-0FE0562C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8601" y="2143529"/>
            <a:ext cx="489335" cy="952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Generated </a:t>
            </a:r>
          </a:p>
        </p:txBody>
      </p:sp>
      <p:sp>
        <p:nvSpPr>
          <p:cNvPr id="265" name="pdf-text-206-0">
            <a:extLst xmlns:a="http://schemas.openxmlformats.org/drawingml/2006/main">
              <a:ext uri="{FF2B5EF4-FFF2-40B4-BE49-F238E27FC236}">
                <a16:creationId xmlns:a16="http://schemas.microsoft.com/office/drawing/2014/main" id="{6A44FB32-9EFD-4CC1-9811-0DA5871B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24604" y="2257846"/>
            <a:ext cx="236222" cy="952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 </a:t>
            </a:r>
          </a:p>
        </p:txBody>
      </p:sp>
      <p:sp>
        <p:nvSpPr>
          <p:cNvPr id="266" name="pdf-text-209-0">
            <a:extLst xmlns:a="http://schemas.openxmlformats.org/drawingml/2006/main">
              <a:ext uri="{FF2B5EF4-FFF2-40B4-BE49-F238E27FC236}">
                <a16:creationId xmlns:a16="http://schemas.microsoft.com/office/drawing/2014/main" id="{8D51A3DE-C8B1-4CAC-9878-668FB593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22882" y="2422466"/>
            <a:ext cx="206041" cy="952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4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RGB </a:t>
            </a:r>
          </a:p>
        </p:txBody>
      </p:sp>
      <p:sp>
        <p:nvSpPr>
          <p:cNvPr id="267" name="pdf-text-210-0">
            <a:extLst xmlns:a="http://schemas.openxmlformats.org/drawingml/2006/main">
              <a:ext uri="{FF2B5EF4-FFF2-40B4-BE49-F238E27FC236}">
                <a16:creationId xmlns:a16="http://schemas.microsoft.com/office/drawing/2014/main" id="{5E4E3E88-A6C8-4CF6-8D0A-95154803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26362" y="2422466"/>
            <a:ext cx="216559" cy="952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9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9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9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video</a:t>
            </a:r>
          </a:p>
        </p:txBody>
      </p:sp>
      <p:sp>
        <p:nvSpPr>
          <p:cNvPr id="268" name="pdf-text-211-0">
            <a:extLst xmlns:a="http://schemas.openxmlformats.org/drawingml/2006/main">
              <a:ext uri="{FF2B5EF4-FFF2-40B4-BE49-F238E27FC236}">
                <a16:creationId xmlns:a16="http://schemas.microsoft.com/office/drawing/2014/main" id="{42075977-BCA0-4739-8F2D-36FC0E65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22882" y="2536786"/>
            <a:ext cx="474139" cy="952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8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8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8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Robot State</a:t>
            </a:r>
          </a:p>
        </p:txBody>
      </p:sp>
      <p:sp>
        <p:nvSpPr>
          <p:cNvPr id="269" name="pdf-text-212-0">
            <a:extLst xmlns:a="http://schemas.openxmlformats.org/drawingml/2006/main">
              <a:ext uri="{FF2B5EF4-FFF2-40B4-BE49-F238E27FC236}">
                <a16:creationId xmlns:a16="http://schemas.microsoft.com/office/drawing/2014/main" id="{74B8220F-F32B-488C-98F7-C3D9EE59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22882" y="2632813"/>
            <a:ext cx="69449" cy="952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70" name="pdf-text-213-0">
            <a:extLst xmlns:a="http://schemas.openxmlformats.org/drawingml/2006/main">
              <a:ext uri="{FF2B5EF4-FFF2-40B4-BE49-F238E27FC236}">
                <a16:creationId xmlns:a16="http://schemas.microsoft.com/office/drawing/2014/main" id="{666BF850-A5AF-4B70-852D-FCE1D5EF7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87501" y="2632813"/>
            <a:ext cx="281511" cy="952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7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7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7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ctions  </a:t>
            </a:r>
          </a:p>
        </p:txBody>
      </p:sp>
      <p:sp>
        <p:nvSpPr>
          <p:cNvPr id="271" name="pdf-text-214-0">
            <a:extLst xmlns:a="http://schemas.openxmlformats.org/drawingml/2006/main">
              <a:ext uri="{FF2B5EF4-FFF2-40B4-BE49-F238E27FC236}">
                <a16:creationId xmlns:a16="http://schemas.microsoft.com/office/drawing/2014/main" id="{3EC0339D-939F-49D6-99FF-89D8FC24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22882" y="2747134"/>
            <a:ext cx="81453" cy="952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272" name="pdf-text-215-0">
            <a:extLst xmlns:a="http://schemas.openxmlformats.org/drawingml/2006/main">
              <a:ext uri="{FF2B5EF4-FFF2-40B4-BE49-F238E27FC236}">
                <a16:creationId xmlns:a16="http://schemas.microsoft.com/office/drawing/2014/main" id="{6CFFB44A-8880-4C9C-96DE-7B3B18E9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98500" y="2747134"/>
            <a:ext cx="302108" cy="952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9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9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9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etadata</a:t>
            </a:r>
          </a:p>
        </p:txBody>
      </p:sp>
      <p:sp>
        <p:nvSpPr>
          <p:cNvPr id="273" name="pdf-path-391">
            <a:extLst xmlns:a="http://schemas.openxmlformats.org/drawingml/2006/main">
              <a:ext uri="{FF2B5EF4-FFF2-40B4-BE49-F238E27FC236}">
                <a16:creationId xmlns:a16="http://schemas.microsoft.com/office/drawing/2014/main" id="{60C573B1-53FF-4E3D-A159-2EB744B4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70341" y="2174918"/>
            <a:ext cx="743651" cy="655400"/>
          </a:xfrm>
          <a:custGeom xmlns:a="http://schemas.openxmlformats.org/drawingml/2006/main">
            <a:pathLst>
              <a:path w="743651" h="655400">
                <a:moveTo>
                  <a:pt x="109165" y="655400"/>
                </a:moveTo>
                <a:cubicBezTo>
                  <a:pt x="48875" y="655400"/>
                  <a:pt x="0" y="606493"/>
                  <a:pt x="0" y="546164"/>
                </a:cubicBezTo>
                <a:lnTo>
                  <a:pt x="0" y="109236"/>
                </a:lnTo>
                <a:cubicBezTo>
                  <a:pt x="0" y="48907"/>
                  <a:pt x="48875" y="0"/>
                  <a:pt x="109165" y="0"/>
                </a:cubicBezTo>
                <a:moveTo>
                  <a:pt x="634486" y="0"/>
                </a:moveTo>
                <a:cubicBezTo>
                  <a:pt x="694776" y="0"/>
                  <a:pt x="743651" y="48907"/>
                  <a:pt x="743651" y="109236"/>
                </a:cubicBezTo>
                <a:lnTo>
                  <a:pt x="743651" y="546164"/>
                </a:lnTo>
                <a:cubicBezTo>
                  <a:pt x="743651" y="606493"/>
                  <a:pt x="694776" y="655400"/>
                  <a:pt x="634486" y="6554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401D"/>
            </a:solidFill>
            <a:prstDash val="solid"/>
          </a:ln>
        </p:spPr>
      </p:sp>
      <p:sp>
        <p:nvSpPr>
          <p:cNvPr id="274" name="pdf-path-393">
            <a:extLst xmlns:a="http://schemas.openxmlformats.org/drawingml/2006/main">
              <a:ext uri="{FF2B5EF4-FFF2-40B4-BE49-F238E27FC236}">
                <a16:creationId xmlns:a16="http://schemas.microsoft.com/office/drawing/2014/main" id="{E3C4FDC0-BF09-4F43-8444-F2775E967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551" y="594111"/>
            <a:ext cx="661556" cy="600110"/>
          </a:xfrm>
          <a:custGeom xmlns:a="http://schemas.openxmlformats.org/drawingml/2006/main">
            <a:pathLst>
              <a:path w="661556" h="600110">
                <a:moveTo>
                  <a:pt x="162185" y="0"/>
                </a:moveTo>
                <a:lnTo>
                  <a:pt x="499371" y="0"/>
                </a:lnTo>
                <a:lnTo>
                  <a:pt x="531375" y="3229"/>
                </a:lnTo>
                <a:lnTo>
                  <a:pt x="562014" y="12746"/>
                </a:lnTo>
                <a:lnTo>
                  <a:pt x="589730" y="27799"/>
                </a:lnTo>
                <a:lnTo>
                  <a:pt x="613863" y="47723"/>
                </a:lnTo>
                <a:lnTo>
                  <a:pt x="633775" y="71872"/>
                </a:lnTo>
                <a:lnTo>
                  <a:pt x="648818" y="99605"/>
                </a:lnTo>
                <a:lnTo>
                  <a:pt x="658329" y="130264"/>
                </a:lnTo>
                <a:lnTo>
                  <a:pt x="661556" y="162289"/>
                </a:lnTo>
                <a:lnTo>
                  <a:pt x="661556" y="437821"/>
                </a:lnTo>
                <a:lnTo>
                  <a:pt x="658329" y="469846"/>
                </a:lnTo>
                <a:lnTo>
                  <a:pt x="648818" y="500505"/>
                </a:lnTo>
                <a:lnTo>
                  <a:pt x="633775" y="528239"/>
                </a:lnTo>
                <a:lnTo>
                  <a:pt x="613863" y="552387"/>
                </a:lnTo>
                <a:lnTo>
                  <a:pt x="589730" y="572311"/>
                </a:lnTo>
                <a:lnTo>
                  <a:pt x="562014" y="587364"/>
                </a:lnTo>
                <a:lnTo>
                  <a:pt x="531375" y="596882"/>
                </a:lnTo>
                <a:lnTo>
                  <a:pt x="499371" y="600110"/>
                </a:lnTo>
                <a:lnTo>
                  <a:pt x="162185" y="600110"/>
                </a:lnTo>
                <a:lnTo>
                  <a:pt x="130180" y="596882"/>
                </a:lnTo>
                <a:lnTo>
                  <a:pt x="99541" y="587364"/>
                </a:lnTo>
                <a:lnTo>
                  <a:pt x="71825" y="572311"/>
                </a:lnTo>
                <a:lnTo>
                  <a:pt x="47692" y="552387"/>
                </a:lnTo>
                <a:lnTo>
                  <a:pt x="27781" y="528239"/>
                </a:lnTo>
                <a:lnTo>
                  <a:pt x="12737" y="500505"/>
                </a:lnTo>
                <a:lnTo>
                  <a:pt x="3226" y="469846"/>
                </a:lnTo>
                <a:lnTo>
                  <a:pt x="0" y="437821"/>
                </a:lnTo>
                <a:lnTo>
                  <a:pt x="0" y="162289"/>
                </a:lnTo>
                <a:lnTo>
                  <a:pt x="3226" y="130264"/>
                </a:lnTo>
                <a:lnTo>
                  <a:pt x="12737" y="99605"/>
                </a:lnTo>
                <a:lnTo>
                  <a:pt x="27781" y="71872"/>
                </a:lnTo>
                <a:lnTo>
                  <a:pt x="47692" y="47723"/>
                </a:lnTo>
                <a:lnTo>
                  <a:pt x="71825" y="27799"/>
                </a:lnTo>
                <a:lnTo>
                  <a:pt x="99541" y="12746"/>
                </a:lnTo>
                <a:lnTo>
                  <a:pt x="130180" y="3229"/>
                </a:lnTo>
                <a:lnTo>
                  <a:pt x="1621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F6EBD2"/>
            </a:solidFill>
            <a:prstDash val="solid"/>
          </a:ln>
        </p:spPr>
      </p:sp>
      <p:sp>
        <p:nvSpPr>
          <p:cNvPr id="275" name="pdf-path-395">
            <a:extLst xmlns:a="http://schemas.openxmlformats.org/drawingml/2006/main">
              <a:ext uri="{FF2B5EF4-FFF2-40B4-BE49-F238E27FC236}">
                <a16:creationId xmlns:a16="http://schemas.microsoft.com/office/drawing/2014/main" id="{CDF6AB7E-080E-48EC-875E-676B6B18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4368" y="1052022"/>
            <a:ext cx="661556" cy="600110"/>
          </a:xfrm>
          <a:custGeom xmlns:a="http://schemas.openxmlformats.org/drawingml/2006/main">
            <a:pathLst>
              <a:path w="661556" h="600110">
                <a:moveTo>
                  <a:pt x="162185" y="0"/>
                </a:moveTo>
                <a:lnTo>
                  <a:pt x="499371" y="0"/>
                </a:lnTo>
                <a:lnTo>
                  <a:pt x="531375" y="3229"/>
                </a:lnTo>
                <a:lnTo>
                  <a:pt x="562014" y="12746"/>
                </a:lnTo>
                <a:lnTo>
                  <a:pt x="589730" y="27799"/>
                </a:lnTo>
                <a:lnTo>
                  <a:pt x="613863" y="47723"/>
                </a:lnTo>
                <a:lnTo>
                  <a:pt x="633775" y="71872"/>
                </a:lnTo>
                <a:lnTo>
                  <a:pt x="648818" y="99605"/>
                </a:lnTo>
                <a:lnTo>
                  <a:pt x="658329" y="130264"/>
                </a:lnTo>
                <a:lnTo>
                  <a:pt x="661556" y="162289"/>
                </a:lnTo>
                <a:lnTo>
                  <a:pt x="661556" y="437821"/>
                </a:lnTo>
                <a:lnTo>
                  <a:pt x="658329" y="469846"/>
                </a:lnTo>
                <a:lnTo>
                  <a:pt x="648818" y="500505"/>
                </a:lnTo>
                <a:lnTo>
                  <a:pt x="633775" y="528239"/>
                </a:lnTo>
                <a:lnTo>
                  <a:pt x="613863" y="552387"/>
                </a:lnTo>
                <a:lnTo>
                  <a:pt x="589730" y="572311"/>
                </a:lnTo>
                <a:lnTo>
                  <a:pt x="562014" y="587364"/>
                </a:lnTo>
                <a:lnTo>
                  <a:pt x="531375" y="596882"/>
                </a:lnTo>
                <a:lnTo>
                  <a:pt x="499371" y="600110"/>
                </a:lnTo>
                <a:lnTo>
                  <a:pt x="162185" y="600110"/>
                </a:lnTo>
                <a:lnTo>
                  <a:pt x="130180" y="596882"/>
                </a:lnTo>
                <a:lnTo>
                  <a:pt x="99541" y="587364"/>
                </a:lnTo>
                <a:lnTo>
                  <a:pt x="71825" y="572311"/>
                </a:lnTo>
                <a:lnTo>
                  <a:pt x="47692" y="552387"/>
                </a:lnTo>
                <a:lnTo>
                  <a:pt x="27781" y="528239"/>
                </a:lnTo>
                <a:lnTo>
                  <a:pt x="12737" y="500505"/>
                </a:lnTo>
                <a:lnTo>
                  <a:pt x="3227" y="469846"/>
                </a:lnTo>
                <a:lnTo>
                  <a:pt x="0" y="437821"/>
                </a:lnTo>
                <a:lnTo>
                  <a:pt x="0" y="162289"/>
                </a:lnTo>
                <a:lnTo>
                  <a:pt x="3227" y="130264"/>
                </a:lnTo>
                <a:lnTo>
                  <a:pt x="12737" y="99605"/>
                </a:lnTo>
                <a:lnTo>
                  <a:pt x="27781" y="71872"/>
                </a:lnTo>
                <a:lnTo>
                  <a:pt x="47692" y="47723"/>
                </a:lnTo>
                <a:lnTo>
                  <a:pt x="71825" y="27799"/>
                </a:lnTo>
                <a:lnTo>
                  <a:pt x="99541" y="12746"/>
                </a:lnTo>
                <a:lnTo>
                  <a:pt x="130180" y="3229"/>
                </a:lnTo>
                <a:lnTo>
                  <a:pt x="1621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E9CD8F"/>
            </a:solidFill>
            <a:prstDash val="solid"/>
          </a:ln>
        </p:spPr>
      </p:sp>
      <p:sp>
        <p:nvSpPr>
          <p:cNvPr id="276" name="pdf-text-216-0">
            <a:extLst xmlns:a="http://schemas.openxmlformats.org/drawingml/2006/main">
              <a:ext uri="{FF2B5EF4-FFF2-40B4-BE49-F238E27FC236}">
                <a16:creationId xmlns:a16="http://schemas.microsoft.com/office/drawing/2014/main" id="{62FB3E54-CBB7-44D8-B6DB-40D91F15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0003" y="1386515"/>
            <a:ext cx="402989" cy="15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26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26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26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SAM 3</a:t>
            </a:r>
          </a:p>
        </p:txBody>
      </p:sp>
      <p:sp>
        <p:nvSpPr>
          <p:cNvPr id="277" name="pdf-path-397">
            <a:extLst xmlns:a="http://schemas.openxmlformats.org/drawingml/2006/main">
              <a:ext uri="{FF2B5EF4-FFF2-40B4-BE49-F238E27FC236}">
                <a16:creationId xmlns:a16="http://schemas.microsoft.com/office/drawing/2014/main" id="{CBFECE4D-FF18-4C1B-B5D9-0DAECEA0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32126" y="3985769"/>
            <a:ext cx="503819" cy="169370"/>
          </a:xfrm>
          <a:custGeom xmlns:a="http://schemas.openxmlformats.org/drawingml/2006/main">
            <a:pathLst>
              <a:path w="503819" h="169370">
                <a:moveTo>
                  <a:pt x="0" y="75359"/>
                </a:moveTo>
                <a:cubicBezTo>
                  <a:pt x="0" y="33739"/>
                  <a:pt x="33717" y="0"/>
                  <a:pt x="75310" y="0"/>
                </a:cubicBezTo>
                <a:lnTo>
                  <a:pt x="428510" y="0"/>
                </a:lnTo>
                <a:cubicBezTo>
                  <a:pt x="470101" y="0"/>
                  <a:pt x="503819" y="33739"/>
                  <a:pt x="503819" y="75359"/>
                </a:cubicBezTo>
                <a:lnTo>
                  <a:pt x="503819" y="94010"/>
                </a:lnTo>
                <a:cubicBezTo>
                  <a:pt x="503819" y="135631"/>
                  <a:pt x="470101" y="169370"/>
                  <a:pt x="428510" y="169370"/>
                </a:cubicBezTo>
                <a:lnTo>
                  <a:pt x="75310" y="169370"/>
                </a:lnTo>
                <a:cubicBezTo>
                  <a:pt x="33717" y="169370"/>
                  <a:pt x="0" y="135631"/>
                  <a:pt x="0" y="94010"/>
                </a:cubicBezTo>
                <a:lnTo>
                  <a:pt x="0" y="75359"/>
                </a:lnTo>
              </a:path>
            </a:pathLst>
          </a:custGeom>
          <a:solidFill xmlns:a="http://schemas.openxmlformats.org/drawingml/2006/main">
            <a:srgbClr val="B38800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8" name="pdf-text-217-0">
            <a:extLst xmlns:a="http://schemas.openxmlformats.org/drawingml/2006/main">
              <a:ext uri="{FF2B5EF4-FFF2-40B4-BE49-F238E27FC236}">
                <a16:creationId xmlns:a16="http://schemas.microsoft.com/office/drawing/2014/main" id="{63CC0E63-DA8F-4369-AE23-9C7AD405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63733" y="4027511"/>
            <a:ext cx="244358" cy="952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59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59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59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VGGT</a:t>
            </a:r>
          </a:p>
        </p:txBody>
      </p:sp>
      <p:sp>
        <p:nvSpPr>
          <p:cNvPr id="279" name="pdf-path-399">
            <a:extLst xmlns:a="http://schemas.openxmlformats.org/drawingml/2006/main">
              <a:ext uri="{FF2B5EF4-FFF2-40B4-BE49-F238E27FC236}">
                <a16:creationId xmlns:a16="http://schemas.microsoft.com/office/drawing/2014/main" id="{05CE9BF5-6922-4AB0-B1CD-EDCF383A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774" y="3267618"/>
            <a:ext cx="617982" cy="169370"/>
          </a:xfrm>
          <a:custGeom xmlns:a="http://schemas.openxmlformats.org/drawingml/2006/main">
            <a:pathLst>
              <a:path w="617982" h="169370">
                <a:moveTo>
                  <a:pt x="0" y="75359"/>
                </a:moveTo>
                <a:cubicBezTo>
                  <a:pt x="0" y="33740"/>
                  <a:pt x="33718" y="0"/>
                  <a:pt x="75310" y="0"/>
                </a:cubicBezTo>
                <a:lnTo>
                  <a:pt x="542672" y="0"/>
                </a:lnTo>
                <a:cubicBezTo>
                  <a:pt x="584266" y="0"/>
                  <a:pt x="617982" y="33740"/>
                  <a:pt x="617982" y="75359"/>
                </a:cubicBezTo>
                <a:lnTo>
                  <a:pt x="617982" y="94010"/>
                </a:lnTo>
                <a:cubicBezTo>
                  <a:pt x="617982" y="135631"/>
                  <a:pt x="584266" y="169370"/>
                  <a:pt x="542672" y="169370"/>
                </a:cubicBezTo>
                <a:lnTo>
                  <a:pt x="75310" y="169370"/>
                </a:lnTo>
                <a:cubicBezTo>
                  <a:pt x="33718" y="169370"/>
                  <a:pt x="0" y="135631"/>
                  <a:pt x="0" y="94010"/>
                </a:cubicBezTo>
                <a:lnTo>
                  <a:pt x="0" y="75359"/>
                </a:lnTo>
              </a:path>
            </a:pathLst>
          </a:custGeom>
          <a:solidFill xmlns:a="http://schemas.openxmlformats.org/drawingml/2006/main">
            <a:srgbClr val="B38800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0" name="pdf-text-218-0">
            <a:extLst xmlns:a="http://schemas.openxmlformats.org/drawingml/2006/main">
              <a:ext uri="{FF2B5EF4-FFF2-40B4-BE49-F238E27FC236}">
                <a16:creationId xmlns:a16="http://schemas.microsoft.com/office/drawing/2014/main" id="{A51CD4E0-EB96-49F3-A2EC-9D303774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4909" y="3309585"/>
            <a:ext cx="370776" cy="952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8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8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8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RANSAC</a:t>
            </a:r>
          </a:p>
        </p:txBody>
      </p:sp>
      <p:sp>
        <p:nvSpPr>
          <p:cNvPr id="281" name="pdf-path-401">
            <a:extLst xmlns:a="http://schemas.openxmlformats.org/drawingml/2006/main">
              <a:ext uri="{FF2B5EF4-FFF2-40B4-BE49-F238E27FC236}">
                <a16:creationId xmlns:a16="http://schemas.microsoft.com/office/drawing/2014/main" id="{9556A825-59CC-4792-B80B-65494AA5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906" y="3192009"/>
            <a:ext cx="3820049" cy="1145580"/>
          </a:xfrm>
          <a:custGeom xmlns:a="http://schemas.openxmlformats.org/drawingml/2006/main">
            <a:pathLst>
              <a:path w="3820049" h="1145580">
                <a:moveTo>
                  <a:pt x="0" y="190934"/>
                </a:moveTo>
                <a:cubicBezTo>
                  <a:pt x="0" y="85483"/>
                  <a:pt x="85429" y="0"/>
                  <a:pt x="190810" y="0"/>
                </a:cubicBezTo>
                <a:lnTo>
                  <a:pt x="3629239" y="0"/>
                </a:lnTo>
                <a:cubicBezTo>
                  <a:pt x="3734620" y="0"/>
                  <a:pt x="3820049" y="85483"/>
                  <a:pt x="3820049" y="190934"/>
                </a:cubicBezTo>
                <a:lnTo>
                  <a:pt x="3820049" y="954647"/>
                </a:lnTo>
                <a:cubicBezTo>
                  <a:pt x="3820049" y="1060096"/>
                  <a:pt x="3734620" y="1145580"/>
                  <a:pt x="3629239" y="1145580"/>
                </a:cubicBezTo>
                <a:lnTo>
                  <a:pt x="190810" y="1145580"/>
                </a:lnTo>
                <a:cubicBezTo>
                  <a:pt x="85429" y="1145580"/>
                  <a:pt x="0" y="1060096"/>
                  <a:pt x="0" y="954647"/>
                </a:cubicBezTo>
                <a:lnTo>
                  <a:pt x="0" y="190934"/>
                </a:lnTo>
              </a:path>
            </a:pathLst>
          </a:custGeom>
          <a:noFill xmlns:a="http://schemas.openxmlformats.org/drawingml/2006/main"/>
          <a:ln xmlns:a="http://schemas.openxmlformats.org/drawingml/2006/main" w="21431">
            <a:solidFill>
              <a:srgbClr val="FFC40E"/>
            </a:solidFill>
            <a:prstDash val="dash"/>
          </a:ln>
        </p:spPr>
      </p:sp>
      <p:sp>
        <p:nvSpPr>
          <p:cNvPr id="282" name="pdf-text-219-0">
            <a:extLst xmlns:a="http://schemas.openxmlformats.org/drawingml/2006/main">
              <a:ext uri="{FF2B5EF4-FFF2-40B4-BE49-F238E27FC236}">
                <a16:creationId xmlns:a16="http://schemas.microsoft.com/office/drawing/2014/main" id="{29A6CE57-FE81-4809-8F20-D0FA6C6C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1021" y="4228309"/>
            <a:ext cx="1076729" cy="114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00" b="0" i="0">
                <a:solidFill>
                  <a:srgbClr val="9D76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9D761F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9D761F"/>
                </a:solidFill>
                <a:latin typeface="Arial"/>
                <a:ea typeface="Arial"/>
                <a:cs typeface="Arial"/>
              </a:rPr>
              <a:t>Pointcloud Alignment</a:t>
            </a:r>
          </a:p>
        </p:txBody>
      </p:sp>
      <p:sp>
        <p:nvSpPr>
          <p:cNvPr id="283" name="pdf-path-403">
            <a:extLst xmlns:a="http://schemas.openxmlformats.org/drawingml/2006/main">
              <a:ext uri="{FF2B5EF4-FFF2-40B4-BE49-F238E27FC236}">
                <a16:creationId xmlns:a16="http://schemas.microsoft.com/office/drawing/2014/main" id="{FE2A0D6A-F1F2-4657-B6F9-E11C5547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7913" y="3012489"/>
            <a:ext cx="109989" cy="268727"/>
          </a:xfrm>
          <a:custGeom xmlns:a="http://schemas.openxmlformats.org/drawingml/2006/main">
            <a:pathLst>
              <a:path w="109989" h="268727">
                <a:moveTo>
                  <a:pt x="109989" y="27515"/>
                </a:moveTo>
                <a:lnTo>
                  <a:pt x="109989" y="131151"/>
                </a:lnTo>
                <a:cubicBezTo>
                  <a:pt x="109989" y="146347"/>
                  <a:pt x="97679" y="158666"/>
                  <a:pt x="82491" y="158666"/>
                </a:cubicBezTo>
                <a:cubicBezTo>
                  <a:pt x="67306" y="158666"/>
                  <a:pt x="54993" y="146347"/>
                  <a:pt x="54993" y="131151"/>
                </a:cubicBezTo>
                <a:lnTo>
                  <a:pt x="54993" y="27515"/>
                </a:lnTo>
                <a:cubicBezTo>
                  <a:pt x="54993" y="12318"/>
                  <a:pt x="67306" y="0"/>
                  <a:pt x="82491" y="0"/>
                </a:cubicBezTo>
                <a:cubicBezTo>
                  <a:pt x="97679" y="0"/>
                  <a:pt x="109989" y="12318"/>
                  <a:pt x="109989" y="27515"/>
                </a:cubicBezTo>
                <a:moveTo>
                  <a:pt x="164984" y="103637"/>
                </a:moveTo>
                <a:lnTo>
                  <a:pt x="82493" y="268727"/>
                </a:lnTo>
                <a:lnTo>
                  <a:pt x="0" y="103637"/>
                </a:lnTo>
                <a:lnTo>
                  <a:pt x="164984" y="103637"/>
                </a:lnTo>
              </a:path>
            </a:pathLst>
          </a:custGeom>
          <a:solidFill xmlns:a="http://schemas.openxmlformats.org/drawingml/2006/main">
            <a:srgbClr val="DA8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4" name="pdf-path-404">
            <a:extLst xmlns:a="http://schemas.openxmlformats.org/drawingml/2006/main">
              <a:ext uri="{FF2B5EF4-FFF2-40B4-BE49-F238E27FC236}">
                <a16:creationId xmlns:a16="http://schemas.microsoft.com/office/drawing/2014/main" id="{F2349429-24FD-4F5E-BD17-6DEF25E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69757" y="2316553"/>
            <a:ext cx="109990" cy="268726"/>
          </a:xfrm>
          <a:custGeom xmlns:a="http://schemas.openxmlformats.org/drawingml/2006/main">
            <a:pathLst>
              <a:path w="109990" h="268726">
                <a:moveTo>
                  <a:pt x="109990" y="27515"/>
                </a:moveTo>
                <a:lnTo>
                  <a:pt x="109990" y="131150"/>
                </a:lnTo>
                <a:cubicBezTo>
                  <a:pt x="109990" y="146347"/>
                  <a:pt x="97678" y="158668"/>
                  <a:pt x="82492" y="158668"/>
                </a:cubicBezTo>
                <a:cubicBezTo>
                  <a:pt x="67305" y="158668"/>
                  <a:pt x="54994" y="146347"/>
                  <a:pt x="54994" y="131153"/>
                </a:cubicBezTo>
                <a:lnTo>
                  <a:pt x="54994" y="27516"/>
                </a:lnTo>
                <a:cubicBezTo>
                  <a:pt x="54994" y="12320"/>
                  <a:pt x="67305" y="0"/>
                  <a:pt x="82492" y="0"/>
                </a:cubicBezTo>
                <a:cubicBezTo>
                  <a:pt x="97678" y="0"/>
                  <a:pt x="109990" y="12320"/>
                  <a:pt x="109990" y="27515"/>
                </a:cubicBezTo>
                <a:moveTo>
                  <a:pt x="164983" y="103636"/>
                </a:moveTo>
                <a:lnTo>
                  <a:pt x="82492" y="268726"/>
                </a:lnTo>
                <a:lnTo>
                  <a:pt x="0" y="103636"/>
                </a:lnTo>
                <a:lnTo>
                  <a:pt x="164983" y="103636"/>
                </a:lnTo>
              </a:path>
            </a:pathLst>
          </a:custGeom>
          <a:solidFill xmlns:a="http://schemas.openxmlformats.org/drawingml/2006/main">
            <a:srgbClr val="DAAA4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F8AF77B9-E200-40F2-BDA9-E9CEBF1071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526c35a581420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14900" y="2905125"/>
            <a:ext cx="628650" cy="323850"/>
          </a:xfrm>
          <a:prstGeom xmlns:a="http://schemas.openxmlformats.org/drawingml/2006/main" prst="rect">
            <a:avLst/>
          </a:prstGeom>
        </p:spPr>
      </p:pic>
      <p:sp>
        <p:nvSpPr>
          <p:cNvPr id="286" name="source-raster-90">
            <a:extLst xmlns:a="http://schemas.openxmlformats.org/drawingml/2006/main">
              <a:ext uri="{FF2B5EF4-FFF2-40B4-BE49-F238E27FC236}">
                <a16:creationId xmlns:a16="http://schemas.microsoft.com/office/drawing/2014/main" id="{2238E7FB-972A-4E1B-8F67-D387B7017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14900" y="2905125"/>
            <a:ext cx="62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ADB9F439-FE8D-4519-9D05-555176511E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af3c54078a42b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48250" y="2600325"/>
            <a:ext cx="428625" cy="352425"/>
          </a:xfrm>
          <a:prstGeom xmlns:a="http://schemas.openxmlformats.org/drawingml/2006/main" prst="rect">
            <a:avLst/>
          </a:prstGeom>
        </p:spPr>
      </p:pic>
      <p:sp>
        <p:nvSpPr>
          <p:cNvPr id="288" name="source-raster-91">
            <a:extLst xmlns:a="http://schemas.openxmlformats.org/drawingml/2006/main">
              <a:ext uri="{FF2B5EF4-FFF2-40B4-BE49-F238E27FC236}">
                <a16:creationId xmlns:a16="http://schemas.microsoft.com/office/drawing/2014/main" id="{CE31E083-0A21-47C7-9BF2-420F231D3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2600325"/>
            <a:ext cx="428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9" name="pdf-text-220-0">
            <a:extLst xmlns:a="http://schemas.openxmlformats.org/drawingml/2006/main">
              <a:ext uri="{FF2B5EF4-FFF2-40B4-BE49-F238E27FC236}">
                <a16:creationId xmlns:a16="http://schemas.microsoft.com/office/drawing/2014/main" id="{38C87D0D-FD82-4785-BB94-5CCBCB58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0817" y="1968551"/>
            <a:ext cx="516175" cy="15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4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Physics</a:t>
            </a:r>
          </a:p>
        </p:txBody>
      </p:sp>
      <p:sp>
        <p:nvSpPr>
          <p:cNvPr id="290" name="pdf-text-221-0">
            <a:extLst xmlns:a="http://schemas.openxmlformats.org/drawingml/2006/main">
              <a:ext uri="{FF2B5EF4-FFF2-40B4-BE49-F238E27FC236}">
                <a16:creationId xmlns:a16="http://schemas.microsoft.com/office/drawing/2014/main" id="{3B24D3BE-30FA-4F7E-8475-4DA7E236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27640" y="1968551"/>
            <a:ext cx="422159" cy="15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Phase</a:t>
            </a:r>
          </a:p>
        </p:txBody>
      </p:sp>
      <p:sp>
        <p:nvSpPr>
          <p:cNvPr id="291" name="pdf-text-222-0">
            <a:extLst xmlns:a="http://schemas.openxmlformats.org/drawingml/2006/main">
              <a:ext uri="{FF2B5EF4-FFF2-40B4-BE49-F238E27FC236}">
                <a16:creationId xmlns:a16="http://schemas.microsoft.com/office/drawing/2014/main" id="{01275162-4ACA-45BB-A15E-38758C6A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07939" y="2147697"/>
            <a:ext cx="78766" cy="114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292" name="pdf-text-223-0">
            <a:extLst xmlns:a="http://schemas.openxmlformats.org/drawingml/2006/main">
              <a:ext uri="{FF2B5EF4-FFF2-40B4-BE49-F238E27FC236}">
                <a16:creationId xmlns:a16="http://schemas.microsoft.com/office/drawing/2014/main" id="{960A2FF9-0603-400F-905E-6507D4E7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7682" y="2147697"/>
            <a:ext cx="48471" cy="114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293" name="pdf-text-224-0">
            <a:extLst xmlns:a="http://schemas.openxmlformats.org/drawingml/2006/main">
              <a:ext uri="{FF2B5EF4-FFF2-40B4-BE49-F238E27FC236}">
                <a16:creationId xmlns:a16="http://schemas.microsoft.com/office/drawing/2014/main" id="{361B874F-392A-4AD4-9CE9-C488DDB1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7177" y="2147697"/>
            <a:ext cx="776344" cy="114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HACD SAPIEN</a:t>
            </a:r>
          </a:p>
        </p:txBody>
      </p:sp>
      <p:pic>
        <p:nvPic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7463DEE2-4482-461F-8535-4AE949DB79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f07ec9bfce408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53050" y="2590800"/>
            <a:ext cx="590550" cy="342900"/>
          </a:xfrm>
          <a:prstGeom xmlns:a="http://schemas.openxmlformats.org/drawingml/2006/main" prst="rect">
            <a:avLst/>
          </a:prstGeom>
        </p:spPr>
      </p:pic>
      <p:sp>
        <p:nvSpPr>
          <p:cNvPr id="295" name="source-raster-93">
            <a:extLst xmlns:a="http://schemas.openxmlformats.org/drawingml/2006/main">
              <a:ext uri="{FF2B5EF4-FFF2-40B4-BE49-F238E27FC236}">
                <a16:creationId xmlns:a16="http://schemas.microsoft.com/office/drawing/2014/main" id="{B8790643-A2C5-4BA3-9776-72772E59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3050" y="259080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6" name="pdf-path-414">
            <a:extLst xmlns:a="http://schemas.openxmlformats.org/drawingml/2006/main">
              <a:ext uri="{FF2B5EF4-FFF2-40B4-BE49-F238E27FC236}">
                <a16:creationId xmlns:a16="http://schemas.microsoft.com/office/drawing/2014/main" id="{084F1D5F-35E1-41C3-91FC-8FB11540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2462" y="2610542"/>
            <a:ext cx="502932" cy="254079"/>
          </a:xfrm>
          <a:custGeom xmlns:a="http://schemas.openxmlformats.org/drawingml/2006/main">
            <a:pathLst>
              <a:path w="502932" h="254079">
                <a:moveTo>
                  <a:pt x="0" y="75492"/>
                </a:moveTo>
                <a:cubicBezTo>
                  <a:pt x="0" y="33799"/>
                  <a:pt x="33778" y="0"/>
                  <a:pt x="75444" y="0"/>
                </a:cubicBezTo>
                <a:lnTo>
                  <a:pt x="427488" y="0"/>
                </a:lnTo>
                <a:cubicBezTo>
                  <a:pt x="469154" y="0"/>
                  <a:pt x="502932" y="33799"/>
                  <a:pt x="502932" y="75492"/>
                </a:cubicBezTo>
                <a:lnTo>
                  <a:pt x="502932" y="178589"/>
                </a:lnTo>
                <a:cubicBezTo>
                  <a:pt x="502932" y="220281"/>
                  <a:pt x="469154" y="254079"/>
                  <a:pt x="427488" y="254079"/>
                </a:cubicBezTo>
                <a:lnTo>
                  <a:pt x="75444" y="254079"/>
                </a:lnTo>
                <a:cubicBezTo>
                  <a:pt x="33778" y="254079"/>
                  <a:pt x="0" y="220281"/>
                  <a:pt x="0" y="178589"/>
                </a:cubicBezTo>
                <a:lnTo>
                  <a:pt x="0" y="75492"/>
                </a:lnTo>
              </a:path>
            </a:pathLst>
          </a:custGeom>
          <a:solidFill xmlns:a="http://schemas.openxmlformats.org/drawingml/2006/main">
            <a:srgbClr val="AFE2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7" name="pdf-path-415">
            <a:extLst xmlns:a="http://schemas.openxmlformats.org/drawingml/2006/main">
              <a:ext uri="{FF2B5EF4-FFF2-40B4-BE49-F238E27FC236}">
                <a16:creationId xmlns:a16="http://schemas.microsoft.com/office/drawing/2014/main" id="{8468650D-4681-4AB8-9FFA-2A2399D57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2462" y="2610542"/>
            <a:ext cx="502931" cy="254078"/>
          </a:xfrm>
          <a:custGeom xmlns:a="http://schemas.openxmlformats.org/drawingml/2006/main">
            <a:pathLst>
              <a:path w="502931" h="254078">
                <a:moveTo>
                  <a:pt x="0" y="75492"/>
                </a:moveTo>
                <a:cubicBezTo>
                  <a:pt x="0" y="33799"/>
                  <a:pt x="33777" y="0"/>
                  <a:pt x="75443" y="0"/>
                </a:cubicBezTo>
                <a:lnTo>
                  <a:pt x="427488" y="0"/>
                </a:lnTo>
                <a:cubicBezTo>
                  <a:pt x="469153" y="0"/>
                  <a:pt x="502931" y="33799"/>
                  <a:pt x="502931" y="75492"/>
                </a:cubicBezTo>
                <a:lnTo>
                  <a:pt x="502931" y="178586"/>
                </a:lnTo>
                <a:cubicBezTo>
                  <a:pt x="502931" y="220279"/>
                  <a:pt x="469153" y="254078"/>
                  <a:pt x="427488" y="254078"/>
                </a:cubicBezTo>
                <a:lnTo>
                  <a:pt x="75443" y="254078"/>
                </a:lnTo>
                <a:cubicBezTo>
                  <a:pt x="33777" y="254078"/>
                  <a:pt x="0" y="220279"/>
                  <a:pt x="0" y="178586"/>
                </a:cubicBezTo>
                <a:lnTo>
                  <a:pt x="0" y="75492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FE2D0"/>
            </a:solidFill>
            <a:prstDash val="solid"/>
          </a:ln>
        </p:spPr>
      </p:sp>
      <p:pic>
        <p:nvPic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81A9FC52-9BB9-40E2-A542-D32B9FF3AB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b3dda947f544b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91075" y="2809875"/>
            <a:ext cx="381000" cy="238125"/>
          </a:xfrm>
          <a:prstGeom xmlns:a="http://schemas.openxmlformats.org/drawingml/2006/main" prst="rect">
            <a:avLst/>
          </a:prstGeom>
        </p:spPr>
      </p:pic>
      <p:sp>
        <p:nvSpPr>
          <p:cNvPr id="299" name="source-raster-94">
            <a:extLst xmlns:a="http://schemas.openxmlformats.org/drawingml/2006/main">
              <a:ext uri="{FF2B5EF4-FFF2-40B4-BE49-F238E27FC236}">
                <a16:creationId xmlns:a16="http://schemas.microsoft.com/office/drawing/2014/main" id="{40B2079A-3787-4688-B065-F583999C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91075" y="28098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46543473-0EB9-489D-9631-51CD184F8D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1fb4b7e9e14ca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10100" y="2962275"/>
            <a:ext cx="457200" cy="200025"/>
          </a:xfrm>
          <a:prstGeom xmlns:a="http://schemas.openxmlformats.org/drawingml/2006/main" prst="rect">
            <a:avLst/>
          </a:prstGeom>
        </p:spPr>
      </p:pic>
      <p:sp>
        <p:nvSpPr>
          <p:cNvPr id="301" name="source-raster-95">
            <a:extLst xmlns:a="http://schemas.openxmlformats.org/drawingml/2006/main">
              <a:ext uri="{FF2B5EF4-FFF2-40B4-BE49-F238E27FC236}">
                <a16:creationId xmlns:a16="http://schemas.microsoft.com/office/drawing/2014/main" id="{30B3DC9D-BE92-426E-9942-CD2F8F9E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0100" y="2962275"/>
            <a:ext cx="457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3DA06E73-E0CA-4B29-85EC-22A9DA8F04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ee85dfdfd84c5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62675" y="2257425"/>
            <a:ext cx="590550" cy="342900"/>
          </a:xfrm>
          <a:prstGeom xmlns:a="http://schemas.openxmlformats.org/drawingml/2006/main" prst="rect">
            <a:avLst/>
          </a:prstGeom>
        </p:spPr>
      </p:pic>
      <p:sp>
        <p:nvSpPr>
          <p:cNvPr id="303" name="source-raster-96">
            <a:extLst xmlns:a="http://schemas.openxmlformats.org/drawingml/2006/main">
              <a:ext uri="{FF2B5EF4-FFF2-40B4-BE49-F238E27FC236}">
                <a16:creationId xmlns:a16="http://schemas.microsoft.com/office/drawing/2014/main" id="{6257D862-E2E4-4DC0-ABFD-1A78D295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62675" y="2257425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4" name="pdf-text-232-0">
            <a:extLst xmlns:a="http://schemas.openxmlformats.org/drawingml/2006/main">
              <a:ext uri="{FF2B5EF4-FFF2-40B4-BE49-F238E27FC236}">
                <a16:creationId xmlns:a16="http://schemas.microsoft.com/office/drawing/2014/main" id="{82EF80D3-4DA3-42FE-8965-5DBB0DD0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8351" y="2385883"/>
            <a:ext cx="550315" cy="952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Kinematic Obj</a:t>
            </a:r>
          </a:p>
        </p:txBody>
      </p:sp>
      <p:sp>
        <p:nvSpPr>
          <p:cNvPr id="305" name="pdf-text-233-0">
            <a:extLst xmlns:a="http://schemas.openxmlformats.org/drawingml/2006/main">
              <a:ext uri="{FF2B5EF4-FFF2-40B4-BE49-F238E27FC236}">
                <a16:creationId xmlns:a16="http://schemas.microsoft.com/office/drawing/2014/main" id="{DB0EEF06-F695-48B9-9269-6EA183454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36925" y="2385883"/>
            <a:ext cx="21721" cy="952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59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59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9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306" name="pdf-text-234-0">
            <a:extLst xmlns:a="http://schemas.openxmlformats.org/drawingml/2006/main">
              <a:ext uri="{FF2B5EF4-FFF2-40B4-BE49-F238E27FC236}">
                <a16:creationId xmlns:a16="http://schemas.microsoft.com/office/drawing/2014/main" id="{F835AF67-C177-428D-931A-1620E98A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9666" y="2385883"/>
            <a:ext cx="368309" cy="952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Dynamic </a:t>
            </a:r>
          </a:p>
        </p:txBody>
      </p:sp>
      <p:sp>
        <p:nvSpPr>
          <p:cNvPr id="307" name="pdf-text-235-0">
            <a:extLst xmlns:a="http://schemas.openxmlformats.org/drawingml/2006/main">
              <a:ext uri="{FF2B5EF4-FFF2-40B4-BE49-F238E27FC236}">
                <a16:creationId xmlns:a16="http://schemas.microsoft.com/office/drawing/2014/main" id="{1F6FED8C-2B07-4E88-AA90-123CB153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16755" y="2385883"/>
            <a:ext cx="160581" cy="952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6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6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6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Obj.</a:t>
            </a:r>
          </a:p>
        </p:txBody>
      </p:sp>
      <p:sp>
        <p:nvSpPr>
          <p:cNvPr id="308" name="pdf-text-236-0">
            <a:extLst xmlns:a="http://schemas.openxmlformats.org/drawingml/2006/main">
              <a:ext uri="{FF2B5EF4-FFF2-40B4-BE49-F238E27FC236}">
                <a16:creationId xmlns:a16="http://schemas.microsoft.com/office/drawing/2014/main" id="{1FC506BE-D22B-4FBC-ADBF-64C65E60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17227" y="3089687"/>
            <a:ext cx="150821" cy="114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3D</a:t>
            </a:r>
          </a:p>
        </p:txBody>
      </p:sp>
      <p:sp>
        <p:nvSpPr>
          <p:cNvPr id="309" name="pdf-text-237-0">
            <a:extLst xmlns:a="http://schemas.openxmlformats.org/drawingml/2006/main">
              <a:ext uri="{FF2B5EF4-FFF2-40B4-BE49-F238E27FC236}">
                <a16:creationId xmlns:a16="http://schemas.microsoft.com/office/drawing/2014/main" id="{21CC9E1C-279D-4564-A50A-CCCBDF194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93209" y="3089687"/>
            <a:ext cx="321032" cy="114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World</a:t>
            </a:r>
          </a:p>
        </p:txBody>
      </p:sp>
      <p:sp>
        <p:nvSpPr>
          <p:cNvPr id="310" name="pdf-text-238-0">
            <a:extLst xmlns:a="http://schemas.openxmlformats.org/drawingml/2006/main">
              <a:ext uri="{FF2B5EF4-FFF2-40B4-BE49-F238E27FC236}">
                <a16:creationId xmlns:a16="http://schemas.microsoft.com/office/drawing/2014/main" id="{38E65D3D-6C4A-48BB-8B04-A4D24B23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41053" y="3089687"/>
            <a:ext cx="311429" cy="114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311" name="pdf-path-435">
            <a:extLst xmlns:a="http://schemas.openxmlformats.org/drawingml/2006/main">
              <a:ext uri="{FF2B5EF4-FFF2-40B4-BE49-F238E27FC236}">
                <a16:creationId xmlns:a16="http://schemas.microsoft.com/office/drawing/2014/main" id="{9C161513-419D-42BB-81E2-20048B7E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52883" y="3009889"/>
            <a:ext cx="109989" cy="268728"/>
          </a:xfrm>
          <a:custGeom xmlns:a="http://schemas.openxmlformats.org/drawingml/2006/main">
            <a:pathLst>
              <a:path w="109989" h="268728">
                <a:moveTo>
                  <a:pt x="109989" y="27516"/>
                </a:moveTo>
                <a:lnTo>
                  <a:pt x="109989" y="131153"/>
                </a:lnTo>
                <a:cubicBezTo>
                  <a:pt x="109989" y="146347"/>
                  <a:pt x="97678" y="158668"/>
                  <a:pt x="82491" y="158668"/>
                </a:cubicBezTo>
                <a:cubicBezTo>
                  <a:pt x="67306" y="158668"/>
                  <a:pt x="54995" y="146347"/>
                  <a:pt x="54993" y="131153"/>
                </a:cubicBezTo>
                <a:lnTo>
                  <a:pt x="54993" y="27516"/>
                </a:lnTo>
                <a:cubicBezTo>
                  <a:pt x="54993" y="12319"/>
                  <a:pt x="67306" y="2"/>
                  <a:pt x="82491" y="0"/>
                </a:cubicBezTo>
                <a:cubicBezTo>
                  <a:pt x="97678" y="0"/>
                  <a:pt x="109989" y="12319"/>
                  <a:pt x="109989" y="27516"/>
                </a:cubicBezTo>
                <a:moveTo>
                  <a:pt x="164984" y="103636"/>
                </a:moveTo>
                <a:lnTo>
                  <a:pt x="82493" y="268728"/>
                </a:lnTo>
                <a:lnTo>
                  <a:pt x="0" y="103638"/>
                </a:lnTo>
                <a:lnTo>
                  <a:pt x="164984" y="103636"/>
                </a:lnTo>
              </a:path>
            </a:pathLst>
          </a:custGeom>
          <a:solidFill xmlns:a="http://schemas.openxmlformats.org/drawingml/2006/main">
            <a:srgbClr val="DAAA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2" name="pdf-path-436">
            <a:extLst xmlns:a="http://schemas.openxmlformats.org/drawingml/2006/main">
              <a:ext uri="{FF2B5EF4-FFF2-40B4-BE49-F238E27FC236}">
                <a16:creationId xmlns:a16="http://schemas.microsoft.com/office/drawing/2014/main" id="{D43535E7-BCA5-4618-9246-0A89CA1D8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64843" y="3016652"/>
            <a:ext cx="314628" cy="326984"/>
          </a:xfrm>
          <a:custGeom xmlns:a="http://schemas.openxmlformats.org/drawingml/2006/main">
            <a:pathLst>
              <a:path w="314628" h="326984">
                <a:moveTo>
                  <a:pt x="43339" y="237940"/>
                </a:moveTo>
                <a:cubicBezTo>
                  <a:pt x="0" y="173487"/>
                  <a:pt x="15895" y="86271"/>
                  <a:pt x="78843" y="43136"/>
                </a:cubicBezTo>
                <a:cubicBezTo>
                  <a:pt x="141788" y="0"/>
                  <a:pt x="227949" y="17283"/>
                  <a:pt x="271290" y="81736"/>
                </a:cubicBezTo>
                <a:cubicBezTo>
                  <a:pt x="314628" y="146190"/>
                  <a:pt x="298734" y="233406"/>
                  <a:pt x="235786" y="276541"/>
                </a:cubicBezTo>
                <a:cubicBezTo>
                  <a:pt x="234380" y="277507"/>
                  <a:pt x="232955" y="278444"/>
                  <a:pt x="231513" y="279354"/>
                </a:cubicBezTo>
                <a:lnTo>
                  <a:pt x="246467" y="326984"/>
                </a:lnTo>
                <a:lnTo>
                  <a:pt x="190819" y="266546"/>
                </a:lnTo>
                <a:lnTo>
                  <a:pt x="198461" y="174092"/>
                </a:lnTo>
                <a:lnTo>
                  <a:pt x="213096" y="220703"/>
                </a:lnTo>
                <a:cubicBezTo>
                  <a:pt x="245206" y="189874"/>
                  <a:pt x="246261" y="137635"/>
                  <a:pt x="215454" y="104021"/>
                </a:cubicBezTo>
                <a:cubicBezTo>
                  <a:pt x="184645" y="70405"/>
                  <a:pt x="133642" y="68148"/>
                  <a:pt x="101532" y="98973"/>
                </a:cubicBezTo>
                <a:cubicBezTo>
                  <a:pt x="72995" y="126373"/>
                  <a:pt x="68548" y="171401"/>
                  <a:pt x="91037" y="205257"/>
                </a:cubicBezTo>
                <a:lnTo>
                  <a:pt x="43339" y="237940"/>
                </a:lnTo>
              </a:path>
            </a:pathLst>
          </a:custGeom>
          <a:solidFill xmlns:a="http://schemas.openxmlformats.org/drawingml/2006/main">
            <a:srgbClr val="E3A37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EAD49069-BCB6-4F10-8ECC-01405AE2C6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c808bc9aab440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150" y="1704975"/>
            <a:ext cx="581025" cy="190500"/>
          </a:xfrm>
          <a:prstGeom xmlns:a="http://schemas.openxmlformats.org/drawingml/2006/main" prst="rect">
            <a:avLst/>
          </a:prstGeom>
        </p:spPr>
      </p:pic>
      <p:sp>
        <p:nvSpPr>
          <p:cNvPr id="314" name="source-raster-97">
            <a:extLst xmlns:a="http://schemas.openxmlformats.org/drawingml/2006/main">
              <a:ext uri="{FF2B5EF4-FFF2-40B4-BE49-F238E27FC236}">
                <a16:creationId xmlns:a16="http://schemas.microsoft.com/office/drawing/2014/main" id="{F9AEB1A1-D885-4A28-8CB5-3EE74223A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150" y="1704975"/>
            <a:ext cx="5810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5" name="pdf-path-438">
            <a:extLst xmlns:a="http://schemas.openxmlformats.org/drawingml/2006/main">
              <a:ext uri="{FF2B5EF4-FFF2-40B4-BE49-F238E27FC236}">
                <a16:creationId xmlns:a16="http://schemas.microsoft.com/office/drawing/2014/main" id="{35614E87-B816-47F1-A456-71A06899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883" y="1720255"/>
            <a:ext cx="574964" cy="163715"/>
          </a:xfrm>
          <a:custGeom xmlns:a="http://schemas.openxmlformats.org/drawingml/2006/main">
            <a:pathLst>
              <a:path w="574964" h="163715">
                <a:moveTo>
                  <a:pt x="0" y="72841"/>
                </a:moveTo>
                <a:cubicBezTo>
                  <a:pt x="0" y="32613"/>
                  <a:pt x="32590" y="0"/>
                  <a:pt x="72794" y="0"/>
                </a:cubicBezTo>
                <a:lnTo>
                  <a:pt x="502167" y="0"/>
                </a:lnTo>
                <a:cubicBezTo>
                  <a:pt x="542371" y="0"/>
                  <a:pt x="574964" y="32613"/>
                  <a:pt x="574964" y="72841"/>
                </a:cubicBezTo>
                <a:lnTo>
                  <a:pt x="574964" y="90872"/>
                </a:lnTo>
                <a:cubicBezTo>
                  <a:pt x="574964" y="131101"/>
                  <a:pt x="542371" y="163715"/>
                  <a:pt x="502167" y="163715"/>
                </a:cubicBezTo>
                <a:lnTo>
                  <a:pt x="72794" y="163715"/>
                </a:lnTo>
                <a:cubicBezTo>
                  <a:pt x="32590" y="163715"/>
                  <a:pt x="0" y="131101"/>
                  <a:pt x="0" y="90872"/>
                </a:cubicBezTo>
                <a:lnTo>
                  <a:pt x="0" y="72841"/>
                </a:lnTo>
              </a:path>
            </a:pathLst>
          </a:custGeom>
          <a:solidFill xmlns:a="http://schemas.openxmlformats.org/drawingml/2006/main">
            <a:srgbClr val="DA8B4D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6" name="pdf-text-239-0">
            <a:extLst xmlns:a="http://schemas.openxmlformats.org/drawingml/2006/main">
              <a:ext uri="{FF2B5EF4-FFF2-40B4-BE49-F238E27FC236}">
                <a16:creationId xmlns:a16="http://schemas.microsoft.com/office/drawing/2014/main" id="{E3E54EFE-817F-46F7-AF85-6F6B9544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3843" y="1745294"/>
            <a:ext cx="138715" cy="114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66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66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66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P3</a:t>
            </a:r>
          </a:p>
        </p:txBody>
      </p:sp>
      <p:sp>
        <p:nvSpPr>
          <p:cNvPr id="317" name="pdf-text-240-0">
            <a:extLst xmlns:a="http://schemas.openxmlformats.org/drawingml/2006/main">
              <a:ext uri="{FF2B5EF4-FFF2-40B4-BE49-F238E27FC236}">
                <a16:creationId xmlns:a16="http://schemas.microsoft.com/office/drawing/2014/main" id="{35E9B968-73C0-4FCE-8227-9E90A3E4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9956" y="1745294"/>
            <a:ext cx="48471" cy="114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318" name="pdf-text-241-0">
            <a:extLst xmlns:a="http://schemas.openxmlformats.org/drawingml/2006/main">
              <a:ext uri="{FF2B5EF4-FFF2-40B4-BE49-F238E27FC236}">
                <a16:creationId xmlns:a16="http://schemas.microsoft.com/office/drawing/2014/main" id="{1533D864-18D2-4358-B81E-0068F6BB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6703" y="1745294"/>
            <a:ext cx="244826" cy="114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6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6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6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SAM</a:t>
            </a:r>
          </a:p>
        </p:txBody>
      </p:sp>
      <p:sp>
        <p:nvSpPr>
          <p:cNvPr id="319" name="pdf-path-443">
            <a:extLst xmlns:a="http://schemas.openxmlformats.org/drawingml/2006/main">
              <a:ext uri="{FF2B5EF4-FFF2-40B4-BE49-F238E27FC236}">
                <a16:creationId xmlns:a16="http://schemas.microsoft.com/office/drawing/2014/main" id="{DAF42C3D-1F9E-4B4F-B58C-7157EACDF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3440" y="1710418"/>
            <a:ext cx="574966" cy="179072"/>
          </a:xfrm>
          <a:custGeom xmlns:a="http://schemas.openxmlformats.org/drawingml/2006/main">
            <a:pathLst>
              <a:path w="574966" h="179072">
                <a:moveTo>
                  <a:pt x="0" y="79677"/>
                </a:moveTo>
                <a:cubicBezTo>
                  <a:pt x="0" y="35673"/>
                  <a:pt x="35649" y="0"/>
                  <a:pt x="79626" y="0"/>
                </a:cubicBezTo>
                <a:lnTo>
                  <a:pt x="495340" y="0"/>
                </a:lnTo>
                <a:cubicBezTo>
                  <a:pt x="539317" y="0"/>
                  <a:pt x="574966" y="35673"/>
                  <a:pt x="574966" y="79677"/>
                </a:cubicBezTo>
                <a:lnTo>
                  <a:pt x="574966" y="99397"/>
                </a:lnTo>
                <a:cubicBezTo>
                  <a:pt x="574966" y="143400"/>
                  <a:pt x="539317" y="179072"/>
                  <a:pt x="495340" y="179072"/>
                </a:cubicBezTo>
                <a:lnTo>
                  <a:pt x="79626" y="179072"/>
                </a:lnTo>
                <a:cubicBezTo>
                  <a:pt x="35649" y="179072"/>
                  <a:pt x="0" y="143400"/>
                  <a:pt x="0" y="99397"/>
                </a:cubicBezTo>
                <a:lnTo>
                  <a:pt x="0" y="79677"/>
                </a:lnTo>
              </a:path>
            </a:pathLst>
          </a:custGeom>
          <a:solidFill xmlns:a="http://schemas.openxmlformats.org/drawingml/2006/main">
            <a:srgbClr val="DA8B4D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0" name="pdf-text-242-0">
            <a:extLst xmlns:a="http://schemas.openxmlformats.org/drawingml/2006/main">
              <a:ext uri="{FF2B5EF4-FFF2-40B4-BE49-F238E27FC236}">
                <a16:creationId xmlns:a16="http://schemas.microsoft.com/office/drawing/2014/main" id="{3CB6E635-2007-4AE6-9C35-4A61FB0A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85582" y="1736148"/>
            <a:ext cx="420181" cy="114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62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62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62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SAM 3D</a:t>
            </a:r>
          </a:p>
        </p:txBody>
      </p:sp>
      <p:sp>
        <p:nvSpPr>
          <p:cNvPr id="321" name="pdf-text-243-0">
            <a:extLst xmlns:a="http://schemas.openxmlformats.org/drawingml/2006/main">
              <a:ext uri="{FF2B5EF4-FFF2-40B4-BE49-F238E27FC236}">
                <a16:creationId xmlns:a16="http://schemas.microsoft.com/office/drawing/2014/main" id="{21D04F19-B5FA-4E19-ACFD-E0CB8D15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73852" y="4210022"/>
            <a:ext cx="129726" cy="2286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𝑺</a:t>
            </a:r>
          </a:p>
        </p:txBody>
      </p:sp>
      <p:sp>
        <p:nvSpPr>
          <p:cNvPr id="322" name="pdf-text-244-0">
            <a:extLst xmlns:a="http://schemas.openxmlformats.org/drawingml/2006/main">
              <a:ext uri="{FF2B5EF4-FFF2-40B4-BE49-F238E27FC236}">
                <a16:creationId xmlns:a16="http://schemas.microsoft.com/office/drawing/2014/main" id="{7CD21457-4809-422B-9388-B4CF8FAA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8964" y="4189489"/>
            <a:ext cx="73608" cy="15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1200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∗</a:t>
            </a:r>
          </a:p>
        </p:txBody>
      </p:sp>
      <p:sp>
        <p:nvSpPr>
          <p:cNvPr id="323" name="pdf-text-245-0">
            <a:extLst xmlns:a="http://schemas.openxmlformats.org/drawingml/2006/main">
              <a:ext uri="{FF2B5EF4-FFF2-40B4-BE49-F238E27FC236}">
                <a16:creationId xmlns:a16="http://schemas.microsoft.com/office/drawing/2014/main" id="{023B69AF-4DA9-458C-A664-2744C869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46128" y="3249734"/>
            <a:ext cx="701189" cy="114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Collision hulls</a:t>
            </a:r>
          </a:p>
        </p:txBody>
      </p:sp>
      <p:pic>
        <p:nvPic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7D13CB92-0901-45BB-A620-05F8D00BF3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65be622641466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43225" y="4257675"/>
            <a:ext cx="876300" cy="142875"/>
          </a:xfrm>
          <a:prstGeom xmlns:a="http://schemas.openxmlformats.org/drawingml/2006/main" prst="rect">
            <a:avLst/>
          </a:prstGeom>
        </p:spPr>
      </p:pic>
      <p:sp>
        <p:nvSpPr>
          <p:cNvPr id="325" name="source-raster-99">
            <a:extLst xmlns:a="http://schemas.openxmlformats.org/drawingml/2006/main">
              <a:ext uri="{FF2B5EF4-FFF2-40B4-BE49-F238E27FC236}">
                <a16:creationId xmlns:a16="http://schemas.microsoft.com/office/drawing/2014/main" id="{8A74570C-AF41-4F3A-B897-D34E6329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43225" y="4257675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6" name="pdf-path-449">
            <a:extLst xmlns:a="http://schemas.openxmlformats.org/drawingml/2006/main">
              <a:ext uri="{FF2B5EF4-FFF2-40B4-BE49-F238E27FC236}">
                <a16:creationId xmlns:a16="http://schemas.microsoft.com/office/drawing/2014/main" id="{B2CEFADC-6C09-4B16-958E-DD871FD3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58324" y="3783709"/>
            <a:ext cx="851055" cy="479027"/>
          </a:xfrm>
          <a:custGeom xmlns:a="http://schemas.openxmlformats.org/drawingml/2006/main">
            <a:pathLst>
              <a:path w="851055" h="479027">
                <a:moveTo>
                  <a:pt x="0" y="41166"/>
                </a:moveTo>
                <a:cubicBezTo>
                  <a:pt x="0" y="18430"/>
                  <a:pt x="18421" y="0"/>
                  <a:pt x="41142" y="0"/>
                </a:cubicBezTo>
                <a:lnTo>
                  <a:pt x="809915" y="0"/>
                </a:lnTo>
                <a:cubicBezTo>
                  <a:pt x="832636" y="0"/>
                  <a:pt x="851055" y="18430"/>
                  <a:pt x="851055" y="41166"/>
                </a:cubicBezTo>
                <a:lnTo>
                  <a:pt x="851055" y="437858"/>
                </a:lnTo>
                <a:cubicBezTo>
                  <a:pt x="851055" y="460595"/>
                  <a:pt x="832636" y="479027"/>
                  <a:pt x="809915" y="479027"/>
                </a:cubicBezTo>
                <a:lnTo>
                  <a:pt x="41142" y="479027"/>
                </a:lnTo>
                <a:cubicBezTo>
                  <a:pt x="18421" y="479027"/>
                  <a:pt x="0" y="460595"/>
                  <a:pt x="0" y="437858"/>
                </a:cubicBezTo>
                <a:lnTo>
                  <a:pt x="0" y="41166"/>
                </a:lnTo>
              </a:path>
            </a:pathLst>
          </a:cu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A8680C95-8C84-48FE-A51A-F9479F5655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f4bc22b3ed4c8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52750" y="3781425"/>
            <a:ext cx="857250" cy="485775"/>
          </a:xfrm>
          <a:prstGeom xmlns:a="http://schemas.openxmlformats.org/drawingml/2006/main" prst="rect">
            <a:avLst/>
          </a:prstGeom>
        </p:spPr>
      </p:pic>
      <p:sp>
        <p:nvSpPr>
          <p:cNvPr id="328" name="source-raster-100">
            <a:extLst xmlns:a="http://schemas.openxmlformats.org/drawingml/2006/main">
              <a:ext uri="{FF2B5EF4-FFF2-40B4-BE49-F238E27FC236}">
                <a16:creationId xmlns:a16="http://schemas.microsoft.com/office/drawing/2014/main" id="{E20AFF19-D2DA-4BB5-B902-16B28ADD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52750" y="3781425"/>
            <a:ext cx="857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76DC12B3-F031-478A-9071-5E60326DE3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1f0194151a47d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8100" y="3848100"/>
            <a:ext cx="247650" cy="228600"/>
          </a:xfrm>
          <a:prstGeom xmlns:a="http://schemas.openxmlformats.org/drawingml/2006/main" prst="rect">
            <a:avLst/>
          </a:prstGeom>
        </p:spPr>
      </p:pic>
      <p:sp>
        <p:nvSpPr>
          <p:cNvPr id="330" name="source-raster-101">
            <a:extLst xmlns:a="http://schemas.openxmlformats.org/drawingml/2006/main">
              <a:ext uri="{FF2B5EF4-FFF2-40B4-BE49-F238E27FC236}">
                <a16:creationId xmlns:a16="http://schemas.microsoft.com/office/drawing/2014/main" id="{DCC51A7C-14D1-4D65-9E1A-476A314A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48100" y="384810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DD3949FC-320B-4990-8B1D-F8B5BA2C57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4c00153a7c47d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72225" y="3028950"/>
            <a:ext cx="1285875" cy="257175"/>
          </a:xfrm>
          <a:prstGeom xmlns:a="http://schemas.openxmlformats.org/drawingml/2006/main" prst="rect">
            <a:avLst/>
          </a:prstGeom>
        </p:spPr>
      </p:pic>
      <p:sp>
        <p:nvSpPr>
          <p:cNvPr id="332" name="pdf-raster-8">
            <a:extLst xmlns:a="http://schemas.openxmlformats.org/drawingml/2006/main">
              <a:ext uri="{FF2B5EF4-FFF2-40B4-BE49-F238E27FC236}">
                <a16:creationId xmlns:a16="http://schemas.microsoft.com/office/drawing/2014/main" id="{03A4FFC4-8CFA-40BB-A21C-D0700A56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72225" y="3028950"/>
            <a:ext cx="1285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B570D99A-A3AC-47E2-AF05-5DE442A97E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6965d64432416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01200" y="4029075"/>
            <a:ext cx="914400" cy="514350"/>
          </a:xfrm>
          <a:prstGeom xmlns:a="http://schemas.openxmlformats.org/drawingml/2006/main" prst="rect">
            <a:avLst/>
          </a:prstGeom>
        </p:spPr>
      </p:pic>
      <p:sp>
        <p:nvSpPr>
          <p:cNvPr id="334" name="pdf-raster-12">
            <a:extLst xmlns:a="http://schemas.openxmlformats.org/drawingml/2006/main">
              <a:ext uri="{FF2B5EF4-FFF2-40B4-BE49-F238E27FC236}">
                <a16:creationId xmlns:a16="http://schemas.microsoft.com/office/drawing/2014/main" id="{51075E63-7DDB-41E7-8A4A-51E3912B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1200" y="4029075"/>
            <a:ext cx="914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36DE8340-00F7-4F9D-BB10-2FAF982ADE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f37fb2778b439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15550" y="2228850"/>
            <a:ext cx="285750" cy="142875"/>
          </a:xfrm>
          <a:prstGeom xmlns:a="http://schemas.openxmlformats.org/drawingml/2006/main" prst="rect">
            <a:avLst/>
          </a:prstGeom>
        </p:spPr>
      </p:pic>
      <p:sp>
        <p:nvSpPr>
          <p:cNvPr id="336" name="pdf-raster-13">
            <a:extLst xmlns:a="http://schemas.openxmlformats.org/drawingml/2006/main">
              <a:ext uri="{FF2B5EF4-FFF2-40B4-BE49-F238E27FC236}">
                <a16:creationId xmlns:a16="http://schemas.microsoft.com/office/drawing/2014/main" id="{3B116F36-9A36-4EFA-BD72-C74EDACA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15550" y="222885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8062BA0D-C4A3-4DB8-9EE9-4A5EDF487D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efee4fddca4dd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57375" y="2800350"/>
            <a:ext cx="400050" cy="228600"/>
          </a:xfrm>
          <a:prstGeom xmlns:a="http://schemas.openxmlformats.org/drawingml/2006/main" prst="rect">
            <a:avLst/>
          </a:prstGeom>
        </p:spPr>
      </p:pic>
      <p:sp>
        <p:nvSpPr>
          <p:cNvPr id="338" name="pdf-raster-6">
            <a:extLst xmlns:a="http://schemas.openxmlformats.org/drawingml/2006/main">
              <a:ext uri="{FF2B5EF4-FFF2-40B4-BE49-F238E27FC236}">
                <a16:creationId xmlns:a16="http://schemas.microsoft.com/office/drawing/2014/main" id="{82203B30-2B1A-4B07-8160-65830B3D1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57375" y="28003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55FA2C85-362D-449D-91A2-5AC06F66E3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3a5e27358b48a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72175" y="800100"/>
            <a:ext cx="371475" cy="371475"/>
          </a:xfrm>
          <a:prstGeom xmlns:a="http://schemas.openxmlformats.org/drawingml/2006/main" prst="rect">
            <a:avLst/>
          </a:prstGeom>
        </p:spPr>
      </p:pic>
      <p:sp>
        <p:nvSpPr>
          <p:cNvPr id="340" name="pdf-raster-4">
            <a:extLst xmlns:a="http://schemas.openxmlformats.org/drawingml/2006/main">
              <a:ext uri="{FF2B5EF4-FFF2-40B4-BE49-F238E27FC236}">
                <a16:creationId xmlns:a16="http://schemas.microsoft.com/office/drawing/2014/main" id="{12A5C128-A3FB-4B4F-A06E-5CAA5DBD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72175" y="800100"/>
            <a:ext cx="3714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CC138FD6-258E-42AE-A7D5-F982457E35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fecd81009942c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" y="3543300"/>
            <a:ext cx="742950" cy="514350"/>
          </a:xfrm>
          <a:prstGeom xmlns:a="http://schemas.openxmlformats.org/drawingml/2006/main" prst="rect">
            <a:avLst/>
          </a:prstGeom>
        </p:spPr>
      </p:pic>
      <p:sp>
        <p:nvSpPr>
          <p:cNvPr id="342" name="pdf-raster-2">
            <a:extLst xmlns:a="http://schemas.openxmlformats.org/drawingml/2006/main">
              <a:ext uri="{FF2B5EF4-FFF2-40B4-BE49-F238E27FC236}">
                <a16:creationId xmlns:a16="http://schemas.microsoft.com/office/drawing/2014/main" id="{F55CA850-BA2E-4928-8A7F-67BC6761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" y="35433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863E9AC8-2B9D-4505-9959-99D8DF3999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da2bd54f6147e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4400" y="3743325"/>
            <a:ext cx="600075" cy="428625"/>
          </a:xfrm>
          <a:prstGeom xmlns:a="http://schemas.openxmlformats.org/drawingml/2006/main" prst="rect">
            <a:avLst/>
          </a:prstGeom>
        </p:spPr>
      </p:pic>
      <p:sp>
        <p:nvSpPr>
          <p:cNvPr id="344" name="pdf-raster-3">
            <a:extLst xmlns:a="http://schemas.openxmlformats.org/drawingml/2006/main">
              <a:ext uri="{FF2B5EF4-FFF2-40B4-BE49-F238E27FC236}">
                <a16:creationId xmlns:a16="http://schemas.microsoft.com/office/drawing/2014/main" id="{057C4229-7831-479C-8820-A737448C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3743325"/>
            <a:ext cx="6000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D3FC5F16-84FD-437F-ACC6-085C20B8F9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5bd04a77714a2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85875" y="4429125"/>
            <a:ext cx="1628775" cy="428625"/>
          </a:xfrm>
          <a:prstGeom xmlns:a="http://schemas.openxmlformats.org/drawingml/2006/main" prst="rect">
            <a:avLst/>
          </a:prstGeom>
        </p:spPr>
      </p:pic>
      <p:sp>
        <p:nvSpPr>
          <p:cNvPr id="346" name="pdf-raster-7">
            <a:extLst xmlns:a="http://schemas.openxmlformats.org/drawingml/2006/main">
              <a:ext uri="{FF2B5EF4-FFF2-40B4-BE49-F238E27FC236}">
                <a16:creationId xmlns:a16="http://schemas.microsoft.com/office/drawing/2014/main" id="{643898DA-EB5B-4B3B-8B9D-366D74DD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5875" y="4429125"/>
            <a:ext cx="16287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6E9C02FE-0A36-45EB-A995-20CDEF8EE6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9fda45577b4dba"/>
          <a:srcRect xmlns:a="http://schemas.openxmlformats.org/drawingml/2006/main" l="475" t="0" r="4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1460" y="611505"/>
            <a:ext cx="625792" cy="565785"/>
          </a:xfrm>
          <a:prstGeom xmlns:a="http://schemas.openxmlformats.org/drawingml/2006/main" prst="rect">
            <a:avLst/>
          </a:prstGeom>
        </p:spPr>
      </p:pic>
      <p:sp>
        <p:nvSpPr>
          <p:cNvPr id="348" name="pdf-raster-0">
            <a:extLst xmlns:a="http://schemas.openxmlformats.org/drawingml/2006/main">
              <a:ext uri="{FF2B5EF4-FFF2-40B4-BE49-F238E27FC236}">
                <a16:creationId xmlns:a16="http://schemas.microsoft.com/office/drawing/2014/main" id="{B45F005A-2F4D-4E0E-8BFB-2FB07E97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1460" y="611505"/>
            <a:ext cx="625792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E3FD18EF-386A-4E65-BB47-A1919ED4D3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7fd09e9eab4c2e"/>
          <a:srcRect xmlns:a="http://schemas.openxmlformats.org/drawingml/2006/main" l="69" t="0" r="6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0093" y="1068705"/>
            <a:ext cx="628650" cy="554355"/>
          </a:xfrm>
          <a:prstGeom xmlns:a="http://schemas.openxmlformats.org/drawingml/2006/main" prst="rect">
            <a:avLst/>
          </a:prstGeom>
        </p:spPr>
      </p:pic>
      <p:sp>
        <p:nvSpPr>
          <p:cNvPr id="350" name="pdf-raster-1">
            <a:extLst xmlns:a="http://schemas.openxmlformats.org/drawingml/2006/main">
              <a:ext uri="{FF2B5EF4-FFF2-40B4-BE49-F238E27FC236}">
                <a16:creationId xmlns:a16="http://schemas.microsoft.com/office/drawing/2014/main" id="{13E59515-C09D-4C26-A6BB-4143417B0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0093" y="1068705"/>
            <a:ext cx="628650" cy="554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83766326-2A7A-42E2-B013-23EF235BB5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c0c761a6164e6a"/>
          <a:srcRect xmlns:a="http://schemas.openxmlformats.org/drawingml/2006/main" l="673" t="0" r="67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23535" y="2600325"/>
            <a:ext cx="488632" cy="285750"/>
          </a:xfrm>
          <a:prstGeom xmlns:a="http://schemas.openxmlformats.org/drawingml/2006/main" prst="rect">
            <a:avLst/>
          </a:prstGeom>
        </p:spPr>
      </p:pic>
      <p:sp>
        <p:nvSpPr>
          <p:cNvPr id="352" name="pdf-raster-9">
            <a:extLst xmlns:a="http://schemas.openxmlformats.org/drawingml/2006/main">
              <a:ext uri="{FF2B5EF4-FFF2-40B4-BE49-F238E27FC236}">
                <a16:creationId xmlns:a16="http://schemas.microsoft.com/office/drawing/2014/main" id="{55C14881-5DFC-433A-908D-661A1842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3535" y="2600325"/>
            <a:ext cx="48863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BC1BC6B6-6F3D-4891-B9F5-8AA9D35823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a54547d7374c7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29125" y="2600325"/>
            <a:ext cx="971550" cy="600075"/>
          </a:xfrm>
          <a:prstGeom xmlns:a="http://schemas.openxmlformats.org/drawingml/2006/main" prst="rect">
            <a:avLst/>
          </a:prstGeom>
        </p:spPr>
      </p:pic>
      <p:sp>
        <p:nvSpPr>
          <p:cNvPr id="354" name="pdf-raster-5">
            <a:extLst xmlns:a="http://schemas.openxmlformats.org/drawingml/2006/main">
              <a:ext uri="{FF2B5EF4-FFF2-40B4-BE49-F238E27FC236}">
                <a16:creationId xmlns:a16="http://schemas.microsoft.com/office/drawing/2014/main" id="{3A3C8854-BAC1-4AFE-ACE1-BB91E6749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29125" y="2600325"/>
            <a:ext cx="9715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84BD01D1-FB84-41BC-A700-CFC093036A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24bef0b2fd4153"/>
          <a:srcRect xmlns:a="http://schemas.openxmlformats.org/drawingml/2006/main" l="446" t="0" r="44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15063" y="2257425"/>
            <a:ext cx="528638" cy="285750"/>
          </a:xfrm>
          <a:prstGeom xmlns:a="http://schemas.openxmlformats.org/drawingml/2006/main" prst="rect">
            <a:avLst/>
          </a:prstGeom>
        </p:spPr>
      </p:pic>
      <p:sp>
        <p:nvSpPr>
          <p:cNvPr id="356" name="pdf-raster-10">
            <a:extLst xmlns:a="http://schemas.openxmlformats.org/drawingml/2006/main">
              <a:ext uri="{FF2B5EF4-FFF2-40B4-BE49-F238E27FC236}">
                <a16:creationId xmlns:a16="http://schemas.microsoft.com/office/drawing/2014/main" id="{DCFDE94E-332A-46B6-8D7C-D494145C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5063" y="2257425"/>
            <a:ext cx="5286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1AE97D13-1516-4B19-BC5A-D09FE225A5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2f41f72f5748e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57875" y="2314575"/>
            <a:ext cx="342900" cy="257175"/>
          </a:xfrm>
          <a:prstGeom xmlns:a="http://schemas.openxmlformats.org/drawingml/2006/main" prst="rect">
            <a:avLst/>
          </a:prstGeom>
        </p:spPr>
      </p:pic>
      <p:sp>
        <p:nvSpPr>
          <p:cNvPr id="358" name="pdf-raster-11">
            <a:extLst xmlns:a="http://schemas.openxmlformats.org/drawingml/2006/main">
              <a:ext uri="{FF2B5EF4-FFF2-40B4-BE49-F238E27FC236}">
                <a16:creationId xmlns:a16="http://schemas.microsoft.com/office/drawing/2014/main" id="{8FA927E9-B301-4E5D-930A-14CFF128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7875" y="2314575"/>
            <a:ext cx="342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9" name="source-header-backing-0">
            <a:extLst xmlns:a="http://schemas.openxmlformats.org/drawingml/2006/main">
              <a:ext uri="{FF2B5EF4-FFF2-40B4-BE49-F238E27FC236}">
                <a16:creationId xmlns:a16="http://schemas.microsoft.com/office/drawing/2014/main" id="{E0C78469-6EDA-4229-9B91-9A3FC5DA2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0"/>
            <a:ext cx="2019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60" name="source-header-backing-1">
            <a:extLst xmlns:a="http://schemas.openxmlformats.org/drawingml/2006/main">
              <a:ext uri="{FF2B5EF4-FFF2-40B4-BE49-F238E27FC236}">
                <a16:creationId xmlns:a16="http://schemas.microsoft.com/office/drawing/2014/main" id="{6086B69C-8F20-431A-8004-D46F99815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3025" y="0"/>
            <a:ext cx="23622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61" name="source-header-backing-2">
            <a:extLst xmlns:a="http://schemas.openxmlformats.org/drawingml/2006/main">
              <a:ext uri="{FF2B5EF4-FFF2-40B4-BE49-F238E27FC236}">
                <a16:creationId xmlns:a16="http://schemas.microsoft.com/office/drawing/2014/main" id="{D6142F90-CCDB-4174-ACCB-002218DF2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91575" y="0"/>
            <a:ext cx="1714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62" name="pdf-text-96-0">
            <a:extLst xmlns:a="http://schemas.openxmlformats.org/drawingml/2006/main">
              <a:ext uri="{FF2B5EF4-FFF2-40B4-BE49-F238E27FC236}">
                <a16:creationId xmlns:a16="http://schemas.microsoft.com/office/drawing/2014/main" id="{7EC1ECE6-DF5A-4905-9854-F65E3A57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8609" y="54707"/>
            <a:ext cx="1838835" cy="2667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90" b="1" i="0">
                <a:solidFill>
                  <a:srgbClr val="FFDA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90" b="1" i="0">
                <a:solidFill>
                  <a:srgbClr val="FFDA68"/>
                </a:solidFill>
                <a:latin typeface="Arial"/>
                <a:ea typeface="Arial"/>
                <a:cs typeface="Arial"/>
              </a:defRPr>
            </a:pPr>
            <a:r>
              <a:rPr sz="1990" b="1" i="0">
                <a:solidFill>
                  <a:srgbClr val="FFDA68"/>
                </a:solidFill>
                <a:latin typeface="Arial"/>
                <a:ea typeface="Arial"/>
                <a:cs typeface="Arial"/>
              </a:rPr>
              <a:t>Layered Scene</a:t>
            </a:r>
          </a:p>
        </p:txBody>
      </p:sp>
      <p:sp>
        <p:nvSpPr>
          <p:cNvPr id="363" name="pdf-text-97-0">
            <a:extLst xmlns:a="http://schemas.openxmlformats.org/drawingml/2006/main">
              <a:ext uri="{FF2B5EF4-FFF2-40B4-BE49-F238E27FC236}">
                <a16:creationId xmlns:a16="http://schemas.microsoft.com/office/drawing/2014/main" id="{61A96CF7-F145-4E97-A1DF-28802D96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8609" y="379374"/>
            <a:ext cx="1917525" cy="2667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8" b="1" i="0">
                <a:solidFill>
                  <a:srgbClr val="FFDA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8" b="1" i="0">
                <a:solidFill>
                  <a:srgbClr val="FFDA68"/>
                </a:solidFill>
                <a:latin typeface="Arial"/>
                <a:ea typeface="Arial"/>
                <a:cs typeface="Arial"/>
              </a:defRPr>
            </a:pPr>
            <a:r>
              <a:rPr sz="2028" b="1" i="0">
                <a:solidFill>
                  <a:srgbClr val="FFDA68"/>
                </a:solidFill>
                <a:latin typeface="Arial"/>
                <a:ea typeface="Arial"/>
                <a:cs typeface="Arial"/>
              </a:rPr>
              <a:t>Decomposition</a:t>
            </a:r>
          </a:p>
        </p:txBody>
      </p:sp>
      <p:sp>
        <p:nvSpPr>
          <p:cNvPr id="364" name="pdf-text-102-0">
            <a:extLst xmlns:a="http://schemas.openxmlformats.org/drawingml/2006/main">
              <a:ext uri="{FF2B5EF4-FFF2-40B4-BE49-F238E27FC236}">
                <a16:creationId xmlns:a16="http://schemas.microsoft.com/office/drawing/2014/main" id="{4BEB3A0F-68FF-4EB9-ADB4-BA00E46C3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69045" y="402237"/>
            <a:ext cx="1470301" cy="2667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00" b="1" i="0">
                <a:solidFill>
                  <a:srgbClr val="4D81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 i="0">
                <a:solidFill>
                  <a:srgbClr val="4D813A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4D813A"/>
                </a:solidFill>
                <a:latin typeface="Arial"/>
                <a:ea typeface="Arial"/>
                <a:cs typeface="Arial"/>
              </a:rPr>
              <a:t>Refinement</a:t>
            </a:r>
          </a:p>
        </p:txBody>
      </p:sp>
      <p:sp>
        <p:nvSpPr>
          <p:cNvPr id="365" name="pdf-text-104-0">
            <a:extLst xmlns:a="http://schemas.openxmlformats.org/drawingml/2006/main">
              <a:ext uri="{FF2B5EF4-FFF2-40B4-BE49-F238E27FC236}">
                <a16:creationId xmlns:a16="http://schemas.microsoft.com/office/drawing/2014/main" id="{1FF233AC-D53A-4178-A5A1-FEEE8E6D6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1324" y="123298"/>
            <a:ext cx="1614476" cy="2667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00" b="1" i="0">
                <a:solidFill>
                  <a:srgbClr val="88D3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 i="0">
                <a:solidFill>
                  <a:srgbClr val="88D3B8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88D3B8"/>
                </a:solidFill>
                <a:latin typeface="Arial"/>
                <a:ea typeface="Arial"/>
                <a:cs typeface="Arial"/>
              </a:rPr>
              <a:t>Applications</a:t>
            </a:r>
          </a:p>
        </p:txBody>
      </p:sp>
      <p:sp>
        <p:nvSpPr>
          <p:cNvPr id="366" name="simulation-ready-header">
            <a:extLst xmlns:a="http://schemas.openxmlformats.org/drawingml/2006/main">
              <a:ext uri="{FF2B5EF4-FFF2-40B4-BE49-F238E27FC236}">
                <a16:creationId xmlns:a16="http://schemas.microsoft.com/office/drawing/2014/main" id="{98289359-D157-41AC-9E03-51546FBAA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90240" y="77570"/>
            <a:ext cx="2303486" cy="2667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00" b="1" i="0">
                <a:solidFill>
                  <a:srgbClr val="4D81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 i="0">
                <a:solidFill>
                  <a:srgbClr val="4D813A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4D813A"/>
                </a:solidFill>
                <a:latin typeface="Arial"/>
                <a:ea typeface="Arial"/>
                <a:cs typeface="Arial"/>
              </a:rPr>
              <a:t>Simulation-ready</a:t>
            </a:r>
          </a:p>
        </p:txBody>
      </p:sp>
    </p:spTree>
    <p:extLst>
      <p:ext uri="{BB962C8B-B14F-4D97-AF65-F5344CB8AC3E}">
        <p14:creationId xmlns:p14="http://schemas.microsoft.com/office/powerpoint/2010/main" val="4695856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2026-10-09T21:55:56.5850000Z</dcterms:created>
  <dcterms:modified xsi:type="dcterms:W3CDTF">2026-10-09T21:55:56.5850000Z</dcterms:modified>
</coreProperties>
</file>