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69f1c9c61d4a54" /><Relationship Type="http://schemas.openxmlformats.org/officeDocument/2006/relationships/extended-properties" Target="/docProps/app.xml" Id="R4e96f99e64b3450e" /><Relationship Type="http://schemas.openxmlformats.org/officeDocument/2006/relationships/officeDocument" Target="/ppt/presentation.xml" Id="Rec7afd83cb214a22" /></Relationships>
</file>

<file path=ppt/presentation.xml><?xml version="1.0" encoding="utf-8"?>
<p:presentation xmlns:p="http://schemas.openxmlformats.org/presentationml/2006/main">
  <p:sldMasterIdLst>
    <p:sldMasterId xmlns:r="http://schemas.openxmlformats.org/officeDocument/2006/relationships" id="2147483648" r:id="Rf2ec8a42315f480d"/>
  </p:sldMasterIdLst>
  <p:notesMasterIdLst>
    <p:notesMasterId xmlns:r="http://schemas.openxmlformats.org/officeDocument/2006/relationships" r:id="Rc0ac43a695de49d0"/>
  </p:notesMasterIdLst>
  <p:sldIdLst>
    <p:sldId xmlns:r="http://schemas.openxmlformats.org/officeDocument/2006/relationships" id="256" r:id="R585dde91f43b4feb"/>
  </p:sldIdLst>
  <p:sldSz cx="10829925" cy="39719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6d94e650ab40e6" /><Relationship Type="http://schemas.openxmlformats.org/officeDocument/2006/relationships/slideMaster" Target="/ppt/slideMasters/slideMaster1.xml" Id="Rf2ec8a42315f480d" /><Relationship Type="http://schemas.openxmlformats.org/officeDocument/2006/relationships/notesMaster" Target="/ppt/notesMasters/notesMaster1.xml" Id="Rc0ac43a695de49d0" /><Relationship Type="http://schemas.openxmlformats.org/officeDocument/2006/relationships/presProps" Target="/ppt/presProps.xml" Id="R0b769002ff5f4044" /><Relationship Type="http://schemas.openxmlformats.org/officeDocument/2006/relationships/tableStyles" Target="/ppt/tableStyles.xml" Id="Reb3c362e390a432c" /><Relationship Type="http://schemas.openxmlformats.org/officeDocument/2006/relationships/slide" Target="/ppt/slides/slide1.xml" Id="R585dde91f43b4f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87e6ebb18f46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b0adf2e55248b8" /><Relationship Type="http://schemas.openxmlformats.org/officeDocument/2006/relationships/notesMaster" Target="/ppt/notesMasters/notesMaster1.xml" Id="R91bc73d491d946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"Language Guided Skill Discovery",</a:t>
            </a:r>
          </a:p>
          <a:p xmlns:a="http://schemas.openxmlformats.org/drawingml/2006/main">
            <a:r>
              <a:t>  "paper_url": "https://proceedings.iclr.cc/paper_files/paper/2025/file/dae30ba63ca043588cdf804bbba295ed-Paper-Conference.pdf",</a:t>
            </a:r>
          </a:p>
          <a:p xmlns:a="http://schemas.openxmlformats.org/drawingml/2006/main">
            <a:r>
              <a:t>  "figure": "Figure 2",</a:t>
            </a:r>
          </a:p>
          <a:p xmlns:a="http://schemas.openxmlformats.org/drawingml/2006/main">
            <a:r>
              <a:t>  "page": 4,</a:t>
            </a:r>
          </a:p>
          <a:p xmlns:a="http://schemas.openxmlformats.org/drawingml/2006/main">
            <a:r>
              <a:t>  "license": "unverified",</a:t>
            </a:r>
          </a:p>
          <a:p xmlns:a="http://schemas.openxmlformats.org/drawingml/2006/main">
            <a:r>
              <a:t>  "notes": "Native source-layout reconstruction of flattened original. Ordinary labels and code are typeable. Diagram shapes and logical arrows are native. Explicitly bounded source photographs, icons and mathematical formula inserts retain raster pixels. Font metrics and path coordinates are measured approximations. LGSD retains the two original robot illustrations and eight isolated formulas; all ordinary language and the graph geometry are native.",</a:t>
            </a:r>
          </a:p>
          <a:p xmlns:a="http://schemas.openxmlformats.org/drawingml/2006/main">
            <a:r>
              <a:t>  "status": "figure_recreation",</a:t>
            </a:r>
          </a:p>
          <a:p xmlns:a="http://schemas.openxmlformats.org/drawingml/2006/main">
            <a:r>
              <a:t>  "source_sha256": "00446089e641e272bf22f5ef4241bfc7a987d87ac7bcbab5fae2cbe55e2780e5",</a:t>
            </a:r>
          </a:p>
          <a:p xmlns:a="http://schemas.openxmlformats.org/drawingml/2006/main">
            <a:r>
              <a:t>  "source_crop_pdf_points": [</a:t>
            </a:r>
          </a:p>
          <a:p xmlns:a="http://schemas.openxmlformats.org/drawingml/2006/main">
            <a:r>
              <a:t>    113,</a:t>
            </a:r>
          </a:p>
          <a:p xmlns:a="http://schemas.openxmlformats.org/drawingml/2006/main">
            <a:r>
              <a:t>    78,</a:t>
            </a:r>
          </a:p>
          <a:p xmlns:a="http://schemas.openxmlformats.org/drawingml/2006/main">
            <a:r>
              <a:t>    492,</a:t>
            </a:r>
          </a:p>
          <a:p xmlns:a="http://schemas.openxmlformats.org/drawingml/2006/main">
            <a:r>
              <a:t>    217</a:t>
            </a:r>
          </a:p>
          <a:p xmlns:a="http://schemas.openxmlformats.org/drawingml/2006/main">
            <a:r>
              <a:t>  ],</a:t>
            </a:r>
          </a:p>
          <a:p xmlns:a="http://schemas.openxmlformats.org/drawingml/2006/main">
            <a:r>
              <a:t>  "raster_details": [</a:t>
            </a:r>
          </a:p>
          <a:p xmlns:a="http://schemas.openxmlformats.org/drawingml/2006/main">
            <a:r>
              <a:t>    {</a:t>
            </a:r>
          </a:p>
          <a:p xmlns:a="http://schemas.openxmlformats.org/drawingml/2006/main">
            <a:r>
              <a:t>      "id": "robot-state-s",</a:t>
            </a:r>
          </a:p>
          <a:p xmlns:a="http://schemas.openxmlformats.org/drawingml/2006/main">
            <a:r>
              <a:t>      "source_pixels": [</a:t>
            </a:r>
          </a:p>
          <a:p xmlns:a="http://schemas.openxmlformats.org/drawingml/2006/main">
            <a:r>
              <a:t>        207,</a:t>
            </a:r>
          </a:p>
          <a:p xmlns:a="http://schemas.openxmlformats.org/drawingml/2006/main">
            <a:r>
              <a:t>        181,</a:t>
            </a:r>
          </a:p>
          <a:p xmlns:a="http://schemas.openxmlformats.org/drawingml/2006/main">
            <a:r>
              <a:t>        260,</a:t>
            </a:r>
          </a:p>
          <a:p xmlns:a="http://schemas.openxmlformats.org/drawingml/2006/main">
            <a:r>
              <a:t>        233</a:t>
            </a:r>
          </a:p>
          <a:p xmlns:a="http://schemas.openxmlformats.org/drawingml/2006/main">
            <a:r>
              <a:t>      ],</a:t>
            </a:r>
          </a:p>
          <a:p xmlns:a="http://schemas.openxmlformats.org/drawingml/2006/main">
            <a:r>
              <a:t>      "detail": "Individual original quadruped illustration"</a:t>
            </a:r>
          </a:p>
          <a:p xmlns:a="http://schemas.openxmlformats.org/drawingml/2006/main">
            <a:r>
              <a:t>    },</a:t>
            </a:r>
          </a:p>
          <a:p xmlns:a="http://schemas.openxmlformats.org/drawingml/2006/main">
            <a:r>
              <a:t>    {</a:t>
            </a:r>
          </a:p>
          <a:p xmlns:a="http://schemas.openxmlformats.org/drawingml/2006/main">
            <a:r>
              <a:t>      "id": "robot-state-sp",</a:t>
            </a:r>
          </a:p>
          <a:p xmlns:a="http://schemas.openxmlformats.org/drawingml/2006/main">
            <a:r>
              <a:t>      "source_pixels": [</a:t>
            </a:r>
          </a:p>
          <a:p xmlns:a="http://schemas.openxmlformats.org/drawingml/2006/main">
            <a:r>
              <a:t>        365,</a:t>
            </a:r>
          </a:p>
          <a:p xmlns:a="http://schemas.openxmlformats.org/drawingml/2006/main">
            <a:r>
              <a:t>        114,</a:t>
            </a:r>
          </a:p>
          <a:p xmlns:a="http://schemas.openxmlformats.org/drawingml/2006/main">
            <a:r>
              <a:t>        418,</a:t>
            </a:r>
          </a:p>
          <a:p xmlns:a="http://schemas.openxmlformats.org/drawingml/2006/main">
            <a:r>
              <a:t>        168</a:t>
            </a:r>
          </a:p>
          <a:p xmlns:a="http://schemas.openxmlformats.org/drawingml/2006/main">
            <a:r>
              <a:t>      ],</a:t>
            </a:r>
          </a:p>
          <a:p xmlns:a="http://schemas.openxmlformats.org/drawingml/2006/main">
            <a:r>
              <a:t>      "detail": "Individual original quadruped illustration"</a:t>
            </a:r>
          </a:p>
          <a:p xmlns:a="http://schemas.openxmlformats.org/drawingml/2006/main">
            <a:r>
              <a:t>    },</a:t>
            </a:r>
          </a:p>
          <a:p xmlns:a="http://schemas.openxmlformats.org/drawingml/2006/main">
            <a:r>
              <a:t>    {</a:t>
            </a:r>
          </a:p>
          <a:p xmlns:a="http://schemas.openxmlformats.org/drawingml/2006/main">
            <a:r>
              <a:t>      "id": "mapping-formula",</a:t>
            </a:r>
          </a:p>
          <a:p xmlns:a="http://schemas.openxmlformats.org/drawingml/2006/main">
            <a:r>
              <a:t>      "source_pixels": [</a:t>
            </a:r>
          </a:p>
          <a:p xmlns:a="http://schemas.openxmlformats.org/drawingml/2006/main">
            <a:r>
              <a:t>        594,</a:t>
            </a:r>
          </a:p>
          <a:p xmlns:a="http://schemas.openxmlformats.org/drawingml/2006/main">
            <a:r>
              <a:t>        13,</a:t>
            </a:r>
          </a:p>
          <a:p xmlns:a="http://schemas.openxmlformats.org/drawingml/2006/main">
            <a:r>
              <a:t>        725,</a:t>
            </a:r>
          </a:p>
          <a:p xmlns:a="http://schemas.openxmlformats.org/drawingml/2006/main">
            <a:r>
              <a:t>        49</a:t>
            </a:r>
          </a:p>
          <a:p xmlns:a="http://schemas.openxmlformats.org/drawingml/2006/main">
            <a:r>
              <a:t>      ],</a:t>
            </a:r>
          </a:p>
          <a:p xmlns:a="http://schemas.openxmlformats.org/drawingml/2006/main">
            <a:r>
              <a:t>      "detail": "Original isolated mathematical expression; formula pixels remain raster"</a:t>
            </a:r>
          </a:p>
          <a:p xmlns:a="http://schemas.openxmlformats.org/drawingml/2006/main">
            <a:r>
              <a:t>    },</a:t>
            </a:r>
          </a:p>
          <a:p xmlns:a="http://schemas.openxmlformats.org/drawingml/2006/main">
            <a:r>
              <a:t>    {</a:t>
            </a:r>
          </a:p>
          <a:p xmlns:a="http://schemas.openxmlformats.org/drawingml/2006/main">
            <a:r>
              <a:t>      "id": "language-far-formula",</a:t>
            </a:r>
          </a:p>
          <a:p xmlns:a="http://schemas.openxmlformats.org/drawingml/2006/main">
            <a:r>
              <a:t>      "source_pixels": [</a:t>
            </a:r>
          </a:p>
          <a:p xmlns:a="http://schemas.openxmlformats.org/drawingml/2006/main">
            <a:r>
              <a:t>        402,</a:t>
            </a:r>
          </a:p>
          <a:p xmlns:a="http://schemas.openxmlformats.org/drawingml/2006/main">
            <a:r>
              <a:t>        163,</a:t>
            </a:r>
          </a:p>
          <a:p xmlns:a="http://schemas.openxmlformats.org/drawingml/2006/main">
            <a:r>
              <a:t>        530,</a:t>
            </a:r>
          </a:p>
          <a:p xmlns:a="http://schemas.openxmlformats.org/drawingml/2006/main">
            <a:r>
              <a:t>        183</a:t>
            </a:r>
          </a:p>
          <a:p xmlns:a="http://schemas.openxmlformats.org/drawingml/2006/main">
            <a:r>
              <a:t>      ],</a:t>
            </a:r>
          </a:p>
          <a:p xmlns:a="http://schemas.openxmlformats.org/drawingml/2006/main">
            <a:r>
              <a:t>      "detail": "Original isolated mathematical expression; formula pixels remain raster"</a:t>
            </a:r>
          </a:p>
          <a:p xmlns:a="http://schemas.openxmlformats.org/drawingml/2006/main">
            <a:r>
              <a:t>    },</a:t>
            </a:r>
          </a:p>
          <a:p xmlns:a="http://schemas.openxmlformats.org/drawingml/2006/main">
            <a:r>
              <a:t>    {</a:t>
            </a:r>
          </a:p>
          <a:p xmlns:a="http://schemas.openxmlformats.org/drawingml/2006/main">
            <a:r>
              <a:t>      "id": "language-near-formula",</a:t>
            </a:r>
          </a:p>
          <a:p xmlns:a="http://schemas.openxmlformats.org/drawingml/2006/main">
            <a:r>
              <a:t>      "source_pixels": [</a:t>
            </a:r>
          </a:p>
          <a:p xmlns:a="http://schemas.openxmlformats.org/drawingml/2006/main">
            <a:r>
              <a:t>        267,</a:t>
            </a:r>
          </a:p>
          <a:p xmlns:a="http://schemas.openxmlformats.org/drawingml/2006/main">
            <a:r>
              <a:t>        241,</a:t>
            </a:r>
          </a:p>
          <a:p xmlns:a="http://schemas.openxmlformats.org/drawingml/2006/main">
            <a:r>
              <a:t>        374,</a:t>
            </a:r>
          </a:p>
          <a:p xmlns:a="http://schemas.openxmlformats.org/drawingml/2006/main">
            <a:r>
              <a:t>        290</a:t>
            </a:r>
          </a:p>
          <a:p xmlns:a="http://schemas.openxmlformats.org/drawingml/2006/main">
            <a:r>
              <a:t>      ],</a:t>
            </a:r>
          </a:p>
          <a:p xmlns:a="http://schemas.openxmlformats.org/drawingml/2006/main">
            <a:r>
              <a:t>      "detail": "Original isolated mathematical expression; formula pixels remain raster"</a:t>
            </a:r>
          </a:p>
          <a:p xmlns:a="http://schemas.openxmlformats.org/drawingml/2006/main">
            <a:r>
              <a:t>    },</a:t>
            </a:r>
          </a:p>
          <a:p xmlns:a="http://schemas.openxmlformats.org/drawingml/2006/main">
            <a:r>
              <a:t>    {</a:t>
            </a:r>
          </a:p>
          <a:p xmlns:a="http://schemas.openxmlformats.org/drawingml/2006/main">
            <a:r>
              <a:t>      "id": "distance-formula",</a:t>
            </a:r>
          </a:p>
          <a:p xmlns:a="http://schemas.openxmlformats.org/drawingml/2006/main">
            <a:r>
              <a:t>      "source_pixels": [</a:t>
            </a:r>
          </a:p>
          <a:p xmlns:a="http://schemas.openxmlformats.org/drawingml/2006/main">
            <a:r>
              <a:t>        568,</a:t>
            </a:r>
          </a:p>
          <a:p xmlns:a="http://schemas.openxmlformats.org/drawingml/2006/main">
            <a:r>
              <a:t>        250,</a:t>
            </a:r>
          </a:p>
          <a:p xmlns:a="http://schemas.openxmlformats.org/drawingml/2006/main">
            <a:r>
              <a:t>        680,</a:t>
            </a:r>
          </a:p>
          <a:p xmlns:a="http://schemas.openxmlformats.org/drawingml/2006/main">
            <a:r>
              <a:t>        286</a:t>
            </a:r>
          </a:p>
          <a:p xmlns:a="http://schemas.openxmlformats.org/drawingml/2006/main">
            <a:r>
              <a:t>      ],</a:t>
            </a:r>
          </a:p>
          <a:p xmlns:a="http://schemas.openxmlformats.org/drawingml/2006/main">
            <a:r>
              <a:t>      "detail": "Original isolated mathematical expression; formula pixels remain raster"</a:t>
            </a:r>
          </a:p>
          <a:p xmlns:a="http://schemas.openxmlformats.org/drawingml/2006/main">
            <a:r>
              <a:t>    },</a:t>
            </a:r>
          </a:p>
          <a:p xmlns:a="http://schemas.openxmlformats.org/drawingml/2006/main">
            <a:r>
              <a:t>    {</a:t>
            </a:r>
          </a:p>
          <a:p xmlns:a="http://schemas.openxmlformats.org/drawingml/2006/main">
            <a:r>
              <a:t>      "id": "latent-s-formula",</a:t>
            </a:r>
          </a:p>
          <a:p xmlns:a="http://schemas.openxmlformats.org/drawingml/2006/main">
            <a:r>
              <a:t>      "source_pixels": [</a:t>
            </a:r>
          </a:p>
          <a:p xmlns:a="http://schemas.openxmlformats.org/drawingml/2006/main">
            <a:r>
              <a:t>        847,</a:t>
            </a:r>
          </a:p>
          <a:p xmlns:a="http://schemas.openxmlformats.org/drawingml/2006/main">
            <a:r>
              <a:t>        251,</a:t>
            </a:r>
          </a:p>
          <a:p xmlns:a="http://schemas.openxmlformats.org/drawingml/2006/main">
            <a:r>
              <a:t>        900,</a:t>
            </a:r>
          </a:p>
          <a:p xmlns:a="http://schemas.openxmlformats.org/drawingml/2006/main">
            <a:r>
              <a:t>        282</a:t>
            </a:r>
          </a:p>
          <a:p xmlns:a="http://schemas.openxmlformats.org/drawingml/2006/main">
            <a:r>
              <a:t>      ],</a:t>
            </a:r>
          </a:p>
          <a:p xmlns:a="http://schemas.openxmlformats.org/drawingml/2006/main">
            <a:r>
              <a:t>      "detail": "Original isolated mathematical expression; formula pixels remain raster"</a:t>
            </a:r>
          </a:p>
          <a:p xmlns:a="http://schemas.openxmlformats.org/drawingml/2006/main">
            <a:r>
              <a:t>    },</a:t>
            </a:r>
          </a:p>
          <a:p xmlns:a="http://schemas.openxmlformats.org/drawingml/2006/main">
            <a:r>
              <a:t>    {</a:t>
            </a:r>
          </a:p>
          <a:p xmlns:a="http://schemas.openxmlformats.org/drawingml/2006/main">
            <a:r>
              <a:t>      "id": "latent-sp-formula",</a:t>
            </a:r>
          </a:p>
          <a:p xmlns:a="http://schemas.openxmlformats.org/drawingml/2006/main">
            <a:r>
              <a:t>      "source_pixels": [</a:t>
            </a:r>
          </a:p>
          <a:p xmlns:a="http://schemas.openxmlformats.org/drawingml/2006/main">
            <a:r>
              <a:t>        968,</a:t>
            </a:r>
          </a:p>
          <a:p xmlns:a="http://schemas.openxmlformats.org/drawingml/2006/main">
            <a:r>
              <a:t>        161,</a:t>
            </a:r>
          </a:p>
          <a:p xmlns:a="http://schemas.openxmlformats.org/drawingml/2006/main">
            <a:r>
              <a:t>        1027,</a:t>
            </a:r>
          </a:p>
          <a:p xmlns:a="http://schemas.openxmlformats.org/drawingml/2006/main">
            <a:r>
              <a:t>        198</a:t>
            </a:r>
          </a:p>
          <a:p xmlns:a="http://schemas.openxmlformats.org/drawingml/2006/main">
            <a:r>
              <a:t>      ],</a:t>
            </a:r>
          </a:p>
          <a:p xmlns:a="http://schemas.openxmlformats.org/drawingml/2006/main">
            <a:r>
              <a:t>      "detail": "Original isolated mathematical expression; formula pixels remain raster"</a:t>
            </a:r>
          </a:p>
          <a:p xmlns:a="http://schemas.openxmlformats.org/drawingml/2006/main">
            <a:r>
              <a:t>    },</a:t>
            </a:r>
          </a:p>
          <a:p xmlns:a="http://schemas.openxmlformats.org/drawingml/2006/main">
            <a:r>
              <a:t>    {</a:t>
            </a:r>
          </a:p>
          <a:p xmlns:a="http://schemas.openxmlformats.org/drawingml/2006/main">
            <a:r>
              <a:t>      "id": "gaussian-prior-formula",</a:t>
            </a:r>
          </a:p>
          <a:p xmlns:a="http://schemas.openxmlformats.org/drawingml/2006/main">
            <a:r>
              <a:t>      "source_pixels": [</a:t>
            </a:r>
          </a:p>
          <a:p xmlns:a="http://schemas.openxmlformats.org/drawingml/2006/main">
            <a:r>
              <a:t>        938,</a:t>
            </a:r>
          </a:p>
          <a:p xmlns:a="http://schemas.openxmlformats.org/drawingml/2006/main">
            <a:r>
              <a:t>        243,</a:t>
            </a:r>
          </a:p>
          <a:p xmlns:a="http://schemas.openxmlformats.org/drawingml/2006/main">
            <a:r>
              <a:t>        1068,</a:t>
            </a:r>
          </a:p>
          <a:p xmlns:a="http://schemas.openxmlformats.org/drawingml/2006/main">
            <a:r>
              <a:t>        280</a:t>
            </a:r>
          </a:p>
          <a:p xmlns:a="http://schemas.openxmlformats.org/drawingml/2006/main">
            <a:r>
              <a:t>      ],</a:t>
            </a:r>
          </a:p>
          <a:p xmlns:a="http://schemas.openxmlformats.org/drawingml/2006/main">
            <a:r>
              <a:t>      "detail": "Original isolated mathematical expression; formula pixels remain raster"</a:t>
            </a:r>
          </a:p>
          <a:p xmlns:a="http://schemas.openxmlformats.org/drawingml/2006/main">
            <a:r>
              <a:t>    },</a:t>
            </a:r>
          </a:p>
          <a:p xmlns:a="http://schemas.openxmlformats.org/drawingml/2006/main">
            <a:r>
              <a:t>    {</a:t>
            </a:r>
          </a:p>
          <a:p xmlns:a="http://schemas.openxmlformats.org/drawingml/2006/main">
            <a:r>
              <a:t>      "id": "distance-constraint",</a:t>
            </a:r>
          </a:p>
          <a:p xmlns:a="http://schemas.openxmlformats.org/drawingml/2006/main">
            <a:r>
              <a:t>      "source_pixels": [</a:t>
            </a:r>
          </a:p>
          <a:p xmlns:a="http://schemas.openxmlformats.org/drawingml/2006/main">
            <a:r>
              <a:t>        796,</a:t>
            </a:r>
          </a:p>
          <a:p xmlns:a="http://schemas.openxmlformats.org/drawingml/2006/main">
            <a:r>
              <a:t>        376,</a:t>
            </a:r>
          </a:p>
          <a:p xmlns:a="http://schemas.openxmlformats.org/drawingml/2006/main">
            <a:r>
              <a:t>        1095,</a:t>
            </a:r>
          </a:p>
          <a:p xmlns:a="http://schemas.openxmlformats.org/drawingml/2006/main">
            <a:r>
              <a:t>        410</a:t>
            </a:r>
          </a:p>
          <a:p xmlns:a="http://schemas.openxmlformats.org/drawingml/2006/main">
            <a:r>
              <a:t>      ],</a:t>
            </a:r>
          </a:p>
          <a:p xmlns:a="http://schemas.openxmlformats.org/drawingml/2006/main">
            <a:r>
              <a:t>      "detail": "Original isolated mathematical expression; formula pixels remain raster"</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073a66374648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2743cf0c4043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1f091519144c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4165fcb7254d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d51250c81b44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a2f6be3bd342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C2F0E1-1126-4631-88E5-00A14B4E2CF6}"/>
              </a:ext>
            </a:extLst>
          </p:cNvPr>
          <p:cNvSpPr>
            <a:spLocks xmlns:a="http://schemas.openxmlformats.org/drawingml/2006/main" noGrp="1"/>
          </p:cNvSpPr>
          <p:nvPr>
            <p:ph type="title" idx="0"/>
          </p:nvPr>
        </p:nvSpPr>
        <p:spPr>
          <a:xfrm xmlns:a="http://schemas.openxmlformats.org/drawingml/2006/main">
            <a:off x="1082993" y="1500505"/>
            <a:ext cx="8663940" cy="57372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78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D8513B-D4B2-4099-AC72-42F34711C496}"/>
              </a:ext>
            </a:extLst>
          </p:cNvPr>
          <p:cNvSpPr>
            <a:spLocks xmlns:a="http://schemas.openxmlformats.org/drawingml/2006/main" noGrp="1"/>
          </p:cNvSpPr>
          <p:nvPr>
            <p:ph type="subTitle" idx="1"/>
          </p:nvPr>
        </p:nvSpPr>
        <p:spPr>
          <a:xfrm xmlns:a="http://schemas.openxmlformats.org/drawingml/2006/main">
            <a:off x="1624489" y="2184559"/>
            <a:ext cx="7580948" cy="4413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16"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669FDA-9C3B-460C-BD2A-A426C69FEE68}"/>
              </a:ext>
            </a:extLst>
          </p:cNvPr>
          <p:cNvSpPr>
            <a:spLocks xmlns:a="http://schemas.openxmlformats.org/drawingml/2006/main" noGrp="1"/>
          </p:cNvSpPr>
          <p:nvPr>
            <p:ph type="title" idx="0"/>
          </p:nvPr>
        </p:nvSpPr>
        <p:spPr>
          <a:xfrm xmlns:a="http://schemas.openxmlformats.org/drawingml/2006/main">
            <a:off x="1082993" y="1654969"/>
            <a:ext cx="8663940" cy="66198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43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BCF77E-E41F-41F9-903D-89EA40D6C9EC}"/>
              </a:ext>
            </a:extLst>
          </p:cNvPr>
          <p:cNvSpPr>
            <a:spLocks xmlns:a="http://schemas.openxmlformats.org/drawingml/2006/main" noGrp="1"/>
          </p:cNvSpPr>
          <p:nvPr>
            <p:ph type="title" idx="0"/>
          </p:nvPr>
        </p:nvSpPr>
        <p:spPr>
          <a:xfrm xmlns:a="http://schemas.openxmlformats.org/drawingml/2006/main">
            <a:off x="609183" y="308928"/>
            <a:ext cx="9611558" cy="48545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1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28DEDD-3362-4EEB-96D9-CCC4A48A95B3}"/>
              </a:ext>
            </a:extLst>
          </p:cNvPr>
          <p:cNvSpPr>
            <a:spLocks xmlns:a="http://schemas.openxmlformats.org/drawingml/2006/main" noGrp="1"/>
          </p:cNvSpPr>
          <p:nvPr>
            <p:ph type="body" idx="1"/>
          </p:nvPr>
        </p:nvSpPr>
        <p:spPr>
          <a:xfrm xmlns:a="http://schemas.openxmlformats.org/drawingml/2006/main">
            <a:off x="609183" y="1103313"/>
            <a:ext cx="9611558" cy="24714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3" b="0">
                <a:solidFill>
                  <a:schemeClr val="tx1"/>
                </a:solidFill>
                <a:latin typeface="+mn-lt"/>
                <a:ea typeface="+mn-lt"/>
                <a:cs typeface="+mn-lt"/>
              </a:defRPr>
            </a:defPPr>
            <a:lvl1pPr marL="132398" indent="-132398">
              <a:lnSpc>
                <a:spcPct val="110000"/>
              </a:lnSpc>
              <a:spcBef>
                <a:spcPts val="0"/>
              </a:spcBef>
              <a:spcAft>
                <a:spcPts val="695"/>
              </a:spcAft>
              <a:buChar char="•"/>
            </a:lvl1pPr>
            <a:lvl2pPr marL="308928" indent="-132398">
              <a:lnSpc>
                <a:spcPct val="110000"/>
              </a:lnSpc>
              <a:spcBef>
                <a:spcPts val="0"/>
              </a:spcBef>
              <a:spcAft>
                <a:spcPts val="695"/>
              </a:spcAft>
              <a:buChar char="•"/>
            </a:lvl2pPr>
            <a:lvl3pPr marL="485458" indent="-132398">
              <a:lnSpc>
                <a:spcPct val="110000"/>
              </a:lnSpc>
              <a:spcBef>
                <a:spcPts val="0"/>
              </a:spcBef>
              <a:spcAft>
                <a:spcPts val="695"/>
              </a:spcAft>
              <a:buChar char="•"/>
            </a:lvl3pPr>
            <a:lvl4pPr marL="661988" indent="-132398">
              <a:lnSpc>
                <a:spcPct val="110000"/>
              </a:lnSpc>
              <a:spcBef>
                <a:spcPts val="0"/>
              </a:spcBef>
              <a:spcAft>
                <a:spcPts val="695"/>
              </a:spcAft>
              <a:buChar char="•"/>
            </a:lvl4pPr>
            <a:lvl5pPr marL="838518" indent="-132398">
              <a:lnSpc>
                <a:spcPct val="110000"/>
              </a:lnSpc>
              <a:spcBef>
                <a:spcPts val="0"/>
              </a:spcBef>
              <a:spcAft>
                <a:spcPts val="695"/>
              </a:spcAft>
              <a:buChar char="•"/>
            </a:lvl5pPr>
            <a:lvl6pPr marL="1015048" indent="-132398">
              <a:lnSpc>
                <a:spcPct val="110000"/>
              </a:lnSpc>
              <a:spcBef>
                <a:spcPts val="0"/>
              </a:spcBef>
              <a:spcAft>
                <a:spcPts val="695"/>
              </a:spcAft>
              <a:buChar char="•"/>
            </a:lvl6pPr>
            <a:lvl7pPr marL="1191578" indent="-132398">
              <a:lnSpc>
                <a:spcPct val="110000"/>
              </a:lnSpc>
              <a:spcBef>
                <a:spcPts val="0"/>
              </a:spcBef>
              <a:spcAft>
                <a:spcPts val="695"/>
              </a:spcAft>
              <a:buChar char="•"/>
            </a:lvl7pPr>
            <a:lvl8pPr marL="1368108" indent="-132398">
              <a:lnSpc>
                <a:spcPct val="110000"/>
              </a:lnSpc>
              <a:spcBef>
                <a:spcPts val="0"/>
              </a:spcBef>
              <a:spcAft>
                <a:spcPts val="695"/>
              </a:spcAft>
              <a:buChar char="•"/>
            </a:lvl8pPr>
            <a:lvl9pPr marL="1544638" indent="-132398">
              <a:lnSpc>
                <a:spcPct val="110000"/>
              </a:lnSpc>
              <a:spcBef>
                <a:spcPts val="0"/>
              </a:spcBef>
              <a:spcAft>
                <a:spcPts val="69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050492-238F-49CA-9561-1FC7553B5838}"/>
              </a:ext>
            </a:extLst>
          </p:cNvPr>
          <p:cNvSpPr>
            <a:spLocks xmlns:a="http://schemas.openxmlformats.org/drawingml/2006/main" noGrp="1"/>
          </p:cNvSpPr>
          <p:nvPr>
            <p:ph type="title" idx="0"/>
          </p:nvPr>
        </p:nvSpPr>
        <p:spPr>
          <a:xfrm xmlns:a="http://schemas.openxmlformats.org/drawingml/2006/main">
            <a:off x="609183" y="308928"/>
            <a:ext cx="9611558" cy="48545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1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3E9301-6C1F-490F-A814-441AE533F360}"/>
              </a:ext>
            </a:extLst>
          </p:cNvPr>
          <p:cNvSpPr>
            <a:spLocks xmlns:a="http://schemas.openxmlformats.org/drawingml/2006/main" noGrp="1"/>
          </p:cNvSpPr>
          <p:nvPr>
            <p:ph type="body" idx="1"/>
          </p:nvPr>
        </p:nvSpPr>
        <p:spPr>
          <a:xfrm xmlns:a="http://schemas.openxmlformats.org/drawingml/2006/main">
            <a:off x="609183" y="1103313"/>
            <a:ext cx="4467344" cy="24714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216" b="0">
                <a:solidFill>
                  <a:schemeClr val="tx1"/>
                </a:solidFill>
                <a:latin typeface="+mn-lt"/>
                <a:ea typeface="+mn-lt"/>
                <a:cs typeface="+mn-lt"/>
              </a:defRPr>
            </a:defPPr>
            <a:lvl1pPr marL="132398" indent="-132398">
              <a:lnSpc>
                <a:spcPct val="110000"/>
              </a:lnSpc>
              <a:spcBef>
                <a:spcPts val="0"/>
              </a:spcBef>
              <a:spcAft>
                <a:spcPts val="695"/>
              </a:spcAft>
              <a:buChar char="•"/>
            </a:lvl1pPr>
            <a:lvl2pPr marL="308928" indent="-132398">
              <a:lnSpc>
                <a:spcPct val="110000"/>
              </a:lnSpc>
              <a:spcBef>
                <a:spcPts val="0"/>
              </a:spcBef>
              <a:spcAft>
                <a:spcPts val="695"/>
              </a:spcAft>
              <a:buChar char="•"/>
            </a:lvl2pPr>
            <a:lvl3pPr marL="485458" indent="-132398">
              <a:lnSpc>
                <a:spcPct val="110000"/>
              </a:lnSpc>
              <a:spcBef>
                <a:spcPts val="0"/>
              </a:spcBef>
              <a:spcAft>
                <a:spcPts val="695"/>
              </a:spcAft>
              <a:buChar char="•"/>
            </a:lvl3pPr>
            <a:lvl4pPr marL="661988" indent="-132398">
              <a:lnSpc>
                <a:spcPct val="110000"/>
              </a:lnSpc>
              <a:spcBef>
                <a:spcPts val="0"/>
              </a:spcBef>
              <a:spcAft>
                <a:spcPts val="695"/>
              </a:spcAft>
              <a:buChar char="•"/>
            </a:lvl4pPr>
            <a:lvl5pPr marL="838518" indent="-132398">
              <a:lnSpc>
                <a:spcPct val="110000"/>
              </a:lnSpc>
              <a:spcBef>
                <a:spcPts val="0"/>
              </a:spcBef>
              <a:spcAft>
                <a:spcPts val="695"/>
              </a:spcAft>
              <a:buChar char="•"/>
            </a:lvl5pPr>
            <a:lvl6pPr marL="1015048" indent="-132398">
              <a:lnSpc>
                <a:spcPct val="110000"/>
              </a:lnSpc>
              <a:spcBef>
                <a:spcPts val="0"/>
              </a:spcBef>
              <a:spcAft>
                <a:spcPts val="695"/>
              </a:spcAft>
              <a:buChar char="•"/>
            </a:lvl6pPr>
            <a:lvl7pPr marL="1191578" indent="-132398">
              <a:lnSpc>
                <a:spcPct val="110000"/>
              </a:lnSpc>
              <a:spcBef>
                <a:spcPts val="0"/>
              </a:spcBef>
              <a:spcAft>
                <a:spcPts val="695"/>
              </a:spcAft>
              <a:buChar char="•"/>
            </a:lvl7pPr>
            <a:lvl8pPr marL="1368108" indent="-132398">
              <a:lnSpc>
                <a:spcPct val="110000"/>
              </a:lnSpc>
              <a:spcBef>
                <a:spcPts val="0"/>
              </a:spcBef>
              <a:spcAft>
                <a:spcPts val="695"/>
              </a:spcAft>
              <a:buChar char="•"/>
            </a:lvl8pPr>
            <a:lvl9pPr marL="1544638" indent="-132398">
              <a:lnSpc>
                <a:spcPct val="110000"/>
              </a:lnSpc>
              <a:spcBef>
                <a:spcPts val="0"/>
              </a:spcBef>
              <a:spcAft>
                <a:spcPts val="69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F8EC59-7947-461E-932F-91DD0FE0D620}"/>
              </a:ext>
            </a:extLst>
          </p:cNvPr>
          <p:cNvSpPr>
            <a:spLocks xmlns:a="http://schemas.openxmlformats.org/drawingml/2006/main" noGrp="1"/>
          </p:cNvSpPr>
          <p:nvPr>
            <p:ph type="body" idx="2"/>
          </p:nvPr>
        </p:nvSpPr>
        <p:spPr>
          <a:xfrm xmlns:a="http://schemas.openxmlformats.org/drawingml/2006/main">
            <a:off x="5753398" y="1103313"/>
            <a:ext cx="4467344" cy="24714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216" b="0">
                <a:solidFill>
                  <a:schemeClr val="tx1"/>
                </a:solidFill>
                <a:latin typeface="+mn-lt"/>
                <a:ea typeface="+mn-lt"/>
                <a:cs typeface="+mn-lt"/>
              </a:defRPr>
            </a:defPPr>
            <a:lvl1pPr marL="132398" indent="-132398">
              <a:lnSpc>
                <a:spcPct val="110000"/>
              </a:lnSpc>
              <a:spcBef>
                <a:spcPts val="0"/>
              </a:spcBef>
              <a:spcAft>
                <a:spcPts val="695"/>
              </a:spcAft>
              <a:buChar char="•"/>
            </a:lvl1pPr>
            <a:lvl2pPr marL="308928" indent="-132398">
              <a:lnSpc>
                <a:spcPct val="110000"/>
              </a:lnSpc>
              <a:spcBef>
                <a:spcPts val="0"/>
              </a:spcBef>
              <a:spcAft>
                <a:spcPts val="695"/>
              </a:spcAft>
              <a:buChar char="•"/>
            </a:lvl2pPr>
            <a:lvl3pPr marL="485458" indent="-132398">
              <a:lnSpc>
                <a:spcPct val="110000"/>
              </a:lnSpc>
              <a:spcBef>
                <a:spcPts val="0"/>
              </a:spcBef>
              <a:spcAft>
                <a:spcPts val="695"/>
              </a:spcAft>
              <a:buChar char="•"/>
            </a:lvl3pPr>
            <a:lvl4pPr marL="661988" indent="-132398">
              <a:lnSpc>
                <a:spcPct val="110000"/>
              </a:lnSpc>
              <a:spcBef>
                <a:spcPts val="0"/>
              </a:spcBef>
              <a:spcAft>
                <a:spcPts val="695"/>
              </a:spcAft>
              <a:buChar char="•"/>
            </a:lvl4pPr>
            <a:lvl5pPr marL="838518" indent="-132398">
              <a:lnSpc>
                <a:spcPct val="110000"/>
              </a:lnSpc>
              <a:spcBef>
                <a:spcPts val="0"/>
              </a:spcBef>
              <a:spcAft>
                <a:spcPts val="695"/>
              </a:spcAft>
              <a:buChar char="•"/>
            </a:lvl5pPr>
            <a:lvl6pPr marL="1015048" indent="-132398">
              <a:lnSpc>
                <a:spcPct val="110000"/>
              </a:lnSpc>
              <a:spcBef>
                <a:spcPts val="0"/>
              </a:spcBef>
              <a:spcAft>
                <a:spcPts val="695"/>
              </a:spcAft>
              <a:buChar char="•"/>
            </a:lvl6pPr>
            <a:lvl7pPr marL="1191578" indent="-132398">
              <a:lnSpc>
                <a:spcPct val="110000"/>
              </a:lnSpc>
              <a:spcBef>
                <a:spcPts val="0"/>
              </a:spcBef>
              <a:spcAft>
                <a:spcPts val="695"/>
              </a:spcAft>
              <a:buChar char="•"/>
            </a:lvl7pPr>
            <a:lvl8pPr marL="1368108" indent="-132398">
              <a:lnSpc>
                <a:spcPct val="110000"/>
              </a:lnSpc>
              <a:spcBef>
                <a:spcPts val="0"/>
              </a:spcBef>
              <a:spcAft>
                <a:spcPts val="695"/>
              </a:spcAft>
              <a:buChar char="•"/>
            </a:lvl8pPr>
            <a:lvl9pPr marL="1544638" indent="-132398">
              <a:lnSpc>
                <a:spcPct val="110000"/>
              </a:lnSpc>
              <a:spcBef>
                <a:spcPts val="0"/>
              </a:spcBef>
              <a:spcAft>
                <a:spcPts val="69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DF3F62-6853-4EC6-8608-F7000EBB909A}"/>
              </a:ext>
            </a:extLst>
          </p:cNvPr>
          <p:cNvSpPr>
            <a:spLocks xmlns:a="http://schemas.openxmlformats.org/drawingml/2006/main" noGrp="1"/>
          </p:cNvSpPr>
          <p:nvPr>
            <p:ph type="title" idx="0"/>
          </p:nvPr>
        </p:nvSpPr>
        <p:spPr>
          <a:xfrm xmlns:a="http://schemas.openxmlformats.org/drawingml/2006/main">
            <a:off x="609183" y="308928"/>
            <a:ext cx="9611558" cy="48545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1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5E9037-B94D-403E-8EF8-31F9E512AA88}"/>
              </a:ext>
            </a:extLst>
          </p:cNvPr>
          <p:cNvSpPr>
            <a:spLocks xmlns:a="http://schemas.openxmlformats.org/drawingml/2006/main" noGrp="1"/>
          </p:cNvSpPr>
          <p:nvPr>
            <p:ph type="body" idx="1"/>
          </p:nvPr>
        </p:nvSpPr>
        <p:spPr>
          <a:xfrm xmlns:a="http://schemas.openxmlformats.org/drawingml/2006/main">
            <a:off x="609183" y="1103313"/>
            <a:ext cx="4467344" cy="24714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3" b="0">
                <a:solidFill>
                  <a:schemeClr val="tx1"/>
                </a:solidFill>
                <a:latin typeface="+mn-lt"/>
                <a:ea typeface="+mn-lt"/>
                <a:cs typeface="+mn-lt"/>
              </a:defRPr>
            </a:defPPr>
            <a:lvl1pPr marL="132398" indent="-132398">
              <a:lnSpc>
                <a:spcPct val="110000"/>
              </a:lnSpc>
              <a:spcBef>
                <a:spcPts val="0"/>
              </a:spcBef>
              <a:spcAft>
                <a:spcPts val="695"/>
              </a:spcAft>
              <a:buChar char="•"/>
            </a:lvl1pPr>
            <a:lvl2pPr marL="308928" indent="-132398">
              <a:lnSpc>
                <a:spcPct val="110000"/>
              </a:lnSpc>
              <a:spcBef>
                <a:spcPts val="0"/>
              </a:spcBef>
              <a:spcAft>
                <a:spcPts val="695"/>
              </a:spcAft>
              <a:buChar char="•"/>
            </a:lvl2pPr>
            <a:lvl3pPr marL="485458" indent="-132398">
              <a:lnSpc>
                <a:spcPct val="110000"/>
              </a:lnSpc>
              <a:spcBef>
                <a:spcPts val="0"/>
              </a:spcBef>
              <a:spcAft>
                <a:spcPts val="695"/>
              </a:spcAft>
              <a:buChar char="•"/>
            </a:lvl3pPr>
            <a:lvl4pPr marL="661988" indent="-132398">
              <a:lnSpc>
                <a:spcPct val="110000"/>
              </a:lnSpc>
              <a:spcBef>
                <a:spcPts val="0"/>
              </a:spcBef>
              <a:spcAft>
                <a:spcPts val="695"/>
              </a:spcAft>
              <a:buChar char="•"/>
            </a:lvl4pPr>
            <a:lvl5pPr marL="838518" indent="-132398">
              <a:lnSpc>
                <a:spcPct val="110000"/>
              </a:lnSpc>
              <a:spcBef>
                <a:spcPts val="0"/>
              </a:spcBef>
              <a:spcAft>
                <a:spcPts val="695"/>
              </a:spcAft>
              <a:buChar char="•"/>
            </a:lvl5pPr>
            <a:lvl6pPr marL="1015048" indent="-132398">
              <a:lnSpc>
                <a:spcPct val="110000"/>
              </a:lnSpc>
              <a:spcBef>
                <a:spcPts val="0"/>
              </a:spcBef>
              <a:spcAft>
                <a:spcPts val="695"/>
              </a:spcAft>
              <a:buChar char="•"/>
            </a:lvl6pPr>
            <a:lvl7pPr marL="1191578" indent="-132398">
              <a:lnSpc>
                <a:spcPct val="110000"/>
              </a:lnSpc>
              <a:spcBef>
                <a:spcPts val="0"/>
              </a:spcBef>
              <a:spcAft>
                <a:spcPts val="695"/>
              </a:spcAft>
              <a:buChar char="•"/>
            </a:lvl7pPr>
            <a:lvl8pPr marL="1368108" indent="-132398">
              <a:lnSpc>
                <a:spcPct val="110000"/>
              </a:lnSpc>
              <a:spcBef>
                <a:spcPts val="0"/>
              </a:spcBef>
              <a:spcAft>
                <a:spcPts val="695"/>
              </a:spcAft>
              <a:buChar char="•"/>
            </a:lvl8pPr>
            <a:lvl9pPr marL="1544638" indent="-132398">
              <a:lnSpc>
                <a:spcPct val="110000"/>
              </a:lnSpc>
              <a:spcBef>
                <a:spcPts val="0"/>
              </a:spcBef>
              <a:spcAft>
                <a:spcPts val="69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2edfe2112e4e8a" /><Relationship Type="http://schemas.openxmlformats.org/officeDocument/2006/relationships/slideLayout" Target="/ppt/slideLayouts/slideLayout1.xml" Id="Rfc617a6dc468453e" /><Relationship Type="http://schemas.openxmlformats.org/officeDocument/2006/relationships/slideLayout" Target="/ppt/slideLayouts/slideLayout2.xml" Id="R7a0c72099e944c7c" /><Relationship Type="http://schemas.openxmlformats.org/officeDocument/2006/relationships/slideLayout" Target="/ppt/slideLayouts/slideLayout3.xml" Id="R35bbd74cd5d84f4f" /><Relationship Type="http://schemas.openxmlformats.org/officeDocument/2006/relationships/slideLayout" Target="/ppt/slideLayouts/slideLayout4.xml" Id="Raec658af0e8541a5" /><Relationship Type="http://schemas.openxmlformats.org/officeDocument/2006/relationships/slideLayout" Target="/ppt/slideLayouts/slideLayout5.xml" Id="R677dce5e282f4bfe" /><Relationship Type="http://schemas.openxmlformats.org/officeDocument/2006/relationships/slideLayout" Target="/ppt/slideLayouts/slideLayout6.xml" Id="Rc4e705a01d3743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617a6dc468453e"/>
    <p:sldLayoutId xmlns:r="http://schemas.openxmlformats.org/officeDocument/2006/relationships" id="2147483650" r:id="R7a0c72099e944c7c"/>
    <p:sldLayoutId xmlns:r="http://schemas.openxmlformats.org/officeDocument/2006/relationships" id="2147483651" r:id="R35bbd74cd5d84f4f"/>
    <p:sldLayoutId xmlns:r="http://schemas.openxmlformats.org/officeDocument/2006/relationships" id="2147483652" r:id="Raec658af0e8541a5"/>
    <p:sldLayoutId xmlns:r="http://schemas.openxmlformats.org/officeDocument/2006/relationships" id="2147483653" r:id="R677dce5e282f4bfe"/>
    <p:sldLayoutId xmlns:r="http://schemas.openxmlformats.org/officeDocument/2006/relationships" id="2147483654" r:id="Rc4e705a01d3743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79bb2066f74eb7" /><Relationship Type="http://schemas.openxmlformats.org/officeDocument/2006/relationships/image" Target="/ppt/media/image.png" Id="Rb68dce665bec41ae" /><Relationship Type="http://schemas.openxmlformats.org/officeDocument/2006/relationships/image" Target="/ppt/media/image2.png" Id="Rc2493f0427ef4b85" /><Relationship Type="http://schemas.openxmlformats.org/officeDocument/2006/relationships/image" Target="/ppt/media/image3.png" Id="R544c9e6c2b4949fd" /><Relationship Type="http://schemas.openxmlformats.org/officeDocument/2006/relationships/image" Target="/ppt/media/image4.png" Id="Ree48983722984258" /><Relationship Type="http://schemas.openxmlformats.org/officeDocument/2006/relationships/image" Target="/ppt/media/image5.png" Id="Re08dd1c000ad4a67" /><Relationship Type="http://schemas.openxmlformats.org/officeDocument/2006/relationships/image" Target="/ppt/media/image6.png" Id="R490688d6f46b49cd" /><Relationship Type="http://schemas.openxmlformats.org/officeDocument/2006/relationships/image" Target="/ppt/media/image7.png" Id="Rabdd0a254f904085" /><Relationship Type="http://schemas.openxmlformats.org/officeDocument/2006/relationships/image" Target="/ppt/media/image8.png" Id="R3eb34aa6406c43b3" /><Relationship Type="http://schemas.openxmlformats.org/officeDocument/2006/relationships/image" Target="/ppt/media/image9.png" Id="R1d4d36270cbc47e4" /><Relationship Type="http://schemas.openxmlformats.org/officeDocument/2006/relationships/image" Target="/ppt/media/image10.png" Id="R6a9f5b10cfcd4e13" /><Relationship Type="http://schemas.openxmlformats.org/officeDocument/2006/relationships/notesSlide" Target="/ppt/notesSlides/notesSlide1.xml" Id="R31133e16eca14e9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state-plane">
            <a:extLst xmlns:a="http://schemas.openxmlformats.org/drawingml/2006/main">
              <a:ext uri="{FF2B5EF4-FFF2-40B4-BE49-F238E27FC236}">
                <a16:creationId xmlns:a16="http://schemas.microsoft.com/office/drawing/2014/main" id="{53D9365F-8ADF-4D43-99A1-F82A75189E34}"/>
              </a:ext>
            </a:extLst>
          </p:cNvPr>
          <p:cNvSpPr>
            <a:spLocks xmlns:a="http://schemas.openxmlformats.org/drawingml/2006/main" noGrp="1"/>
          </p:cNvSpPr>
          <p:nvPr/>
        </p:nvSpPr>
        <p:spPr>
          <a:xfrm xmlns:a="http://schemas.openxmlformats.org/drawingml/2006/main" rot="0">
            <a:off x="114300" y="923925"/>
            <a:ext cx="5076825" cy="2209800"/>
          </a:xfrm>
          <a:custGeom xmlns:a="http://schemas.openxmlformats.org/drawingml/2006/main">
            <a:pathLst>
              <a:path w="5076825" h="2209800">
                <a:moveTo>
                  <a:pt x="0" y="2200275"/>
                </a:moveTo>
                <a:lnTo>
                  <a:pt x="1962150" y="0"/>
                </a:lnTo>
                <a:lnTo>
                  <a:pt x="5076825" y="0"/>
                </a:lnTo>
                <a:lnTo>
                  <a:pt x="3095625" y="2209800"/>
                </a:lnTo>
                <a:close/>
              </a:path>
            </a:pathLst>
          </a:custGeom>
          <a:noFill xmlns:a="http://schemas.openxmlformats.org/drawingml/2006/main"/>
          <a:ln xmlns:a="http://schemas.openxmlformats.org/drawingml/2006/main" w="9525">
            <a:solidFill>
              <a:srgbClr val="777777"/>
            </a:solidFill>
            <a:prstDash val="solid"/>
          </a:ln>
        </p:spPr>
      </p:sp>
      <p:sp>
        <p:nvSpPr>
          <p:cNvPr id="2" name="latent-space">
            <a:extLst xmlns:a="http://schemas.openxmlformats.org/drawingml/2006/main">
              <a:ext uri="{FF2B5EF4-FFF2-40B4-BE49-F238E27FC236}">
                <a16:creationId xmlns:a16="http://schemas.microsoft.com/office/drawing/2014/main" id="{0E749133-585E-4E79-97D4-C30253C977EF}"/>
              </a:ext>
            </a:extLst>
          </p:cNvPr>
          <p:cNvSpPr>
            <a:spLocks xmlns:a="http://schemas.openxmlformats.org/drawingml/2006/main" noGrp="1"/>
          </p:cNvSpPr>
          <p:nvPr/>
        </p:nvSpPr>
        <p:spPr>
          <a:xfrm xmlns:a="http://schemas.openxmlformats.org/drawingml/2006/main" rot="0">
            <a:off x="7258050" y="962025"/>
            <a:ext cx="3400425" cy="2381250"/>
          </a:xfrm>
          <a:prstGeom xmlns:a="http://schemas.openxmlformats.org/drawingml/2006/main" prst="ellipse">
            <a:avLst/>
          </a:prstGeom>
          <a:noFill xmlns:a="http://schemas.openxmlformats.org/drawingml/2006/main"/>
          <a:ln xmlns:a="http://schemas.openxmlformats.org/drawingml/2006/main" w="17145">
            <a:solidFill>
              <a:srgbClr val="000000"/>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 name="state-label">
            <a:extLst xmlns:a="http://schemas.openxmlformats.org/drawingml/2006/main">
              <a:ext uri="{FF2B5EF4-FFF2-40B4-BE49-F238E27FC236}">
                <a16:creationId xmlns:a16="http://schemas.microsoft.com/office/drawing/2014/main" id="{1FDAD7A2-B0CD-4A2F-B097-51EE8517134A}"/>
              </a:ext>
            </a:extLst>
          </p:cNvPr>
          <p:cNvSpPr>
            <a:spLocks xmlns:a="http://schemas.openxmlformats.org/drawingml/2006/main" noGrp="1"/>
          </p:cNvSpPr>
          <p:nvPr/>
        </p:nvSpPr>
        <p:spPr>
          <a:xfrm xmlns:a="http://schemas.openxmlformats.org/drawingml/2006/main" rot="0">
            <a:off x="2286000" y="304800"/>
            <a:ext cx="1371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0" i="0">
                <a:solidFill>
                  <a:srgbClr val="000000"/>
                </a:solidFill>
                <a:latin typeface="Arial"/>
                <a:ea typeface="Arial"/>
                <a:cs typeface="Arial"/>
              </a:defRPr>
            </a:defPPr>
          </a:lstStyle>
          <a:p xmlns:a="http://schemas.openxmlformats.org/drawingml/2006/main">
            <a:pPr algn="ctr">
              <a:defRPr sz="1950" b="0" i="0">
                <a:solidFill>
                  <a:srgbClr val="000000"/>
                </a:solidFill>
                <a:latin typeface="Arial"/>
                <a:ea typeface="Arial"/>
                <a:cs typeface="Arial"/>
              </a:defRPr>
            </a:pPr>
            <a:r>
              <a:rPr sz="1950" b="0" i="0">
                <a:solidFill>
                  <a:srgbClr val="000000"/>
                </a:solidFill>
                <a:latin typeface="Arial"/>
                <a:ea typeface="Arial"/>
                <a:cs typeface="Arial"/>
              </a:rPr>
              <a:t>State space</a:t>
            </a:r>
          </a:p>
        </p:txBody>
      </p:sp>
      <p:sp>
        <p:nvSpPr>
          <p:cNvPr id="4" name="latent-label">
            <a:extLst xmlns:a="http://schemas.openxmlformats.org/drawingml/2006/main">
              <a:ext uri="{FF2B5EF4-FFF2-40B4-BE49-F238E27FC236}">
                <a16:creationId xmlns:a16="http://schemas.microsoft.com/office/drawing/2014/main" id="{38F17830-8C9D-4E4F-9509-204855777621}"/>
              </a:ext>
            </a:extLst>
          </p:cNvPr>
          <p:cNvSpPr>
            <a:spLocks xmlns:a="http://schemas.openxmlformats.org/drawingml/2006/main" noGrp="1"/>
          </p:cNvSpPr>
          <p:nvPr/>
        </p:nvSpPr>
        <p:spPr>
          <a:xfrm xmlns:a="http://schemas.openxmlformats.org/drawingml/2006/main" rot="0">
            <a:off x="8277225" y="323850"/>
            <a:ext cx="1438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0" i="0">
                <a:solidFill>
                  <a:srgbClr val="000000"/>
                </a:solidFill>
                <a:latin typeface="Arial"/>
                <a:ea typeface="Arial"/>
                <a:cs typeface="Arial"/>
              </a:defRPr>
            </a:defPPr>
          </a:lstStyle>
          <a:p xmlns:a="http://schemas.openxmlformats.org/drawingml/2006/main">
            <a:pPr algn="ctr">
              <a:defRPr sz="1950" b="0" i="0">
                <a:solidFill>
                  <a:srgbClr val="000000"/>
                </a:solidFill>
                <a:latin typeface="Arial"/>
                <a:ea typeface="Arial"/>
                <a:cs typeface="Arial"/>
              </a:defRPr>
            </a:pPr>
            <a:r>
              <a:rPr sz="1950" b="0" i="0">
                <a:solidFill>
                  <a:srgbClr val="000000"/>
                </a:solidFill>
                <a:latin typeface="Arial"/>
                <a:ea typeface="Arial"/>
                <a:cs typeface="Arial"/>
              </a:rPr>
              <a:t>Latent space</a:t>
            </a:r>
          </a:p>
        </p:txBody>
      </p:sp>
      <p:pic>
        <p:nvPicPr>
          <p:cNvPr id="5" name="">
            <a:extLst xmlns:a="http://schemas.openxmlformats.org/drawingml/2006/main">
              <a:ext uri="{FF2B5EF4-FFF2-40B4-BE49-F238E27FC236}">
                <a16:creationId xmlns:a16="http://schemas.microsoft.com/office/drawing/2014/main" id="{EB000121-9630-455F-B55E-F0841E394FC3}"/>
              </a:ext>
            </a:extLst>
          </p:cNvPr>
          <p:cNvPicPr>
            <a:picLocks xmlns:a="http://schemas.openxmlformats.org/drawingml/2006/main" noChangeAspect="1"/>
          </p:cNvPicPr>
          <p:nvPr/>
        </p:nvPicPr>
        <p:blipFill>
          <a:blip xmlns:r="http://schemas.openxmlformats.org/officeDocument/2006/relationships" xmlns:a="http://schemas.openxmlformats.org/drawingml/2006/main" r:embed="Rb68dce665bec41ae"/>
          <a:srcRect xmlns:a="http://schemas.openxmlformats.org/drawingml/2006/main" l="0" t="0" r="0" b="0"/>
          <a:stretch xmlns:a="http://schemas.openxmlformats.org/drawingml/2006/main">
            <a:fillRect l="0" t="0" r="0" b="0"/>
          </a:stretch>
        </p:blipFill>
        <p:spPr>
          <a:xfrm xmlns:a="http://schemas.openxmlformats.org/drawingml/2006/main">
            <a:off x="1971675" y="1724025"/>
            <a:ext cx="504825" cy="495300"/>
          </a:xfrm>
          <a:prstGeom xmlns:a="http://schemas.openxmlformats.org/drawingml/2006/main" prst="rect">
            <a:avLst/>
          </a:prstGeom>
        </p:spPr>
      </p:pic>
      <p:sp>
        <p:nvSpPr>
          <p:cNvPr id="6" name="robot-state-s">
            <a:extLst xmlns:a="http://schemas.openxmlformats.org/drawingml/2006/main">
              <a:ext uri="{FF2B5EF4-FFF2-40B4-BE49-F238E27FC236}">
                <a16:creationId xmlns:a16="http://schemas.microsoft.com/office/drawing/2014/main" id="{18AD4DCF-A33F-4F08-BD87-97519A03CB1C}"/>
              </a:ext>
            </a:extLst>
          </p:cNvPr>
          <p:cNvSpPr>
            <a:spLocks xmlns:a="http://schemas.openxmlformats.org/drawingml/2006/main" noGrp="1"/>
          </p:cNvSpPr>
          <p:nvPr/>
        </p:nvSpPr>
        <p:spPr>
          <a:xfrm xmlns:a="http://schemas.openxmlformats.org/drawingml/2006/main" rot="0">
            <a:off x="1971675" y="1724025"/>
            <a:ext cx="504825" cy="495300"/>
          </a:xfrm>
          <a:prstGeom xmlns:a="http://schemas.openxmlformats.org/drawingml/2006/main" prst="rect">
            <a:avLst/>
          </a:prstGeom>
          <a:noFill xmlns:a="http://schemas.openxmlformats.org/drawingml/2006/main"/>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1E19318-2255-4047-BE52-7A8FBC95979E}"/>
              </a:ext>
            </a:extLst>
          </p:cNvPr>
          <p:cNvPicPr>
            <a:picLocks xmlns:a="http://schemas.openxmlformats.org/drawingml/2006/main" noChangeAspect="1"/>
          </p:cNvPicPr>
          <p:nvPr/>
        </p:nvPicPr>
        <p:blipFill>
          <a:blip xmlns:r="http://schemas.openxmlformats.org/officeDocument/2006/relationships" xmlns:a="http://schemas.openxmlformats.org/drawingml/2006/main" r:embed="Rc2493f0427ef4b85"/>
          <a:srcRect xmlns:a="http://schemas.openxmlformats.org/drawingml/2006/main" l="0" t="0" r="0" b="0"/>
          <a:stretch xmlns:a="http://schemas.openxmlformats.org/drawingml/2006/main">
            <a:fillRect l="0" t="0" r="0" b="0"/>
          </a:stretch>
        </p:blipFill>
        <p:spPr>
          <a:xfrm xmlns:a="http://schemas.openxmlformats.org/drawingml/2006/main">
            <a:off x="3476625" y="1085850"/>
            <a:ext cx="504825" cy="514350"/>
          </a:xfrm>
          <a:prstGeom xmlns:a="http://schemas.openxmlformats.org/drawingml/2006/main" prst="rect">
            <a:avLst/>
          </a:prstGeom>
        </p:spPr>
      </p:pic>
      <p:sp>
        <p:nvSpPr>
          <p:cNvPr id="8" name="robot-state-sp">
            <a:extLst xmlns:a="http://schemas.openxmlformats.org/drawingml/2006/main">
              <a:ext uri="{FF2B5EF4-FFF2-40B4-BE49-F238E27FC236}">
                <a16:creationId xmlns:a16="http://schemas.microsoft.com/office/drawing/2014/main" id="{27A83948-5B40-411E-8B1C-2FFD506E4877}"/>
              </a:ext>
            </a:extLst>
          </p:cNvPr>
          <p:cNvSpPr>
            <a:spLocks xmlns:a="http://schemas.openxmlformats.org/drawingml/2006/main" noGrp="1"/>
          </p:cNvSpPr>
          <p:nvPr/>
        </p:nvSpPr>
        <p:spPr>
          <a:xfrm xmlns:a="http://schemas.openxmlformats.org/drawingml/2006/main" rot="0">
            <a:off x="3476625" y="1085850"/>
            <a:ext cx="504825" cy="514350"/>
          </a:xfrm>
          <a:prstGeom xmlns:a="http://schemas.openxmlformats.org/drawingml/2006/main" prst="rect">
            <a:avLst/>
          </a:prstGeom>
          <a:noFill xmlns:a="http://schemas.openxmlformats.org/drawingml/2006/main"/>
          <a:ln xmlns:a="http://schemas.openxmlformats.org/drawingml/2006/main" w="0">
            <a:noFill/>
          </a:ln>
        </p:spPr>
      </p:sp>
      <p:sp>
        <p:nvSpPr>
          <p:cNvPr id="9" name="origin-point">
            <a:extLst xmlns:a="http://schemas.openxmlformats.org/drawingml/2006/main">
              <a:ext uri="{FF2B5EF4-FFF2-40B4-BE49-F238E27FC236}">
                <a16:creationId xmlns:a16="http://schemas.microsoft.com/office/drawing/2014/main" id="{7EA80762-0667-4DD3-882B-A0A58D9C8856}"/>
              </a:ext>
            </a:extLst>
          </p:cNvPr>
          <p:cNvSpPr>
            <a:spLocks xmlns:a="http://schemas.openxmlformats.org/drawingml/2006/main" noGrp="1"/>
          </p:cNvSpPr>
          <p:nvPr/>
        </p:nvSpPr>
        <p:spPr>
          <a:xfrm xmlns:a="http://schemas.openxmlformats.org/drawingml/2006/main" rot="0">
            <a:off x="1171575" y="2505075"/>
            <a:ext cx="85725" cy="85725"/>
          </a:xfrm>
          <a:prstGeom xmlns:a="http://schemas.openxmlformats.org/drawingml/2006/main" prst="ellipse">
            <a:avLst/>
          </a:prstGeom>
          <a:solidFill xmlns:a="http://schemas.openxmlformats.org/drawingml/2006/main">
            <a:srgbClr val="FFFFFF"/>
          </a:solidFill>
          <a:ln xmlns:a="http://schemas.openxmlformats.org/drawingml/2006/main" w="9525">
            <a:solidFill>
              <a:srgbClr val="555555"/>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0" name="latent-s-point">
            <a:extLst xmlns:a="http://schemas.openxmlformats.org/drawingml/2006/main">
              <a:ext uri="{FF2B5EF4-FFF2-40B4-BE49-F238E27FC236}">
                <a16:creationId xmlns:a16="http://schemas.microsoft.com/office/drawing/2014/main" id="{47F97B57-E8E1-463C-BBE5-22FB3792FD95}"/>
              </a:ext>
            </a:extLst>
          </p:cNvPr>
          <p:cNvSpPr>
            <a:spLocks xmlns:a="http://schemas.openxmlformats.org/drawingml/2006/main" noGrp="1"/>
          </p:cNvSpPr>
          <p:nvPr/>
        </p:nvSpPr>
        <p:spPr>
          <a:xfrm xmlns:a="http://schemas.openxmlformats.org/drawingml/2006/main" rot="0">
            <a:off x="8343900" y="2295525"/>
            <a:ext cx="85725" cy="85725"/>
          </a:xfrm>
          <a:prstGeom xmlns:a="http://schemas.openxmlformats.org/drawingml/2006/main" prst="ellipse">
            <a:avLst/>
          </a:prstGeom>
          <a:solidFill xmlns:a="http://schemas.openxmlformats.org/drawingml/2006/main">
            <a:srgbClr val="FFFFFF"/>
          </a:solidFill>
          <a:ln xmlns:a="http://schemas.openxmlformats.org/drawingml/2006/main" w="9525">
            <a:solidFill>
              <a:srgbClr val="555555"/>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 name="latent-sp-point">
            <a:extLst xmlns:a="http://schemas.openxmlformats.org/drawingml/2006/main">
              <a:ext uri="{FF2B5EF4-FFF2-40B4-BE49-F238E27FC236}">
                <a16:creationId xmlns:a16="http://schemas.microsoft.com/office/drawing/2014/main" id="{9792F29B-A199-487C-87E1-F0AE025F7BBC}"/>
              </a:ext>
            </a:extLst>
          </p:cNvPr>
          <p:cNvSpPr>
            <a:spLocks xmlns:a="http://schemas.openxmlformats.org/drawingml/2006/main" noGrp="1"/>
          </p:cNvSpPr>
          <p:nvPr/>
        </p:nvSpPr>
        <p:spPr>
          <a:xfrm xmlns:a="http://schemas.openxmlformats.org/drawingml/2006/main" rot="0">
            <a:off x="9229725" y="1457325"/>
            <a:ext cx="85725" cy="85725"/>
          </a:xfrm>
          <a:prstGeom xmlns:a="http://schemas.openxmlformats.org/drawingml/2006/main" prst="ellipse">
            <a:avLst/>
          </a:prstGeom>
          <a:solidFill xmlns:a="http://schemas.openxmlformats.org/drawingml/2006/main">
            <a:srgbClr val="FFFFFF"/>
          </a:solidFill>
          <a:ln xmlns:a="http://schemas.openxmlformats.org/drawingml/2006/main" w="9525">
            <a:solidFill>
              <a:srgbClr val="555555"/>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2" name="origin-to-s">
            <a:extLst xmlns:a="http://schemas.openxmlformats.org/drawingml/2006/main">
              <a:ext uri="{FF2B5EF4-FFF2-40B4-BE49-F238E27FC236}">
                <a16:creationId xmlns:a16="http://schemas.microsoft.com/office/drawing/2014/main" id="{039A184A-2D30-4FC1-B6EE-252D032B2822}"/>
              </a:ext>
            </a:extLst>
          </p:cNvPr>
          <p:cNvSpPr>
            <a:spLocks xmlns:a="http://schemas.openxmlformats.org/drawingml/2006/main" noGrp="1"/>
          </p:cNvSpPr>
          <p:nvPr/>
        </p:nvSpPr>
        <p:spPr>
          <a:xfrm xmlns:a="http://schemas.openxmlformats.org/drawingml/2006/main" rot="0">
            <a:off x="1295400" y="2076450"/>
            <a:ext cx="666750" cy="409575"/>
          </a:xfrm>
          <a:custGeom xmlns:a="http://schemas.openxmlformats.org/drawingml/2006/main">
            <a:pathLst>
              <a:path w="666750" h="409575">
                <a:moveTo>
                  <a:pt x="0" y="409575"/>
                </a:moveTo>
                <a:cubicBezTo>
                  <a:pt x="85725" y="161925"/>
                  <a:pt x="409575" y="28575"/>
                  <a:pt x="666750" y="0"/>
                </a:cubicBezTo>
              </a:path>
            </a:pathLst>
          </a:custGeom>
          <a:noFill xmlns:a="http://schemas.openxmlformats.org/drawingml/2006/main"/>
          <a:ln xmlns:a="http://schemas.openxmlformats.org/drawingml/2006/main" w="17145">
            <a:solidFill>
              <a:srgbClr val="555555"/>
            </a:solidFill>
            <a:prstDash val="solid"/>
          </a:ln>
        </p:spPr>
      </p:sp>
      <p:sp>
        <p:nvSpPr>
          <p:cNvPr id="13" name="origin-to-s-tip">
            <a:extLst xmlns:a="http://schemas.openxmlformats.org/drawingml/2006/main">
              <a:ext uri="{FF2B5EF4-FFF2-40B4-BE49-F238E27FC236}">
                <a16:creationId xmlns:a16="http://schemas.microsoft.com/office/drawing/2014/main" id="{640AD546-8631-4E06-82DF-C467B99530BA}"/>
              </a:ext>
            </a:extLst>
          </p:cNvPr>
          <p:cNvSpPr>
            <a:spLocks xmlns:a="http://schemas.openxmlformats.org/drawingml/2006/main" noGrp="1"/>
          </p:cNvSpPr>
          <p:nvPr/>
        </p:nvSpPr>
        <p:spPr>
          <a:xfrm xmlns:a="http://schemas.openxmlformats.org/drawingml/2006/main" rot="0">
            <a:off x="1813049" y="2028327"/>
            <a:ext cx="149101" cy="127801"/>
          </a:xfrm>
          <a:custGeom xmlns:a="http://schemas.openxmlformats.org/drawingml/2006/main">
            <a:pathLst>
              <a:path w="149101" h="127801">
                <a:moveTo>
                  <a:pt x="14200" y="127801"/>
                </a:moveTo>
                <a:lnTo>
                  <a:pt x="149101" y="48123"/>
                </a:lnTo>
                <a:lnTo>
                  <a:pt x="0" y="0"/>
                </a:lnTo>
              </a:path>
            </a:pathLst>
          </a:custGeom>
          <a:noFill xmlns:a="http://schemas.openxmlformats.org/drawingml/2006/main"/>
          <a:ln xmlns:a="http://schemas.openxmlformats.org/drawingml/2006/main" w="15240">
            <a:solidFill>
              <a:srgbClr val="555555"/>
            </a:solidFill>
            <a:prstDash val="solid"/>
          </a:ln>
        </p:spPr>
      </p:sp>
      <p:sp>
        <p:nvSpPr>
          <p:cNvPr id="14" name="s-to-sp">
            <a:extLst xmlns:a="http://schemas.openxmlformats.org/drawingml/2006/main">
              <a:ext uri="{FF2B5EF4-FFF2-40B4-BE49-F238E27FC236}">
                <a16:creationId xmlns:a16="http://schemas.microsoft.com/office/drawing/2014/main" id="{3F98543A-3E33-47F9-9DD6-CE692DFF16FC}"/>
              </a:ext>
            </a:extLst>
          </p:cNvPr>
          <p:cNvSpPr>
            <a:spLocks xmlns:a="http://schemas.openxmlformats.org/drawingml/2006/main" noGrp="1"/>
          </p:cNvSpPr>
          <p:nvPr/>
        </p:nvSpPr>
        <p:spPr>
          <a:xfrm xmlns:a="http://schemas.openxmlformats.org/drawingml/2006/main" rot="0">
            <a:off x="2476500" y="1438275"/>
            <a:ext cx="952500" cy="352425"/>
          </a:xfrm>
          <a:custGeom xmlns:a="http://schemas.openxmlformats.org/drawingml/2006/main">
            <a:pathLst>
              <a:path w="952500" h="352425">
                <a:moveTo>
                  <a:pt x="0" y="352425"/>
                </a:moveTo>
                <a:cubicBezTo>
                  <a:pt x="342900" y="133350"/>
                  <a:pt x="571500" y="0"/>
                  <a:pt x="952500" y="57150"/>
                </a:cubicBezTo>
              </a:path>
            </a:pathLst>
          </a:custGeom>
          <a:noFill xmlns:a="http://schemas.openxmlformats.org/drawingml/2006/main"/>
          <a:ln xmlns:a="http://schemas.openxmlformats.org/drawingml/2006/main" w="17145">
            <a:solidFill>
              <a:srgbClr val="555555"/>
            </a:solidFill>
            <a:prstDash val="solid"/>
          </a:ln>
        </p:spPr>
      </p:sp>
      <p:sp>
        <p:nvSpPr>
          <p:cNvPr id="15" name="s-to-sp-tip">
            <a:extLst xmlns:a="http://schemas.openxmlformats.org/drawingml/2006/main">
              <a:ext uri="{FF2B5EF4-FFF2-40B4-BE49-F238E27FC236}">
                <a16:creationId xmlns:a16="http://schemas.microsoft.com/office/drawing/2014/main" id="{D64EEF2B-9F35-48F5-8A51-B0738CAC379D}"/>
              </a:ext>
            </a:extLst>
          </p:cNvPr>
          <p:cNvSpPr>
            <a:spLocks xmlns:a="http://schemas.openxmlformats.org/drawingml/2006/main" noGrp="1"/>
          </p:cNvSpPr>
          <p:nvPr/>
        </p:nvSpPr>
        <p:spPr>
          <a:xfrm xmlns:a="http://schemas.openxmlformats.org/drawingml/2006/main" rot="0">
            <a:off x="3288224" y="1416300"/>
            <a:ext cx="140776" cy="118687"/>
          </a:xfrm>
          <a:custGeom xmlns:a="http://schemas.openxmlformats.org/drawingml/2006/main">
            <a:pathLst>
              <a:path w="140776" h="118687">
                <a:moveTo>
                  <a:pt x="0" y="118687"/>
                </a:moveTo>
                <a:lnTo>
                  <a:pt x="140776" y="79125"/>
                </a:lnTo>
                <a:lnTo>
                  <a:pt x="17803" y="0"/>
                </a:lnTo>
              </a:path>
            </a:pathLst>
          </a:custGeom>
          <a:noFill xmlns:a="http://schemas.openxmlformats.org/drawingml/2006/main"/>
          <a:ln xmlns:a="http://schemas.openxmlformats.org/drawingml/2006/main" w="15240">
            <a:solidFill>
              <a:srgbClr val="555555"/>
            </a:solidFill>
            <a:prstDash val="solid"/>
          </a:ln>
        </p:spPr>
      </p:sp>
      <p:sp>
        <p:nvSpPr>
          <p:cNvPr id="16" name="phi-map">
            <a:extLst xmlns:a="http://schemas.openxmlformats.org/drawingml/2006/main">
              <a:ext uri="{FF2B5EF4-FFF2-40B4-BE49-F238E27FC236}">
                <a16:creationId xmlns:a16="http://schemas.microsoft.com/office/drawing/2014/main" id="{DE7E78FB-CAAE-492F-8058-D4CA0FF39846}"/>
              </a:ext>
            </a:extLst>
          </p:cNvPr>
          <p:cNvSpPr>
            <a:spLocks xmlns:a="http://schemas.openxmlformats.org/drawingml/2006/main" noGrp="1"/>
          </p:cNvSpPr>
          <p:nvPr/>
        </p:nvSpPr>
        <p:spPr>
          <a:xfrm xmlns:a="http://schemas.openxmlformats.org/drawingml/2006/main" rot="0">
            <a:off x="5353050" y="361950"/>
            <a:ext cx="2009775" cy="447675"/>
          </a:xfrm>
          <a:custGeom xmlns:a="http://schemas.openxmlformats.org/drawingml/2006/main">
            <a:pathLst>
              <a:path w="2009775" h="447675">
                <a:moveTo>
                  <a:pt x="0" y="419100"/>
                </a:moveTo>
                <a:cubicBezTo>
                  <a:pt x="438150" y="0"/>
                  <a:pt x="1514475" y="171450"/>
                  <a:pt x="2009775" y="447675"/>
                </a:cubicBezTo>
              </a:path>
            </a:pathLst>
          </a:custGeom>
          <a:noFill xmlns:a="http://schemas.openxmlformats.org/drawingml/2006/main"/>
          <a:ln xmlns:a="http://schemas.openxmlformats.org/drawingml/2006/main" w="15240">
            <a:solidFill>
              <a:srgbClr val="555555"/>
            </a:solidFill>
            <a:prstDash val="solid"/>
          </a:ln>
        </p:spPr>
      </p:sp>
      <p:sp>
        <p:nvSpPr>
          <p:cNvPr id="17" name="phi-map-tip">
            <a:extLst xmlns:a="http://schemas.openxmlformats.org/drawingml/2006/main">
              <a:ext uri="{FF2B5EF4-FFF2-40B4-BE49-F238E27FC236}">
                <a16:creationId xmlns:a16="http://schemas.microsoft.com/office/drawing/2014/main" id="{F22002DE-BD5F-4179-83EF-B447AFF7A581}"/>
              </a:ext>
            </a:extLst>
          </p:cNvPr>
          <p:cNvSpPr>
            <a:spLocks xmlns:a="http://schemas.openxmlformats.org/drawingml/2006/main" noGrp="1"/>
          </p:cNvSpPr>
          <p:nvPr/>
        </p:nvSpPr>
        <p:spPr>
          <a:xfrm xmlns:a="http://schemas.openxmlformats.org/drawingml/2006/main" rot="0">
            <a:off x="7217134" y="692266"/>
            <a:ext cx="145691" cy="117359"/>
          </a:xfrm>
          <a:custGeom xmlns:a="http://schemas.openxmlformats.org/drawingml/2006/main">
            <a:pathLst>
              <a:path w="145691" h="117359">
                <a:moveTo>
                  <a:pt x="0" y="104817"/>
                </a:moveTo>
                <a:lnTo>
                  <a:pt x="145691" y="117359"/>
                </a:lnTo>
                <a:lnTo>
                  <a:pt x="58456" y="0"/>
                </a:lnTo>
              </a:path>
            </a:pathLst>
          </a:custGeom>
          <a:noFill xmlns:a="http://schemas.openxmlformats.org/drawingml/2006/main"/>
          <a:ln xmlns:a="http://schemas.openxmlformats.org/drawingml/2006/main" w="15240">
            <a:solidFill>
              <a:srgbClr val="555555"/>
            </a:solidFill>
            <a:prstDash val="solid"/>
          </a:ln>
        </p:spPr>
      </p:sp>
      <p:sp>
        <p:nvSpPr>
          <p:cNvPr id="18" name="latent-displacement">
            <a:extLst xmlns:a="http://schemas.openxmlformats.org/drawingml/2006/main">
              <a:ext uri="{FF2B5EF4-FFF2-40B4-BE49-F238E27FC236}">
                <a16:creationId xmlns:a16="http://schemas.microsoft.com/office/drawing/2014/main" id="{DDC2B6BF-6BC6-4F57-90E2-523BF9F9BA4F}"/>
              </a:ext>
            </a:extLst>
          </p:cNvPr>
          <p:cNvSpPr>
            <a:spLocks xmlns:a="http://schemas.openxmlformats.org/drawingml/2006/main" noGrp="1"/>
          </p:cNvSpPr>
          <p:nvPr/>
        </p:nvSpPr>
        <p:spPr>
          <a:xfrm xmlns:a="http://schemas.openxmlformats.org/drawingml/2006/main" rot="0">
            <a:off x="8467725" y="1562100"/>
            <a:ext cx="723900" cy="695325"/>
          </a:xfrm>
          <a:custGeom xmlns:a="http://schemas.openxmlformats.org/drawingml/2006/main">
            <a:pathLst>
              <a:path w="723900" h="695325">
                <a:moveTo>
                  <a:pt x="0" y="695325"/>
                </a:moveTo>
                <a:lnTo>
                  <a:pt x="723900" y="0"/>
                </a:lnTo>
              </a:path>
            </a:pathLst>
          </a:custGeom>
          <a:noFill xmlns:a="http://schemas.openxmlformats.org/drawingml/2006/main"/>
          <a:ln xmlns:a="http://schemas.openxmlformats.org/drawingml/2006/main" w="12383">
            <a:solidFill>
              <a:srgbClr val="555555"/>
            </a:solidFill>
            <a:prstDash val="solid"/>
          </a:ln>
        </p:spPr>
      </p:sp>
      <p:sp>
        <p:nvSpPr>
          <p:cNvPr id="19" name="latent-displacement-head">
            <a:extLst xmlns:a="http://schemas.openxmlformats.org/drawingml/2006/main">
              <a:ext uri="{FF2B5EF4-FFF2-40B4-BE49-F238E27FC236}">
                <a16:creationId xmlns:a16="http://schemas.microsoft.com/office/drawing/2014/main" id="{B6CEF99A-6A49-40C8-9E88-7BDF6962B725}"/>
              </a:ext>
            </a:extLst>
          </p:cNvPr>
          <p:cNvSpPr>
            <a:spLocks xmlns:a="http://schemas.openxmlformats.org/drawingml/2006/main" noGrp="1"/>
          </p:cNvSpPr>
          <p:nvPr/>
        </p:nvSpPr>
        <p:spPr>
          <a:xfrm xmlns:a="http://schemas.openxmlformats.org/drawingml/2006/main" rot="0">
            <a:off x="9093239" y="1562100"/>
            <a:ext cx="98386" cy="96895"/>
          </a:xfrm>
          <a:custGeom xmlns:a="http://schemas.openxmlformats.org/drawingml/2006/main">
            <a:pathLst>
              <a:path w="98386" h="96895">
                <a:moveTo>
                  <a:pt x="59384" y="96895"/>
                </a:moveTo>
                <a:lnTo>
                  <a:pt x="98386" y="0"/>
                </a:lnTo>
                <a:lnTo>
                  <a:pt x="0" y="35070"/>
                </a:lnTo>
              </a:path>
            </a:pathLst>
          </a:custGeom>
          <a:noFill xmlns:a="http://schemas.openxmlformats.org/drawingml/2006/main"/>
          <a:ln xmlns:a="http://schemas.openxmlformats.org/drawingml/2006/main" w="15240">
            <a:solidFill>
              <a:srgbClr val="555555"/>
            </a:solidFill>
            <a:prstDash val="solid"/>
          </a:ln>
        </p:spPr>
      </p:sp>
      <p:sp>
        <p:nvSpPr>
          <p:cNvPr id="20" name="latent-prior-vector">
            <a:extLst xmlns:a="http://schemas.openxmlformats.org/drawingml/2006/main">
              <a:ext uri="{FF2B5EF4-FFF2-40B4-BE49-F238E27FC236}">
                <a16:creationId xmlns:a16="http://schemas.microsoft.com/office/drawing/2014/main" id="{18135BDD-6315-482C-9EE9-466D2DC5CE79}"/>
              </a:ext>
            </a:extLst>
          </p:cNvPr>
          <p:cNvSpPr>
            <a:spLocks xmlns:a="http://schemas.openxmlformats.org/drawingml/2006/main" noGrp="1"/>
          </p:cNvSpPr>
          <p:nvPr/>
        </p:nvSpPr>
        <p:spPr>
          <a:xfrm xmlns:a="http://schemas.openxmlformats.org/drawingml/2006/main" rot="0">
            <a:off x="8667750" y="2190750"/>
            <a:ext cx="828675" cy="142875"/>
          </a:xfrm>
          <a:custGeom xmlns:a="http://schemas.openxmlformats.org/drawingml/2006/main">
            <a:pathLst>
              <a:path w="828675" h="142875">
                <a:moveTo>
                  <a:pt x="0" y="142875"/>
                </a:moveTo>
                <a:lnTo>
                  <a:pt x="828675" y="0"/>
                </a:lnTo>
              </a:path>
            </a:pathLst>
          </a:custGeom>
          <a:noFill xmlns:a="http://schemas.openxmlformats.org/drawingml/2006/main"/>
          <a:ln xmlns:a="http://schemas.openxmlformats.org/drawingml/2006/main" w="15240">
            <a:solidFill>
              <a:srgbClr val="6EA4DC"/>
            </a:solidFill>
            <a:prstDash val="solid"/>
          </a:ln>
        </p:spPr>
      </p:sp>
      <p:sp>
        <p:nvSpPr>
          <p:cNvPr id="21" name="latent-prior-head">
            <a:extLst xmlns:a="http://schemas.openxmlformats.org/drawingml/2006/main">
              <a:ext uri="{FF2B5EF4-FFF2-40B4-BE49-F238E27FC236}">
                <a16:creationId xmlns:a16="http://schemas.microsoft.com/office/drawing/2014/main" id="{1CFB0D55-B810-4687-BA48-745E19552670}"/>
              </a:ext>
            </a:extLst>
          </p:cNvPr>
          <p:cNvSpPr>
            <a:spLocks xmlns:a="http://schemas.openxmlformats.org/drawingml/2006/main" noGrp="1"/>
          </p:cNvSpPr>
          <p:nvPr/>
        </p:nvSpPr>
        <p:spPr>
          <a:xfrm xmlns:a="http://schemas.openxmlformats.org/drawingml/2006/main" rot="0">
            <a:off x="9395277" y="2164694"/>
            <a:ext cx="101148" cy="84479"/>
          </a:xfrm>
          <a:custGeom xmlns:a="http://schemas.openxmlformats.org/drawingml/2006/main">
            <a:pathLst>
              <a:path w="101148" h="84479">
                <a:moveTo>
                  <a:pt x="14565" y="84479"/>
                </a:moveTo>
                <a:lnTo>
                  <a:pt x="101148" y="26056"/>
                </a:lnTo>
                <a:lnTo>
                  <a:pt x="0" y="0"/>
                </a:lnTo>
              </a:path>
            </a:pathLst>
          </a:custGeom>
          <a:noFill xmlns:a="http://schemas.openxmlformats.org/drawingml/2006/main"/>
          <a:ln xmlns:a="http://schemas.openxmlformats.org/drawingml/2006/main" w="15240">
            <a:solidFill>
              <a:srgbClr val="6EA4DC"/>
            </a:solidFill>
            <a:prstDash val="solid"/>
          </a:ln>
        </p:spPr>
      </p:sp>
      <p:sp>
        <p:nvSpPr>
          <p:cNvPr id="22" name="llm-near-route">
            <a:extLst xmlns:a="http://schemas.openxmlformats.org/drawingml/2006/main">
              <a:ext uri="{FF2B5EF4-FFF2-40B4-BE49-F238E27FC236}">
                <a16:creationId xmlns:a16="http://schemas.microsoft.com/office/drawing/2014/main" id="{2CF8E8AB-64A8-459F-82FE-345C9D81DB0D}"/>
              </a:ext>
            </a:extLst>
          </p:cNvPr>
          <p:cNvSpPr>
            <a:spLocks xmlns:a="http://schemas.openxmlformats.org/drawingml/2006/main" noGrp="1"/>
          </p:cNvSpPr>
          <p:nvPr/>
        </p:nvSpPr>
        <p:spPr>
          <a:xfrm xmlns:a="http://schemas.openxmlformats.org/drawingml/2006/main" rot="0">
            <a:off x="2286000" y="2390775"/>
            <a:ext cx="1600200" cy="514350"/>
          </a:xfrm>
          <a:custGeom xmlns:a="http://schemas.openxmlformats.org/drawingml/2006/main">
            <a:pathLst>
              <a:path w="1600200" h="514350">
                <a:moveTo>
                  <a:pt x="0" y="0"/>
                </a:moveTo>
                <a:lnTo>
                  <a:pt x="1600200" y="514350"/>
                </a:lnTo>
              </a:path>
            </a:pathLst>
          </a:custGeom>
          <a:noFill xmlns:a="http://schemas.openxmlformats.org/drawingml/2006/main"/>
          <a:ln xmlns:a="http://schemas.openxmlformats.org/drawingml/2006/main" w="16193">
            <a:solidFill>
              <a:srgbClr val="555555"/>
            </a:solidFill>
            <a:prstDash val="dot"/>
          </a:ln>
        </p:spPr>
      </p:sp>
      <p:sp>
        <p:nvSpPr>
          <p:cNvPr id="23" name="llm-near-route-tip">
            <a:extLst xmlns:a="http://schemas.openxmlformats.org/drawingml/2006/main">
              <a:ext uri="{FF2B5EF4-FFF2-40B4-BE49-F238E27FC236}">
                <a16:creationId xmlns:a16="http://schemas.microsoft.com/office/drawing/2014/main" id="{37F435A1-7B5B-43C2-8595-20D2978A790A}"/>
              </a:ext>
            </a:extLst>
          </p:cNvPr>
          <p:cNvSpPr>
            <a:spLocks xmlns:a="http://schemas.openxmlformats.org/drawingml/2006/main" noGrp="1"/>
          </p:cNvSpPr>
          <p:nvPr/>
        </p:nvSpPr>
        <p:spPr>
          <a:xfrm xmlns:a="http://schemas.openxmlformats.org/drawingml/2006/main" rot="0">
            <a:off x="3803162" y="2849162"/>
            <a:ext cx="83038" cy="65290"/>
          </a:xfrm>
          <a:custGeom xmlns:a="http://schemas.openxmlformats.org/drawingml/2006/main">
            <a:pathLst>
              <a:path w="83038" h="65290">
                <a:moveTo>
                  <a:pt x="0" y="65290"/>
                </a:moveTo>
                <a:lnTo>
                  <a:pt x="83038" y="55963"/>
                </a:lnTo>
                <a:lnTo>
                  <a:pt x="20986" y="0"/>
                </a:lnTo>
                <a:close/>
              </a:path>
            </a:pathLst>
          </a:custGeom>
          <a:solidFill xmlns:a="http://schemas.openxmlformats.org/drawingml/2006/main">
            <a:srgbClr val="555555"/>
          </a:solidFill>
          <a:ln xmlns:a="http://schemas.openxmlformats.org/drawingml/2006/main" w="0">
            <a:solidFill>
              <a:srgbClr val="555555"/>
            </a:solidFill>
            <a:prstDash val="solid"/>
          </a:ln>
        </p:spPr>
      </p:sp>
      <p:sp>
        <p:nvSpPr>
          <p:cNvPr id="24" name="llm-far-route">
            <a:extLst xmlns:a="http://schemas.openxmlformats.org/drawingml/2006/main">
              <a:ext uri="{FF2B5EF4-FFF2-40B4-BE49-F238E27FC236}">
                <a16:creationId xmlns:a16="http://schemas.microsoft.com/office/drawing/2014/main" id="{66CCF33F-B614-439A-8085-EEC4A70B3A62}"/>
              </a:ext>
            </a:extLst>
          </p:cNvPr>
          <p:cNvSpPr>
            <a:spLocks xmlns:a="http://schemas.openxmlformats.org/drawingml/2006/main" noGrp="1"/>
          </p:cNvSpPr>
          <p:nvPr/>
        </p:nvSpPr>
        <p:spPr>
          <a:xfrm xmlns:a="http://schemas.openxmlformats.org/drawingml/2006/main" rot="0">
            <a:off x="3714750" y="1733550"/>
            <a:ext cx="1371600" cy="19050"/>
          </a:xfrm>
          <a:custGeom xmlns:a="http://schemas.openxmlformats.org/drawingml/2006/main">
            <a:pathLst>
              <a:path w="1371600" h="19050">
                <a:moveTo>
                  <a:pt x="0" y="0"/>
                </a:moveTo>
                <a:lnTo>
                  <a:pt x="1371600" y="19050"/>
                </a:lnTo>
              </a:path>
            </a:pathLst>
          </a:custGeom>
          <a:noFill xmlns:a="http://schemas.openxmlformats.org/drawingml/2006/main"/>
          <a:ln xmlns:a="http://schemas.openxmlformats.org/drawingml/2006/main" w="16193">
            <a:solidFill>
              <a:srgbClr val="555555"/>
            </a:solidFill>
            <a:prstDash val="dot"/>
          </a:ln>
        </p:spPr>
      </p:sp>
      <p:sp>
        <p:nvSpPr>
          <p:cNvPr id="25" name="llm-far-route-tip">
            <a:extLst xmlns:a="http://schemas.openxmlformats.org/drawingml/2006/main">
              <a:ext uri="{FF2B5EF4-FFF2-40B4-BE49-F238E27FC236}">
                <a16:creationId xmlns:a16="http://schemas.microsoft.com/office/drawing/2014/main" id="{E635D390-FE4E-4C32-B5C9-6CAAC530A076}"/>
              </a:ext>
            </a:extLst>
          </p:cNvPr>
          <p:cNvSpPr>
            <a:spLocks xmlns:a="http://schemas.openxmlformats.org/drawingml/2006/main" noGrp="1"/>
          </p:cNvSpPr>
          <p:nvPr/>
        </p:nvSpPr>
        <p:spPr>
          <a:xfrm xmlns:a="http://schemas.openxmlformats.org/drawingml/2006/main" rot="0">
            <a:off x="5009681" y="1717255"/>
            <a:ext cx="76669" cy="68573"/>
          </a:xfrm>
          <a:custGeom xmlns:a="http://schemas.openxmlformats.org/drawingml/2006/main">
            <a:pathLst>
              <a:path w="76669" h="68573">
                <a:moveTo>
                  <a:pt x="0" y="68573"/>
                </a:moveTo>
                <a:lnTo>
                  <a:pt x="76669" y="35345"/>
                </a:lnTo>
                <a:lnTo>
                  <a:pt x="952" y="0"/>
                </a:lnTo>
                <a:close/>
              </a:path>
            </a:pathLst>
          </a:custGeom>
          <a:solidFill xmlns:a="http://schemas.openxmlformats.org/drawingml/2006/main">
            <a:srgbClr val="555555"/>
          </a:solidFill>
          <a:ln xmlns:a="http://schemas.openxmlformats.org/drawingml/2006/main" w="0">
            <a:solidFill>
              <a:srgbClr val="555555"/>
            </a:solidFill>
            <a:prstDash val="solid"/>
          </a:ln>
        </p:spPr>
      </p:sp>
      <p:sp>
        <p:nvSpPr>
          <p:cNvPr id="26" name="language-distance">
            <a:extLst xmlns:a="http://schemas.openxmlformats.org/drawingml/2006/main">
              <a:ext uri="{FF2B5EF4-FFF2-40B4-BE49-F238E27FC236}">
                <a16:creationId xmlns:a16="http://schemas.microsoft.com/office/drawing/2014/main" id="{CBF7484B-57A4-40FC-B122-917141B0C21D}"/>
              </a:ext>
            </a:extLst>
          </p:cNvPr>
          <p:cNvSpPr>
            <a:spLocks xmlns:a="http://schemas.openxmlformats.org/drawingml/2006/main" noGrp="1"/>
          </p:cNvSpPr>
          <p:nvPr/>
        </p:nvSpPr>
        <p:spPr>
          <a:xfrm xmlns:a="http://schemas.openxmlformats.org/drawingml/2006/main" rot="0">
            <a:off x="4905375" y="2057400"/>
            <a:ext cx="819150" cy="742950"/>
          </a:xfrm>
          <a:custGeom xmlns:a="http://schemas.openxmlformats.org/drawingml/2006/main">
            <a:pathLst>
              <a:path w="819150" h="742950">
                <a:moveTo>
                  <a:pt x="0" y="742950"/>
                </a:moveTo>
                <a:lnTo>
                  <a:pt x="819150" y="0"/>
                </a:lnTo>
              </a:path>
            </a:pathLst>
          </a:custGeom>
          <a:noFill xmlns:a="http://schemas.openxmlformats.org/drawingml/2006/main"/>
          <a:ln xmlns:a="http://schemas.openxmlformats.org/drawingml/2006/main" w="16193">
            <a:solidFill>
              <a:srgbClr val="555555"/>
            </a:solidFill>
            <a:prstDash val="dot"/>
          </a:ln>
        </p:spPr>
      </p:sp>
      <p:sp>
        <p:nvSpPr>
          <p:cNvPr id="27" name="language-distance-tip">
            <a:extLst xmlns:a="http://schemas.openxmlformats.org/drawingml/2006/main">
              <a:ext uri="{FF2B5EF4-FFF2-40B4-BE49-F238E27FC236}">
                <a16:creationId xmlns:a16="http://schemas.microsoft.com/office/drawing/2014/main" id="{DA166E77-A040-43AF-90EE-F375C76537E2}"/>
              </a:ext>
            </a:extLst>
          </p:cNvPr>
          <p:cNvSpPr>
            <a:spLocks xmlns:a="http://schemas.openxmlformats.org/drawingml/2006/main" noGrp="1"/>
          </p:cNvSpPr>
          <p:nvPr/>
        </p:nvSpPr>
        <p:spPr>
          <a:xfrm xmlns:a="http://schemas.openxmlformats.org/drawingml/2006/main" rot="0">
            <a:off x="5645046" y="2057400"/>
            <a:ext cx="79479" cy="76592"/>
          </a:xfrm>
          <a:custGeom xmlns:a="http://schemas.openxmlformats.org/drawingml/2006/main">
            <a:pathLst>
              <a:path w="79479" h="76592">
                <a:moveTo>
                  <a:pt x="46073" y="76592"/>
                </a:moveTo>
                <a:lnTo>
                  <a:pt x="79479" y="0"/>
                </a:lnTo>
                <a:lnTo>
                  <a:pt x="0" y="25793"/>
                </a:lnTo>
                <a:close/>
              </a:path>
            </a:pathLst>
          </a:custGeom>
          <a:solidFill xmlns:a="http://schemas.openxmlformats.org/drawingml/2006/main">
            <a:srgbClr val="555555"/>
          </a:solidFill>
          <a:ln xmlns:a="http://schemas.openxmlformats.org/drawingml/2006/main" w="0">
            <a:solidFill>
              <a:srgbClr val="555555"/>
            </a:solidFill>
            <a:prstDash val="solid"/>
          </a:ln>
        </p:spPr>
      </p:sp>
      <p:sp>
        <p:nvSpPr>
          <p:cNvPr id="28" name="language-distance-head">
            <a:extLst xmlns:a="http://schemas.openxmlformats.org/drawingml/2006/main">
              <a:ext uri="{FF2B5EF4-FFF2-40B4-BE49-F238E27FC236}">
                <a16:creationId xmlns:a16="http://schemas.microsoft.com/office/drawing/2014/main" id="{FA9F237E-CEF4-4C2E-B81F-8C7C8A200CAC}"/>
              </a:ext>
            </a:extLst>
          </p:cNvPr>
          <p:cNvSpPr>
            <a:spLocks xmlns:a="http://schemas.openxmlformats.org/drawingml/2006/main" noGrp="1"/>
          </p:cNvSpPr>
          <p:nvPr/>
        </p:nvSpPr>
        <p:spPr>
          <a:xfrm xmlns:a="http://schemas.openxmlformats.org/drawingml/2006/main" rot="0">
            <a:off x="4905375" y="2723758"/>
            <a:ext cx="79479" cy="76592"/>
          </a:xfrm>
          <a:custGeom xmlns:a="http://schemas.openxmlformats.org/drawingml/2006/main">
            <a:pathLst>
              <a:path w="79479" h="76592">
                <a:moveTo>
                  <a:pt x="33406" y="0"/>
                </a:moveTo>
                <a:lnTo>
                  <a:pt x="0" y="76592"/>
                </a:lnTo>
                <a:lnTo>
                  <a:pt x="79479" y="50799"/>
                </a:lnTo>
                <a:close/>
              </a:path>
            </a:pathLst>
          </a:custGeom>
          <a:solidFill xmlns:a="http://schemas.openxmlformats.org/drawingml/2006/main">
            <a:srgbClr val="555555"/>
          </a:solidFill>
          <a:ln xmlns:a="http://schemas.openxmlformats.org/drawingml/2006/main" w="0">
            <a:solidFill>
              <a:srgbClr val="555555"/>
            </a:solidFill>
            <a:prstDash val="solid"/>
          </a:ln>
        </p:spPr>
      </p:sp>
      <p:sp>
        <p:nvSpPr>
          <p:cNvPr id="29" name="origin">
            <a:extLst xmlns:a="http://schemas.openxmlformats.org/drawingml/2006/main">
              <a:ext uri="{FF2B5EF4-FFF2-40B4-BE49-F238E27FC236}">
                <a16:creationId xmlns:a16="http://schemas.microsoft.com/office/drawing/2014/main" id="{9FC39713-02CA-4FB6-8A77-FDBEF6FCEDAC}"/>
              </a:ext>
            </a:extLst>
          </p:cNvPr>
          <p:cNvSpPr>
            <a:spLocks xmlns:a="http://schemas.openxmlformats.org/drawingml/2006/main" noGrp="1"/>
          </p:cNvSpPr>
          <p:nvPr/>
        </p:nvSpPr>
        <p:spPr>
          <a:xfrm xmlns:a="http://schemas.openxmlformats.org/drawingml/2006/main" rot="0">
            <a:off x="781050" y="2647950"/>
            <a:ext cx="7715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0" i="1">
                <a:solidFill>
                  <a:srgbClr val="000000"/>
                </a:solidFill>
                <a:latin typeface="Times New Roman"/>
                <a:ea typeface="Times New Roman"/>
                <a:cs typeface="Times New Roman"/>
              </a:defRPr>
            </a:defPPr>
          </a:lstStyle>
          <a:p xmlns:a="http://schemas.openxmlformats.org/drawingml/2006/main">
            <a:pPr algn="ctr">
              <a:defRPr sz="1950" b="0" i="1">
                <a:solidFill>
                  <a:srgbClr val="000000"/>
                </a:solidFill>
                <a:latin typeface="Times New Roman"/>
                <a:ea typeface="Times New Roman"/>
                <a:cs typeface="Times New Roman"/>
              </a:defRPr>
            </a:pPr>
            <a:r>
              <a:rPr sz="1950" b="0" i="1">
                <a:solidFill>
                  <a:srgbClr val="000000"/>
                </a:solidFill>
                <a:latin typeface="Times New Roman"/>
                <a:ea typeface="Times New Roman"/>
                <a:cs typeface="Times New Roman"/>
              </a:rPr>
              <a:t>origin</a:t>
            </a:r>
          </a:p>
        </p:txBody>
      </p:sp>
      <p:sp>
        <p:nvSpPr>
          <p:cNvPr id="30" name="state-s">
            <a:extLst xmlns:a="http://schemas.openxmlformats.org/drawingml/2006/main">
              <a:ext uri="{FF2B5EF4-FFF2-40B4-BE49-F238E27FC236}">
                <a16:creationId xmlns:a16="http://schemas.microsoft.com/office/drawing/2014/main" id="{8C9A8086-6EAD-43A4-A143-38B6A8D41ABF}"/>
              </a:ext>
            </a:extLst>
          </p:cNvPr>
          <p:cNvSpPr>
            <a:spLocks xmlns:a="http://schemas.openxmlformats.org/drawingml/2006/main" noGrp="1"/>
          </p:cNvSpPr>
          <p:nvPr/>
        </p:nvSpPr>
        <p:spPr>
          <a:xfrm xmlns:a="http://schemas.openxmlformats.org/drawingml/2006/main" rot="0">
            <a:off x="2028825" y="22193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0" i="1">
                <a:solidFill>
                  <a:srgbClr val="000000"/>
                </a:solidFill>
                <a:latin typeface="Times New Roman"/>
                <a:ea typeface="Times New Roman"/>
                <a:cs typeface="Times New Roman"/>
              </a:defRPr>
            </a:defPPr>
          </a:lstStyle>
          <a:p xmlns:a="http://schemas.openxmlformats.org/drawingml/2006/main">
            <a:pPr algn="ctr">
              <a:defRPr sz="1725" b="0" i="1">
                <a:solidFill>
                  <a:srgbClr val="000000"/>
                </a:solidFill>
                <a:latin typeface="Times New Roman"/>
                <a:ea typeface="Times New Roman"/>
                <a:cs typeface="Times New Roman"/>
              </a:defRPr>
            </a:pPr>
            <a:r>
              <a:rPr sz="1725" b="0" i="1">
                <a:solidFill>
                  <a:srgbClr val="000000"/>
                </a:solidFill>
                <a:latin typeface="Times New Roman"/>
                <a:ea typeface="Times New Roman"/>
                <a:cs typeface="Times New Roman"/>
              </a:rPr>
              <a:t>s</a:t>
            </a:r>
          </a:p>
        </p:txBody>
      </p:sp>
      <p:sp>
        <p:nvSpPr>
          <p:cNvPr id="31" name="state-sp">
            <a:extLst xmlns:a="http://schemas.openxmlformats.org/drawingml/2006/main">
              <a:ext uri="{FF2B5EF4-FFF2-40B4-BE49-F238E27FC236}">
                <a16:creationId xmlns:a16="http://schemas.microsoft.com/office/drawing/2014/main" id="{088F1761-5F08-4295-A81C-D4CC2B2A055F}"/>
              </a:ext>
            </a:extLst>
          </p:cNvPr>
          <p:cNvSpPr>
            <a:spLocks xmlns:a="http://schemas.openxmlformats.org/drawingml/2006/main" noGrp="1"/>
          </p:cNvSpPr>
          <p:nvPr/>
        </p:nvSpPr>
        <p:spPr>
          <a:xfrm xmlns:a="http://schemas.openxmlformats.org/drawingml/2006/main" rot="0">
            <a:off x="3486150" y="1600200"/>
            <a:ext cx="257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0" i="1">
                <a:solidFill>
                  <a:srgbClr val="000000"/>
                </a:solidFill>
                <a:latin typeface="Times New Roman"/>
                <a:ea typeface="Times New Roman"/>
                <a:cs typeface="Times New Roman"/>
              </a:defRPr>
            </a:defPPr>
          </a:lstStyle>
          <a:p xmlns:a="http://schemas.openxmlformats.org/drawingml/2006/main">
            <a:pPr algn="ctr">
              <a:defRPr sz="1725" b="0" i="1">
                <a:solidFill>
                  <a:srgbClr val="000000"/>
                </a:solidFill>
                <a:latin typeface="Times New Roman"/>
                <a:ea typeface="Times New Roman"/>
                <a:cs typeface="Times New Roman"/>
              </a:defRPr>
            </a:pPr>
            <a:r>
              <a:rPr sz="1725" b="0" i="1">
                <a:solidFill>
                  <a:srgbClr val="000000"/>
                </a:solidFill>
                <a:latin typeface="Times New Roman"/>
                <a:ea typeface="Times New Roman"/>
                <a:cs typeface="Times New Roman"/>
              </a:rPr>
              <a:t>s′</a:t>
            </a:r>
          </a:p>
        </p:txBody>
      </p:sp>
      <p:sp>
        <p:nvSpPr>
          <p:cNvPr id="32" name="far-description">
            <a:extLst xmlns:a="http://schemas.openxmlformats.org/drawingml/2006/main">
              <a:ext uri="{FF2B5EF4-FFF2-40B4-BE49-F238E27FC236}">
                <a16:creationId xmlns:a16="http://schemas.microsoft.com/office/drawing/2014/main" id="{5E375AC4-4220-4A78-8B6A-6F6FB457F99F}"/>
              </a:ext>
            </a:extLst>
          </p:cNvPr>
          <p:cNvSpPr>
            <a:spLocks xmlns:a="http://schemas.openxmlformats.org/drawingml/2006/main" noGrp="1"/>
          </p:cNvSpPr>
          <p:nvPr/>
        </p:nvSpPr>
        <p:spPr>
          <a:xfrm xmlns:a="http://schemas.openxmlformats.org/drawingml/2006/main" rot="0">
            <a:off x="5124450" y="15621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i="0">
                <a:solidFill>
                  <a:srgbClr val="000000"/>
                </a:solidFill>
                <a:latin typeface="Courier New"/>
                <a:ea typeface="Courier New"/>
                <a:cs typeface="Courier New"/>
              </a:defRPr>
            </a:defPPr>
          </a:lstStyle>
          <a:p xmlns:a="http://schemas.openxmlformats.org/drawingml/2006/main">
            <a:pPr algn="l">
              <a:defRPr sz="1425" b="1" i="0">
                <a:solidFill>
                  <a:srgbClr val="000000"/>
                </a:solidFill>
                <a:latin typeface="Courier New"/>
                <a:ea typeface="Courier New"/>
                <a:cs typeface="Courier New"/>
              </a:defRPr>
            </a:pPr>
            <a:r>
              <a:rPr sz="1425" b="1" i="0">
                <a:solidFill>
                  <a:srgbClr val="000000"/>
                </a:solidFill>
                <a:latin typeface="Courier New"/>
                <a:ea typeface="Courier New"/>
                <a:cs typeface="Courier New"/>
              </a:rPr>
              <a:t>"Robot is far</a:t>
            </a:r>
          </a:p>
          <a:p xmlns:a="http://schemas.openxmlformats.org/drawingml/2006/main">
            <a:pPr algn="l">
              <a:defRPr sz="1425" b="1" i="0">
                <a:solidFill>
                  <a:srgbClr val="000000"/>
                </a:solidFill>
                <a:latin typeface="Courier New"/>
                <a:ea typeface="Courier New"/>
                <a:cs typeface="Courier New"/>
              </a:defRPr>
            </a:pPr>
            <a:r>
              <a:rPr sz="1425" b="1" i="0">
                <a:solidFill>
                  <a:srgbClr val="000000"/>
                </a:solidFill>
                <a:latin typeface="Courier New"/>
                <a:ea typeface="Courier New"/>
                <a:cs typeface="Courier New"/>
              </a:rPr>
              <a:t>from the origin"</a:t>
            </a:r>
          </a:p>
        </p:txBody>
      </p:sp>
      <p:sp>
        <p:nvSpPr>
          <p:cNvPr id="33" name="near-description">
            <a:extLst xmlns:a="http://schemas.openxmlformats.org/drawingml/2006/main">
              <a:ext uri="{FF2B5EF4-FFF2-40B4-BE49-F238E27FC236}">
                <a16:creationId xmlns:a16="http://schemas.microsoft.com/office/drawing/2014/main" id="{01FFE25C-AD8F-4CCB-B6AD-FB88321FAE02}"/>
              </a:ext>
            </a:extLst>
          </p:cNvPr>
          <p:cNvSpPr>
            <a:spLocks xmlns:a="http://schemas.openxmlformats.org/drawingml/2006/main" noGrp="1"/>
          </p:cNvSpPr>
          <p:nvPr/>
        </p:nvSpPr>
        <p:spPr>
          <a:xfrm xmlns:a="http://schemas.openxmlformats.org/drawingml/2006/main" rot="0">
            <a:off x="3905250" y="2914650"/>
            <a:ext cx="1895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i="0">
                <a:solidFill>
                  <a:srgbClr val="000000"/>
                </a:solidFill>
                <a:latin typeface="Courier New"/>
                <a:ea typeface="Courier New"/>
                <a:cs typeface="Courier New"/>
              </a:defRPr>
            </a:defPPr>
          </a:lstStyle>
          <a:p xmlns:a="http://schemas.openxmlformats.org/drawingml/2006/main">
            <a:pPr algn="l">
              <a:defRPr sz="1425" b="1" i="0">
                <a:solidFill>
                  <a:srgbClr val="000000"/>
                </a:solidFill>
                <a:latin typeface="Courier New"/>
                <a:ea typeface="Courier New"/>
                <a:cs typeface="Courier New"/>
              </a:defRPr>
            </a:pPr>
            <a:r>
              <a:rPr sz="1425" b="1" i="0">
                <a:solidFill>
                  <a:srgbClr val="000000"/>
                </a:solidFill>
                <a:latin typeface="Courier New"/>
                <a:ea typeface="Courier New"/>
                <a:cs typeface="Courier New"/>
              </a:rPr>
              <a:t>"Robot is near</a:t>
            </a:r>
          </a:p>
          <a:p xmlns:a="http://schemas.openxmlformats.org/drawingml/2006/main">
            <a:pPr algn="l">
              <a:defRPr sz="1425" b="1" i="0">
                <a:solidFill>
                  <a:srgbClr val="000000"/>
                </a:solidFill>
                <a:latin typeface="Courier New"/>
                <a:ea typeface="Courier New"/>
                <a:cs typeface="Courier New"/>
              </a:defRPr>
            </a:pPr>
            <a:r>
              <a:rPr sz="1425" b="1" i="0">
                <a:solidFill>
                  <a:srgbClr val="000000"/>
                </a:solidFill>
                <a:latin typeface="Courier New"/>
                <a:ea typeface="Courier New"/>
                <a:cs typeface="Courier New"/>
              </a:rPr>
              <a:t>the origin"</a:t>
            </a:r>
          </a:p>
        </p:txBody>
      </p:sp>
      <p:sp>
        <p:nvSpPr>
          <p:cNvPr id="34" name="prompt">
            <a:extLst xmlns:a="http://schemas.openxmlformats.org/drawingml/2006/main">
              <a:ext uri="{FF2B5EF4-FFF2-40B4-BE49-F238E27FC236}">
                <a16:creationId xmlns:a16="http://schemas.microsoft.com/office/drawing/2014/main" id="{27CDBE59-547D-4A39-A9B5-71A732C56DA3}"/>
              </a:ext>
            </a:extLst>
          </p:cNvPr>
          <p:cNvSpPr>
            <a:spLocks xmlns:a="http://schemas.openxmlformats.org/drawingml/2006/main" noGrp="1"/>
          </p:cNvSpPr>
          <p:nvPr/>
        </p:nvSpPr>
        <p:spPr>
          <a:xfrm xmlns:a="http://schemas.openxmlformats.org/drawingml/2006/main" rot="0">
            <a:off x="552450" y="3648075"/>
            <a:ext cx="607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650" b="1" i="0">
                <a:solidFill>
                  <a:srgbClr val="000000"/>
                </a:solidFill>
                <a:latin typeface="Courier New"/>
                <a:ea typeface="Courier New"/>
                <a:cs typeface="Courier New"/>
              </a:defRPr>
            </a:defPPr>
          </a:lstStyle>
          <a:p xmlns:a="http://schemas.openxmlformats.org/drawingml/2006/main">
            <a:pPr algn="l">
              <a:defRPr sz="1650" b="1" i="0">
                <a:solidFill>
                  <a:srgbClr val="000000"/>
                </a:solidFill>
                <a:latin typeface="Courier New"/>
                <a:ea typeface="Courier New"/>
                <a:cs typeface="Courier New"/>
              </a:defRPr>
            </a:pPr>
            <a:r>
              <a:rPr sz="1650" b="1" i="0">
                <a:solidFill>
                  <a:srgbClr val="000000"/>
                </a:solidFill>
                <a:latin typeface="Courier New"/>
                <a:ea typeface="Courier New"/>
                <a:cs typeface="Courier New"/>
              </a:rPr>
              <a:t>Prompt : How far the robot is from the origin?</a:t>
            </a:r>
          </a:p>
        </p:txBody>
      </p:sp>
      <p:pic>
        <p:nvPicPr>
          <p:cNvPr id="35" name="">
            <a:extLst xmlns:a="http://schemas.openxmlformats.org/drawingml/2006/main">
              <a:ext uri="{FF2B5EF4-FFF2-40B4-BE49-F238E27FC236}">
                <a16:creationId xmlns:a16="http://schemas.microsoft.com/office/drawing/2014/main" id="{AF759BFD-5A0E-4A58-B741-68B707784B15}"/>
              </a:ext>
            </a:extLst>
          </p:cNvPr>
          <p:cNvPicPr>
            <a:picLocks xmlns:a="http://schemas.openxmlformats.org/drawingml/2006/main" noChangeAspect="1"/>
          </p:cNvPicPr>
          <p:nvPr/>
        </p:nvPicPr>
        <p:blipFill>
          <a:blip xmlns:r="http://schemas.openxmlformats.org/officeDocument/2006/relationships" xmlns:a="http://schemas.openxmlformats.org/drawingml/2006/main" r:embed="R544c9e6c2b4949fd"/>
          <a:srcRect xmlns:a="http://schemas.openxmlformats.org/drawingml/2006/main" l="0" t="0" r="0" b="0"/>
          <a:stretch xmlns:a="http://schemas.openxmlformats.org/drawingml/2006/main">
            <a:fillRect l="0" t="0" r="0" b="0"/>
          </a:stretch>
        </p:blipFill>
        <p:spPr>
          <a:xfrm xmlns:a="http://schemas.openxmlformats.org/drawingml/2006/main">
            <a:off x="5657850" y="123825"/>
            <a:ext cx="1247775" cy="342900"/>
          </a:xfrm>
          <a:prstGeom xmlns:a="http://schemas.openxmlformats.org/drawingml/2006/main" prst="rect">
            <a:avLst/>
          </a:prstGeom>
        </p:spPr>
      </p:pic>
      <p:sp>
        <p:nvSpPr>
          <p:cNvPr id="36" name="mapping-formula">
            <a:extLst xmlns:a="http://schemas.openxmlformats.org/drawingml/2006/main">
              <a:ext uri="{FF2B5EF4-FFF2-40B4-BE49-F238E27FC236}">
                <a16:creationId xmlns:a16="http://schemas.microsoft.com/office/drawing/2014/main" id="{82ED38CF-C5D6-4579-831D-AB885A948713}"/>
              </a:ext>
            </a:extLst>
          </p:cNvPr>
          <p:cNvSpPr>
            <a:spLocks xmlns:a="http://schemas.openxmlformats.org/drawingml/2006/main" noGrp="1"/>
          </p:cNvSpPr>
          <p:nvPr/>
        </p:nvSpPr>
        <p:spPr>
          <a:xfrm xmlns:a="http://schemas.openxmlformats.org/drawingml/2006/main" rot="0">
            <a:off x="5657850" y="123825"/>
            <a:ext cx="1247775" cy="342900"/>
          </a:xfrm>
          <a:prstGeom xmlns:a="http://schemas.openxmlformats.org/drawingml/2006/main" prst="rect">
            <a:avLst/>
          </a:prstGeom>
          <a:noFill xmlns:a="http://schemas.openxmlformats.org/drawingml/2006/main"/>
          <a:ln xmlns:a="http://schemas.openxmlformats.org/drawingml/2006/main" w="0">
            <a:noFill/>
          </a:ln>
        </p:spPr>
      </p:sp>
      <p:pic>
        <p:nvPicPr>
          <p:cNvPr id="37" name="">
            <a:extLst xmlns:a="http://schemas.openxmlformats.org/drawingml/2006/main">
              <a:ext uri="{FF2B5EF4-FFF2-40B4-BE49-F238E27FC236}">
                <a16:creationId xmlns:a16="http://schemas.microsoft.com/office/drawing/2014/main" id="{B60A9359-85D6-48C0-8660-52D64BA91C9D}"/>
              </a:ext>
            </a:extLst>
          </p:cNvPr>
          <p:cNvPicPr>
            <a:picLocks xmlns:a="http://schemas.openxmlformats.org/drawingml/2006/main" noChangeAspect="1"/>
          </p:cNvPicPr>
          <p:nvPr/>
        </p:nvPicPr>
        <p:blipFill>
          <a:blip xmlns:r="http://schemas.openxmlformats.org/officeDocument/2006/relationships" xmlns:a="http://schemas.openxmlformats.org/drawingml/2006/main" r:embed="Ree48983722984258"/>
          <a:srcRect xmlns:a="http://schemas.openxmlformats.org/drawingml/2006/main" l="0" t="0" r="0" b="0"/>
          <a:stretch xmlns:a="http://schemas.openxmlformats.org/drawingml/2006/main">
            <a:fillRect l="0" t="0" r="0" b="0"/>
          </a:stretch>
        </p:blipFill>
        <p:spPr>
          <a:xfrm xmlns:a="http://schemas.openxmlformats.org/drawingml/2006/main">
            <a:off x="3829050" y="1552575"/>
            <a:ext cx="1219200" cy="190500"/>
          </a:xfrm>
          <a:prstGeom xmlns:a="http://schemas.openxmlformats.org/drawingml/2006/main" prst="rect">
            <a:avLst/>
          </a:prstGeom>
        </p:spPr>
      </p:pic>
      <p:sp>
        <p:nvSpPr>
          <p:cNvPr id="38" name="language-far-formula">
            <a:extLst xmlns:a="http://schemas.openxmlformats.org/drawingml/2006/main">
              <a:ext uri="{FF2B5EF4-FFF2-40B4-BE49-F238E27FC236}">
                <a16:creationId xmlns:a16="http://schemas.microsoft.com/office/drawing/2014/main" id="{AC088368-92A7-41F0-BD3A-100D19874D7C}"/>
              </a:ext>
            </a:extLst>
          </p:cNvPr>
          <p:cNvSpPr>
            <a:spLocks xmlns:a="http://schemas.openxmlformats.org/drawingml/2006/main" noGrp="1"/>
          </p:cNvSpPr>
          <p:nvPr/>
        </p:nvSpPr>
        <p:spPr>
          <a:xfrm xmlns:a="http://schemas.openxmlformats.org/drawingml/2006/main" rot="0">
            <a:off x="3829050" y="1552575"/>
            <a:ext cx="1219200" cy="190500"/>
          </a:xfrm>
          <a:prstGeom xmlns:a="http://schemas.openxmlformats.org/drawingml/2006/main" prst="rect">
            <a:avLst/>
          </a:prstGeom>
          <a:noFill xmlns:a="http://schemas.openxmlformats.org/drawingml/2006/main"/>
          <a:ln xmlns:a="http://schemas.openxmlformats.org/drawingml/2006/main" w="0">
            <a:noFill/>
          </a:ln>
        </p:spPr>
      </p:sp>
      <p:pic>
        <p:nvPicPr>
          <p:cNvPr id="39" name="">
            <a:extLst xmlns:a="http://schemas.openxmlformats.org/drawingml/2006/main">
              <a:ext uri="{FF2B5EF4-FFF2-40B4-BE49-F238E27FC236}">
                <a16:creationId xmlns:a16="http://schemas.microsoft.com/office/drawing/2014/main" id="{B6DBF4E9-FDFA-41D2-9941-69DB5888E364}"/>
              </a:ext>
            </a:extLst>
          </p:cNvPr>
          <p:cNvPicPr>
            <a:picLocks xmlns:a="http://schemas.openxmlformats.org/drawingml/2006/main" noChangeAspect="1"/>
          </p:cNvPicPr>
          <p:nvPr/>
        </p:nvPicPr>
        <p:blipFill>
          <a:blip xmlns:r="http://schemas.openxmlformats.org/officeDocument/2006/relationships" xmlns:a="http://schemas.openxmlformats.org/drawingml/2006/main" r:embed="Re08dd1c000ad4a67"/>
          <a:srcRect xmlns:a="http://schemas.openxmlformats.org/drawingml/2006/main" l="0" t="0" r="0" b="0"/>
          <a:stretch xmlns:a="http://schemas.openxmlformats.org/drawingml/2006/main">
            <a:fillRect l="0" t="0" r="0" b="0"/>
          </a:stretch>
        </p:blipFill>
        <p:spPr>
          <a:xfrm xmlns:a="http://schemas.openxmlformats.org/drawingml/2006/main">
            <a:off x="2543175" y="2295525"/>
            <a:ext cx="1019175" cy="466725"/>
          </a:xfrm>
          <a:prstGeom xmlns:a="http://schemas.openxmlformats.org/drawingml/2006/main" prst="rect">
            <a:avLst/>
          </a:prstGeom>
        </p:spPr>
      </p:pic>
      <p:sp>
        <p:nvSpPr>
          <p:cNvPr id="40" name="language-near-formula">
            <a:extLst xmlns:a="http://schemas.openxmlformats.org/drawingml/2006/main">
              <a:ext uri="{FF2B5EF4-FFF2-40B4-BE49-F238E27FC236}">
                <a16:creationId xmlns:a16="http://schemas.microsoft.com/office/drawing/2014/main" id="{F76039BA-C92C-4674-B014-ABB0BBF5BD4A}"/>
              </a:ext>
            </a:extLst>
          </p:cNvPr>
          <p:cNvSpPr>
            <a:spLocks xmlns:a="http://schemas.openxmlformats.org/drawingml/2006/main" noGrp="1"/>
          </p:cNvSpPr>
          <p:nvPr/>
        </p:nvSpPr>
        <p:spPr>
          <a:xfrm xmlns:a="http://schemas.openxmlformats.org/drawingml/2006/main" rot="0">
            <a:off x="2543175" y="2295525"/>
            <a:ext cx="1019175" cy="466725"/>
          </a:xfrm>
          <a:prstGeom xmlns:a="http://schemas.openxmlformats.org/drawingml/2006/main" prst="rect">
            <a:avLst/>
          </a:prstGeom>
          <a:noFill xmlns:a="http://schemas.openxmlformats.org/drawingml/2006/main"/>
          <a:ln xmlns:a="http://schemas.openxmlformats.org/drawingml/2006/main" w="0">
            <a:noFill/>
          </a:ln>
        </p:spPr>
      </p:sp>
      <p:pic>
        <p:nvPicPr>
          <p:cNvPr id="41" name="">
            <a:extLst xmlns:a="http://schemas.openxmlformats.org/drawingml/2006/main">
              <a:ext uri="{FF2B5EF4-FFF2-40B4-BE49-F238E27FC236}">
                <a16:creationId xmlns:a16="http://schemas.microsoft.com/office/drawing/2014/main" id="{F07B297F-8245-4B50-8FE7-4952F2248312}"/>
              </a:ext>
            </a:extLst>
          </p:cNvPr>
          <p:cNvPicPr>
            <a:picLocks xmlns:a="http://schemas.openxmlformats.org/drawingml/2006/main" noChangeAspect="1"/>
          </p:cNvPicPr>
          <p:nvPr/>
        </p:nvPicPr>
        <p:blipFill>
          <a:blip xmlns:r="http://schemas.openxmlformats.org/officeDocument/2006/relationships" xmlns:a="http://schemas.openxmlformats.org/drawingml/2006/main" r:embed="R490688d6f46b49cd"/>
          <a:srcRect xmlns:a="http://schemas.openxmlformats.org/drawingml/2006/main" l="0" t="0" r="0" b="0"/>
          <a:stretch xmlns:a="http://schemas.openxmlformats.org/drawingml/2006/main">
            <a:fillRect l="0" t="0" r="0" b="0"/>
          </a:stretch>
        </p:blipFill>
        <p:spPr>
          <a:xfrm xmlns:a="http://schemas.openxmlformats.org/drawingml/2006/main">
            <a:off x="5410200" y="2381250"/>
            <a:ext cx="1066800" cy="342900"/>
          </a:xfrm>
          <a:prstGeom xmlns:a="http://schemas.openxmlformats.org/drawingml/2006/main" prst="rect">
            <a:avLst/>
          </a:prstGeom>
        </p:spPr>
      </p:pic>
      <p:sp>
        <p:nvSpPr>
          <p:cNvPr id="42" name="distance-formula">
            <a:extLst xmlns:a="http://schemas.openxmlformats.org/drawingml/2006/main">
              <a:ext uri="{FF2B5EF4-FFF2-40B4-BE49-F238E27FC236}">
                <a16:creationId xmlns:a16="http://schemas.microsoft.com/office/drawing/2014/main" id="{CA5A02CE-8E1D-4E64-AC3A-3144E02ABF80}"/>
              </a:ext>
            </a:extLst>
          </p:cNvPr>
          <p:cNvSpPr>
            <a:spLocks xmlns:a="http://schemas.openxmlformats.org/drawingml/2006/main" noGrp="1"/>
          </p:cNvSpPr>
          <p:nvPr/>
        </p:nvSpPr>
        <p:spPr>
          <a:xfrm xmlns:a="http://schemas.openxmlformats.org/drawingml/2006/main" rot="0">
            <a:off x="5410200" y="2381250"/>
            <a:ext cx="1066800" cy="342900"/>
          </a:xfrm>
          <a:prstGeom xmlns:a="http://schemas.openxmlformats.org/drawingml/2006/main" prst="rect">
            <a:avLst/>
          </a:prstGeom>
          <a:noFill xmlns:a="http://schemas.openxmlformats.org/drawingml/2006/main"/>
          <a:ln xmlns:a="http://schemas.openxmlformats.org/drawingml/2006/main" w="0">
            <a:noFill/>
          </a:ln>
        </p:spPr>
      </p:sp>
      <p:pic>
        <p:nvPicPr>
          <p:cNvPr id="43" name="">
            <a:extLst xmlns:a="http://schemas.openxmlformats.org/drawingml/2006/main">
              <a:ext uri="{FF2B5EF4-FFF2-40B4-BE49-F238E27FC236}">
                <a16:creationId xmlns:a16="http://schemas.microsoft.com/office/drawing/2014/main" id="{30E2F2A1-8D42-4290-950C-9B129BEF55E1}"/>
              </a:ext>
            </a:extLst>
          </p:cNvPr>
          <p:cNvPicPr>
            <a:picLocks xmlns:a="http://schemas.openxmlformats.org/drawingml/2006/main" noChangeAspect="1"/>
          </p:cNvPicPr>
          <p:nvPr/>
        </p:nvPicPr>
        <p:blipFill>
          <a:blip xmlns:r="http://schemas.openxmlformats.org/officeDocument/2006/relationships" xmlns:a="http://schemas.openxmlformats.org/drawingml/2006/main" r:embed="Rabdd0a254f904085"/>
          <a:srcRect xmlns:a="http://schemas.openxmlformats.org/drawingml/2006/main" l="0" t="0" r="0" b="0"/>
          <a:stretch xmlns:a="http://schemas.openxmlformats.org/drawingml/2006/main">
            <a:fillRect l="0" t="0" r="0" b="0"/>
          </a:stretch>
        </p:blipFill>
        <p:spPr>
          <a:xfrm xmlns:a="http://schemas.openxmlformats.org/drawingml/2006/main">
            <a:off x="8067675" y="2390775"/>
            <a:ext cx="504825" cy="295275"/>
          </a:xfrm>
          <a:prstGeom xmlns:a="http://schemas.openxmlformats.org/drawingml/2006/main" prst="rect">
            <a:avLst/>
          </a:prstGeom>
        </p:spPr>
      </p:pic>
      <p:sp>
        <p:nvSpPr>
          <p:cNvPr id="44" name="latent-s-formula">
            <a:extLst xmlns:a="http://schemas.openxmlformats.org/drawingml/2006/main">
              <a:ext uri="{FF2B5EF4-FFF2-40B4-BE49-F238E27FC236}">
                <a16:creationId xmlns:a16="http://schemas.microsoft.com/office/drawing/2014/main" id="{C82A423B-35E5-49E2-965E-6066E4922EC3}"/>
              </a:ext>
            </a:extLst>
          </p:cNvPr>
          <p:cNvSpPr>
            <a:spLocks xmlns:a="http://schemas.openxmlformats.org/drawingml/2006/main" noGrp="1"/>
          </p:cNvSpPr>
          <p:nvPr/>
        </p:nvSpPr>
        <p:spPr>
          <a:xfrm xmlns:a="http://schemas.openxmlformats.org/drawingml/2006/main" rot="0">
            <a:off x="8067675" y="2390775"/>
            <a:ext cx="504825" cy="295275"/>
          </a:xfrm>
          <a:prstGeom xmlns:a="http://schemas.openxmlformats.org/drawingml/2006/main" prst="rect">
            <a:avLst/>
          </a:prstGeom>
          <a:noFill xmlns:a="http://schemas.openxmlformats.org/drawingml/2006/main"/>
          <a:ln xmlns:a="http://schemas.openxmlformats.org/drawingml/2006/main" w="0">
            <a:noFill/>
          </a:ln>
        </p:spPr>
      </p:sp>
      <p:pic>
        <p:nvPicPr>
          <p:cNvPr id="45" name="">
            <a:extLst xmlns:a="http://schemas.openxmlformats.org/drawingml/2006/main">
              <a:ext uri="{FF2B5EF4-FFF2-40B4-BE49-F238E27FC236}">
                <a16:creationId xmlns:a16="http://schemas.microsoft.com/office/drawing/2014/main" id="{68A305C1-67B4-4A98-9985-C0ACE7BBF540}"/>
              </a:ext>
            </a:extLst>
          </p:cNvPr>
          <p:cNvPicPr>
            <a:picLocks xmlns:a="http://schemas.openxmlformats.org/drawingml/2006/main" noChangeAspect="1"/>
          </p:cNvPicPr>
          <p:nvPr/>
        </p:nvPicPr>
        <p:blipFill>
          <a:blip xmlns:r="http://schemas.openxmlformats.org/officeDocument/2006/relationships" xmlns:a="http://schemas.openxmlformats.org/drawingml/2006/main" r:embed="R3eb34aa6406c43b3"/>
          <a:srcRect xmlns:a="http://schemas.openxmlformats.org/drawingml/2006/main" l="0" t="0" r="0" b="0"/>
          <a:stretch xmlns:a="http://schemas.openxmlformats.org/drawingml/2006/main">
            <a:fillRect l="0" t="0" r="0" b="0"/>
          </a:stretch>
        </p:blipFill>
        <p:spPr>
          <a:xfrm xmlns:a="http://schemas.openxmlformats.org/drawingml/2006/main">
            <a:off x="9220200" y="1533525"/>
            <a:ext cx="561975" cy="352425"/>
          </a:xfrm>
          <a:prstGeom xmlns:a="http://schemas.openxmlformats.org/drawingml/2006/main" prst="rect">
            <a:avLst/>
          </a:prstGeom>
        </p:spPr>
      </p:pic>
      <p:sp>
        <p:nvSpPr>
          <p:cNvPr id="46" name="latent-sp-formula">
            <a:extLst xmlns:a="http://schemas.openxmlformats.org/drawingml/2006/main">
              <a:ext uri="{FF2B5EF4-FFF2-40B4-BE49-F238E27FC236}">
                <a16:creationId xmlns:a16="http://schemas.microsoft.com/office/drawing/2014/main" id="{E42E5DF5-0C59-478C-9544-71B18F542255}"/>
              </a:ext>
            </a:extLst>
          </p:cNvPr>
          <p:cNvSpPr>
            <a:spLocks xmlns:a="http://schemas.openxmlformats.org/drawingml/2006/main" noGrp="1"/>
          </p:cNvSpPr>
          <p:nvPr/>
        </p:nvSpPr>
        <p:spPr>
          <a:xfrm xmlns:a="http://schemas.openxmlformats.org/drawingml/2006/main" rot="0">
            <a:off x="9220200" y="1533525"/>
            <a:ext cx="561975" cy="352425"/>
          </a:xfrm>
          <a:prstGeom xmlns:a="http://schemas.openxmlformats.org/drawingml/2006/main" prst="rect">
            <a:avLst/>
          </a:prstGeom>
          <a:noFill xmlns:a="http://schemas.openxmlformats.org/drawingml/2006/main"/>
          <a:ln xmlns:a="http://schemas.openxmlformats.org/drawingml/2006/main" w="0">
            <a:noFill/>
          </a:ln>
        </p:spPr>
      </p:sp>
      <p:pic>
        <p:nvPicPr>
          <p:cNvPr id="47" name="">
            <a:extLst xmlns:a="http://schemas.openxmlformats.org/drawingml/2006/main">
              <a:ext uri="{FF2B5EF4-FFF2-40B4-BE49-F238E27FC236}">
                <a16:creationId xmlns:a16="http://schemas.microsoft.com/office/drawing/2014/main" id="{83102F16-D038-4A24-9DC6-ABE94B2E44FF}"/>
              </a:ext>
            </a:extLst>
          </p:cNvPr>
          <p:cNvPicPr>
            <a:picLocks xmlns:a="http://schemas.openxmlformats.org/drawingml/2006/main" noChangeAspect="1"/>
          </p:cNvPicPr>
          <p:nvPr/>
        </p:nvPicPr>
        <p:blipFill>
          <a:blip xmlns:r="http://schemas.openxmlformats.org/officeDocument/2006/relationships" xmlns:a="http://schemas.openxmlformats.org/drawingml/2006/main" r:embed="R1d4d36270cbc47e4"/>
          <a:srcRect xmlns:a="http://schemas.openxmlformats.org/drawingml/2006/main" l="0" t="0" r="0" b="0"/>
          <a:stretch xmlns:a="http://schemas.openxmlformats.org/drawingml/2006/main">
            <a:fillRect l="0" t="0" r="0" b="0"/>
          </a:stretch>
        </p:blipFill>
        <p:spPr>
          <a:xfrm xmlns:a="http://schemas.openxmlformats.org/drawingml/2006/main">
            <a:off x="8934450" y="2314575"/>
            <a:ext cx="1238250" cy="352425"/>
          </a:xfrm>
          <a:prstGeom xmlns:a="http://schemas.openxmlformats.org/drawingml/2006/main" prst="rect">
            <a:avLst/>
          </a:prstGeom>
        </p:spPr>
      </p:pic>
      <p:sp>
        <p:nvSpPr>
          <p:cNvPr id="48" name="gaussian-prior-formula">
            <a:extLst xmlns:a="http://schemas.openxmlformats.org/drawingml/2006/main">
              <a:ext uri="{FF2B5EF4-FFF2-40B4-BE49-F238E27FC236}">
                <a16:creationId xmlns:a16="http://schemas.microsoft.com/office/drawing/2014/main" id="{D508011E-30E9-4483-B935-31B8873A9529}"/>
              </a:ext>
            </a:extLst>
          </p:cNvPr>
          <p:cNvSpPr>
            <a:spLocks xmlns:a="http://schemas.openxmlformats.org/drawingml/2006/main" noGrp="1"/>
          </p:cNvSpPr>
          <p:nvPr/>
        </p:nvSpPr>
        <p:spPr>
          <a:xfrm xmlns:a="http://schemas.openxmlformats.org/drawingml/2006/main" rot="0">
            <a:off x="8934450" y="2314575"/>
            <a:ext cx="1238250" cy="352425"/>
          </a:xfrm>
          <a:prstGeom xmlns:a="http://schemas.openxmlformats.org/drawingml/2006/main" prst="rect">
            <a:avLst/>
          </a:prstGeom>
          <a:noFill xmlns:a="http://schemas.openxmlformats.org/drawingml/2006/main"/>
          <a:ln xmlns:a="http://schemas.openxmlformats.org/drawingml/2006/main" w="0">
            <a:noFill/>
          </a:ln>
        </p:spPr>
      </p:sp>
      <p:pic>
        <p:nvPicPr>
          <p:cNvPr id="49" name="">
            <a:extLst xmlns:a="http://schemas.openxmlformats.org/drawingml/2006/main">
              <a:ext uri="{FF2B5EF4-FFF2-40B4-BE49-F238E27FC236}">
                <a16:creationId xmlns:a16="http://schemas.microsoft.com/office/drawing/2014/main" id="{2B54DF67-B7B9-4A1E-AFC0-1C578FE9F6C8}"/>
              </a:ext>
            </a:extLst>
          </p:cNvPr>
          <p:cNvPicPr>
            <a:picLocks xmlns:a="http://schemas.openxmlformats.org/drawingml/2006/main" noChangeAspect="1"/>
          </p:cNvPicPr>
          <p:nvPr/>
        </p:nvPicPr>
        <p:blipFill>
          <a:blip xmlns:r="http://schemas.openxmlformats.org/officeDocument/2006/relationships" xmlns:a="http://schemas.openxmlformats.org/drawingml/2006/main" r:embed="R6a9f5b10cfcd4e13"/>
          <a:srcRect xmlns:a="http://schemas.openxmlformats.org/drawingml/2006/main" l="0" t="0" r="0" b="0"/>
          <a:stretch xmlns:a="http://schemas.openxmlformats.org/drawingml/2006/main">
            <a:fillRect l="0" t="0" r="0" b="0"/>
          </a:stretch>
        </p:blipFill>
        <p:spPr>
          <a:xfrm xmlns:a="http://schemas.openxmlformats.org/drawingml/2006/main">
            <a:off x="7581900" y="3581400"/>
            <a:ext cx="2847975" cy="323850"/>
          </a:xfrm>
          <a:prstGeom xmlns:a="http://schemas.openxmlformats.org/drawingml/2006/main" prst="rect">
            <a:avLst/>
          </a:prstGeom>
        </p:spPr>
      </p:pic>
      <p:sp>
        <p:nvSpPr>
          <p:cNvPr id="50" name="distance-constraint">
            <a:extLst xmlns:a="http://schemas.openxmlformats.org/drawingml/2006/main">
              <a:ext uri="{FF2B5EF4-FFF2-40B4-BE49-F238E27FC236}">
                <a16:creationId xmlns:a16="http://schemas.microsoft.com/office/drawing/2014/main" id="{16A68FBF-3928-4E92-89EC-C61C388D0D36}"/>
              </a:ext>
            </a:extLst>
          </p:cNvPr>
          <p:cNvSpPr>
            <a:spLocks xmlns:a="http://schemas.openxmlformats.org/drawingml/2006/main" noGrp="1"/>
          </p:cNvSpPr>
          <p:nvPr/>
        </p:nvSpPr>
        <p:spPr>
          <a:xfrm xmlns:a="http://schemas.openxmlformats.org/drawingml/2006/main" rot="0">
            <a:off x="7581900" y="3581400"/>
            <a:ext cx="2847975" cy="323850"/>
          </a:xfrm>
          <a:prstGeom xmlns:a="http://schemas.openxmlformats.org/drawingml/2006/main" prst="rect">
            <a:avLst/>
          </a:prstGeom>
          <a:noFill xmlns:a="http://schemas.openxmlformats.org/drawingml/2006/main"/>
          <a:ln xmlns:a="http://schemas.openxmlformats.org/drawingml/2006/main" w="0">
            <a:noFill/>
          </a:ln>
        </p:spPr>
      </p:sp>
    </p:spTree>
    <p:extLst>
      <p:ext uri="{BB962C8B-B14F-4D97-AF65-F5344CB8AC3E}">
        <p14:creationId xmlns:p14="http://schemas.microsoft.com/office/powerpoint/2010/main" val="1068429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2026-10-09T21:37:28.6250000Z</dcterms:created>
  <dcterms:modified xsi:type="dcterms:W3CDTF">2026-10-09T21:37:28.6250000Z</dcterms:modified>
</coreProperties>
</file>