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b58eb521544cee" /><Relationship Type="http://schemas.openxmlformats.org/officeDocument/2006/relationships/extended-properties" Target="/docProps/app.xml" Id="R3d32cd1157cd4400" /><Relationship Type="http://schemas.openxmlformats.org/officeDocument/2006/relationships/officeDocument" Target="/ppt/presentation.xml" Id="Rd347f57a9b44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aa14f1d614d41"/>
  </p:sldMasterIdLst>
  <p:notesMasterIdLst>
    <p:notesMasterId xmlns:r="http://schemas.openxmlformats.org/officeDocument/2006/relationships" r:id="Rbd3d280aa20a4c9e"/>
  </p:notesMasterIdLst>
  <p:sldIdLst>
    <p:sldId xmlns:r="http://schemas.openxmlformats.org/officeDocument/2006/relationships" id="256" r:id="Rfb269f2bf3f440db"/>
  </p:sldIdLst>
  <p:sldSz cx="7581900" cy="2400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40a3628358477f" /><Relationship Type="http://schemas.openxmlformats.org/officeDocument/2006/relationships/slideMaster" Target="/ppt/slideMasters/slideMaster1.xml" Id="R9d8aa14f1d614d41" /><Relationship Type="http://schemas.openxmlformats.org/officeDocument/2006/relationships/notesMaster" Target="/ppt/notesMasters/notesMaster1.xml" Id="Rbd3d280aa20a4c9e" /><Relationship Type="http://schemas.openxmlformats.org/officeDocument/2006/relationships/presProps" Target="/ppt/presProps.xml" Id="Rf316f21a25c0465b" /><Relationship Type="http://schemas.openxmlformats.org/officeDocument/2006/relationships/tableStyles" Target="/ppt/tableStyles.xml" Id="Ra6218422b0a04bad" /><Relationship Type="http://schemas.openxmlformats.org/officeDocument/2006/relationships/slide" Target="/ppt/slides/slide1.xml" Id="Rfb269f2bf3f4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e82735d32b46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80042c99e840eb" /><Relationship Type="http://schemas.openxmlformats.org/officeDocument/2006/relationships/notesMaster" Target="/ppt/notesMasters/notesMaster1.xml" Id="Rb65b23b140a8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"Modality Selection and Skill Segmentation via Cross-Modality Attention",</a:t>
            </a:r>
          </a:p>
          <a:p xmlns:a="http://schemas.openxmlformats.org/drawingml/2006/main">
            <a:r>
              <a:t>  "paper_url": "https://arxiv.org/pdf/2504.14573v1",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"0307974b706b725f0ed06767662309bfbf5e0e0725327387ae0c49cdf9489262",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98,</a:t>
            </a:r>
          </a:p>
          <a:p xmlns:a="http://schemas.openxmlformats.org/drawingml/2006/main">
            <a:r>
              <a:t>    71,</a:t>
            </a:r>
          </a:p>
          <a:p xmlns:a="http://schemas.openxmlformats.org/drawingml/2006/main">
            <a:r>
              <a:t>    496,</a:t>
            </a:r>
          </a:p>
          <a:p xmlns:a="http://schemas.openxmlformats.org/drawingml/2006/main">
            <a:r>
              <a:t>    197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 reconstruction of all three stages from a flattened original. All labels, modality tiles, denoising/cluster modules, stacked policies and routes are native editable objects; no raster images. Original layout and palette retained, with minor corner-radius, font and line-width approximations. Freeform arrows are not semantically attached connectors."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8a440cc7349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fabc818abe40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ab6a2d9eb49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891222918e42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e94a1c3b544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71fb65cbe4e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2A7C75-0E9C-4926-B568-E94E3CAAC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8190" y="906780"/>
            <a:ext cx="606552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6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276ABE1-0C21-4356-9BC8-36DC62188A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37285" y="1320165"/>
            <a:ext cx="53073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C64DB3-2F27-433A-8C13-55DB9F60D5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8190" y="1000125"/>
            <a:ext cx="60655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8127B4-DA96-4C30-8A88-836BCA817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6482" y="186690"/>
            <a:ext cx="672893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0F66E1-D32B-4F73-BF62-4785307CA8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6482" y="666750"/>
            <a:ext cx="6728936" cy="149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0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1pPr>
            <a:lvl2pPr marL="1866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2pPr>
            <a:lvl3pPr marL="2933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3pPr>
            <a:lvl4pPr marL="4000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4pPr>
            <a:lvl5pPr marL="50673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5pPr>
            <a:lvl6pPr marL="6134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6pPr>
            <a:lvl7pPr marL="7200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7pPr>
            <a:lvl8pPr marL="8267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8pPr>
            <a:lvl9pPr marL="9334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45106C-8157-48D4-B49D-14941DBD76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6482" y="186690"/>
            <a:ext cx="672893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2F80E0-8AFF-4859-BCA1-B3BEB641BD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6482" y="666750"/>
            <a:ext cx="3127534" cy="149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0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1pPr>
            <a:lvl2pPr marL="1866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2pPr>
            <a:lvl3pPr marL="2933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3pPr>
            <a:lvl4pPr marL="4000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4pPr>
            <a:lvl5pPr marL="50673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5pPr>
            <a:lvl6pPr marL="6134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6pPr>
            <a:lvl7pPr marL="7200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7pPr>
            <a:lvl8pPr marL="8267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8pPr>
            <a:lvl9pPr marL="9334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1DC953-32B2-4963-829C-F5FB63BB67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027884" y="666750"/>
            <a:ext cx="3127534" cy="149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0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1pPr>
            <a:lvl2pPr marL="1866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2pPr>
            <a:lvl3pPr marL="2933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3pPr>
            <a:lvl4pPr marL="4000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4pPr>
            <a:lvl5pPr marL="50673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5pPr>
            <a:lvl6pPr marL="6134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6pPr>
            <a:lvl7pPr marL="7200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7pPr>
            <a:lvl8pPr marL="8267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8pPr>
            <a:lvl9pPr marL="9334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45260E-5935-4E6B-812E-EE5C16CD51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6482" y="186690"/>
            <a:ext cx="6728936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5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76D5C1-714F-4E55-8332-7BA95BE280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6482" y="666750"/>
            <a:ext cx="3127534" cy="1493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00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1pPr>
            <a:lvl2pPr marL="1866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2pPr>
            <a:lvl3pPr marL="2933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3pPr>
            <a:lvl4pPr marL="4000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4pPr>
            <a:lvl5pPr marL="50673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5pPr>
            <a:lvl6pPr marL="61341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6pPr>
            <a:lvl7pPr marL="72009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7pPr>
            <a:lvl8pPr marL="82677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8pPr>
            <a:lvl9pPr marL="933450" indent="-80010">
              <a:lnSpc>
                <a:spcPct val="110000"/>
              </a:lnSpc>
              <a:spcBef>
                <a:spcPts val="0"/>
              </a:spcBef>
              <a:spcAft>
                <a:spcPts val="4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4210ebc5ed4796" /><Relationship Type="http://schemas.openxmlformats.org/officeDocument/2006/relationships/slideLayout" Target="/ppt/slideLayouts/slideLayout1.xml" Id="R0733610b11a14700" /><Relationship Type="http://schemas.openxmlformats.org/officeDocument/2006/relationships/slideLayout" Target="/ppt/slideLayouts/slideLayout2.xml" Id="Re07612ee2d7e47bf" /><Relationship Type="http://schemas.openxmlformats.org/officeDocument/2006/relationships/slideLayout" Target="/ppt/slideLayouts/slideLayout3.xml" Id="R3eaec1d7ba2846f2" /><Relationship Type="http://schemas.openxmlformats.org/officeDocument/2006/relationships/slideLayout" Target="/ppt/slideLayouts/slideLayout4.xml" Id="R82e3682177714ebd" /><Relationship Type="http://schemas.openxmlformats.org/officeDocument/2006/relationships/slideLayout" Target="/ppt/slideLayouts/slideLayout5.xml" Id="R0715bed36e694ab3" /><Relationship Type="http://schemas.openxmlformats.org/officeDocument/2006/relationships/slideLayout" Target="/ppt/slideLayouts/slideLayout6.xml" Id="Rfcb9db5ab7ac49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33610b11a14700"/>
    <p:sldLayoutId xmlns:r="http://schemas.openxmlformats.org/officeDocument/2006/relationships" id="2147483650" r:id="Re07612ee2d7e47bf"/>
    <p:sldLayoutId xmlns:r="http://schemas.openxmlformats.org/officeDocument/2006/relationships" id="2147483651" r:id="R3eaec1d7ba2846f2"/>
    <p:sldLayoutId xmlns:r="http://schemas.openxmlformats.org/officeDocument/2006/relationships" id="2147483652" r:id="R82e3682177714ebd"/>
    <p:sldLayoutId xmlns:r="http://schemas.openxmlformats.org/officeDocument/2006/relationships" id="2147483653" r:id="R0715bed36e694ab3"/>
    <p:sldLayoutId xmlns:r="http://schemas.openxmlformats.org/officeDocument/2006/relationships" id="2147483654" r:id="Rfcb9db5ab7ac49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895d576d24004" /><Relationship Type="http://schemas.openxmlformats.org/officeDocument/2006/relationships/notesSlide" Target="/ppt/notesSlides/notesSlide1.xml" Id="R0afac7c19a824d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tage1">
            <a:extLst xmlns:a="http://schemas.openxmlformats.org/drawingml/2006/main">
              <a:ext uri="{FF2B5EF4-FFF2-40B4-BE49-F238E27FC236}">
                <a16:creationId xmlns:a16="http://schemas.microsoft.com/office/drawing/2014/main" id="{6F34A366-65DB-411B-88DD-032CCB41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428625" y="19050"/>
                </a:moveTo>
                <a:lnTo>
                  <a:pt x="2124075" y="19050"/>
                </a:lnTo>
                <a:cubicBezTo>
                  <a:pt x="2345017" y="19050"/>
                  <a:pt x="2524125" y="198158"/>
                  <a:pt x="2524125" y="419100"/>
                </a:cubicBezTo>
                <a:lnTo>
                  <a:pt x="2524125" y="1971675"/>
                </a:lnTo>
                <a:cubicBezTo>
                  <a:pt x="2524125" y="2192617"/>
                  <a:pt x="2345017" y="2371725"/>
                  <a:pt x="2124075" y="2371725"/>
                </a:cubicBezTo>
                <a:lnTo>
                  <a:pt x="428625" y="2371725"/>
                </a:lnTo>
                <a:cubicBezTo>
                  <a:pt x="207683" y="2371725"/>
                  <a:pt x="28575" y="2192617"/>
                  <a:pt x="28575" y="1971675"/>
                </a:cubicBezTo>
                <a:lnTo>
                  <a:pt x="28575" y="419100"/>
                </a:lnTo>
                <a:cubicBezTo>
                  <a:pt x="28575" y="198158"/>
                  <a:pt x="207683" y="19050"/>
                  <a:pt x="428625" y="190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AFBDE4"/>
            </a:solidFill>
            <a:prstDash val="solid"/>
          </a:ln>
        </p:spPr>
      </p:sp>
      <p:sp>
        <p:nvSpPr>
          <p:cNvPr id="2" name="stage2">
            <a:extLst xmlns:a="http://schemas.openxmlformats.org/drawingml/2006/main">
              <a:ext uri="{FF2B5EF4-FFF2-40B4-BE49-F238E27FC236}">
                <a16:creationId xmlns:a16="http://schemas.microsoft.com/office/drawing/2014/main" id="{EA9936F2-EA67-4C3F-B306-ED5A989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2943225" y="19050"/>
                </a:moveTo>
                <a:lnTo>
                  <a:pt x="4638675" y="19050"/>
                </a:lnTo>
                <a:cubicBezTo>
                  <a:pt x="4859617" y="19050"/>
                  <a:pt x="5038725" y="198158"/>
                  <a:pt x="5038725" y="419100"/>
                </a:cubicBezTo>
                <a:lnTo>
                  <a:pt x="5038725" y="1971675"/>
                </a:lnTo>
                <a:cubicBezTo>
                  <a:pt x="5038725" y="2192617"/>
                  <a:pt x="4859617" y="2371725"/>
                  <a:pt x="4638675" y="2371725"/>
                </a:cubicBezTo>
                <a:lnTo>
                  <a:pt x="2943225" y="2371725"/>
                </a:lnTo>
                <a:cubicBezTo>
                  <a:pt x="2722283" y="2371725"/>
                  <a:pt x="2543175" y="2192617"/>
                  <a:pt x="2543175" y="1971675"/>
                </a:cubicBezTo>
                <a:lnTo>
                  <a:pt x="2543175" y="419100"/>
                </a:lnTo>
                <a:cubicBezTo>
                  <a:pt x="2543175" y="198158"/>
                  <a:pt x="2722283" y="19050"/>
                  <a:pt x="2943225" y="190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E6A7A7"/>
            </a:solidFill>
            <a:prstDash val="solid"/>
          </a:ln>
        </p:spPr>
      </p:sp>
      <p:sp>
        <p:nvSpPr>
          <p:cNvPr id="3" name="stage3">
            <a:extLst xmlns:a="http://schemas.openxmlformats.org/drawingml/2006/main">
              <a:ext uri="{FF2B5EF4-FFF2-40B4-BE49-F238E27FC236}">
                <a16:creationId xmlns:a16="http://schemas.microsoft.com/office/drawing/2014/main" id="{A3457588-60F3-432A-B78B-995C2582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5467350" y="19050"/>
                </a:moveTo>
                <a:lnTo>
                  <a:pt x="7153275" y="19050"/>
                </a:lnTo>
                <a:cubicBezTo>
                  <a:pt x="7374217" y="19050"/>
                  <a:pt x="7553325" y="198158"/>
                  <a:pt x="7553325" y="419100"/>
                </a:cubicBezTo>
                <a:lnTo>
                  <a:pt x="7553325" y="1971675"/>
                </a:lnTo>
                <a:cubicBezTo>
                  <a:pt x="7553325" y="2192617"/>
                  <a:pt x="7374217" y="2371725"/>
                  <a:pt x="7153275" y="2371725"/>
                </a:cubicBezTo>
                <a:lnTo>
                  <a:pt x="5467350" y="2371725"/>
                </a:lnTo>
                <a:cubicBezTo>
                  <a:pt x="5246408" y="2371725"/>
                  <a:pt x="5067300" y="2192617"/>
                  <a:pt x="5067300" y="1971675"/>
                </a:cubicBezTo>
                <a:lnTo>
                  <a:pt x="5067300" y="419100"/>
                </a:lnTo>
                <a:cubicBezTo>
                  <a:pt x="5067300" y="198158"/>
                  <a:pt x="5246408" y="19050"/>
                  <a:pt x="5467350" y="190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7144">
            <a:solidFill>
              <a:srgbClr val="ABCBA7"/>
            </a:solidFill>
            <a:prstDash val="solid"/>
          </a:ln>
        </p:spPr>
      </p:sp>
      <p:sp>
        <p:nvSpPr>
          <p:cNvPr id="4" name="stage1-label">
            <a:extLst xmlns:a="http://schemas.openxmlformats.org/drawingml/2006/main">
              <a:ext uri="{FF2B5EF4-FFF2-40B4-BE49-F238E27FC236}">
                <a16:creationId xmlns:a16="http://schemas.microsoft.com/office/drawing/2014/main" id="{2E72CCEB-7C11-4966-850E-89DE06A8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85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One</a:t>
            </a:r>
          </a:p>
        </p:txBody>
      </p:sp>
      <p:sp>
        <p:nvSpPr>
          <p:cNvPr id="5" name="stage2-label">
            <a:extLst xmlns:a="http://schemas.openxmlformats.org/drawingml/2006/main">
              <a:ext uri="{FF2B5EF4-FFF2-40B4-BE49-F238E27FC236}">
                <a16:creationId xmlns:a16="http://schemas.microsoft.com/office/drawing/2014/main" id="{30E9C4A8-1D3D-4A6B-BDC4-FA41B1F6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9925" y="285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Two</a:t>
            </a:r>
          </a:p>
        </p:txBody>
      </p:sp>
      <p:sp>
        <p:nvSpPr>
          <p:cNvPr id="6" name="stage3-label">
            <a:extLst xmlns:a="http://schemas.openxmlformats.org/drawingml/2006/main">
              <a:ext uri="{FF2B5EF4-FFF2-40B4-BE49-F238E27FC236}">
                <a16:creationId xmlns:a16="http://schemas.microsoft.com/office/drawing/2014/main" id="{9D5CB69A-D3DC-49FA-990C-C505B3BC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28575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Stage Three</a:t>
            </a:r>
          </a:p>
        </p:txBody>
      </p:sp>
      <p:sp>
        <p:nvSpPr>
          <p:cNvPr id="7" name="one-embedding">
            <a:extLst xmlns:a="http://schemas.openxmlformats.org/drawingml/2006/main">
              <a:ext uri="{FF2B5EF4-FFF2-40B4-BE49-F238E27FC236}">
                <a16:creationId xmlns:a16="http://schemas.microsoft.com/office/drawing/2014/main" id="{9AB66277-0906-4DFB-8ABA-787DF3CA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" y="895350"/>
            <a:ext cx="10287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E79E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8" name="one-cma">
            <a:extLst xmlns:a="http://schemas.openxmlformats.org/drawingml/2006/main">
              <a:ext uri="{FF2B5EF4-FFF2-40B4-BE49-F238E27FC236}">
                <a16:creationId xmlns:a16="http://schemas.microsoft.com/office/drawing/2014/main" id="{78132096-E424-4BE2-95A4-148CCF90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" y="1209675"/>
            <a:ext cx="10287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A7C4EF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CMA</a:t>
            </a:r>
          </a:p>
        </p:txBody>
      </p:sp>
      <p:sp>
        <p:nvSpPr>
          <p:cNvPr id="9" name="one-inputs-0">
            <a:extLst xmlns:a="http://schemas.openxmlformats.org/drawingml/2006/main">
              <a:ext uri="{FF2B5EF4-FFF2-40B4-BE49-F238E27FC236}">
                <a16:creationId xmlns:a16="http://schemas.microsoft.com/office/drawing/2014/main" id="{DA1525DD-B986-4E18-8BBF-21DFE70C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B6D6A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one-inputs-1">
            <a:extLst xmlns:a="http://schemas.openxmlformats.org/drawingml/2006/main">
              <a:ext uri="{FF2B5EF4-FFF2-40B4-BE49-F238E27FC236}">
                <a16:creationId xmlns:a16="http://schemas.microsoft.com/office/drawing/2014/main" id="{01EA444C-BB3A-4E99-8D61-921D188D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B6D6A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one-inputs-2">
            <a:extLst xmlns:a="http://schemas.openxmlformats.org/drawingml/2006/main">
              <a:ext uri="{FF2B5EF4-FFF2-40B4-BE49-F238E27FC236}">
                <a16:creationId xmlns:a16="http://schemas.microsoft.com/office/drawing/2014/main" id="{B1D22B63-FE96-418A-88D7-9CE6E36C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979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one-inputs-3">
            <a:extLst xmlns:a="http://schemas.openxmlformats.org/drawingml/2006/main">
              <a:ext uri="{FF2B5EF4-FFF2-40B4-BE49-F238E27FC236}">
                <a16:creationId xmlns:a16="http://schemas.microsoft.com/office/drawing/2014/main" id="{CB2D16E0-5105-4FA6-A026-59EDF093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9FC5E6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one-inputs-camera">
            <a:extLst xmlns:a="http://schemas.openxmlformats.org/drawingml/2006/main">
              <a:ext uri="{FF2B5EF4-FFF2-40B4-BE49-F238E27FC236}">
                <a16:creationId xmlns:a16="http://schemas.microsoft.com/office/drawing/2014/main" id="{3E0BDD26-173F-4580-ADA3-2DD036F1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" y="190500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Camera</a:t>
            </a:r>
          </a:p>
        </p:txBody>
      </p:sp>
      <p:sp>
        <p:nvSpPr>
          <p:cNvPr id="14" name="one-inputs-state">
            <a:extLst xmlns:a="http://schemas.openxmlformats.org/drawingml/2006/main">
              <a:ext uri="{FF2B5EF4-FFF2-40B4-BE49-F238E27FC236}">
                <a16:creationId xmlns:a16="http://schemas.microsoft.com/office/drawing/2014/main" id="{ED345AC6-DFB6-4DB1-8EB3-42828725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1905000"/>
            <a:ext cx="257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15" name="one-inputs-tactile">
            <a:extLst xmlns:a="http://schemas.openxmlformats.org/drawingml/2006/main">
              <a:ext uri="{FF2B5EF4-FFF2-40B4-BE49-F238E27FC236}">
                <a16:creationId xmlns:a16="http://schemas.microsoft.com/office/drawing/2014/main" id="{390C1403-2318-4EB0-8AF9-7813557D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19050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Tactile</a:t>
            </a:r>
          </a:p>
        </p:txBody>
      </p:sp>
      <p:sp>
        <p:nvSpPr>
          <p:cNvPr id="16" name="two-embedding">
            <a:extLst xmlns:a="http://schemas.openxmlformats.org/drawingml/2006/main">
              <a:ext uri="{FF2B5EF4-FFF2-40B4-BE49-F238E27FC236}">
                <a16:creationId xmlns:a16="http://schemas.microsoft.com/office/drawing/2014/main" id="{27E0BBE5-979F-42C4-BF05-AD35AFC2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895350"/>
            <a:ext cx="10287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E79E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8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17" name="two-cma">
            <a:extLst xmlns:a="http://schemas.openxmlformats.org/drawingml/2006/main">
              <a:ext uri="{FF2B5EF4-FFF2-40B4-BE49-F238E27FC236}">
                <a16:creationId xmlns:a16="http://schemas.microsoft.com/office/drawing/2014/main" id="{825BB159-184F-4C01-B2D2-E770C064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1209675"/>
            <a:ext cx="10287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A7C4EF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CMA</a:t>
            </a:r>
          </a:p>
        </p:txBody>
      </p:sp>
      <p:sp>
        <p:nvSpPr>
          <p:cNvPr id="18" name="two-inputs-0">
            <a:extLst xmlns:a="http://schemas.openxmlformats.org/drawingml/2006/main">
              <a:ext uri="{FF2B5EF4-FFF2-40B4-BE49-F238E27FC236}">
                <a16:creationId xmlns:a16="http://schemas.microsoft.com/office/drawing/2014/main" id="{E8366FE8-B7AC-4076-B1C3-EF002430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9850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B6D6A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two-inputs-1">
            <a:extLst xmlns:a="http://schemas.openxmlformats.org/drawingml/2006/main">
              <a:ext uri="{FF2B5EF4-FFF2-40B4-BE49-F238E27FC236}">
                <a16:creationId xmlns:a16="http://schemas.microsoft.com/office/drawing/2014/main" id="{03965FFD-6404-40C6-83FA-F13C9F64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B6D6A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two-inputs-2">
            <a:extLst xmlns:a="http://schemas.openxmlformats.org/drawingml/2006/main">
              <a:ext uri="{FF2B5EF4-FFF2-40B4-BE49-F238E27FC236}">
                <a16:creationId xmlns:a16="http://schemas.microsoft.com/office/drawing/2014/main" id="{AD0E827F-8A56-4ABD-B8FC-97142E7F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979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two-inputs-3">
            <a:extLst xmlns:a="http://schemas.openxmlformats.org/drawingml/2006/main">
              <a:ext uri="{FF2B5EF4-FFF2-40B4-BE49-F238E27FC236}">
                <a16:creationId xmlns:a16="http://schemas.microsoft.com/office/drawing/2014/main" id="{E8685D30-DC2E-4AD3-839D-05F15F6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9950" y="15906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9FC5E6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two-inputs-camera">
            <a:extLst xmlns:a="http://schemas.openxmlformats.org/drawingml/2006/main">
              <a:ext uri="{FF2B5EF4-FFF2-40B4-BE49-F238E27FC236}">
                <a16:creationId xmlns:a16="http://schemas.microsoft.com/office/drawing/2014/main" id="{82D14AD1-F9DA-4F81-86BE-EB010393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190500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Camera</a:t>
            </a:r>
          </a:p>
        </p:txBody>
      </p:sp>
      <p:sp>
        <p:nvSpPr>
          <p:cNvPr id="23" name="two-inputs-state">
            <a:extLst xmlns:a="http://schemas.openxmlformats.org/drawingml/2006/main">
              <a:ext uri="{FF2B5EF4-FFF2-40B4-BE49-F238E27FC236}">
                <a16:creationId xmlns:a16="http://schemas.microsoft.com/office/drawing/2014/main" id="{807E492B-D408-492B-8A4C-3FB4678C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4200" y="1905000"/>
            <a:ext cx="257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24" name="two-inputs-tactile">
            <a:extLst xmlns:a="http://schemas.openxmlformats.org/drawingml/2006/main">
              <a:ext uri="{FF2B5EF4-FFF2-40B4-BE49-F238E27FC236}">
                <a16:creationId xmlns:a16="http://schemas.microsoft.com/office/drawing/2014/main" id="{736E3C78-FCA5-4B7A-8E1E-55B55681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900" y="19050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Tactile</a:t>
            </a:r>
          </a:p>
        </p:txBody>
      </p:sp>
      <p:sp>
        <p:nvSpPr>
          <p:cNvPr id="25" name="denoised">
            <a:extLst xmlns:a="http://schemas.openxmlformats.org/drawingml/2006/main">
              <a:ext uri="{FF2B5EF4-FFF2-40B4-BE49-F238E27FC236}">
                <a16:creationId xmlns:a16="http://schemas.microsoft.com/office/drawing/2014/main" id="{57F65877-0E82-4A2F-B6FE-894CFFF0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504825"/>
            <a:ext cx="6762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CECE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Denoised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6" name="noisy">
            <a:extLst xmlns:a="http://schemas.openxmlformats.org/drawingml/2006/main">
              <a:ext uri="{FF2B5EF4-FFF2-40B4-BE49-F238E27FC236}">
                <a16:creationId xmlns:a16="http://schemas.microsoft.com/office/drawing/2014/main" id="{A11E5237-8242-4563-82C6-F4D90167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1990725"/>
            <a:ext cx="6762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CECE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Noisy</a:t>
            </a:r>
          </a:p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27" name="denoising-upper">
            <a:extLst xmlns:a="http://schemas.openxmlformats.org/drawingml/2006/main">
              <a:ext uri="{FF2B5EF4-FFF2-40B4-BE49-F238E27FC236}">
                <a16:creationId xmlns:a16="http://schemas.microsoft.com/office/drawing/2014/main" id="{EA36FF73-2A2A-493C-B542-9D1547BC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1628775" y="838200"/>
                </a:moveTo>
                <a:lnTo>
                  <a:pt x="2305050" y="838200"/>
                </a:lnTo>
                <a:lnTo>
                  <a:pt x="2171700" y="1285875"/>
                </a:lnTo>
                <a:lnTo>
                  <a:pt x="1743075" y="1285875"/>
                </a:lnTo>
                <a:close/>
              </a:path>
            </a:pathLst>
          </a:custGeom>
          <a:solidFill xmlns:a="http://schemas.openxmlformats.org/drawingml/2006/main">
            <a:srgbClr val="9EC3E3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8" name="denoising-lower">
            <a:extLst xmlns:a="http://schemas.openxmlformats.org/drawingml/2006/main">
              <a:ext uri="{FF2B5EF4-FFF2-40B4-BE49-F238E27FC236}">
                <a16:creationId xmlns:a16="http://schemas.microsoft.com/office/drawing/2014/main" id="{8D5A382A-7F1C-4DF3-AF41-02A403BC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1743075" y="1428750"/>
                </a:moveTo>
                <a:lnTo>
                  <a:pt x="2171700" y="1428750"/>
                </a:lnTo>
                <a:lnTo>
                  <a:pt x="2305050" y="1885950"/>
                </a:lnTo>
                <a:lnTo>
                  <a:pt x="1628775" y="1885950"/>
                </a:lnTo>
                <a:close/>
              </a:path>
            </a:pathLst>
          </a:custGeom>
          <a:solidFill xmlns:a="http://schemas.openxmlformats.org/drawingml/2006/main">
            <a:srgbClr val="9EC3E3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9" name="conditioning">
            <a:extLst xmlns:a="http://schemas.openxmlformats.org/drawingml/2006/main">
              <a:ext uri="{FF2B5EF4-FFF2-40B4-BE49-F238E27FC236}">
                <a16:creationId xmlns:a16="http://schemas.microsoft.com/office/drawing/2014/main" id="{756EFE17-FD7D-49E8-B985-D0D2B9BF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619125" y="895350"/>
                </a:moveTo>
                <a:lnTo>
                  <a:pt x="619125" y="704850"/>
                </a:lnTo>
                <a:lnTo>
                  <a:pt x="1276350" y="704850"/>
                </a:lnTo>
                <a:lnTo>
                  <a:pt x="1276350" y="1371600"/>
                </a:lnTo>
                <a:lnTo>
                  <a:pt x="159067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44444"/>
            </a:solidFill>
            <a:prstDash val="solid"/>
          </a:ln>
        </p:spPr>
      </p:sp>
      <p:sp>
        <p:nvSpPr>
          <p:cNvPr id="30" name="conditioning-head">
            <a:extLst xmlns:a="http://schemas.openxmlformats.org/drawingml/2006/main">
              <a:ext uri="{FF2B5EF4-FFF2-40B4-BE49-F238E27FC236}">
                <a16:creationId xmlns:a16="http://schemas.microsoft.com/office/drawing/2014/main" id="{DB469E74-5952-4F5C-AE33-AB5DCF48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1590675" y="1371600"/>
                </a:moveTo>
                <a:lnTo>
                  <a:pt x="1552575" y="1354455"/>
                </a:lnTo>
                <a:lnTo>
                  <a:pt x="1552575" y="1388745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nditioning-label">
            <a:extLst xmlns:a="http://schemas.openxmlformats.org/drawingml/2006/main">
              <a:ext uri="{FF2B5EF4-FFF2-40B4-BE49-F238E27FC236}">
                <a16:creationId xmlns:a16="http://schemas.microsoft.com/office/drawing/2014/main" id="{87C5D100-F21D-4541-9370-1BA0EDC7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1457325"/>
            <a:ext cx="561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Conditioning</a:t>
            </a:r>
          </a:p>
        </p:txBody>
      </p:sp>
      <p:sp>
        <p:nvSpPr>
          <p:cNvPr id="32" name="denoising-loop">
            <a:extLst xmlns:a="http://schemas.openxmlformats.org/drawingml/2006/main">
              <a:ext uri="{FF2B5EF4-FFF2-40B4-BE49-F238E27FC236}">
                <a16:creationId xmlns:a16="http://schemas.microsoft.com/office/drawing/2014/main" id="{37ED68CC-043F-45C2-AA60-042A94D3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2305050" y="619125"/>
                </a:moveTo>
                <a:lnTo>
                  <a:pt x="2514600" y="619125"/>
                </a:lnTo>
                <a:lnTo>
                  <a:pt x="2514600" y="2114550"/>
                </a:lnTo>
                <a:lnTo>
                  <a:pt x="2314575" y="211455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44444"/>
            </a:solidFill>
            <a:prstDash val="solid"/>
          </a:ln>
        </p:spPr>
      </p:sp>
      <p:sp>
        <p:nvSpPr>
          <p:cNvPr id="33" name="denoising-loop-head">
            <a:extLst xmlns:a="http://schemas.openxmlformats.org/drawingml/2006/main">
              <a:ext uri="{FF2B5EF4-FFF2-40B4-BE49-F238E27FC236}">
                <a16:creationId xmlns:a16="http://schemas.microsoft.com/office/drawing/2014/main" id="{742E209C-5CE7-41C9-8615-A7F024AF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2314575" y="2114550"/>
                </a:moveTo>
                <a:lnTo>
                  <a:pt x="2352675" y="2131695"/>
                </a:lnTo>
                <a:lnTo>
                  <a:pt x="2352675" y="2097405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luster-input">
            <a:extLst xmlns:a="http://schemas.openxmlformats.org/drawingml/2006/main">
              <a:ext uri="{FF2B5EF4-FFF2-40B4-BE49-F238E27FC236}">
                <a16:creationId xmlns:a16="http://schemas.microsoft.com/office/drawing/2014/main" id="{1EE8ACB8-2B0D-451F-88AD-03C146B6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3124200" y="895350"/>
                </a:moveTo>
                <a:lnTo>
                  <a:pt x="3124200" y="704850"/>
                </a:lnTo>
                <a:lnTo>
                  <a:pt x="3781425" y="704850"/>
                </a:lnTo>
                <a:lnTo>
                  <a:pt x="3781425" y="1362075"/>
                </a:lnTo>
                <a:lnTo>
                  <a:pt x="3905250" y="13620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44444"/>
            </a:solidFill>
            <a:prstDash val="solid"/>
          </a:ln>
        </p:spPr>
      </p:sp>
      <p:sp>
        <p:nvSpPr>
          <p:cNvPr id="35" name="cluster-input-head">
            <a:extLst xmlns:a="http://schemas.openxmlformats.org/drawingml/2006/main">
              <a:ext uri="{FF2B5EF4-FFF2-40B4-BE49-F238E27FC236}">
                <a16:creationId xmlns:a16="http://schemas.microsoft.com/office/drawing/2014/main" id="{8B6637EF-D4A0-4023-970F-7607E419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3905250" y="1362075"/>
                </a:moveTo>
                <a:lnTo>
                  <a:pt x="3867150" y="1344930"/>
                </a:lnTo>
                <a:lnTo>
                  <a:pt x="3867150" y="137922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lustering">
            <a:extLst xmlns:a="http://schemas.openxmlformats.org/drawingml/2006/main">
              <a:ext uri="{FF2B5EF4-FFF2-40B4-BE49-F238E27FC236}">
                <a16:creationId xmlns:a16="http://schemas.microsoft.com/office/drawing/2014/main" id="{CF76E39C-A014-4701-B03F-38A9BC9B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33825" y="809625"/>
            <a:ext cx="238125" cy="110490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CDDFED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7" name="clustering-label">
            <a:extLst xmlns:a="http://schemas.openxmlformats.org/drawingml/2006/main">
              <a:ext uri="{FF2B5EF4-FFF2-40B4-BE49-F238E27FC236}">
                <a16:creationId xmlns:a16="http://schemas.microsoft.com/office/drawing/2014/main" id="{B123002D-C745-46F1-809B-56131FDF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43300" y="1238250"/>
            <a:ext cx="1019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Clustering</a:t>
            </a:r>
          </a:p>
        </p:txBody>
      </p:sp>
      <p:sp>
        <p:nvSpPr>
          <p:cNvPr id="38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2F96F495-360F-43A6-89BE-FE558185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1019175"/>
            <a:ext cx="276225" cy="3238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E79E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9" name="action-label-text">
            <a:extLst xmlns:a="http://schemas.openxmlformats.org/drawingml/2006/main">
              <a:ext uri="{FF2B5EF4-FFF2-40B4-BE49-F238E27FC236}">
                <a16:creationId xmlns:a16="http://schemas.microsoft.com/office/drawing/2014/main" id="{0E89C5EA-AC38-4EB8-9E36-49050DFB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1666875"/>
            <a:ext cx="62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Label</a:t>
            </a:r>
          </a:p>
        </p:txBody>
      </p:sp>
      <p:sp>
        <p:nvSpPr>
          <p:cNvPr id="40" name="cluster-out">
            <a:extLst xmlns:a="http://schemas.openxmlformats.org/drawingml/2006/main">
              <a:ext uri="{FF2B5EF4-FFF2-40B4-BE49-F238E27FC236}">
                <a16:creationId xmlns:a16="http://schemas.microsoft.com/office/drawing/2014/main" id="{58A32839-92F2-4387-9343-B06C3496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4181475" y="1181100"/>
                </a:moveTo>
                <a:lnTo>
                  <a:pt x="4457700" y="1181100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44444"/>
            </a:solidFill>
            <a:prstDash val="solid"/>
          </a:ln>
        </p:spPr>
      </p:sp>
      <p:sp>
        <p:nvSpPr>
          <p:cNvPr id="41" name="cluster-out-head">
            <a:extLst xmlns:a="http://schemas.openxmlformats.org/drawingml/2006/main">
              <a:ext uri="{FF2B5EF4-FFF2-40B4-BE49-F238E27FC236}">
                <a16:creationId xmlns:a16="http://schemas.microsoft.com/office/drawing/2014/main" id="{FBF5F53C-E61A-4CD7-AB32-49ABAB72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4457700" y="1181100"/>
                </a:moveTo>
                <a:lnTo>
                  <a:pt x="4419600" y="1163955"/>
                </a:lnTo>
                <a:lnTo>
                  <a:pt x="4419600" y="1198245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olicy-back-green">
            <a:extLst xmlns:a="http://schemas.openxmlformats.org/drawingml/2006/main">
              <a:ext uri="{FF2B5EF4-FFF2-40B4-BE49-F238E27FC236}">
                <a16:creationId xmlns:a16="http://schemas.microsoft.com/office/drawing/2014/main" id="{9E35E62E-30E4-4253-AE6C-9CBEB277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257175"/>
            <a:ext cx="914400" cy="1066800"/>
          </a:xfrm>
          <a:custGeom xmlns:a="http://schemas.openxmlformats.org/drawingml/2006/main">
            <a:pathLst>
              <a:path w="914400" h="1066800">
                <a:moveTo>
                  <a:pt x="190500" y="0"/>
                </a:moveTo>
                <a:lnTo>
                  <a:pt x="723900" y="0"/>
                </a:lnTo>
                <a:cubicBezTo>
                  <a:pt x="829110" y="0"/>
                  <a:pt x="914400" y="85290"/>
                  <a:pt x="914400" y="190500"/>
                </a:cubicBezTo>
                <a:lnTo>
                  <a:pt x="914400" y="876300"/>
                </a:lnTo>
                <a:cubicBezTo>
                  <a:pt x="914400" y="981510"/>
                  <a:pt x="829110" y="1066800"/>
                  <a:pt x="723900" y="1066800"/>
                </a:cubicBezTo>
                <a:lnTo>
                  <a:pt x="190500" y="1066800"/>
                </a:lnTo>
                <a:cubicBezTo>
                  <a:pt x="85290" y="1066800"/>
                  <a:pt x="0" y="981510"/>
                  <a:pt x="0" y="87630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B3D2A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policy-back-red">
            <a:extLst xmlns:a="http://schemas.openxmlformats.org/drawingml/2006/main">
              <a:ext uri="{FF2B5EF4-FFF2-40B4-BE49-F238E27FC236}">
                <a16:creationId xmlns:a16="http://schemas.microsoft.com/office/drawing/2014/main" id="{1C989D9D-4118-4994-A6F4-9D17CF9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42900"/>
            <a:ext cx="933450" cy="1019175"/>
          </a:xfrm>
          <a:custGeom xmlns:a="http://schemas.openxmlformats.org/drawingml/2006/main">
            <a:pathLst>
              <a:path w="933450" h="1019175">
                <a:moveTo>
                  <a:pt x="190500" y="0"/>
                </a:moveTo>
                <a:lnTo>
                  <a:pt x="742950" y="0"/>
                </a:lnTo>
                <a:cubicBezTo>
                  <a:pt x="848160" y="0"/>
                  <a:pt x="933450" y="85290"/>
                  <a:pt x="933450" y="190500"/>
                </a:cubicBezTo>
                <a:lnTo>
                  <a:pt x="933450" y="828675"/>
                </a:lnTo>
                <a:cubicBezTo>
                  <a:pt x="933450" y="933885"/>
                  <a:pt x="848160" y="1019175"/>
                  <a:pt x="742950" y="1019175"/>
                </a:cubicBezTo>
                <a:lnTo>
                  <a:pt x="190500" y="1019175"/>
                </a:lnTo>
                <a:cubicBezTo>
                  <a:pt x="85290" y="1019175"/>
                  <a:pt x="0" y="933885"/>
                  <a:pt x="0" y="82867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E99E9E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4" name="policy-front">
            <a:extLst xmlns:a="http://schemas.openxmlformats.org/drawingml/2006/main">
              <a:ext uri="{FF2B5EF4-FFF2-40B4-BE49-F238E27FC236}">
                <a16:creationId xmlns:a16="http://schemas.microsoft.com/office/drawing/2014/main" id="{F6C270CD-D45E-48BD-AF5B-C5578C0F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825" y="438150"/>
            <a:ext cx="952500" cy="1000125"/>
          </a:xfrm>
          <a:custGeom xmlns:a="http://schemas.openxmlformats.org/drawingml/2006/main">
            <a:pathLst>
              <a:path w="952500" h="1000125">
                <a:moveTo>
                  <a:pt x="190500" y="0"/>
                </a:moveTo>
                <a:lnTo>
                  <a:pt x="762000" y="0"/>
                </a:lnTo>
                <a:cubicBezTo>
                  <a:pt x="867210" y="0"/>
                  <a:pt x="952500" y="85290"/>
                  <a:pt x="952500" y="190500"/>
                </a:cubicBezTo>
                <a:lnTo>
                  <a:pt x="952500" y="809625"/>
                </a:lnTo>
                <a:cubicBezTo>
                  <a:pt x="952500" y="914835"/>
                  <a:pt x="867210" y="1000125"/>
                  <a:pt x="762000" y="1000125"/>
                </a:cubicBezTo>
                <a:lnTo>
                  <a:pt x="190500" y="1000125"/>
                </a:lnTo>
                <a:cubicBezTo>
                  <a:pt x="85290" y="1000125"/>
                  <a:pt x="0" y="914835"/>
                  <a:pt x="0" y="809625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A5C0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5" name="action-policy">
            <a:extLst xmlns:a="http://schemas.openxmlformats.org/drawingml/2006/main">
              <a:ext uri="{FF2B5EF4-FFF2-40B4-BE49-F238E27FC236}">
                <a16:creationId xmlns:a16="http://schemas.microsoft.com/office/drawing/2014/main" id="{4F7327EF-7E73-4F55-910B-283EDB8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4743450" y="1171575"/>
                </a:moveTo>
                <a:lnTo>
                  <a:pt x="5819775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44444"/>
            </a:solidFill>
            <a:prstDash val="solid"/>
          </a:ln>
        </p:spPr>
      </p:sp>
      <p:sp>
        <p:nvSpPr>
          <p:cNvPr id="46" name="action-policy-head">
            <a:extLst xmlns:a="http://schemas.openxmlformats.org/drawingml/2006/main">
              <a:ext uri="{FF2B5EF4-FFF2-40B4-BE49-F238E27FC236}">
                <a16:creationId xmlns:a16="http://schemas.microsoft.com/office/drawing/2014/main" id="{9E1AE343-CF19-403A-AE76-C3D27E5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5819775" y="1171575"/>
                </a:moveTo>
                <a:lnTo>
                  <a:pt x="5781675" y="1154430"/>
                </a:lnTo>
                <a:lnTo>
                  <a:pt x="5781675" y="118872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filter">
            <a:extLst xmlns:a="http://schemas.openxmlformats.org/drawingml/2006/main">
              <a:ext uri="{FF2B5EF4-FFF2-40B4-BE49-F238E27FC236}">
                <a16:creationId xmlns:a16="http://schemas.microsoft.com/office/drawing/2014/main" id="{902A42C7-AC17-4994-AAE0-11B1DD38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1524000"/>
            <a:ext cx="942975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CDE1F1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Modality Filter</a:t>
            </a:r>
          </a:p>
        </p:txBody>
      </p:sp>
      <p:sp>
        <p:nvSpPr>
          <p:cNvPr id="48" name="action-filter">
            <a:extLst xmlns:a="http://schemas.openxmlformats.org/drawingml/2006/main">
              <a:ext uri="{FF2B5EF4-FFF2-40B4-BE49-F238E27FC236}">
                <a16:creationId xmlns:a16="http://schemas.microsoft.com/office/drawing/2014/main" id="{57AC7F0B-8557-4365-A34B-2C2EDFCC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5381625" y="1181100"/>
                </a:moveTo>
                <a:lnTo>
                  <a:pt x="5381625" y="1666875"/>
                </a:lnTo>
                <a:lnTo>
                  <a:pt x="5895975" y="16668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44444"/>
            </a:solidFill>
            <a:prstDash val="solid"/>
          </a:ln>
        </p:spPr>
      </p:sp>
      <p:sp>
        <p:nvSpPr>
          <p:cNvPr id="49" name="action-filter-head">
            <a:extLst xmlns:a="http://schemas.openxmlformats.org/drawingml/2006/main">
              <a:ext uri="{FF2B5EF4-FFF2-40B4-BE49-F238E27FC236}">
                <a16:creationId xmlns:a16="http://schemas.microsoft.com/office/drawing/2014/main" id="{DD6F559A-9F02-4A83-BB87-36F9D69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5895975" y="1666875"/>
                </a:moveTo>
                <a:lnTo>
                  <a:pt x="5857875" y="1649730"/>
                </a:lnTo>
                <a:lnTo>
                  <a:pt x="5857875" y="168402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olicy-input-0">
            <a:extLst xmlns:a="http://schemas.openxmlformats.org/drawingml/2006/main">
              <a:ext uri="{FF2B5EF4-FFF2-40B4-BE49-F238E27FC236}">
                <a16:creationId xmlns:a16="http://schemas.microsoft.com/office/drawing/2014/main" id="{12438EA3-3C62-4D6B-90E6-70223129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18573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B6D6A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policy-input-1">
            <a:extLst xmlns:a="http://schemas.openxmlformats.org/drawingml/2006/main">
              <a:ext uri="{FF2B5EF4-FFF2-40B4-BE49-F238E27FC236}">
                <a16:creationId xmlns:a16="http://schemas.microsoft.com/office/drawing/2014/main" id="{DD192FF8-9148-419E-94BA-663450DD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34100" y="18573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B6D6A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2" name="policy-input-2">
            <a:extLst xmlns:a="http://schemas.openxmlformats.org/drawingml/2006/main">
              <a:ext uri="{FF2B5EF4-FFF2-40B4-BE49-F238E27FC236}">
                <a16:creationId xmlns:a16="http://schemas.microsoft.com/office/drawing/2014/main" id="{84989E97-15F7-4A54-912A-CF6F1D10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8573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89797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3" name="policy-input-3">
            <a:extLst xmlns:a="http://schemas.openxmlformats.org/drawingml/2006/main">
              <a:ext uri="{FF2B5EF4-FFF2-40B4-BE49-F238E27FC236}">
                <a16:creationId xmlns:a16="http://schemas.microsoft.com/office/drawing/2014/main" id="{70B9149F-3215-4F65-835F-2AB00CC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1857375"/>
            <a:ext cx="238125" cy="25717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9FC5E6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4" name="policy-input-camera">
            <a:extLst xmlns:a="http://schemas.openxmlformats.org/drawingml/2006/main">
              <a:ext uri="{FF2B5EF4-FFF2-40B4-BE49-F238E27FC236}">
                <a16:creationId xmlns:a16="http://schemas.microsoft.com/office/drawing/2014/main" id="{5D48DAB9-E893-4F33-97FC-2F15D7E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171700"/>
            <a:ext cx="514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Camera</a:t>
            </a:r>
          </a:p>
        </p:txBody>
      </p:sp>
      <p:sp>
        <p:nvSpPr>
          <p:cNvPr id="55" name="policy-input-state">
            <a:extLst xmlns:a="http://schemas.openxmlformats.org/drawingml/2006/main">
              <a:ext uri="{FF2B5EF4-FFF2-40B4-BE49-F238E27FC236}">
                <a16:creationId xmlns:a16="http://schemas.microsoft.com/office/drawing/2014/main" id="{81187888-9542-4500-A817-58514127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0" y="2171700"/>
            <a:ext cx="2571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56" name="policy-input-tactile">
            <a:extLst xmlns:a="http://schemas.openxmlformats.org/drawingml/2006/main">
              <a:ext uri="{FF2B5EF4-FFF2-40B4-BE49-F238E27FC236}">
                <a16:creationId xmlns:a16="http://schemas.microsoft.com/office/drawing/2014/main" id="{DFFD9168-F802-4BA3-BA4F-2A7364F0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171700"/>
            <a:ext cx="266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6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Tactile</a:t>
            </a:r>
          </a:p>
        </p:txBody>
      </p:sp>
      <p:sp>
        <p:nvSpPr>
          <p:cNvPr id="57" name="actions">
            <a:extLst xmlns:a="http://schemas.openxmlformats.org/drawingml/2006/main">
              <a:ext uri="{FF2B5EF4-FFF2-40B4-BE49-F238E27FC236}">
                <a16:creationId xmlns:a16="http://schemas.microsoft.com/office/drawing/2014/main" id="{5890D54D-3D45-44DF-8A8C-339D701D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914400"/>
            <a:ext cx="276225" cy="29527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E79E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actions-label">
            <a:extLst xmlns:a="http://schemas.openxmlformats.org/drawingml/2006/main">
              <a:ext uri="{FF2B5EF4-FFF2-40B4-BE49-F238E27FC236}">
                <a16:creationId xmlns:a16="http://schemas.microsoft.com/office/drawing/2014/main" id="{832ED921-076D-44F8-947D-33E5D2B7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1266825"/>
            <a:ext cx="361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7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59" name="policy-actions">
            <a:extLst xmlns:a="http://schemas.openxmlformats.org/drawingml/2006/main">
              <a:ext uri="{FF2B5EF4-FFF2-40B4-BE49-F238E27FC236}">
                <a16:creationId xmlns:a16="http://schemas.microsoft.com/office/drawing/2014/main" id="{0129D372-CD73-4848-B41D-1739416D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6981825" y="1057275"/>
                </a:moveTo>
                <a:lnTo>
                  <a:pt x="7191375" y="1057275"/>
                </a:lnTo>
              </a:path>
            </a:pathLst>
          </a:custGeom>
          <a:noFill xmlns:a="http://schemas.openxmlformats.org/drawingml/2006/main"/>
          <a:ln xmlns:a="http://schemas.openxmlformats.org/drawingml/2006/main" w="8573">
            <a:solidFill>
              <a:srgbClr val="444444"/>
            </a:solidFill>
            <a:prstDash val="solid"/>
          </a:ln>
        </p:spPr>
      </p:sp>
      <p:sp>
        <p:nvSpPr>
          <p:cNvPr id="60" name="policy-actions-head">
            <a:extLst xmlns:a="http://schemas.openxmlformats.org/drawingml/2006/main">
              <a:ext uri="{FF2B5EF4-FFF2-40B4-BE49-F238E27FC236}">
                <a16:creationId xmlns:a16="http://schemas.microsoft.com/office/drawing/2014/main" id="{A566254A-7FD4-4753-84AA-DEC3B29C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581900" cy="2400300"/>
          </a:xfrm>
          <a:custGeom xmlns:a="http://schemas.openxmlformats.org/drawingml/2006/main">
            <a:pathLst>
              <a:path w="7581900" h="2400300">
                <a:moveTo>
                  <a:pt x="7191375" y="1057275"/>
                </a:moveTo>
                <a:lnTo>
                  <a:pt x="7153275" y="1040130"/>
                </a:lnTo>
                <a:lnTo>
                  <a:pt x="7153275" y="107442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rimitive-policy-label">
            <a:extLst xmlns:a="http://schemas.openxmlformats.org/drawingml/2006/main">
              <a:ext uri="{FF2B5EF4-FFF2-40B4-BE49-F238E27FC236}">
                <a16:creationId xmlns:a16="http://schemas.microsoft.com/office/drawing/2014/main" id="{8436B2F8-4D81-4027-BA7E-704DC85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752475"/>
            <a:ext cx="85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Primitive</a:t>
            </a:r>
          </a:p>
          <a:p xmlns:a="http://schemas.openxmlformats.org/drawingml/2006/main">
            <a:pPr algn="ctr">
              <a:defRPr sz="9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 Policy</a:t>
            </a:r>
          </a:p>
        </p:txBody>
      </p:sp>
    </p:spTree>
    <p:extLst>
      <p:ext uri="{BB962C8B-B14F-4D97-AF65-F5344CB8AC3E}">
        <p14:creationId xmlns:p14="http://schemas.microsoft.com/office/powerpoint/2010/main" val="1717739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2026-10-09T21:34:04.2220000Z</dcterms:created>
  <dcterms:modified xsi:type="dcterms:W3CDTF">2026-10-09T21:34:04.2220000Z</dcterms:modified>
</coreProperties>
</file>