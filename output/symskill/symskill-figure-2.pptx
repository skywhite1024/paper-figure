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3cdd69b1c74e8e" /><Relationship Type="http://schemas.openxmlformats.org/officeDocument/2006/relationships/extended-properties" Target="/docProps/app.xml" Id="R0514332989de4500" /><Relationship Type="http://schemas.openxmlformats.org/officeDocument/2006/relationships/officeDocument" Target="/ppt/presentation.xml" Id="R899b1713778e48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f628d786884ce8"/>
  </p:sldMasterIdLst>
  <p:notesMasterIdLst>
    <p:notesMasterId xmlns:r="http://schemas.openxmlformats.org/officeDocument/2006/relationships" r:id="R0082c466ed7b47f3"/>
  </p:notesMasterIdLst>
  <p:sldIdLst>
    <p:sldId xmlns:r="http://schemas.openxmlformats.org/officeDocument/2006/relationships" id="256" r:id="R5ebb1733ab7640ab"/>
  </p:sldIdLst>
  <p:sldSz cx="14516100" cy="5257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64e3abbbf444b2" /><Relationship Type="http://schemas.openxmlformats.org/officeDocument/2006/relationships/slideMaster" Target="/ppt/slideMasters/slideMaster1.xml" Id="R73f628d786884ce8" /><Relationship Type="http://schemas.openxmlformats.org/officeDocument/2006/relationships/notesMaster" Target="/ppt/notesMasters/notesMaster1.xml" Id="R0082c466ed7b47f3" /><Relationship Type="http://schemas.openxmlformats.org/officeDocument/2006/relationships/presProps" Target="/ppt/presProps.xml" Id="Rb96d8f54917f4c56" /><Relationship Type="http://schemas.openxmlformats.org/officeDocument/2006/relationships/tableStyles" Target="/ppt/tableStyles.xml" Id="R691f88c2bbd444e0" /><Relationship Type="http://schemas.openxmlformats.org/officeDocument/2006/relationships/slide" Target="/ppt/slides/slide1.xml" Id="R5ebb1733ab7640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8049cd94674f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cf1b44d6d24d55" /><Relationship Type="http://schemas.openxmlformats.org/officeDocument/2006/relationships/notesMaster" Target="/ppt/notesMasters/notesMaster1.xml" Id="R922439c357824e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"SymSkill: Symbol and Skill Co-Invention for Data-Efficient and Reactive Long-Horizon Manipulation",</a:t>
            </a:r>
          </a:p>
          <a:p xmlns:a="http://schemas.openxmlformats.org/drawingml/2006/main">
            <a:r>
              <a:t>  "paper_url": "https://arxiv.org/abs/2510.01661v3",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"http://arxiv.org/licenses/nonexclusive-distrib/1.0/",</a:t>
            </a:r>
          </a:p>
          <a:p xmlns:a="http://schemas.openxmlformats.org/drawingml/2006/main">
            <a:r>
              <a:t>  "notes": "Source-native SymSkill geometry and typeable ordinary labels with separately isolated source photos/icons/plots. Three mathematical raster labels become editable glyph contours; Gemini logo remains original raster branding.",</a:t>
            </a:r>
          </a:p>
          <a:p xmlns:a="http://schemas.openxmlformats.org/drawingml/2006/main">
            <a:r>
              <a:t>  "page": 2,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"29492416ae5fba07b1bf04b89c04234ac675132fe5374bbc34f510ac41638997",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52,</a:t>
            </a:r>
          </a:p>
          <a:p xmlns:a="http://schemas.openxmlformats.org/drawingml/2006/main">
            <a:r>
              <a:t>    49,</a:t>
            </a:r>
          </a:p>
          <a:p xmlns:a="http://schemas.openxmlformats.org/drawingml/2006/main">
            <a:r>
              <a:t>    560,</a:t>
            </a:r>
          </a:p>
          <a:p xmlns:a="http://schemas.openxmlformats.org/drawingml/2006/main">
            <a:r>
              <a:t>    233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"Source inspected; generated preview and independent editor QA pending.",</a:t>
            </a:r>
          </a:p>
          <a:p xmlns:a="http://schemas.openxmlformats.org/drawingml/2006/main">
            <a:r>
              <a:t>  "font_substitutions": "Source Helvetica/accessibility labels use width-fitted Arial; visible Replanning heading restored with its source bold appearance.",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"90 source clipping groups intersect crop; extracted paths require explicit clipping review",</a:t>
            </a:r>
          </a:p>
          <a:p xmlns:a="http://schemas.openxmlformats.org/drawingml/2006/main">
            <a:r>
              <a:t>    "unhandled image/shading at seq 136: [15.714431762695312, -68.68087768554688, 428.7880859375, 177.11077880859375]; requires reviewed raster region",</a:t>
            </a:r>
          </a:p>
          <a:p xmlns:a="http://schemas.openxmlformats.org/drawingml/2006/main">
            <a:r>
              <a:t>    "unhandled image/shading at seq 496: [84.98480224609375, 41.700172424316406, 153.94442749023438, 110.65980529785156]; requires reviewed raster region",</a:t>
            </a:r>
          </a:p>
          <a:p xmlns:a="http://schemas.openxmlformats.org/drawingml/2006/main">
            <a:r>
              <a:t>    "unhandled image/shading at seq 517: [37.27180099487305, 107.12486267089844, 154.010009765625, 170.75360107421875]; requires reviewed raster region",</a:t>
            </a:r>
          </a:p>
          <a:p xmlns:a="http://schemas.openxmlformats.org/drawingml/2006/main">
            <a:r>
              <a:t>    "unhandled image/shading at seq 556: [210.76272583007812, 110.15522003173828, 232.3343505859375, 118.13732147216797]; requires reviewed raster region",</a:t>
            </a:r>
          </a:p>
          <a:p xmlns:a="http://schemas.openxmlformats.org/drawingml/2006/main">
            <a:r>
              <a:t>    "unhandled image/shading at seq 557: [215.5234832763672, 118.21428680419922, 227.92138671875, 124.81377410888672]; requires reviewed raster region",</a:t>
            </a:r>
          </a:p>
          <a:p xmlns:a="http://schemas.openxmlformats.org/drawingml/2006/main">
            <a:r>
              <a:t>    "unhandled image/shading at seq 558: [205.40335083007812, 54.30047607421875, 310.62451171875, 133.209228515625]; requires reviewed raster region",</a:t>
            </a:r>
          </a:p>
          <a:p xmlns:a="http://schemas.openxmlformats.org/drawingml/2006/main">
            <a:r>
              <a:t>    "unhandled image/shading at seq 561: [266.35235595703125, 97.03321838378906, 284.3634033203125, 104.3739013671875]; requires reviewed raster region",</a:t>
            </a:r>
          </a:p>
          <a:p xmlns:a="http://schemas.openxmlformats.org/drawingml/2006/main">
            <a:r>
              <a:t>    "unhandled image/shading at seq 562: [317.1895446777344, 70.12213897705078, 414.65667724609375, 143.21536254882812]; requires reviewed raster region",</a:t>
            </a:r>
          </a:p>
          <a:p xmlns:a="http://schemas.openxmlformats.org/drawingml/2006/main">
            <a:r>
              <a:t>    "unhandled image/shading at seq 565: [333.0314025878906, 97.68888854980469, 353.00946044921875, 105.02386474609375]; requires reviewed raster region",</a:t>
            </a:r>
          </a:p>
          <a:p xmlns:a="http://schemas.openxmlformats.org/drawingml/2006/main">
            <a:r>
              <a:t>    "unhandled image/shading at seq 611: [476.00787353515625, 62.197059631347656, 563.4403686523438, 135.06222534179688];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40,</a:t>
            </a:r>
          </a:p>
          <a:p xmlns:a="http://schemas.openxmlformats.org/drawingml/2006/main">
            <a:r>
              <a:t>  "text_editability": "Ordinary source labels, including cabinet type and lid type callouts, are typeable text. Three raster math labels are point-editable native contours, not live equations. Source plot and remaining photo-internal annotations remain raster.",</a:t>
            </a:r>
          </a:p>
          <a:p xmlns:a="http://schemas.openxmlformats.org/drawingml/2006/main">
            <a:r>
              <a:t>  "dash_fidelity": "Source custom dashed boundaries expanded into native solid segments with &lt;=0.4 scene-pixel chord sampling.",</a:t>
            </a:r>
          </a:p>
          <a:p xmlns:a="http://schemas.openxmlformats.org/drawingml/2006/main">
            <a:r>
              <a:t>  "extraction_warnings_reviewed": [</a:t>
            </a:r>
          </a:p>
          <a:p xmlns:a="http://schemas.openxmlformats.org/drawingml/2006/main">
            <a:r>
              <a:t>    "Ten source image instances reviewed. Three formula rasters traced to native glyph paths; seven images isolated with exact source transforms, masks and clips, then transparent extents trimmed. The segmentation chart is absent from get_text image blocks but recovered from source image_info and source SVG. Two plots retain source internal data pixels, without invented native plot data."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c9b9e9750e42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b090f3cb9847f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962c90afe64ed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10556830ce47b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c35072fe644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def24630e64c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8E5182-1E61-4DE4-A92D-A201B5B510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51610" y="1986280"/>
            <a:ext cx="11612880" cy="759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1DC1B42-1CA4-43E9-880D-FE77A6F46F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77415" y="2891790"/>
            <a:ext cx="1016127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6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4D2C10F-5826-40FB-8B8D-D0588CF1E4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51610" y="2190750"/>
            <a:ext cx="1161288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2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A92FAD-17C3-4FAB-9F6D-E890DB05F2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6531" y="408940"/>
            <a:ext cx="12883039" cy="642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417A007-47EB-4CC8-B403-5FCB9F2424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6531" y="1460500"/>
            <a:ext cx="12883039" cy="327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526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1pPr>
            <a:lvl2pPr marL="40894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2pPr>
            <a:lvl3pPr marL="64262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3pPr>
            <a:lvl4pPr marL="87630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4pPr>
            <a:lvl5pPr marL="110998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5pPr>
            <a:lvl6pPr marL="134366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6pPr>
            <a:lvl7pPr marL="157734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7pPr>
            <a:lvl8pPr marL="181102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8pPr>
            <a:lvl9pPr marL="204470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FA2CA43-EDA8-415E-B5C9-811742387F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6531" y="408940"/>
            <a:ext cx="12883039" cy="642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6F14BA-9F3D-43AD-B3F0-A9B2D02C1E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6531" y="1460500"/>
            <a:ext cx="5987891" cy="327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526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1pPr>
            <a:lvl2pPr marL="40894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2pPr>
            <a:lvl3pPr marL="64262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3pPr>
            <a:lvl4pPr marL="87630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4pPr>
            <a:lvl5pPr marL="110998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5pPr>
            <a:lvl6pPr marL="134366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6pPr>
            <a:lvl7pPr marL="157734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7pPr>
            <a:lvl8pPr marL="181102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8pPr>
            <a:lvl9pPr marL="204470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A21D8B3-FD14-45E2-8CB9-F7DE0683CE9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711678" y="1460500"/>
            <a:ext cx="5987891" cy="327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526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1pPr>
            <a:lvl2pPr marL="40894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2pPr>
            <a:lvl3pPr marL="64262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3pPr>
            <a:lvl4pPr marL="87630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4pPr>
            <a:lvl5pPr marL="110998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5pPr>
            <a:lvl6pPr marL="134366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6pPr>
            <a:lvl7pPr marL="157734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7pPr>
            <a:lvl8pPr marL="181102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8pPr>
            <a:lvl9pPr marL="204470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02BFB9-34A1-47FD-92EA-8130A0FF0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6531" y="408940"/>
            <a:ext cx="12883039" cy="642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4A1088-819A-4BCC-8245-D28EC7AD3A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6531" y="1460500"/>
            <a:ext cx="5987891" cy="327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526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1pPr>
            <a:lvl2pPr marL="40894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2pPr>
            <a:lvl3pPr marL="64262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3pPr>
            <a:lvl4pPr marL="87630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4pPr>
            <a:lvl5pPr marL="110998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5pPr>
            <a:lvl6pPr marL="134366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6pPr>
            <a:lvl7pPr marL="157734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7pPr>
            <a:lvl8pPr marL="181102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8pPr>
            <a:lvl9pPr marL="2044700" indent="-175260">
              <a:lnSpc>
                <a:spcPct val="110000"/>
              </a:lnSpc>
              <a:spcBef>
                <a:spcPts val="0"/>
              </a:spcBef>
              <a:spcAft>
                <a:spcPts val="92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550b89789543bc" /><Relationship Type="http://schemas.openxmlformats.org/officeDocument/2006/relationships/slideLayout" Target="/ppt/slideLayouts/slideLayout1.xml" Id="Rfeb576f231864b4a" /><Relationship Type="http://schemas.openxmlformats.org/officeDocument/2006/relationships/slideLayout" Target="/ppt/slideLayouts/slideLayout2.xml" Id="Rd001dd1976a34864" /><Relationship Type="http://schemas.openxmlformats.org/officeDocument/2006/relationships/slideLayout" Target="/ppt/slideLayouts/slideLayout3.xml" Id="R29462e70169541c7" /><Relationship Type="http://schemas.openxmlformats.org/officeDocument/2006/relationships/slideLayout" Target="/ppt/slideLayouts/slideLayout4.xml" Id="R3242b31bea6d4b00" /><Relationship Type="http://schemas.openxmlformats.org/officeDocument/2006/relationships/slideLayout" Target="/ppt/slideLayouts/slideLayout5.xml" Id="Re4c57b35368941b5" /><Relationship Type="http://schemas.openxmlformats.org/officeDocument/2006/relationships/slideLayout" Target="/ppt/slideLayouts/slideLayout6.xml" Id="R07044dbcd1a74b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b576f231864b4a"/>
    <p:sldLayoutId xmlns:r="http://schemas.openxmlformats.org/officeDocument/2006/relationships" id="2147483650" r:id="Rd001dd1976a34864"/>
    <p:sldLayoutId xmlns:r="http://schemas.openxmlformats.org/officeDocument/2006/relationships" id="2147483651" r:id="R29462e70169541c7"/>
    <p:sldLayoutId xmlns:r="http://schemas.openxmlformats.org/officeDocument/2006/relationships" id="2147483652" r:id="R3242b31bea6d4b00"/>
    <p:sldLayoutId xmlns:r="http://schemas.openxmlformats.org/officeDocument/2006/relationships" id="2147483653" r:id="Re4c57b35368941b5"/>
    <p:sldLayoutId xmlns:r="http://schemas.openxmlformats.org/officeDocument/2006/relationships" id="2147483654" r:id="R07044dbcd1a74b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5f75833eb74710" /><Relationship Type="http://schemas.openxmlformats.org/officeDocument/2006/relationships/image" Target="/ppt/media/image.png" Id="Rd1d8ba65ad4b4a7f" /><Relationship Type="http://schemas.openxmlformats.org/officeDocument/2006/relationships/image" Target="/ppt/media/image2.png" Id="R94df39c891cd4ddc" /><Relationship Type="http://schemas.openxmlformats.org/officeDocument/2006/relationships/image" Target="/ppt/media/image3.png" Id="R9ed23d1ee64a48b3" /><Relationship Type="http://schemas.openxmlformats.org/officeDocument/2006/relationships/image" Target="/ppt/media/image4.png" Id="R98b2ebd7c5cd49ed" /><Relationship Type="http://schemas.openxmlformats.org/officeDocument/2006/relationships/image" Target="/ppt/media/image5.png" Id="R30d9679c59e14ca0" /><Relationship Type="http://schemas.openxmlformats.org/officeDocument/2006/relationships/image" Target="/ppt/media/image6.png" Id="Rae46847990e04572" /><Relationship Type="http://schemas.openxmlformats.org/officeDocument/2006/relationships/image" Target="/ppt/media/image7.png" Id="Rc85bc3b8879f435a" /><Relationship Type="http://schemas.openxmlformats.org/officeDocument/2006/relationships/notesSlide" Target="/ppt/notesSlides/notesSlide1.xml" Id="Rc7eb863fcf8041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1" name="pdf-path-0">
            <a:extLst xmlns:a="http://schemas.openxmlformats.org/drawingml/2006/main">
              <a:ext uri="{FF2B5EF4-FFF2-40B4-BE49-F238E27FC236}">
                <a16:creationId xmlns:a16="http://schemas.microsoft.com/office/drawing/2014/main" id="{3A901F3E-135D-408D-8ED8-C9D53B6C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" y="30900"/>
            <a:ext cx="14402159" cy="5140137"/>
          </a:xfrm>
          <a:custGeom xmlns:a="http://schemas.openxmlformats.org/drawingml/2006/main">
            <a:pathLst>
              <a:path w="14402159" h="5140137">
                <a:moveTo>
                  <a:pt x="0" y="0"/>
                </a:moveTo>
                <a:lnTo>
                  <a:pt x="14402159" y="0"/>
                </a:lnTo>
                <a:lnTo>
                  <a:pt x="14402159" y="5140137"/>
                </a:lnTo>
                <a:lnTo>
                  <a:pt x="0" y="514013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1">
            <a:extLst xmlns:a="http://schemas.openxmlformats.org/drawingml/2006/main">
              <a:ext uri="{FF2B5EF4-FFF2-40B4-BE49-F238E27FC236}">
                <a16:creationId xmlns:a16="http://schemas.microsoft.com/office/drawing/2014/main" id="{20954051-184F-4653-91D8-E8F5A12C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2570" y="2702794"/>
            <a:ext cx="9628593" cy="2211644"/>
          </a:xfrm>
          <a:custGeom xmlns:a="http://schemas.openxmlformats.org/drawingml/2006/main">
            <a:pathLst>
              <a:path w="9628593" h="2211644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9579716" y="0"/>
                </a:lnTo>
                <a:cubicBezTo>
                  <a:pt x="9628593" y="0"/>
                  <a:pt x="9628593" y="48876"/>
                  <a:pt x="9628593" y="48876"/>
                </a:cubicBezTo>
                <a:lnTo>
                  <a:pt x="9628593" y="2162768"/>
                </a:lnTo>
                <a:cubicBezTo>
                  <a:pt x="9628593" y="2211644"/>
                  <a:pt x="9579716" y="2211644"/>
                  <a:pt x="9579716" y="2211644"/>
                </a:cubicBezTo>
                <a:lnTo>
                  <a:pt x="48876" y="2211644"/>
                </a:lnTo>
                <a:cubicBezTo>
                  <a:pt x="0" y="2211644"/>
                  <a:pt x="0" y="2162768"/>
                  <a:pt x="0" y="2162768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FFF3D9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3" name="pdf-path-3">
            <a:extLst xmlns:a="http://schemas.openxmlformats.org/drawingml/2006/main">
              <a:ext uri="{FF2B5EF4-FFF2-40B4-BE49-F238E27FC236}">
                <a16:creationId xmlns:a16="http://schemas.microsoft.com/office/drawing/2014/main" id="{61A2788F-689B-4BDB-A15C-3D70C499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6137" y="2894144"/>
            <a:ext cx="2233638" cy="1849961"/>
          </a:xfrm>
          <a:custGeom xmlns:a="http://schemas.openxmlformats.org/drawingml/2006/main">
            <a:pathLst>
              <a:path w="2233638" h="1849961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2184762" y="0"/>
                </a:lnTo>
                <a:cubicBezTo>
                  <a:pt x="2233638" y="0"/>
                  <a:pt x="2233638" y="48876"/>
                  <a:pt x="2233638" y="48876"/>
                </a:cubicBezTo>
                <a:lnTo>
                  <a:pt x="2233638" y="1849961"/>
                </a:lnTo>
                <a:cubicBezTo>
                  <a:pt x="1860550" y="1541227"/>
                  <a:pt x="1628389" y="1541227"/>
                  <a:pt x="1487463" y="1541227"/>
                </a:cubicBezTo>
                <a:cubicBezTo>
                  <a:pt x="1264261" y="1541227"/>
                  <a:pt x="966933" y="1849961"/>
                  <a:pt x="743731" y="1849961"/>
                </a:cubicBezTo>
                <a:cubicBezTo>
                  <a:pt x="605249" y="1849961"/>
                  <a:pt x="370644" y="1849961"/>
                  <a:pt x="0" y="1541227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4" name="pdf-path-5">
            <a:extLst xmlns:a="http://schemas.openxmlformats.org/drawingml/2006/main">
              <a:ext uri="{FF2B5EF4-FFF2-40B4-BE49-F238E27FC236}">
                <a16:creationId xmlns:a16="http://schemas.microsoft.com/office/drawing/2014/main" id="{3C9D0747-2AA0-4CA0-B73A-5E507E68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0292" y="3012342"/>
            <a:ext cx="1710663" cy="281852"/>
          </a:xfrm>
          <a:custGeom xmlns:a="http://schemas.openxmlformats.org/drawingml/2006/main">
            <a:pathLst>
              <a:path w="1710663" h="281852">
                <a:moveTo>
                  <a:pt x="1569737" y="0"/>
                </a:moveTo>
                <a:cubicBezTo>
                  <a:pt x="1647939" y="0"/>
                  <a:pt x="1710663" y="62725"/>
                  <a:pt x="1710663" y="140926"/>
                </a:cubicBezTo>
                <a:cubicBezTo>
                  <a:pt x="1710663" y="218313"/>
                  <a:pt x="1647939" y="281852"/>
                  <a:pt x="1569737" y="281852"/>
                </a:cubicBezTo>
                <a:lnTo>
                  <a:pt x="140926" y="281852"/>
                </a:lnTo>
                <a:cubicBezTo>
                  <a:pt x="62725" y="281852"/>
                  <a:pt x="0" y="218313"/>
                  <a:pt x="0" y="140926"/>
                </a:cubicBezTo>
                <a:cubicBezTo>
                  <a:pt x="0" y="62725"/>
                  <a:pt x="62725" y="0"/>
                  <a:pt x="140926" y="0"/>
                </a:cubicBezTo>
                <a:lnTo>
                  <a:pt x="1569737" y="0"/>
                </a:lnTo>
              </a:path>
            </a:pathLst>
          </a:custGeom>
          <a:solidFill xmlns:a="http://schemas.openxmlformats.org/drawingml/2006/main">
            <a:srgbClr val="FE7070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5" name="symskill-live-label-0-0">
            <a:extLst xmlns:a="http://schemas.openxmlformats.org/drawingml/2006/main">
              <a:ext uri="{FF2B5EF4-FFF2-40B4-BE49-F238E27FC236}">
                <a16:creationId xmlns:a16="http://schemas.microsoft.com/office/drawing/2014/main" id="{426BE5A4-534E-4DC5-BB6C-CA23F266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0964" y="3083224"/>
            <a:ext cx="1181236" cy="126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Operator 0: Pick Lid</a:t>
            </a:r>
          </a:p>
        </p:txBody>
      </p:sp>
      <p:sp>
        <p:nvSpPr>
          <p:cNvPr id="6" name="pdf-path-24">
            <a:extLst xmlns:a="http://schemas.openxmlformats.org/drawingml/2006/main">
              <a:ext uri="{FF2B5EF4-FFF2-40B4-BE49-F238E27FC236}">
                <a16:creationId xmlns:a16="http://schemas.microsoft.com/office/drawing/2014/main" id="{FB6430E3-E70F-48E2-A6C7-63184E0F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5040" y="3406610"/>
            <a:ext cx="1826337" cy="281852"/>
          </a:xfrm>
          <a:custGeom xmlns:a="http://schemas.openxmlformats.org/drawingml/2006/main">
            <a:pathLst>
              <a:path w="1826337" h="281852">
                <a:moveTo>
                  <a:pt x="1685410" y="0"/>
                </a:moveTo>
                <a:cubicBezTo>
                  <a:pt x="1763613" y="0"/>
                  <a:pt x="1826337" y="62725"/>
                  <a:pt x="1826337" y="140926"/>
                </a:cubicBezTo>
                <a:cubicBezTo>
                  <a:pt x="1826337" y="218313"/>
                  <a:pt x="1763613" y="281852"/>
                  <a:pt x="1685410" y="281852"/>
                </a:cubicBezTo>
                <a:lnTo>
                  <a:pt x="140926" y="281852"/>
                </a:lnTo>
                <a:cubicBezTo>
                  <a:pt x="62725" y="281852"/>
                  <a:pt x="0" y="218313"/>
                  <a:pt x="0" y="140926"/>
                </a:cubicBezTo>
                <a:cubicBezTo>
                  <a:pt x="0" y="62725"/>
                  <a:pt x="62725" y="0"/>
                  <a:pt x="140926" y="0"/>
                </a:cubicBezTo>
                <a:lnTo>
                  <a:pt x="1685410" y="0"/>
                </a:lnTo>
              </a:path>
            </a:pathLst>
          </a:custGeom>
          <a:solidFill xmlns:a="http://schemas.openxmlformats.org/drawingml/2006/main">
            <a:srgbClr val="CFE4FF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7" name="symskill-live-label-1-0">
            <a:extLst xmlns:a="http://schemas.openxmlformats.org/drawingml/2006/main">
              <a:ext uri="{FF2B5EF4-FFF2-40B4-BE49-F238E27FC236}">
                <a16:creationId xmlns:a16="http://schemas.microsoft.com/office/drawing/2014/main" id="{FDCACAB5-DEF9-4DC7-99FF-0E40D4E5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8071" y="3477491"/>
            <a:ext cx="1219207" cy="126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Pick Lid SE(3) Policy</a:t>
            </a:r>
          </a:p>
        </p:txBody>
      </p:sp>
      <p:sp>
        <p:nvSpPr>
          <p:cNvPr id="8" name="pdf-path-44">
            <a:extLst xmlns:a="http://schemas.openxmlformats.org/drawingml/2006/main">
              <a:ext uri="{FF2B5EF4-FFF2-40B4-BE49-F238E27FC236}">
                <a16:creationId xmlns:a16="http://schemas.microsoft.com/office/drawing/2014/main" id="{B261D916-612E-4FDC-98C2-F1468FEB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7931" y="3768293"/>
            <a:ext cx="1213757" cy="679296"/>
          </a:xfrm>
          <a:custGeom xmlns:a="http://schemas.openxmlformats.org/drawingml/2006/main">
            <a:pathLst>
              <a:path w="1213757" h="679296">
                <a:moveTo>
                  <a:pt x="564519" y="23624"/>
                </a:moveTo>
                <a:cubicBezTo>
                  <a:pt x="607041" y="0"/>
                  <a:pt x="649727" y="23860"/>
                  <a:pt x="649727" y="23860"/>
                </a:cubicBezTo>
                <a:lnTo>
                  <a:pt x="1171398" y="316066"/>
                </a:lnTo>
                <a:cubicBezTo>
                  <a:pt x="1213757" y="339608"/>
                  <a:pt x="1171398" y="363475"/>
                  <a:pt x="1171398" y="363475"/>
                </a:cubicBezTo>
                <a:lnTo>
                  <a:pt x="650052" y="655754"/>
                </a:lnTo>
                <a:cubicBezTo>
                  <a:pt x="607041" y="679296"/>
                  <a:pt x="564438" y="655429"/>
                  <a:pt x="564438" y="655429"/>
                </a:cubicBezTo>
                <a:lnTo>
                  <a:pt x="42359" y="363312"/>
                </a:lnTo>
                <a:cubicBezTo>
                  <a:pt x="0" y="339608"/>
                  <a:pt x="42652" y="315739"/>
                  <a:pt x="42652" y="315739"/>
                </a:cubicBezTo>
                <a:lnTo>
                  <a:pt x="564519" y="23624"/>
                </a:lnTo>
              </a:path>
            </a:pathLst>
          </a:custGeom>
          <a:solidFill xmlns:a="http://schemas.openxmlformats.org/drawingml/2006/main">
            <a:srgbClr val="C3F7C8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9" name="symskill-live-label-2-0">
            <a:extLst xmlns:a="http://schemas.openxmlformats.org/drawingml/2006/main">
              <a:ext uri="{FF2B5EF4-FFF2-40B4-BE49-F238E27FC236}">
                <a16:creationId xmlns:a16="http://schemas.microsoft.com/office/drawing/2014/main" id="{85F539F9-F819-4DC3-B037-78E56C6A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7255" y="4039566"/>
            <a:ext cx="572257" cy="126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0" name="pdf-path-54">
            <a:extLst xmlns:a="http://schemas.openxmlformats.org/drawingml/2006/main">
              <a:ext uri="{FF2B5EF4-FFF2-40B4-BE49-F238E27FC236}">
                <a16:creationId xmlns:a16="http://schemas.microsoft.com/office/drawing/2014/main" id="{B3E0D2F0-E4C2-4AB2-A052-17B611CD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8620" y="39046"/>
            <a:ext cx="2214087" cy="2443805"/>
          </a:xfrm>
          <a:custGeom xmlns:a="http://schemas.openxmlformats.org/drawingml/2006/main">
            <a:pathLst>
              <a:path w="2214087" h="2443805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2165211" y="0"/>
                </a:lnTo>
                <a:cubicBezTo>
                  <a:pt x="2214087" y="0"/>
                  <a:pt x="2214087" y="48876"/>
                  <a:pt x="2214087" y="48876"/>
                </a:cubicBezTo>
                <a:lnTo>
                  <a:pt x="2214087" y="2394929"/>
                </a:lnTo>
                <a:cubicBezTo>
                  <a:pt x="2214087" y="2443805"/>
                  <a:pt x="2165211" y="2443805"/>
                  <a:pt x="2165211" y="2443805"/>
                </a:cubicBezTo>
                <a:lnTo>
                  <a:pt x="48876" y="2443805"/>
                </a:lnTo>
                <a:cubicBezTo>
                  <a:pt x="0" y="2443805"/>
                  <a:pt x="0" y="2394929"/>
                  <a:pt x="0" y="2394929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FBF0FF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11" name="pdf-path-56">
            <a:extLst xmlns:a="http://schemas.openxmlformats.org/drawingml/2006/main">
              <a:ext uri="{FF2B5EF4-FFF2-40B4-BE49-F238E27FC236}">
                <a16:creationId xmlns:a16="http://schemas.microsoft.com/office/drawing/2014/main" id="{E22661C7-C77E-4C00-9F90-5E641F06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8057" y="2894144"/>
            <a:ext cx="2233638" cy="1849961"/>
          </a:xfrm>
          <a:custGeom xmlns:a="http://schemas.openxmlformats.org/drawingml/2006/main">
            <a:pathLst>
              <a:path w="2233638" h="1849961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2184762" y="0"/>
                </a:lnTo>
                <a:cubicBezTo>
                  <a:pt x="2233638" y="0"/>
                  <a:pt x="2233638" y="48876"/>
                  <a:pt x="2233638" y="48876"/>
                </a:cubicBezTo>
                <a:lnTo>
                  <a:pt x="2233638" y="1849961"/>
                </a:lnTo>
                <a:cubicBezTo>
                  <a:pt x="1860550" y="1541227"/>
                  <a:pt x="1628389" y="1541227"/>
                  <a:pt x="1487463" y="1541227"/>
                </a:cubicBezTo>
                <a:cubicBezTo>
                  <a:pt x="1264262" y="1541227"/>
                  <a:pt x="966933" y="1849961"/>
                  <a:pt x="743731" y="1849961"/>
                </a:cubicBezTo>
                <a:cubicBezTo>
                  <a:pt x="605249" y="1849961"/>
                  <a:pt x="370644" y="1849961"/>
                  <a:pt x="0" y="1541227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12" name="pdf-path-58">
            <a:extLst xmlns:a="http://schemas.openxmlformats.org/drawingml/2006/main">
              <a:ext uri="{FF2B5EF4-FFF2-40B4-BE49-F238E27FC236}">
                <a16:creationId xmlns:a16="http://schemas.microsoft.com/office/drawing/2014/main" id="{B15E01C5-B04F-4183-B953-71FB7839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9544" y="3012342"/>
            <a:ext cx="1710664" cy="281852"/>
          </a:xfrm>
          <a:custGeom xmlns:a="http://schemas.openxmlformats.org/drawingml/2006/main">
            <a:pathLst>
              <a:path w="1710664" h="281852">
                <a:moveTo>
                  <a:pt x="1569738" y="0"/>
                </a:moveTo>
                <a:cubicBezTo>
                  <a:pt x="1647940" y="0"/>
                  <a:pt x="1710664" y="62725"/>
                  <a:pt x="1710664" y="140926"/>
                </a:cubicBezTo>
                <a:cubicBezTo>
                  <a:pt x="1710664" y="218313"/>
                  <a:pt x="1647940" y="281852"/>
                  <a:pt x="1569738" y="281852"/>
                </a:cubicBezTo>
                <a:lnTo>
                  <a:pt x="140926" y="281852"/>
                </a:lnTo>
                <a:cubicBezTo>
                  <a:pt x="62724" y="281852"/>
                  <a:pt x="0" y="218313"/>
                  <a:pt x="0" y="140926"/>
                </a:cubicBezTo>
                <a:cubicBezTo>
                  <a:pt x="0" y="62725"/>
                  <a:pt x="62724" y="0"/>
                  <a:pt x="140926" y="0"/>
                </a:cubicBezTo>
                <a:lnTo>
                  <a:pt x="1569738" y="0"/>
                </a:lnTo>
              </a:path>
            </a:pathLst>
          </a:custGeom>
          <a:solidFill xmlns:a="http://schemas.openxmlformats.org/drawingml/2006/main">
            <a:srgbClr val="FE7070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13" name="symskill-live-label-3-0">
            <a:extLst xmlns:a="http://schemas.openxmlformats.org/drawingml/2006/main">
              <a:ext uri="{FF2B5EF4-FFF2-40B4-BE49-F238E27FC236}">
                <a16:creationId xmlns:a16="http://schemas.microsoft.com/office/drawing/2014/main" id="{72AD6D4E-4E9E-4F14-9757-CD8B728A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4964" y="3083224"/>
            <a:ext cx="1223595" cy="126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Operator 1: Place Lid</a:t>
            </a:r>
          </a:p>
        </p:txBody>
      </p:sp>
      <p:sp>
        <p:nvSpPr>
          <p:cNvPr id="14" name="pdf-path-78">
            <a:extLst xmlns:a="http://schemas.openxmlformats.org/drawingml/2006/main">
              <a:ext uri="{FF2B5EF4-FFF2-40B4-BE49-F238E27FC236}">
                <a16:creationId xmlns:a16="http://schemas.microsoft.com/office/drawing/2014/main" id="{55577D53-234A-4F12-8C96-7E56D561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7719" y="3413941"/>
            <a:ext cx="1914314" cy="267190"/>
          </a:xfrm>
          <a:custGeom xmlns:a="http://schemas.openxmlformats.org/drawingml/2006/main">
            <a:pathLst>
              <a:path w="1914314" h="267190">
                <a:moveTo>
                  <a:pt x="1780719" y="0"/>
                </a:moveTo>
                <a:cubicBezTo>
                  <a:pt x="1854848" y="0"/>
                  <a:pt x="1914314" y="59466"/>
                  <a:pt x="1914314" y="133595"/>
                </a:cubicBezTo>
                <a:cubicBezTo>
                  <a:pt x="1914314" y="207723"/>
                  <a:pt x="1854848" y="267190"/>
                  <a:pt x="1780719" y="267190"/>
                </a:cubicBezTo>
                <a:lnTo>
                  <a:pt x="133595" y="267190"/>
                </a:lnTo>
                <a:cubicBezTo>
                  <a:pt x="59466" y="267190"/>
                  <a:pt x="0" y="207723"/>
                  <a:pt x="0" y="133595"/>
                </a:cubicBezTo>
                <a:cubicBezTo>
                  <a:pt x="0" y="59466"/>
                  <a:pt x="59466" y="0"/>
                  <a:pt x="133595" y="0"/>
                </a:cubicBezTo>
                <a:lnTo>
                  <a:pt x="1780719" y="0"/>
                </a:lnTo>
              </a:path>
            </a:pathLst>
          </a:custGeom>
          <a:solidFill xmlns:a="http://schemas.openxmlformats.org/drawingml/2006/main">
            <a:srgbClr val="CFE4FF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15" name="symskill-live-label-4-0">
            <a:extLst xmlns:a="http://schemas.openxmlformats.org/drawingml/2006/main">
              <a:ext uri="{FF2B5EF4-FFF2-40B4-BE49-F238E27FC236}">
                <a16:creationId xmlns:a16="http://schemas.microsoft.com/office/drawing/2014/main" id="{C3AECFD3-3B67-47CE-AE62-FAE7B498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380" y="3470974"/>
            <a:ext cx="1295779" cy="126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Place Lid SE(3) Policy</a:t>
            </a:r>
          </a:p>
        </p:txBody>
      </p:sp>
      <p:sp>
        <p:nvSpPr>
          <p:cNvPr id="16" name="pdf-path-99">
            <a:extLst xmlns:a="http://schemas.openxmlformats.org/drawingml/2006/main">
              <a:ext uri="{FF2B5EF4-FFF2-40B4-BE49-F238E27FC236}">
                <a16:creationId xmlns:a16="http://schemas.microsoft.com/office/drawing/2014/main" id="{6184F522-F106-462D-8117-DF43C38E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7183" y="3748743"/>
            <a:ext cx="1213756" cy="679296"/>
          </a:xfrm>
          <a:custGeom xmlns:a="http://schemas.openxmlformats.org/drawingml/2006/main">
            <a:pathLst>
              <a:path w="1213756" h="679296">
                <a:moveTo>
                  <a:pt x="564519" y="23624"/>
                </a:moveTo>
                <a:cubicBezTo>
                  <a:pt x="607041" y="0"/>
                  <a:pt x="649726" y="23860"/>
                  <a:pt x="649726" y="23860"/>
                </a:cubicBezTo>
                <a:lnTo>
                  <a:pt x="1171397" y="316066"/>
                </a:lnTo>
                <a:cubicBezTo>
                  <a:pt x="1213756" y="339608"/>
                  <a:pt x="1171397" y="363475"/>
                  <a:pt x="1171397" y="363475"/>
                </a:cubicBezTo>
                <a:lnTo>
                  <a:pt x="650052" y="655754"/>
                </a:lnTo>
                <a:cubicBezTo>
                  <a:pt x="607041" y="679296"/>
                  <a:pt x="564437" y="655429"/>
                  <a:pt x="564437" y="655429"/>
                </a:cubicBezTo>
                <a:lnTo>
                  <a:pt x="42359" y="363312"/>
                </a:lnTo>
                <a:cubicBezTo>
                  <a:pt x="0" y="339608"/>
                  <a:pt x="42652" y="315739"/>
                  <a:pt x="42652" y="315739"/>
                </a:cubicBezTo>
                <a:lnTo>
                  <a:pt x="564519" y="23624"/>
                </a:lnTo>
              </a:path>
            </a:pathLst>
          </a:custGeom>
          <a:solidFill xmlns:a="http://schemas.openxmlformats.org/drawingml/2006/main">
            <a:srgbClr val="FFE342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17" name="symskill-live-label-5-0">
            <a:extLst xmlns:a="http://schemas.openxmlformats.org/drawingml/2006/main">
              <a:ext uri="{FF2B5EF4-FFF2-40B4-BE49-F238E27FC236}">
                <a16:creationId xmlns:a16="http://schemas.microsoft.com/office/drawing/2014/main" id="{3286511C-8278-4F06-9D1A-78EFF0E6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2659" y="4020830"/>
            <a:ext cx="581101" cy="126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Executing</a:t>
            </a:r>
          </a:p>
        </p:txBody>
      </p:sp>
      <p:sp>
        <p:nvSpPr>
          <p:cNvPr id="18" name="pdf-path-110">
            <a:extLst xmlns:a="http://schemas.openxmlformats.org/drawingml/2006/main">
              <a:ext uri="{FF2B5EF4-FFF2-40B4-BE49-F238E27FC236}">
                <a16:creationId xmlns:a16="http://schemas.microsoft.com/office/drawing/2014/main" id="{0B361E45-F12D-46AD-8C54-01B619C4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4207" y="104214"/>
            <a:ext cx="1322913" cy="318509"/>
          </a:xfrm>
          <a:custGeom xmlns:a="http://schemas.openxmlformats.org/drawingml/2006/main">
            <a:pathLst>
              <a:path w="1322913" h="318509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1274037" y="0"/>
                </a:lnTo>
                <a:cubicBezTo>
                  <a:pt x="1322099" y="0"/>
                  <a:pt x="1322099" y="48876"/>
                  <a:pt x="1322099" y="48876"/>
                </a:cubicBezTo>
                <a:lnTo>
                  <a:pt x="1322913" y="269633"/>
                </a:lnTo>
                <a:cubicBezTo>
                  <a:pt x="1322099" y="318183"/>
                  <a:pt x="1273223" y="318183"/>
                  <a:pt x="1273223" y="318183"/>
                </a:cubicBezTo>
                <a:lnTo>
                  <a:pt x="48876" y="318509"/>
                </a:lnTo>
                <a:cubicBezTo>
                  <a:pt x="0" y="318183"/>
                  <a:pt x="0" y="269307"/>
                  <a:pt x="0" y="269307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19" name="symskill-live-label-6-0">
            <a:extLst xmlns:a="http://schemas.openxmlformats.org/drawingml/2006/main">
              <a:ext uri="{FF2B5EF4-FFF2-40B4-BE49-F238E27FC236}">
                <a16:creationId xmlns:a16="http://schemas.microsoft.com/office/drawing/2014/main" id="{0AD52E75-26AB-42D1-9BCD-267C9B24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5892" y="208502"/>
            <a:ext cx="1177281" cy="18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Segmentation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43DFE4-A5C9-43F3-B879-4817C17EB3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8ba65ad4b4a7f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5004" y="495729"/>
            <a:ext cx="1238649" cy="934258"/>
          </a:xfrm>
          <a:prstGeom xmlns:a="http://schemas.openxmlformats.org/drawingml/2006/main" prst="rect">
            <a:avLst/>
          </a:prstGeom>
        </p:spPr>
      </p:pic>
      <p:sp>
        <p:nvSpPr>
          <p:cNvPr id="21" name="symskill-source-component-0">
            <a:extLst xmlns:a="http://schemas.openxmlformats.org/drawingml/2006/main">
              <a:ext uri="{FF2B5EF4-FFF2-40B4-BE49-F238E27FC236}">
                <a16:creationId xmlns:a16="http://schemas.microsoft.com/office/drawing/2014/main" id="{9F5D4B25-4F5A-4BC7-9554-46EDC178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5004" y="495729"/>
            <a:ext cx="1238649" cy="934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pdf-path-125">
            <a:extLst xmlns:a="http://schemas.openxmlformats.org/drawingml/2006/main">
              <a:ext uri="{FF2B5EF4-FFF2-40B4-BE49-F238E27FC236}">
                <a16:creationId xmlns:a16="http://schemas.microsoft.com/office/drawing/2014/main" id="{BE61F743-2C5A-4FE1-BBD2-AF31DD22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9350" y="1603163"/>
            <a:ext cx="1026398" cy="372436"/>
          </a:xfrm>
          <a:custGeom xmlns:a="http://schemas.openxmlformats.org/drawingml/2006/main">
            <a:pathLst>
              <a:path w="1026398" h="372436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977522" y="0"/>
                </a:lnTo>
                <a:cubicBezTo>
                  <a:pt x="1026398" y="0"/>
                  <a:pt x="1026398" y="48876"/>
                  <a:pt x="1026398" y="48876"/>
                </a:cubicBezTo>
                <a:lnTo>
                  <a:pt x="1026398" y="323397"/>
                </a:lnTo>
                <a:cubicBezTo>
                  <a:pt x="1026398" y="372436"/>
                  <a:pt x="977522" y="372436"/>
                  <a:pt x="977522" y="372436"/>
                </a:cubicBezTo>
                <a:lnTo>
                  <a:pt x="48876" y="372273"/>
                </a:lnTo>
                <a:cubicBezTo>
                  <a:pt x="0" y="372436"/>
                  <a:pt x="0" y="323560"/>
                  <a:pt x="0" y="323560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6DB1FF"/>
          </a:solidFill>
          <a:ln xmlns:a="http://schemas.openxmlformats.org/drawingml/2006/main" w="16292">
            <a:solidFill>
              <a:srgbClr val="3A414A"/>
            </a:solidFill>
            <a:prstDash val="solid"/>
          </a:ln>
        </p:spPr>
      </p:sp>
      <p:sp>
        <p:nvSpPr>
          <p:cNvPr id="23" name="symskill-live-label-7-0">
            <a:extLst xmlns:a="http://schemas.openxmlformats.org/drawingml/2006/main">
              <a:ext uri="{FF2B5EF4-FFF2-40B4-BE49-F238E27FC236}">
                <a16:creationId xmlns:a16="http://schemas.microsoft.com/office/drawing/2014/main" id="{0FEAD623-0B5F-4A7F-894B-8DA363ED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8281" y="1706147"/>
            <a:ext cx="783418" cy="16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8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8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8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PreMotion</a:t>
            </a:r>
          </a:p>
        </p:txBody>
      </p:sp>
      <p:sp>
        <p:nvSpPr>
          <p:cNvPr id="24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5FE285AE-ADAE-4001-9CDA-66CF8FB1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9350" y="2014700"/>
            <a:ext cx="1072830" cy="377242"/>
          </a:xfrm>
          <a:custGeom xmlns:a="http://schemas.openxmlformats.org/drawingml/2006/main">
            <a:pathLst>
              <a:path w="1072830" h="377242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1023954" y="0"/>
                </a:lnTo>
                <a:cubicBezTo>
                  <a:pt x="1072016" y="0"/>
                  <a:pt x="1072016" y="48876"/>
                  <a:pt x="1072016" y="48876"/>
                </a:cubicBezTo>
                <a:lnTo>
                  <a:pt x="1072830" y="328285"/>
                </a:lnTo>
                <a:cubicBezTo>
                  <a:pt x="1072016" y="377242"/>
                  <a:pt x="1023140" y="377242"/>
                  <a:pt x="1023140" y="377242"/>
                </a:cubicBezTo>
                <a:lnTo>
                  <a:pt x="48876" y="377161"/>
                </a:lnTo>
                <a:cubicBezTo>
                  <a:pt x="0" y="377242"/>
                  <a:pt x="0" y="328366"/>
                  <a:pt x="0" y="328366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1071E5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25" name="symskill-live-label-8-0">
            <a:extLst xmlns:a="http://schemas.openxmlformats.org/drawingml/2006/main">
              <a:ext uri="{FF2B5EF4-FFF2-40B4-BE49-F238E27FC236}">
                <a16:creationId xmlns:a16="http://schemas.microsoft.com/office/drawing/2014/main" id="{D3F9F756-81DB-46C5-8033-2F331A7E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1426" y="2117520"/>
            <a:ext cx="525784" cy="16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8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8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8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Motion</a:t>
            </a:r>
          </a:p>
        </p:txBody>
      </p:sp>
      <p:sp>
        <p:nvSpPr>
          <p:cNvPr id="26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7BE14F6B-9A83-4707-8189-3EE71EF1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3634" y="39046"/>
            <a:ext cx="3757757" cy="2443805"/>
          </a:xfrm>
          <a:custGeom xmlns:a="http://schemas.openxmlformats.org/drawingml/2006/main">
            <a:pathLst>
              <a:path w="3757757" h="2443805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3708881" y="0"/>
                </a:lnTo>
                <a:cubicBezTo>
                  <a:pt x="3757757" y="0"/>
                  <a:pt x="3757757" y="48876"/>
                  <a:pt x="3757757" y="48876"/>
                </a:cubicBezTo>
                <a:lnTo>
                  <a:pt x="3757757" y="2394929"/>
                </a:lnTo>
                <a:cubicBezTo>
                  <a:pt x="3757757" y="2443805"/>
                  <a:pt x="3708881" y="2443805"/>
                  <a:pt x="3708881" y="2443805"/>
                </a:cubicBezTo>
                <a:lnTo>
                  <a:pt x="48876" y="2443805"/>
                </a:lnTo>
                <a:cubicBezTo>
                  <a:pt x="0" y="2443805"/>
                  <a:pt x="0" y="2394929"/>
                  <a:pt x="0" y="2394929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FFF0F0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27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CA0163F5-E438-4144-AD9D-0C469578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9699" y="446347"/>
            <a:ext cx="1340020" cy="318509"/>
          </a:xfrm>
          <a:custGeom xmlns:a="http://schemas.openxmlformats.org/drawingml/2006/main">
            <a:pathLst>
              <a:path w="1340020" h="318509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1291144" y="0"/>
                </a:lnTo>
                <a:cubicBezTo>
                  <a:pt x="1340020" y="0"/>
                  <a:pt x="1340020" y="48876"/>
                  <a:pt x="1340020" y="48876"/>
                </a:cubicBezTo>
                <a:lnTo>
                  <a:pt x="1340020" y="269633"/>
                </a:lnTo>
                <a:cubicBezTo>
                  <a:pt x="1340020" y="318183"/>
                  <a:pt x="1291144" y="318183"/>
                  <a:pt x="1291144" y="318183"/>
                </a:cubicBezTo>
                <a:lnTo>
                  <a:pt x="48876" y="318509"/>
                </a:lnTo>
                <a:cubicBezTo>
                  <a:pt x="0" y="318183"/>
                  <a:pt x="0" y="269307"/>
                  <a:pt x="0" y="269307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6DB1FF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28" name="symskill-live-label-9-0">
            <a:extLst xmlns:a="http://schemas.openxmlformats.org/drawingml/2006/main">
              <a:ext uri="{FF2B5EF4-FFF2-40B4-BE49-F238E27FC236}">
                <a16:creationId xmlns:a16="http://schemas.microsoft.com/office/drawing/2014/main" id="{36CCC824-B8A3-4472-B6F6-0A8E6BE0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2674" y="550635"/>
            <a:ext cx="870405" cy="18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PreMotion</a:t>
            </a:r>
          </a:p>
        </p:txBody>
      </p:sp>
      <p:sp>
        <p:nvSpPr>
          <p:cNvPr id="29" name="pdf-path-157">
            <a:extLst xmlns:a="http://schemas.openxmlformats.org/drawingml/2006/main">
              <a:ext uri="{FF2B5EF4-FFF2-40B4-BE49-F238E27FC236}">
                <a16:creationId xmlns:a16="http://schemas.microsoft.com/office/drawing/2014/main" id="{54B217EF-0F4E-4039-BA1F-6FC59921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3592" y="446347"/>
            <a:ext cx="1340020" cy="318509"/>
          </a:xfrm>
          <a:custGeom xmlns:a="http://schemas.openxmlformats.org/drawingml/2006/main">
            <a:pathLst>
              <a:path w="1340020" h="318509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1291144" y="0"/>
                </a:lnTo>
                <a:cubicBezTo>
                  <a:pt x="1340020" y="0"/>
                  <a:pt x="1340020" y="48876"/>
                  <a:pt x="1340020" y="48876"/>
                </a:cubicBezTo>
                <a:lnTo>
                  <a:pt x="1340020" y="269633"/>
                </a:lnTo>
                <a:cubicBezTo>
                  <a:pt x="1340020" y="318183"/>
                  <a:pt x="1291144" y="318183"/>
                  <a:pt x="1291144" y="318183"/>
                </a:cubicBezTo>
                <a:lnTo>
                  <a:pt x="48876" y="318509"/>
                </a:lnTo>
                <a:cubicBezTo>
                  <a:pt x="0" y="318183"/>
                  <a:pt x="0" y="269307"/>
                  <a:pt x="0" y="269307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1071E5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30" name="symskill-live-label-10-0">
            <a:extLst xmlns:a="http://schemas.openxmlformats.org/drawingml/2006/main">
              <a:ext uri="{FF2B5EF4-FFF2-40B4-BE49-F238E27FC236}">
                <a16:creationId xmlns:a16="http://schemas.microsoft.com/office/drawing/2014/main" id="{46F1E991-D37E-4ADC-AD7B-D21D7C11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0753" y="550635"/>
            <a:ext cx="584186" cy="18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Motion</a:t>
            </a:r>
          </a:p>
        </p:txBody>
      </p:sp>
      <p:sp>
        <p:nvSpPr>
          <p:cNvPr id="31" name="pdf-path-165">
            <a:extLst xmlns:a="http://schemas.openxmlformats.org/drawingml/2006/main">
              <a:ext uri="{FF2B5EF4-FFF2-40B4-BE49-F238E27FC236}">
                <a16:creationId xmlns:a16="http://schemas.microsoft.com/office/drawing/2014/main" id="{258B77C0-5882-449A-BB77-B1805831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5800" y="39046"/>
            <a:ext cx="2803859" cy="2443805"/>
          </a:xfrm>
          <a:custGeom xmlns:a="http://schemas.openxmlformats.org/drawingml/2006/main">
            <a:pathLst>
              <a:path w="2803859" h="2443805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2754983" y="0"/>
                </a:lnTo>
                <a:cubicBezTo>
                  <a:pt x="2803859" y="0"/>
                  <a:pt x="2803859" y="48876"/>
                  <a:pt x="2803859" y="48876"/>
                </a:cubicBezTo>
                <a:lnTo>
                  <a:pt x="2803859" y="2394929"/>
                </a:lnTo>
                <a:cubicBezTo>
                  <a:pt x="2803859" y="2443805"/>
                  <a:pt x="2754983" y="2443805"/>
                  <a:pt x="2754983" y="2443805"/>
                </a:cubicBezTo>
                <a:lnTo>
                  <a:pt x="48876" y="2443805"/>
                </a:lnTo>
                <a:cubicBezTo>
                  <a:pt x="0" y="2443805"/>
                  <a:pt x="0" y="2394929"/>
                  <a:pt x="0" y="2394929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E3FAE3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32" name="pdf-path-167">
            <a:extLst xmlns:a="http://schemas.openxmlformats.org/drawingml/2006/main">
              <a:ext uri="{FF2B5EF4-FFF2-40B4-BE49-F238E27FC236}">
                <a16:creationId xmlns:a16="http://schemas.microsoft.com/office/drawing/2014/main" id="{E01A751A-8BDE-4D78-8379-201FB026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1667" y="1260949"/>
            <a:ext cx="4073" cy="95"/>
          </a:xfrm>
          <a:custGeom xmlns:a="http://schemas.openxmlformats.org/drawingml/2006/main">
            <a:pathLst>
              <a:path w="4073" h="95">
                <a:moveTo>
                  <a:pt x="407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46">
            <a:solidFill>
              <a:srgbClr val="3A414A"/>
            </a:solidFill>
            <a:prstDash val="solid"/>
          </a:ln>
        </p:spPr>
      </p:sp>
      <p:sp>
        <p:nvSpPr>
          <p:cNvPr id="33" name="pdf-path-168">
            <a:extLst xmlns:a="http://schemas.openxmlformats.org/drawingml/2006/main">
              <a:ext uri="{FF2B5EF4-FFF2-40B4-BE49-F238E27FC236}">
                <a16:creationId xmlns:a16="http://schemas.microsoft.com/office/drawing/2014/main" id="{E01B79BA-7619-435C-925B-C1C2351A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1667" y="1256876"/>
            <a:ext cx="4073" cy="8146"/>
          </a:xfrm>
          <a:custGeom xmlns:a="http://schemas.openxmlformats.org/drawingml/2006/main">
            <a:pathLst>
              <a:path w="4073" h="8146">
                <a:moveTo>
                  <a:pt x="0" y="8146"/>
                </a:moveTo>
                <a:lnTo>
                  <a:pt x="4073" y="8146"/>
                </a:lnTo>
                <a:lnTo>
                  <a:pt x="40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407">
            <a:solidFill>
              <a:srgbClr val="3A414A"/>
            </a:solidFill>
            <a:prstDash val="solid"/>
          </a:ln>
        </p:spPr>
      </p:sp>
      <p:sp>
        <p:nvSpPr>
          <p:cNvPr id="34" name="pdf-path-170">
            <a:extLst xmlns:a="http://schemas.openxmlformats.org/drawingml/2006/main">
              <a:ext uri="{FF2B5EF4-FFF2-40B4-BE49-F238E27FC236}">
                <a16:creationId xmlns:a16="http://schemas.microsoft.com/office/drawing/2014/main" id="{A3DE5D91-881F-4285-9A96-78FD1B3E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5965" y="1223477"/>
            <a:ext cx="116488" cy="74944"/>
          </a:xfrm>
          <a:custGeom xmlns:a="http://schemas.openxmlformats.org/drawingml/2006/main">
            <a:pathLst>
              <a:path w="116488" h="74944">
                <a:moveTo>
                  <a:pt x="116488" y="37472"/>
                </a:moveTo>
                <a:lnTo>
                  <a:pt x="0" y="74944"/>
                </a:lnTo>
                <a:lnTo>
                  <a:pt x="0" y="0"/>
                </a:lnTo>
                <a:lnTo>
                  <a:pt x="116488" y="37472"/>
                </a:lnTo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8146">
            <a:solidFill>
              <a:srgbClr val="3A414A"/>
            </a:solidFill>
            <a:prstDash val="solid"/>
          </a:ln>
        </p:spPr>
      </p:sp>
      <p:sp>
        <p:nvSpPr>
          <p:cNvPr id="35" name="pdf-path-172">
            <a:extLst xmlns:a="http://schemas.openxmlformats.org/drawingml/2006/main">
              <a:ext uri="{FF2B5EF4-FFF2-40B4-BE49-F238E27FC236}">
                <a16:creationId xmlns:a16="http://schemas.microsoft.com/office/drawing/2014/main" id="{93B95CB1-3D78-4AC6-AE86-ED2C3BCC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0853" y="104214"/>
            <a:ext cx="1792124" cy="342133"/>
          </a:xfrm>
          <a:custGeom xmlns:a="http://schemas.openxmlformats.org/drawingml/2006/main">
            <a:pathLst>
              <a:path w="1792124" h="342133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1743248" y="0"/>
                </a:lnTo>
                <a:cubicBezTo>
                  <a:pt x="1792124" y="0"/>
                  <a:pt x="1792124" y="48876"/>
                  <a:pt x="1792124" y="48876"/>
                </a:cubicBezTo>
                <a:lnTo>
                  <a:pt x="1792124" y="293257"/>
                </a:lnTo>
                <a:cubicBezTo>
                  <a:pt x="1792124" y="342133"/>
                  <a:pt x="1743248" y="342133"/>
                  <a:pt x="1743248" y="342133"/>
                </a:cubicBezTo>
                <a:lnTo>
                  <a:pt x="48876" y="342133"/>
                </a:lnTo>
                <a:cubicBezTo>
                  <a:pt x="0" y="342133"/>
                  <a:pt x="0" y="293257"/>
                  <a:pt x="0" y="293257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36" name="symskill-live-label-11-0">
            <a:extLst xmlns:a="http://schemas.openxmlformats.org/drawingml/2006/main">
              <a:ext uri="{FF2B5EF4-FFF2-40B4-BE49-F238E27FC236}">
                <a16:creationId xmlns:a16="http://schemas.microsoft.com/office/drawing/2014/main" id="{483A8EFB-06B1-4534-A0B2-9D2A4BD9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3044" y="208502"/>
            <a:ext cx="1546835" cy="18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Operator Learning</a:t>
            </a:r>
          </a:p>
        </p:txBody>
      </p:sp>
      <p:sp>
        <p:nvSpPr>
          <p:cNvPr id="37" name="pdf-path-190">
            <a:extLst xmlns:a="http://schemas.openxmlformats.org/drawingml/2006/main">
              <a:ext uri="{FF2B5EF4-FFF2-40B4-BE49-F238E27FC236}">
                <a16:creationId xmlns:a16="http://schemas.microsoft.com/office/drawing/2014/main" id="{0F57CE39-00D4-4B20-A21D-FC37A909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7261" y="498481"/>
            <a:ext cx="2307767" cy="1643052"/>
          </a:xfrm>
          <a:custGeom xmlns:a="http://schemas.openxmlformats.org/drawingml/2006/main">
            <a:pathLst>
              <a:path w="2307767" h="1643052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2258890" y="0"/>
                </a:lnTo>
                <a:cubicBezTo>
                  <a:pt x="2307767" y="0"/>
                  <a:pt x="2307767" y="48876"/>
                  <a:pt x="2307767" y="48876"/>
                </a:cubicBezTo>
                <a:lnTo>
                  <a:pt x="2307767" y="1643052"/>
                </a:lnTo>
                <a:cubicBezTo>
                  <a:pt x="1922461" y="1368531"/>
                  <a:pt x="1682153" y="1368531"/>
                  <a:pt x="1537153" y="1368531"/>
                </a:cubicBezTo>
                <a:cubicBezTo>
                  <a:pt x="1306621" y="1368531"/>
                  <a:pt x="999516" y="1643052"/>
                  <a:pt x="768169" y="1643052"/>
                </a:cubicBezTo>
                <a:cubicBezTo>
                  <a:pt x="625614" y="1643052"/>
                  <a:pt x="382863" y="1643052"/>
                  <a:pt x="0" y="1368531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38" name="pdf-path-192">
            <a:extLst xmlns:a="http://schemas.openxmlformats.org/drawingml/2006/main">
              <a:ext uri="{FF2B5EF4-FFF2-40B4-BE49-F238E27FC236}">
                <a16:creationId xmlns:a16="http://schemas.microsoft.com/office/drawing/2014/main" id="{DD761F98-AFB1-4F02-B0F5-4A49C44C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5153" y="643399"/>
            <a:ext cx="2307767" cy="1643133"/>
          </a:xfrm>
          <a:custGeom xmlns:a="http://schemas.openxmlformats.org/drawingml/2006/main">
            <a:pathLst>
              <a:path w="2307767" h="1643133">
                <a:moveTo>
                  <a:pt x="0" y="48957"/>
                </a:moveTo>
                <a:cubicBezTo>
                  <a:pt x="244" y="0"/>
                  <a:pt x="49120" y="0"/>
                  <a:pt x="49120" y="0"/>
                </a:cubicBezTo>
                <a:lnTo>
                  <a:pt x="2258891" y="81"/>
                </a:lnTo>
                <a:cubicBezTo>
                  <a:pt x="2307767" y="0"/>
                  <a:pt x="2307767" y="48876"/>
                  <a:pt x="2307767" y="48876"/>
                </a:cubicBezTo>
                <a:lnTo>
                  <a:pt x="2307767" y="1643133"/>
                </a:lnTo>
                <a:cubicBezTo>
                  <a:pt x="1922460" y="1368612"/>
                  <a:pt x="1682967" y="1368612"/>
                  <a:pt x="1537153" y="1368612"/>
                </a:cubicBezTo>
                <a:cubicBezTo>
                  <a:pt x="1306622" y="1368612"/>
                  <a:pt x="999516" y="1643133"/>
                  <a:pt x="768984" y="1643133"/>
                </a:cubicBezTo>
                <a:cubicBezTo>
                  <a:pt x="625614" y="1643133"/>
                  <a:pt x="383677" y="1643133"/>
                  <a:pt x="0" y="1368612"/>
                </a:cubicBezTo>
                <a:lnTo>
                  <a:pt x="0" y="4895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39" name="pdf-path-194">
            <a:extLst xmlns:a="http://schemas.openxmlformats.org/drawingml/2006/main">
              <a:ext uri="{FF2B5EF4-FFF2-40B4-BE49-F238E27FC236}">
                <a16:creationId xmlns:a16="http://schemas.microsoft.com/office/drawing/2014/main" id="{54063622-52A7-4120-B883-F3AF148D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3616" y="788398"/>
            <a:ext cx="2308011" cy="1643133"/>
          </a:xfrm>
          <a:custGeom xmlns:a="http://schemas.openxmlformats.org/drawingml/2006/main">
            <a:pathLst>
              <a:path w="2308011" h="1643133">
                <a:moveTo>
                  <a:pt x="244" y="48957"/>
                </a:moveTo>
                <a:cubicBezTo>
                  <a:pt x="0" y="0"/>
                  <a:pt x="48876" y="0"/>
                  <a:pt x="48876" y="0"/>
                </a:cubicBezTo>
                <a:lnTo>
                  <a:pt x="2259135" y="81"/>
                </a:lnTo>
                <a:cubicBezTo>
                  <a:pt x="2307197" y="0"/>
                  <a:pt x="2307197" y="48876"/>
                  <a:pt x="2307197" y="48876"/>
                </a:cubicBezTo>
                <a:lnTo>
                  <a:pt x="2308011" y="1643133"/>
                </a:lnTo>
                <a:cubicBezTo>
                  <a:pt x="1922705" y="1368612"/>
                  <a:pt x="1682397" y="1368612"/>
                  <a:pt x="1537397" y="1368612"/>
                </a:cubicBezTo>
                <a:cubicBezTo>
                  <a:pt x="1306051" y="1368612"/>
                  <a:pt x="999760" y="1643133"/>
                  <a:pt x="768414" y="1643133"/>
                </a:cubicBezTo>
                <a:cubicBezTo>
                  <a:pt x="625859" y="1643133"/>
                  <a:pt x="383107" y="1643133"/>
                  <a:pt x="244" y="1368612"/>
                </a:cubicBezTo>
                <a:lnTo>
                  <a:pt x="244" y="4895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40" name="symskill-live-label-12-0">
            <a:extLst xmlns:a="http://schemas.openxmlformats.org/drawingml/2006/main">
              <a:ext uri="{FF2B5EF4-FFF2-40B4-BE49-F238E27FC236}">
                <a16:creationId xmlns:a16="http://schemas.microsoft.com/office/drawing/2014/main" id="{0A58D6FA-2BEA-4AFC-B954-AA6212A1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8999" y="1037359"/>
            <a:ext cx="1023084" cy="16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Pre: RelPose(</a:t>
            </a:r>
          </a:p>
        </p:txBody>
      </p:sp>
      <p:sp>
        <p:nvSpPr>
          <p:cNvPr id="41" name="symskill-live-label-12-1">
            <a:extLst xmlns:a="http://schemas.openxmlformats.org/drawingml/2006/main">
              <a:ext uri="{FF2B5EF4-FFF2-40B4-BE49-F238E27FC236}">
                <a16:creationId xmlns:a16="http://schemas.microsoft.com/office/drawing/2014/main" id="{4FE7D4BC-F5E9-4819-9CC6-7DE17CB8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9721" y="1037361"/>
            <a:ext cx="54252" cy="16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42" name="symskill-live-label-13-0">
            <a:extLst xmlns:a="http://schemas.openxmlformats.org/drawingml/2006/main">
              <a:ext uri="{FF2B5EF4-FFF2-40B4-BE49-F238E27FC236}">
                <a16:creationId xmlns:a16="http://schemas.microsoft.com/office/drawing/2014/main" id="{E0C2626C-9E88-456F-B04D-9C89C94E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8999" y="1273593"/>
            <a:ext cx="974208" cy="16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Eff: RelPose(</a:t>
            </a:r>
          </a:p>
        </p:txBody>
      </p:sp>
      <p:sp>
        <p:nvSpPr>
          <p:cNvPr id="43" name="symskill-live-label-13-1">
            <a:extLst xmlns:a="http://schemas.openxmlformats.org/drawingml/2006/main">
              <a:ext uri="{FF2B5EF4-FFF2-40B4-BE49-F238E27FC236}">
                <a16:creationId xmlns:a16="http://schemas.microsoft.com/office/drawing/2014/main" id="{F1D66E52-E033-46FA-B19D-C28E8156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9721" y="1273596"/>
            <a:ext cx="54252" cy="16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44" name="symskill-live-label-14-0">
            <a:extLst xmlns:a="http://schemas.openxmlformats.org/drawingml/2006/main">
              <a:ext uri="{FF2B5EF4-FFF2-40B4-BE49-F238E27FC236}">
                <a16:creationId xmlns:a16="http://schemas.microsoft.com/office/drawing/2014/main" id="{B0F9CACB-D079-464C-B9D7-B428FD01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8999" y="1509828"/>
            <a:ext cx="1422238" cy="16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Maintain: RelPose(</a:t>
            </a:r>
          </a:p>
        </p:txBody>
      </p:sp>
      <p:sp>
        <p:nvSpPr>
          <p:cNvPr id="45" name="symskill-live-label-14-1">
            <a:extLst xmlns:a="http://schemas.openxmlformats.org/drawingml/2006/main">
              <a:ext uri="{FF2B5EF4-FFF2-40B4-BE49-F238E27FC236}">
                <a16:creationId xmlns:a16="http://schemas.microsoft.com/office/drawing/2014/main" id="{BB36A643-248F-4A2B-B64A-B7C9C61B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82919" y="1509830"/>
            <a:ext cx="54252" cy="16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46" name="symskill-live-label-15-0">
            <a:extLst xmlns:a="http://schemas.openxmlformats.org/drawingml/2006/main">
              <a:ext uri="{FF2B5EF4-FFF2-40B4-BE49-F238E27FC236}">
                <a16:creationId xmlns:a16="http://schemas.microsoft.com/office/drawing/2014/main" id="{33D93EE6-6D7D-408A-BBB8-6A33F499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8999" y="1746877"/>
            <a:ext cx="357521" cy="16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Skill:</a:t>
            </a:r>
          </a:p>
        </p:txBody>
      </p:sp>
      <p:sp>
        <p:nvSpPr>
          <p:cNvPr id="47" name="pdf-path-246">
            <a:extLst xmlns:a="http://schemas.openxmlformats.org/drawingml/2006/main">
              <a:ext uri="{FF2B5EF4-FFF2-40B4-BE49-F238E27FC236}">
                <a16:creationId xmlns:a16="http://schemas.microsoft.com/office/drawing/2014/main" id="{CAB95E3B-B9B6-400E-9B38-0AF7CC79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67666" y="1125675"/>
            <a:ext cx="56723" cy="61638"/>
          </a:xfrm>
          <a:custGeom xmlns:a="http://schemas.openxmlformats.org/drawingml/2006/main">
            <a:pathLst>
              <a:path w="56723" h="61638">
                <a:moveTo>
                  <a:pt x="45213" y="61638"/>
                </a:moveTo>
                <a:cubicBezTo>
                  <a:pt x="41113" y="61638"/>
                  <a:pt x="37316" y="59325"/>
                  <a:pt x="35411" y="55580"/>
                </a:cubicBezTo>
                <a:cubicBezTo>
                  <a:pt x="29051" y="42848"/>
                  <a:pt x="15452" y="28329"/>
                  <a:pt x="5794" y="21142"/>
                </a:cubicBezTo>
                <a:cubicBezTo>
                  <a:pt x="972" y="17502"/>
                  <a:pt x="0" y="10669"/>
                  <a:pt x="3639" y="5794"/>
                </a:cubicBezTo>
                <a:cubicBezTo>
                  <a:pt x="7240" y="972"/>
                  <a:pt x="14111" y="0"/>
                  <a:pt x="18934" y="3640"/>
                </a:cubicBezTo>
                <a:cubicBezTo>
                  <a:pt x="30483" y="12259"/>
                  <a:pt x="46711" y="29143"/>
                  <a:pt x="55028" y="45831"/>
                </a:cubicBezTo>
                <a:cubicBezTo>
                  <a:pt x="56723" y="49221"/>
                  <a:pt x="56566" y="53215"/>
                  <a:pt x="54555" y="56460"/>
                </a:cubicBezTo>
                <a:cubicBezTo>
                  <a:pt x="52558" y="59693"/>
                  <a:pt x="49023" y="61638"/>
                  <a:pt x="45213" y="61638"/>
                </a:cubicBezTo>
              </a:path>
            </a:pathLst>
          </a:custGeom>
          <a:solidFill xmlns:a="http://schemas.openxmlformats.org/drawingml/2006/main">
            <a:srgbClr val="EF9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df-path-247">
            <a:extLst xmlns:a="http://schemas.openxmlformats.org/drawingml/2006/main">
              <a:ext uri="{FF2B5EF4-FFF2-40B4-BE49-F238E27FC236}">
                <a16:creationId xmlns:a16="http://schemas.microsoft.com/office/drawing/2014/main" id="{153E5937-CFD8-4A84-BDAF-91ABC98E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70135" y="1121313"/>
            <a:ext cx="56710" cy="61638"/>
          </a:xfrm>
          <a:custGeom xmlns:a="http://schemas.openxmlformats.org/drawingml/2006/main">
            <a:pathLst>
              <a:path w="56710" h="61638">
                <a:moveTo>
                  <a:pt x="45214" y="61638"/>
                </a:moveTo>
                <a:cubicBezTo>
                  <a:pt x="41061" y="61638"/>
                  <a:pt x="37264" y="59272"/>
                  <a:pt x="35411" y="55580"/>
                </a:cubicBezTo>
                <a:cubicBezTo>
                  <a:pt x="29052" y="42848"/>
                  <a:pt x="15386" y="28329"/>
                  <a:pt x="5795" y="21142"/>
                </a:cubicBezTo>
                <a:cubicBezTo>
                  <a:pt x="972" y="17502"/>
                  <a:pt x="0" y="10617"/>
                  <a:pt x="3588" y="5794"/>
                </a:cubicBezTo>
                <a:cubicBezTo>
                  <a:pt x="7227" y="972"/>
                  <a:pt x="14112" y="0"/>
                  <a:pt x="18935" y="3587"/>
                </a:cubicBezTo>
                <a:cubicBezTo>
                  <a:pt x="30484" y="12259"/>
                  <a:pt x="46698" y="29144"/>
                  <a:pt x="55015" y="45778"/>
                </a:cubicBezTo>
                <a:cubicBezTo>
                  <a:pt x="56710" y="49168"/>
                  <a:pt x="56553" y="53215"/>
                  <a:pt x="54556" y="56447"/>
                </a:cubicBezTo>
                <a:cubicBezTo>
                  <a:pt x="52559" y="59693"/>
                  <a:pt x="49010" y="61638"/>
                  <a:pt x="45214" y="61638"/>
                </a:cubicBezTo>
              </a:path>
            </a:pathLst>
          </a:custGeom>
          <a:solidFill xmlns:a="http://schemas.openxmlformats.org/drawingml/2006/main">
            <a:srgbClr val="FFDC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df-path-248">
            <a:extLst xmlns:a="http://schemas.openxmlformats.org/drawingml/2006/main">
              <a:ext uri="{FF2B5EF4-FFF2-40B4-BE49-F238E27FC236}">
                <a16:creationId xmlns:a16="http://schemas.microsoft.com/office/drawing/2014/main" id="{235CC383-9653-4CB3-97EA-74632818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78953" y="1120433"/>
            <a:ext cx="78285" cy="77865"/>
          </a:xfrm>
          <a:custGeom xmlns:a="http://schemas.openxmlformats.org/drawingml/2006/main">
            <a:pathLst>
              <a:path w="78285" h="77865">
                <a:moveTo>
                  <a:pt x="66775" y="77865"/>
                </a:moveTo>
                <a:cubicBezTo>
                  <a:pt x="62938" y="77865"/>
                  <a:pt x="59390" y="75815"/>
                  <a:pt x="57393" y="72530"/>
                </a:cubicBezTo>
                <a:cubicBezTo>
                  <a:pt x="45843" y="53281"/>
                  <a:pt x="33322" y="40759"/>
                  <a:pt x="5702" y="21050"/>
                </a:cubicBezTo>
                <a:cubicBezTo>
                  <a:pt x="985" y="17449"/>
                  <a:pt x="0" y="10827"/>
                  <a:pt x="3442" y="6005"/>
                </a:cubicBezTo>
                <a:cubicBezTo>
                  <a:pt x="6885" y="1182"/>
                  <a:pt x="13507" y="0"/>
                  <a:pt x="18382" y="3232"/>
                </a:cubicBezTo>
                <a:cubicBezTo>
                  <a:pt x="48458" y="24689"/>
                  <a:pt x="63030" y="39314"/>
                  <a:pt x="76169" y="61283"/>
                </a:cubicBezTo>
                <a:cubicBezTo>
                  <a:pt x="78232" y="64620"/>
                  <a:pt x="78285" y="68825"/>
                  <a:pt x="76327" y="72267"/>
                </a:cubicBezTo>
                <a:cubicBezTo>
                  <a:pt x="74382" y="75710"/>
                  <a:pt x="70729" y="77865"/>
                  <a:pt x="66775" y="77865"/>
                </a:cubicBezTo>
              </a:path>
            </a:pathLst>
          </a:custGeom>
          <a:solidFill xmlns:a="http://schemas.openxmlformats.org/drawingml/2006/main">
            <a:srgbClr val="EF9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df-path-249">
            <a:extLst xmlns:a="http://schemas.openxmlformats.org/drawingml/2006/main">
              <a:ext uri="{FF2B5EF4-FFF2-40B4-BE49-F238E27FC236}">
                <a16:creationId xmlns:a16="http://schemas.microsoft.com/office/drawing/2014/main" id="{E7E863AF-D685-47DD-B3F5-D1472D7A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1422" y="1116018"/>
            <a:ext cx="78273" cy="77865"/>
          </a:xfrm>
          <a:custGeom xmlns:a="http://schemas.openxmlformats.org/drawingml/2006/main">
            <a:pathLst>
              <a:path w="78273" h="77865">
                <a:moveTo>
                  <a:pt x="66776" y="77865"/>
                </a:moveTo>
                <a:cubicBezTo>
                  <a:pt x="62926" y="77865"/>
                  <a:pt x="59391" y="75868"/>
                  <a:pt x="57380" y="72583"/>
                </a:cubicBezTo>
                <a:cubicBezTo>
                  <a:pt x="45831" y="53333"/>
                  <a:pt x="33256" y="40811"/>
                  <a:pt x="5650" y="21102"/>
                </a:cubicBezTo>
                <a:cubicBezTo>
                  <a:pt x="972" y="17502"/>
                  <a:pt x="0" y="10827"/>
                  <a:pt x="3443" y="6057"/>
                </a:cubicBezTo>
                <a:cubicBezTo>
                  <a:pt x="6873" y="1235"/>
                  <a:pt x="13442" y="0"/>
                  <a:pt x="18370" y="3285"/>
                </a:cubicBezTo>
                <a:cubicBezTo>
                  <a:pt x="48445" y="24742"/>
                  <a:pt x="63031" y="39366"/>
                  <a:pt x="76170" y="61283"/>
                </a:cubicBezTo>
                <a:cubicBezTo>
                  <a:pt x="78167" y="64673"/>
                  <a:pt x="78273" y="68877"/>
                  <a:pt x="76328" y="72320"/>
                </a:cubicBezTo>
                <a:cubicBezTo>
                  <a:pt x="74370" y="75763"/>
                  <a:pt x="70730" y="77865"/>
                  <a:pt x="66776" y="77865"/>
                </a:cubicBezTo>
              </a:path>
            </a:pathLst>
          </a:custGeom>
          <a:solidFill xmlns:a="http://schemas.openxmlformats.org/drawingml/2006/main">
            <a:srgbClr val="FFDC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df-path-250">
            <a:extLst xmlns:a="http://schemas.openxmlformats.org/drawingml/2006/main">
              <a:ext uri="{FF2B5EF4-FFF2-40B4-BE49-F238E27FC236}">
                <a16:creationId xmlns:a16="http://schemas.microsoft.com/office/drawing/2014/main" id="{47B42FEE-62BB-47B1-862C-2245420B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06111" y="1123008"/>
            <a:ext cx="84277" cy="72517"/>
          </a:xfrm>
          <a:custGeom xmlns:a="http://schemas.openxmlformats.org/drawingml/2006/main">
            <a:pathLst>
              <a:path w="84277" h="72517">
                <a:moveTo>
                  <a:pt x="72465" y="72517"/>
                </a:moveTo>
                <a:cubicBezTo>
                  <a:pt x="69600" y="72517"/>
                  <a:pt x="66776" y="71387"/>
                  <a:pt x="64725" y="69337"/>
                </a:cubicBezTo>
                <a:cubicBezTo>
                  <a:pt x="49629" y="54240"/>
                  <a:pt x="32586" y="40286"/>
                  <a:pt x="5900" y="21194"/>
                </a:cubicBezTo>
                <a:cubicBezTo>
                  <a:pt x="1078" y="17646"/>
                  <a:pt x="0" y="10932"/>
                  <a:pt x="3482" y="6044"/>
                </a:cubicBezTo>
                <a:cubicBezTo>
                  <a:pt x="6977" y="1169"/>
                  <a:pt x="13705" y="0"/>
                  <a:pt x="18632" y="3377"/>
                </a:cubicBezTo>
                <a:cubicBezTo>
                  <a:pt x="46344" y="23191"/>
                  <a:pt x="64214" y="37816"/>
                  <a:pt x="80217" y="53833"/>
                </a:cubicBezTo>
                <a:cubicBezTo>
                  <a:pt x="83357" y="56960"/>
                  <a:pt x="84277" y="61690"/>
                  <a:pt x="82582" y="65790"/>
                </a:cubicBezTo>
                <a:cubicBezTo>
                  <a:pt x="80887" y="69850"/>
                  <a:pt x="76932" y="72517"/>
                  <a:pt x="72465" y="72517"/>
                </a:cubicBezTo>
              </a:path>
            </a:pathLst>
          </a:custGeom>
          <a:solidFill xmlns:a="http://schemas.openxmlformats.org/drawingml/2006/main">
            <a:srgbClr val="EF9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df-path-251">
            <a:extLst xmlns:a="http://schemas.openxmlformats.org/drawingml/2006/main">
              <a:ext uri="{FF2B5EF4-FFF2-40B4-BE49-F238E27FC236}">
                <a16:creationId xmlns:a16="http://schemas.microsoft.com/office/drawing/2014/main" id="{34157ABB-5FA9-4BC7-9DE7-C9E71556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08569" y="1118633"/>
            <a:ext cx="84277" cy="72530"/>
          </a:xfrm>
          <a:custGeom xmlns:a="http://schemas.openxmlformats.org/drawingml/2006/main">
            <a:pathLst>
              <a:path w="84277" h="72530">
                <a:moveTo>
                  <a:pt x="72478" y="72530"/>
                </a:moveTo>
                <a:cubicBezTo>
                  <a:pt x="69548" y="72530"/>
                  <a:pt x="66775" y="71400"/>
                  <a:pt x="64725" y="69298"/>
                </a:cubicBezTo>
                <a:cubicBezTo>
                  <a:pt x="49641" y="54201"/>
                  <a:pt x="32599" y="40299"/>
                  <a:pt x="5912" y="21207"/>
                </a:cubicBezTo>
                <a:cubicBezTo>
                  <a:pt x="1077" y="17659"/>
                  <a:pt x="0" y="10893"/>
                  <a:pt x="3495" y="6057"/>
                </a:cubicBezTo>
                <a:cubicBezTo>
                  <a:pt x="6938" y="1182"/>
                  <a:pt x="13704" y="0"/>
                  <a:pt x="18632" y="3390"/>
                </a:cubicBezTo>
                <a:cubicBezTo>
                  <a:pt x="46356" y="23204"/>
                  <a:pt x="64213" y="37829"/>
                  <a:pt x="80230" y="53846"/>
                </a:cubicBezTo>
                <a:cubicBezTo>
                  <a:pt x="83357" y="56973"/>
                  <a:pt x="84277" y="61703"/>
                  <a:pt x="82595" y="65750"/>
                </a:cubicBezTo>
                <a:cubicBezTo>
                  <a:pt x="80900" y="69863"/>
                  <a:pt x="76892" y="72530"/>
                  <a:pt x="72478" y="72530"/>
                </a:cubicBezTo>
              </a:path>
            </a:pathLst>
          </a:custGeom>
          <a:solidFill xmlns:a="http://schemas.openxmlformats.org/drawingml/2006/main">
            <a:srgbClr val="FFDC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df-path-252">
            <a:extLst xmlns:a="http://schemas.openxmlformats.org/drawingml/2006/main">
              <a:ext uri="{FF2B5EF4-FFF2-40B4-BE49-F238E27FC236}">
                <a16:creationId xmlns:a16="http://schemas.microsoft.com/office/drawing/2014/main" id="{2978065B-9760-48DA-A1CA-35712BEB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16802" y="1107044"/>
            <a:ext cx="87772" cy="126468"/>
          </a:xfrm>
          <a:custGeom xmlns:a="http://schemas.openxmlformats.org/drawingml/2006/main">
            <a:pathLst>
              <a:path w="87772" h="126468">
                <a:moveTo>
                  <a:pt x="75198" y="85499"/>
                </a:moveTo>
                <a:lnTo>
                  <a:pt x="68773" y="74107"/>
                </a:lnTo>
                <a:cubicBezTo>
                  <a:pt x="67038" y="71032"/>
                  <a:pt x="66670" y="67393"/>
                  <a:pt x="67747" y="64055"/>
                </a:cubicBezTo>
                <a:lnTo>
                  <a:pt x="0" y="0"/>
                </a:lnTo>
                <a:lnTo>
                  <a:pt x="0" y="52098"/>
                </a:lnTo>
                <a:lnTo>
                  <a:pt x="1537" y="52506"/>
                </a:lnTo>
                <a:cubicBezTo>
                  <a:pt x="12325" y="55173"/>
                  <a:pt x="21917" y="61230"/>
                  <a:pt x="29051" y="69744"/>
                </a:cubicBezTo>
                <a:lnTo>
                  <a:pt x="58208" y="105208"/>
                </a:lnTo>
                <a:lnTo>
                  <a:pt x="64108" y="121225"/>
                </a:lnTo>
                <a:cubicBezTo>
                  <a:pt x="64620" y="123078"/>
                  <a:pt x="66473" y="124615"/>
                  <a:pt x="68773" y="125128"/>
                </a:cubicBezTo>
                <a:cubicBezTo>
                  <a:pt x="76222" y="126468"/>
                  <a:pt x="84224" y="122920"/>
                  <a:pt x="85670" y="117638"/>
                </a:cubicBezTo>
                <a:cubicBezTo>
                  <a:pt x="87772" y="106903"/>
                  <a:pt x="82017" y="95406"/>
                  <a:pt x="75198" y="85499"/>
                </a:cubicBezTo>
              </a:path>
            </a:pathLst>
          </a:custGeom>
          <a:solidFill xmlns:a="http://schemas.openxmlformats.org/drawingml/2006/main">
            <a:srgbClr val="EF9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df-path-253">
            <a:extLst xmlns:a="http://schemas.openxmlformats.org/drawingml/2006/main">
              <a:ext uri="{FF2B5EF4-FFF2-40B4-BE49-F238E27FC236}">
                <a16:creationId xmlns:a16="http://schemas.microsoft.com/office/drawing/2014/main" id="{7428CCFD-A93F-4247-AAE0-6EBE114F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16802" y="1094981"/>
            <a:ext cx="197553" cy="129898"/>
          </a:xfrm>
          <a:custGeom xmlns:a="http://schemas.openxmlformats.org/drawingml/2006/main">
            <a:pathLst>
              <a:path w="197553" h="129898">
                <a:moveTo>
                  <a:pt x="0" y="0"/>
                </a:moveTo>
                <a:lnTo>
                  <a:pt x="28539" y="12207"/>
                </a:lnTo>
                <a:cubicBezTo>
                  <a:pt x="35004" y="14979"/>
                  <a:pt x="41888" y="16674"/>
                  <a:pt x="48919" y="17187"/>
                </a:cubicBezTo>
                <a:lnTo>
                  <a:pt x="101017" y="20892"/>
                </a:lnTo>
                <a:cubicBezTo>
                  <a:pt x="110201" y="21549"/>
                  <a:pt x="119123" y="24216"/>
                  <a:pt x="127190" y="28684"/>
                </a:cubicBezTo>
                <a:lnTo>
                  <a:pt x="154692" y="43978"/>
                </a:lnTo>
                <a:cubicBezTo>
                  <a:pt x="161012" y="47473"/>
                  <a:pt x="167883" y="49891"/>
                  <a:pt x="175018" y="51060"/>
                </a:cubicBezTo>
                <a:lnTo>
                  <a:pt x="187186" y="53123"/>
                </a:lnTo>
                <a:cubicBezTo>
                  <a:pt x="193243" y="54148"/>
                  <a:pt x="197553" y="59640"/>
                  <a:pt x="197040" y="65790"/>
                </a:cubicBezTo>
                <a:cubicBezTo>
                  <a:pt x="196528" y="71899"/>
                  <a:pt x="191390" y="76630"/>
                  <a:pt x="185241" y="76682"/>
                </a:cubicBezTo>
                <a:cubicBezTo>
                  <a:pt x="171432" y="76682"/>
                  <a:pt x="157727" y="73700"/>
                  <a:pt x="145153" y="67958"/>
                </a:cubicBezTo>
                <a:lnTo>
                  <a:pt x="129398" y="60823"/>
                </a:lnTo>
                <a:cubicBezTo>
                  <a:pt x="113223" y="53478"/>
                  <a:pt x="94749" y="53268"/>
                  <a:pt x="78430" y="60258"/>
                </a:cubicBezTo>
                <a:cubicBezTo>
                  <a:pt x="75198" y="61638"/>
                  <a:pt x="72675" y="64357"/>
                  <a:pt x="71545" y="67642"/>
                </a:cubicBezTo>
                <a:cubicBezTo>
                  <a:pt x="70467" y="70980"/>
                  <a:pt x="70835" y="74672"/>
                  <a:pt x="72569" y="77707"/>
                </a:cubicBezTo>
                <a:lnTo>
                  <a:pt x="79048" y="89047"/>
                </a:lnTo>
                <a:cubicBezTo>
                  <a:pt x="84592" y="98691"/>
                  <a:pt x="86379" y="110044"/>
                  <a:pt x="84224" y="120976"/>
                </a:cubicBezTo>
                <a:cubicBezTo>
                  <a:pt x="83659" y="123801"/>
                  <a:pt x="81912" y="126310"/>
                  <a:pt x="79507" y="127848"/>
                </a:cubicBezTo>
                <a:cubicBezTo>
                  <a:pt x="77037" y="129385"/>
                  <a:pt x="74068" y="129898"/>
                  <a:pt x="71242" y="129240"/>
                </a:cubicBezTo>
                <a:cubicBezTo>
                  <a:pt x="69442" y="128767"/>
                  <a:pt x="68063" y="127283"/>
                  <a:pt x="67550" y="125483"/>
                </a:cubicBezTo>
                <a:lnTo>
                  <a:pt x="62978" y="109479"/>
                </a:lnTo>
                <a:lnTo>
                  <a:pt x="32849" y="73345"/>
                </a:lnTo>
                <a:cubicBezTo>
                  <a:pt x="25714" y="64817"/>
                  <a:pt x="16122" y="58760"/>
                  <a:pt x="5334" y="56093"/>
                </a:cubicBezTo>
                <a:lnTo>
                  <a:pt x="0" y="5476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DC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df-path-254">
            <a:extLst xmlns:a="http://schemas.openxmlformats.org/drawingml/2006/main">
              <a:ext uri="{FF2B5EF4-FFF2-40B4-BE49-F238E27FC236}">
                <a16:creationId xmlns:a16="http://schemas.microsoft.com/office/drawing/2014/main" id="{469C3BDD-0CBE-460E-AEC9-5E281549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9332" y="1148249"/>
            <a:ext cx="117218" cy="28644"/>
          </a:xfrm>
          <a:custGeom xmlns:a="http://schemas.openxmlformats.org/drawingml/2006/main">
            <a:pathLst>
              <a:path w="117218" h="28644">
                <a:moveTo>
                  <a:pt x="112711" y="23362"/>
                </a:moveTo>
                <a:cubicBezTo>
                  <a:pt x="98848" y="23362"/>
                  <a:pt x="85197" y="20432"/>
                  <a:pt x="72623" y="14690"/>
                </a:cubicBezTo>
                <a:lnTo>
                  <a:pt x="56867" y="7555"/>
                </a:lnTo>
                <a:cubicBezTo>
                  <a:pt x="40693" y="210"/>
                  <a:pt x="22166" y="0"/>
                  <a:pt x="5847" y="6990"/>
                </a:cubicBezTo>
                <a:cubicBezTo>
                  <a:pt x="3377" y="8068"/>
                  <a:pt x="1327" y="9907"/>
                  <a:pt x="0" y="12272"/>
                </a:cubicBezTo>
                <a:lnTo>
                  <a:pt x="39" y="12220"/>
                </a:lnTo>
                <a:cubicBezTo>
                  <a:pt x="16372" y="5243"/>
                  <a:pt x="34899" y="5440"/>
                  <a:pt x="51061" y="12785"/>
                </a:cubicBezTo>
                <a:lnTo>
                  <a:pt x="66775" y="19972"/>
                </a:lnTo>
                <a:cubicBezTo>
                  <a:pt x="79389" y="25662"/>
                  <a:pt x="93054" y="28644"/>
                  <a:pt x="106903" y="28644"/>
                </a:cubicBezTo>
                <a:cubicBezTo>
                  <a:pt x="111371" y="28644"/>
                  <a:pt x="115221" y="26135"/>
                  <a:pt x="117218" y="22482"/>
                </a:cubicBezTo>
                <a:cubicBezTo>
                  <a:pt x="115786" y="23047"/>
                  <a:pt x="114249" y="23362"/>
                  <a:pt x="112711" y="23362"/>
                </a:cubicBezTo>
              </a:path>
            </a:pathLst>
          </a:custGeom>
          <a:solidFill xmlns:a="http://schemas.openxmlformats.org/drawingml/2006/main">
            <a:srgbClr val="EF9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df-path-255">
            <a:extLst xmlns:a="http://schemas.openxmlformats.org/drawingml/2006/main">
              <a:ext uri="{FF2B5EF4-FFF2-40B4-BE49-F238E27FC236}">
                <a16:creationId xmlns:a16="http://schemas.microsoft.com/office/drawing/2014/main" id="{25C20AA5-D2A3-4CFC-ADA4-98FC455B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5159" y="1193883"/>
            <a:ext cx="32849" cy="21917"/>
          </a:xfrm>
          <a:custGeom xmlns:a="http://schemas.openxmlformats.org/drawingml/2006/main">
            <a:pathLst>
              <a:path w="32849" h="21917">
                <a:moveTo>
                  <a:pt x="0" y="0"/>
                </a:moveTo>
                <a:lnTo>
                  <a:pt x="32849" y="0"/>
                </a:lnTo>
                <a:lnTo>
                  <a:pt x="32849" y="21917"/>
                </a:lnTo>
                <a:lnTo>
                  <a:pt x="0" y="21917"/>
                </a:lnTo>
                <a:close/>
              </a:path>
            </a:pathLst>
          </a:custGeom>
          <a:solidFill xmlns:a="http://schemas.openxmlformats.org/drawingml/2006/main">
            <a:srgbClr val="F490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df-path-256">
            <a:extLst xmlns:a="http://schemas.openxmlformats.org/drawingml/2006/main">
              <a:ext uri="{FF2B5EF4-FFF2-40B4-BE49-F238E27FC236}">
                <a16:creationId xmlns:a16="http://schemas.microsoft.com/office/drawing/2014/main" id="{2F1BABEC-05E3-4CE6-BAA5-0DB18161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69461" y="1106321"/>
            <a:ext cx="164244" cy="93054"/>
          </a:xfrm>
          <a:custGeom xmlns:a="http://schemas.openxmlformats.org/drawingml/2006/main">
            <a:pathLst>
              <a:path w="164244" h="93054">
                <a:moveTo>
                  <a:pt x="147820" y="43781"/>
                </a:moveTo>
                <a:cubicBezTo>
                  <a:pt x="147820" y="82122"/>
                  <a:pt x="164244" y="65698"/>
                  <a:pt x="164244" y="82122"/>
                </a:cubicBezTo>
                <a:cubicBezTo>
                  <a:pt x="164244" y="82122"/>
                  <a:pt x="164244" y="93054"/>
                  <a:pt x="153312" y="93054"/>
                </a:cubicBezTo>
                <a:lnTo>
                  <a:pt x="10933" y="93054"/>
                </a:lnTo>
                <a:cubicBezTo>
                  <a:pt x="0" y="93054"/>
                  <a:pt x="0" y="82122"/>
                  <a:pt x="0" y="82122"/>
                </a:cubicBezTo>
                <a:cubicBezTo>
                  <a:pt x="0" y="65698"/>
                  <a:pt x="16425" y="82122"/>
                  <a:pt x="16425" y="43781"/>
                </a:cubicBezTo>
                <a:cubicBezTo>
                  <a:pt x="16425" y="13547"/>
                  <a:pt x="51888" y="0"/>
                  <a:pt x="82123" y="0"/>
                </a:cubicBezTo>
                <a:cubicBezTo>
                  <a:pt x="112356" y="0"/>
                  <a:pt x="147820" y="13547"/>
                  <a:pt x="147820" y="43781"/>
                </a:cubicBezTo>
              </a:path>
            </a:pathLst>
          </a:custGeom>
          <a:solidFill xmlns:a="http://schemas.openxmlformats.org/drawingml/2006/main">
            <a:srgbClr val="FFA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df-path-257">
            <a:extLst xmlns:a="http://schemas.openxmlformats.org/drawingml/2006/main">
              <a:ext uri="{FF2B5EF4-FFF2-40B4-BE49-F238E27FC236}">
                <a16:creationId xmlns:a16="http://schemas.microsoft.com/office/drawing/2014/main" id="{AA67390C-A232-4BA5-85A4-78C84B78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5159" y="1089896"/>
            <a:ext cx="32849" cy="32849"/>
          </a:xfrm>
          <a:custGeom xmlns:a="http://schemas.openxmlformats.org/drawingml/2006/main">
            <a:pathLst>
              <a:path w="32849" h="32849">
                <a:moveTo>
                  <a:pt x="32849" y="16424"/>
                </a:moveTo>
                <a:cubicBezTo>
                  <a:pt x="32849" y="25451"/>
                  <a:pt x="25505" y="32849"/>
                  <a:pt x="16425" y="32849"/>
                </a:cubicBezTo>
                <a:cubicBezTo>
                  <a:pt x="7345" y="32849"/>
                  <a:pt x="0" y="25451"/>
                  <a:pt x="0" y="16424"/>
                </a:cubicBezTo>
                <a:cubicBezTo>
                  <a:pt x="0" y="7345"/>
                  <a:pt x="7345" y="0"/>
                  <a:pt x="16425" y="0"/>
                </a:cubicBezTo>
                <a:cubicBezTo>
                  <a:pt x="25505" y="0"/>
                  <a:pt x="32849" y="7345"/>
                  <a:pt x="32849" y="16424"/>
                </a:cubicBezTo>
              </a:path>
            </a:pathLst>
          </a:custGeom>
          <a:solidFill xmlns:a="http://schemas.openxmlformats.org/drawingml/2006/main">
            <a:srgbClr val="FFA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df-path-258">
            <a:extLst xmlns:a="http://schemas.openxmlformats.org/drawingml/2006/main">
              <a:ext uri="{FF2B5EF4-FFF2-40B4-BE49-F238E27FC236}">
                <a16:creationId xmlns:a16="http://schemas.microsoft.com/office/drawing/2014/main" id="{DA372CE9-5AAE-496D-8C67-ABEC128E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8529" y="1221292"/>
            <a:ext cx="186108" cy="21864"/>
          </a:xfrm>
          <a:custGeom xmlns:a="http://schemas.openxmlformats.org/drawingml/2006/main">
            <a:pathLst>
              <a:path w="186108" h="21864">
                <a:moveTo>
                  <a:pt x="186108" y="10932"/>
                </a:moveTo>
                <a:cubicBezTo>
                  <a:pt x="186108" y="16989"/>
                  <a:pt x="181233" y="21864"/>
                  <a:pt x="175176" y="21864"/>
                </a:cubicBezTo>
                <a:lnTo>
                  <a:pt x="10932" y="21864"/>
                </a:lnTo>
                <a:cubicBezTo>
                  <a:pt x="4875" y="21864"/>
                  <a:pt x="0" y="16989"/>
                  <a:pt x="0" y="10932"/>
                </a:cubicBezTo>
                <a:cubicBezTo>
                  <a:pt x="0" y="4875"/>
                  <a:pt x="4875" y="0"/>
                  <a:pt x="10932" y="0"/>
                </a:cubicBezTo>
                <a:lnTo>
                  <a:pt x="175176" y="0"/>
                </a:lnTo>
                <a:cubicBezTo>
                  <a:pt x="181233" y="0"/>
                  <a:pt x="186108" y="4875"/>
                  <a:pt x="186108" y="10932"/>
                </a:cubicBezTo>
              </a:path>
            </a:pathLst>
          </a:custGeom>
          <a:solidFill xmlns:a="http://schemas.openxmlformats.org/drawingml/2006/main">
            <a:srgbClr val="C169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df-path-259">
            <a:extLst xmlns:a="http://schemas.openxmlformats.org/drawingml/2006/main">
              <a:ext uri="{FF2B5EF4-FFF2-40B4-BE49-F238E27FC236}">
                <a16:creationId xmlns:a16="http://schemas.microsoft.com/office/drawing/2014/main" id="{B42A38D2-B346-40E3-93FF-6015A2F7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69461" y="1210307"/>
            <a:ext cx="164244" cy="21917"/>
          </a:xfrm>
          <a:custGeom xmlns:a="http://schemas.openxmlformats.org/drawingml/2006/main">
            <a:pathLst>
              <a:path w="164244" h="21917">
                <a:moveTo>
                  <a:pt x="164244" y="10985"/>
                </a:moveTo>
                <a:cubicBezTo>
                  <a:pt x="164244" y="16989"/>
                  <a:pt x="159317" y="21917"/>
                  <a:pt x="153312" y="21917"/>
                </a:cubicBezTo>
                <a:lnTo>
                  <a:pt x="10933" y="21917"/>
                </a:lnTo>
                <a:cubicBezTo>
                  <a:pt x="4928" y="21917"/>
                  <a:pt x="0" y="16989"/>
                  <a:pt x="0" y="10985"/>
                </a:cubicBezTo>
                <a:cubicBezTo>
                  <a:pt x="0" y="4927"/>
                  <a:pt x="4928" y="0"/>
                  <a:pt x="10933" y="0"/>
                </a:cubicBezTo>
                <a:lnTo>
                  <a:pt x="153312" y="0"/>
                </a:lnTo>
                <a:cubicBezTo>
                  <a:pt x="159317" y="0"/>
                  <a:pt x="164244" y="4927"/>
                  <a:pt x="164244" y="10985"/>
                </a:cubicBezTo>
              </a:path>
            </a:pathLst>
          </a:custGeom>
          <a:solidFill xmlns:a="http://schemas.openxmlformats.org/drawingml/2006/main">
            <a:srgbClr val="C169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df-path-260">
            <a:extLst xmlns:a="http://schemas.openxmlformats.org/drawingml/2006/main">
              <a:ext uri="{FF2B5EF4-FFF2-40B4-BE49-F238E27FC236}">
                <a16:creationId xmlns:a16="http://schemas.microsoft.com/office/drawing/2014/main" id="{F8A24038-8013-4F52-A333-B8D10027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5159" y="1409752"/>
            <a:ext cx="32849" cy="21917"/>
          </a:xfrm>
          <a:custGeom xmlns:a="http://schemas.openxmlformats.org/drawingml/2006/main">
            <a:pathLst>
              <a:path w="32849" h="21917">
                <a:moveTo>
                  <a:pt x="0" y="0"/>
                </a:moveTo>
                <a:lnTo>
                  <a:pt x="32849" y="0"/>
                </a:lnTo>
                <a:lnTo>
                  <a:pt x="32849" y="21917"/>
                </a:lnTo>
                <a:lnTo>
                  <a:pt x="0" y="21917"/>
                </a:lnTo>
                <a:close/>
              </a:path>
            </a:pathLst>
          </a:custGeom>
          <a:solidFill xmlns:a="http://schemas.openxmlformats.org/drawingml/2006/main">
            <a:srgbClr val="F490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df-path-261">
            <a:extLst xmlns:a="http://schemas.openxmlformats.org/drawingml/2006/main">
              <a:ext uri="{FF2B5EF4-FFF2-40B4-BE49-F238E27FC236}">
                <a16:creationId xmlns:a16="http://schemas.microsoft.com/office/drawing/2014/main" id="{47D76D4F-AE36-46F9-B88C-B8C608B9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69461" y="1322190"/>
            <a:ext cx="164244" cy="93054"/>
          </a:xfrm>
          <a:custGeom xmlns:a="http://schemas.openxmlformats.org/drawingml/2006/main">
            <a:pathLst>
              <a:path w="164244" h="93054">
                <a:moveTo>
                  <a:pt x="147820" y="43781"/>
                </a:moveTo>
                <a:cubicBezTo>
                  <a:pt x="147820" y="82122"/>
                  <a:pt x="164244" y="65698"/>
                  <a:pt x="164244" y="82122"/>
                </a:cubicBezTo>
                <a:cubicBezTo>
                  <a:pt x="164244" y="82122"/>
                  <a:pt x="164244" y="93054"/>
                  <a:pt x="153312" y="93054"/>
                </a:cubicBezTo>
                <a:lnTo>
                  <a:pt x="10933" y="93054"/>
                </a:lnTo>
                <a:cubicBezTo>
                  <a:pt x="0" y="93054"/>
                  <a:pt x="0" y="82122"/>
                  <a:pt x="0" y="82122"/>
                </a:cubicBezTo>
                <a:cubicBezTo>
                  <a:pt x="0" y="65698"/>
                  <a:pt x="16425" y="82122"/>
                  <a:pt x="16425" y="43781"/>
                </a:cubicBezTo>
                <a:cubicBezTo>
                  <a:pt x="16425" y="13547"/>
                  <a:pt x="51888" y="0"/>
                  <a:pt x="82123" y="0"/>
                </a:cubicBezTo>
                <a:cubicBezTo>
                  <a:pt x="112356" y="0"/>
                  <a:pt x="147820" y="13547"/>
                  <a:pt x="147820" y="43781"/>
                </a:cubicBezTo>
              </a:path>
            </a:pathLst>
          </a:custGeom>
          <a:solidFill xmlns:a="http://schemas.openxmlformats.org/drawingml/2006/main">
            <a:srgbClr val="FFA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df-path-262">
            <a:extLst xmlns:a="http://schemas.openxmlformats.org/drawingml/2006/main">
              <a:ext uri="{FF2B5EF4-FFF2-40B4-BE49-F238E27FC236}">
                <a16:creationId xmlns:a16="http://schemas.microsoft.com/office/drawing/2014/main" id="{973585CF-1B23-49AD-91FC-1C3F5D95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5159" y="1305766"/>
            <a:ext cx="32849" cy="32849"/>
          </a:xfrm>
          <a:custGeom xmlns:a="http://schemas.openxmlformats.org/drawingml/2006/main">
            <a:pathLst>
              <a:path w="32849" h="32849">
                <a:moveTo>
                  <a:pt x="32849" y="16424"/>
                </a:moveTo>
                <a:cubicBezTo>
                  <a:pt x="32849" y="25451"/>
                  <a:pt x="25505" y="32849"/>
                  <a:pt x="16425" y="32849"/>
                </a:cubicBezTo>
                <a:cubicBezTo>
                  <a:pt x="7345" y="32849"/>
                  <a:pt x="0" y="25451"/>
                  <a:pt x="0" y="16424"/>
                </a:cubicBezTo>
                <a:cubicBezTo>
                  <a:pt x="0" y="7345"/>
                  <a:pt x="7345" y="0"/>
                  <a:pt x="16425" y="0"/>
                </a:cubicBezTo>
                <a:cubicBezTo>
                  <a:pt x="25505" y="0"/>
                  <a:pt x="32849" y="7345"/>
                  <a:pt x="32849" y="16424"/>
                </a:cubicBezTo>
              </a:path>
            </a:pathLst>
          </a:custGeom>
          <a:solidFill xmlns:a="http://schemas.openxmlformats.org/drawingml/2006/main">
            <a:srgbClr val="FFA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df-path-263">
            <a:extLst xmlns:a="http://schemas.openxmlformats.org/drawingml/2006/main">
              <a:ext uri="{FF2B5EF4-FFF2-40B4-BE49-F238E27FC236}">
                <a16:creationId xmlns:a16="http://schemas.microsoft.com/office/drawing/2014/main" id="{0A607BCB-E2AF-4895-B79B-E08B13F3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8529" y="1437161"/>
            <a:ext cx="186108" cy="21864"/>
          </a:xfrm>
          <a:custGeom xmlns:a="http://schemas.openxmlformats.org/drawingml/2006/main">
            <a:pathLst>
              <a:path w="186108" h="21864">
                <a:moveTo>
                  <a:pt x="186108" y="10932"/>
                </a:moveTo>
                <a:cubicBezTo>
                  <a:pt x="186108" y="16989"/>
                  <a:pt x="181233" y="21864"/>
                  <a:pt x="175176" y="21864"/>
                </a:cubicBezTo>
                <a:lnTo>
                  <a:pt x="10932" y="21864"/>
                </a:lnTo>
                <a:cubicBezTo>
                  <a:pt x="4875" y="21864"/>
                  <a:pt x="0" y="16989"/>
                  <a:pt x="0" y="10932"/>
                </a:cubicBezTo>
                <a:cubicBezTo>
                  <a:pt x="0" y="4875"/>
                  <a:pt x="4875" y="0"/>
                  <a:pt x="10932" y="0"/>
                </a:cubicBezTo>
                <a:lnTo>
                  <a:pt x="175176" y="0"/>
                </a:lnTo>
                <a:cubicBezTo>
                  <a:pt x="181233" y="0"/>
                  <a:pt x="186108" y="4875"/>
                  <a:pt x="186108" y="10932"/>
                </a:cubicBezTo>
              </a:path>
            </a:pathLst>
          </a:custGeom>
          <a:solidFill xmlns:a="http://schemas.openxmlformats.org/drawingml/2006/main">
            <a:srgbClr val="C169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df-path-264">
            <a:extLst xmlns:a="http://schemas.openxmlformats.org/drawingml/2006/main">
              <a:ext uri="{FF2B5EF4-FFF2-40B4-BE49-F238E27FC236}">
                <a16:creationId xmlns:a16="http://schemas.microsoft.com/office/drawing/2014/main" id="{101708E1-3265-45FC-8690-437AC950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69461" y="1426176"/>
            <a:ext cx="164244" cy="21917"/>
          </a:xfrm>
          <a:custGeom xmlns:a="http://schemas.openxmlformats.org/drawingml/2006/main">
            <a:pathLst>
              <a:path w="164244" h="21917">
                <a:moveTo>
                  <a:pt x="164244" y="10985"/>
                </a:moveTo>
                <a:cubicBezTo>
                  <a:pt x="164244" y="16989"/>
                  <a:pt x="159317" y="21917"/>
                  <a:pt x="153312" y="21917"/>
                </a:cubicBezTo>
                <a:lnTo>
                  <a:pt x="10933" y="21917"/>
                </a:lnTo>
                <a:cubicBezTo>
                  <a:pt x="4928" y="21917"/>
                  <a:pt x="0" y="16989"/>
                  <a:pt x="0" y="10985"/>
                </a:cubicBezTo>
                <a:cubicBezTo>
                  <a:pt x="0" y="4927"/>
                  <a:pt x="4928" y="0"/>
                  <a:pt x="10933" y="0"/>
                </a:cubicBezTo>
                <a:lnTo>
                  <a:pt x="153312" y="0"/>
                </a:lnTo>
                <a:cubicBezTo>
                  <a:pt x="159317" y="0"/>
                  <a:pt x="164244" y="4927"/>
                  <a:pt x="164244" y="10985"/>
                </a:cubicBezTo>
              </a:path>
            </a:pathLst>
          </a:custGeom>
          <a:solidFill xmlns:a="http://schemas.openxmlformats.org/drawingml/2006/main">
            <a:srgbClr val="C169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df-path-265">
            <a:extLst xmlns:a="http://schemas.openxmlformats.org/drawingml/2006/main">
              <a:ext uri="{FF2B5EF4-FFF2-40B4-BE49-F238E27FC236}">
                <a16:creationId xmlns:a16="http://schemas.microsoft.com/office/drawing/2014/main" id="{55107E11-1180-4A3D-9312-C32FA3D7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3843" y="1587555"/>
            <a:ext cx="56723" cy="61638"/>
          </a:xfrm>
          <a:custGeom xmlns:a="http://schemas.openxmlformats.org/drawingml/2006/main">
            <a:pathLst>
              <a:path w="56723" h="61638">
                <a:moveTo>
                  <a:pt x="45213" y="61638"/>
                </a:moveTo>
                <a:cubicBezTo>
                  <a:pt x="41113" y="61638"/>
                  <a:pt x="37316" y="59325"/>
                  <a:pt x="35411" y="55580"/>
                </a:cubicBezTo>
                <a:cubicBezTo>
                  <a:pt x="29051" y="42848"/>
                  <a:pt x="15452" y="28329"/>
                  <a:pt x="5794" y="21142"/>
                </a:cubicBezTo>
                <a:cubicBezTo>
                  <a:pt x="972" y="17502"/>
                  <a:pt x="0" y="10669"/>
                  <a:pt x="3639" y="5794"/>
                </a:cubicBezTo>
                <a:cubicBezTo>
                  <a:pt x="7240" y="972"/>
                  <a:pt x="14111" y="0"/>
                  <a:pt x="18934" y="3640"/>
                </a:cubicBezTo>
                <a:cubicBezTo>
                  <a:pt x="30483" y="12259"/>
                  <a:pt x="46711" y="29143"/>
                  <a:pt x="55028" y="45831"/>
                </a:cubicBezTo>
                <a:cubicBezTo>
                  <a:pt x="56723" y="49221"/>
                  <a:pt x="56566" y="53215"/>
                  <a:pt x="54555" y="56460"/>
                </a:cubicBezTo>
                <a:cubicBezTo>
                  <a:pt x="52558" y="59693"/>
                  <a:pt x="49023" y="61638"/>
                  <a:pt x="45213" y="61638"/>
                </a:cubicBezTo>
              </a:path>
            </a:pathLst>
          </a:custGeom>
          <a:solidFill xmlns:a="http://schemas.openxmlformats.org/drawingml/2006/main">
            <a:srgbClr val="EF9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df-path-266">
            <a:extLst xmlns:a="http://schemas.openxmlformats.org/drawingml/2006/main">
              <a:ext uri="{FF2B5EF4-FFF2-40B4-BE49-F238E27FC236}">
                <a16:creationId xmlns:a16="http://schemas.microsoft.com/office/drawing/2014/main" id="{40FA7021-EC4A-4977-9B6E-995E55D0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6312" y="1583192"/>
            <a:ext cx="56710" cy="61638"/>
          </a:xfrm>
          <a:custGeom xmlns:a="http://schemas.openxmlformats.org/drawingml/2006/main">
            <a:pathLst>
              <a:path w="56710" h="61638">
                <a:moveTo>
                  <a:pt x="45214" y="61638"/>
                </a:moveTo>
                <a:cubicBezTo>
                  <a:pt x="41061" y="61638"/>
                  <a:pt x="37264" y="59272"/>
                  <a:pt x="35411" y="55580"/>
                </a:cubicBezTo>
                <a:cubicBezTo>
                  <a:pt x="29052" y="42848"/>
                  <a:pt x="15386" y="28329"/>
                  <a:pt x="5795" y="21142"/>
                </a:cubicBezTo>
                <a:cubicBezTo>
                  <a:pt x="972" y="17502"/>
                  <a:pt x="0" y="10617"/>
                  <a:pt x="3588" y="5794"/>
                </a:cubicBezTo>
                <a:cubicBezTo>
                  <a:pt x="7227" y="972"/>
                  <a:pt x="14112" y="0"/>
                  <a:pt x="18935" y="3587"/>
                </a:cubicBezTo>
                <a:cubicBezTo>
                  <a:pt x="30484" y="12259"/>
                  <a:pt x="46698" y="29144"/>
                  <a:pt x="55015" y="45778"/>
                </a:cubicBezTo>
                <a:cubicBezTo>
                  <a:pt x="56710" y="49168"/>
                  <a:pt x="56553" y="53215"/>
                  <a:pt x="54556" y="56447"/>
                </a:cubicBezTo>
                <a:cubicBezTo>
                  <a:pt x="52559" y="59693"/>
                  <a:pt x="49010" y="61638"/>
                  <a:pt x="45214" y="61638"/>
                </a:cubicBezTo>
              </a:path>
            </a:pathLst>
          </a:custGeom>
          <a:solidFill xmlns:a="http://schemas.openxmlformats.org/drawingml/2006/main">
            <a:srgbClr val="FFDC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df-path-267">
            <a:extLst xmlns:a="http://schemas.openxmlformats.org/drawingml/2006/main">
              <a:ext uri="{FF2B5EF4-FFF2-40B4-BE49-F238E27FC236}">
                <a16:creationId xmlns:a16="http://schemas.microsoft.com/office/drawing/2014/main" id="{93D69CD7-1DE6-481E-BCDB-25486A1D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35130" y="1582312"/>
            <a:ext cx="78285" cy="77865"/>
          </a:xfrm>
          <a:custGeom xmlns:a="http://schemas.openxmlformats.org/drawingml/2006/main">
            <a:pathLst>
              <a:path w="78285" h="77865">
                <a:moveTo>
                  <a:pt x="66775" y="77865"/>
                </a:moveTo>
                <a:cubicBezTo>
                  <a:pt x="62938" y="77865"/>
                  <a:pt x="59390" y="75815"/>
                  <a:pt x="57393" y="72530"/>
                </a:cubicBezTo>
                <a:cubicBezTo>
                  <a:pt x="45843" y="53281"/>
                  <a:pt x="33322" y="40759"/>
                  <a:pt x="5702" y="21050"/>
                </a:cubicBezTo>
                <a:cubicBezTo>
                  <a:pt x="985" y="17449"/>
                  <a:pt x="0" y="10827"/>
                  <a:pt x="3442" y="6005"/>
                </a:cubicBezTo>
                <a:cubicBezTo>
                  <a:pt x="6885" y="1182"/>
                  <a:pt x="13507" y="0"/>
                  <a:pt x="18382" y="3232"/>
                </a:cubicBezTo>
                <a:cubicBezTo>
                  <a:pt x="48458" y="24689"/>
                  <a:pt x="63030" y="39314"/>
                  <a:pt x="76169" y="61283"/>
                </a:cubicBezTo>
                <a:cubicBezTo>
                  <a:pt x="78232" y="64620"/>
                  <a:pt x="78285" y="68825"/>
                  <a:pt x="76327" y="72267"/>
                </a:cubicBezTo>
                <a:cubicBezTo>
                  <a:pt x="74382" y="75710"/>
                  <a:pt x="70729" y="77865"/>
                  <a:pt x="66775" y="77865"/>
                </a:cubicBezTo>
              </a:path>
            </a:pathLst>
          </a:custGeom>
          <a:solidFill xmlns:a="http://schemas.openxmlformats.org/drawingml/2006/main">
            <a:srgbClr val="EF9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df-path-268">
            <a:extLst xmlns:a="http://schemas.openxmlformats.org/drawingml/2006/main">
              <a:ext uri="{FF2B5EF4-FFF2-40B4-BE49-F238E27FC236}">
                <a16:creationId xmlns:a16="http://schemas.microsoft.com/office/drawing/2014/main" id="{0D37F196-C62B-4181-8090-D9DAE149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37599" y="1577897"/>
            <a:ext cx="78273" cy="77865"/>
          </a:xfrm>
          <a:custGeom xmlns:a="http://schemas.openxmlformats.org/drawingml/2006/main">
            <a:pathLst>
              <a:path w="78273" h="77865">
                <a:moveTo>
                  <a:pt x="66776" y="77865"/>
                </a:moveTo>
                <a:cubicBezTo>
                  <a:pt x="62926" y="77865"/>
                  <a:pt x="59391" y="75868"/>
                  <a:pt x="57380" y="72583"/>
                </a:cubicBezTo>
                <a:cubicBezTo>
                  <a:pt x="45831" y="53333"/>
                  <a:pt x="33256" y="40811"/>
                  <a:pt x="5650" y="21102"/>
                </a:cubicBezTo>
                <a:cubicBezTo>
                  <a:pt x="972" y="17502"/>
                  <a:pt x="0" y="10827"/>
                  <a:pt x="3443" y="6057"/>
                </a:cubicBezTo>
                <a:cubicBezTo>
                  <a:pt x="6873" y="1235"/>
                  <a:pt x="13442" y="0"/>
                  <a:pt x="18370" y="3285"/>
                </a:cubicBezTo>
                <a:cubicBezTo>
                  <a:pt x="48445" y="24742"/>
                  <a:pt x="63031" y="39366"/>
                  <a:pt x="76170" y="61283"/>
                </a:cubicBezTo>
                <a:cubicBezTo>
                  <a:pt x="78167" y="64673"/>
                  <a:pt x="78273" y="68877"/>
                  <a:pt x="76328" y="72320"/>
                </a:cubicBezTo>
                <a:cubicBezTo>
                  <a:pt x="74370" y="75763"/>
                  <a:pt x="70730" y="77865"/>
                  <a:pt x="66776" y="77865"/>
                </a:cubicBezTo>
              </a:path>
            </a:pathLst>
          </a:custGeom>
          <a:solidFill xmlns:a="http://schemas.openxmlformats.org/drawingml/2006/main">
            <a:srgbClr val="FFDC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df-path-269">
            <a:extLst xmlns:a="http://schemas.openxmlformats.org/drawingml/2006/main">
              <a:ext uri="{FF2B5EF4-FFF2-40B4-BE49-F238E27FC236}">
                <a16:creationId xmlns:a16="http://schemas.microsoft.com/office/drawing/2014/main" id="{27B88792-B6ED-4A51-B6B8-4360065A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2288" y="1584887"/>
            <a:ext cx="84277" cy="72517"/>
          </a:xfrm>
          <a:custGeom xmlns:a="http://schemas.openxmlformats.org/drawingml/2006/main">
            <a:pathLst>
              <a:path w="84277" h="72517">
                <a:moveTo>
                  <a:pt x="72465" y="72517"/>
                </a:moveTo>
                <a:cubicBezTo>
                  <a:pt x="69600" y="72517"/>
                  <a:pt x="66776" y="71387"/>
                  <a:pt x="64725" y="69337"/>
                </a:cubicBezTo>
                <a:cubicBezTo>
                  <a:pt x="49629" y="54240"/>
                  <a:pt x="32586" y="40286"/>
                  <a:pt x="5900" y="21194"/>
                </a:cubicBezTo>
                <a:cubicBezTo>
                  <a:pt x="1078" y="17646"/>
                  <a:pt x="0" y="10932"/>
                  <a:pt x="3482" y="6044"/>
                </a:cubicBezTo>
                <a:cubicBezTo>
                  <a:pt x="6977" y="1169"/>
                  <a:pt x="13705" y="0"/>
                  <a:pt x="18632" y="3377"/>
                </a:cubicBezTo>
                <a:cubicBezTo>
                  <a:pt x="46344" y="23191"/>
                  <a:pt x="64214" y="37816"/>
                  <a:pt x="80217" y="53833"/>
                </a:cubicBezTo>
                <a:cubicBezTo>
                  <a:pt x="83357" y="56960"/>
                  <a:pt x="84277" y="61690"/>
                  <a:pt x="82582" y="65790"/>
                </a:cubicBezTo>
                <a:cubicBezTo>
                  <a:pt x="80887" y="69850"/>
                  <a:pt x="76932" y="72517"/>
                  <a:pt x="72465" y="72517"/>
                </a:cubicBezTo>
              </a:path>
            </a:pathLst>
          </a:custGeom>
          <a:solidFill xmlns:a="http://schemas.openxmlformats.org/drawingml/2006/main">
            <a:srgbClr val="EF9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df-path-270">
            <a:extLst xmlns:a="http://schemas.openxmlformats.org/drawingml/2006/main">
              <a:ext uri="{FF2B5EF4-FFF2-40B4-BE49-F238E27FC236}">
                <a16:creationId xmlns:a16="http://schemas.microsoft.com/office/drawing/2014/main" id="{62BEA9BF-1898-4249-9704-7336C418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4746" y="1580512"/>
            <a:ext cx="84277" cy="72530"/>
          </a:xfrm>
          <a:custGeom xmlns:a="http://schemas.openxmlformats.org/drawingml/2006/main">
            <a:pathLst>
              <a:path w="84277" h="72530">
                <a:moveTo>
                  <a:pt x="72478" y="72530"/>
                </a:moveTo>
                <a:cubicBezTo>
                  <a:pt x="69548" y="72530"/>
                  <a:pt x="66775" y="71400"/>
                  <a:pt x="64725" y="69298"/>
                </a:cubicBezTo>
                <a:cubicBezTo>
                  <a:pt x="49641" y="54201"/>
                  <a:pt x="32599" y="40299"/>
                  <a:pt x="5912" y="21207"/>
                </a:cubicBezTo>
                <a:cubicBezTo>
                  <a:pt x="1078" y="17659"/>
                  <a:pt x="0" y="10893"/>
                  <a:pt x="3495" y="6057"/>
                </a:cubicBezTo>
                <a:cubicBezTo>
                  <a:pt x="6938" y="1182"/>
                  <a:pt x="13704" y="0"/>
                  <a:pt x="18632" y="3390"/>
                </a:cubicBezTo>
                <a:cubicBezTo>
                  <a:pt x="46356" y="23204"/>
                  <a:pt x="64213" y="37829"/>
                  <a:pt x="80230" y="53846"/>
                </a:cubicBezTo>
                <a:cubicBezTo>
                  <a:pt x="83357" y="56973"/>
                  <a:pt x="84277" y="61703"/>
                  <a:pt x="82595" y="65750"/>
                </a:cubicBezTo>
                <a:cubicBezTo>
                  <a:pt x="80900" y="69863"/>
                  <a:pt x="76892" y="72530"/>
                  <a:pt x="72478" y="72530"/>
                </a:cubicBezTo>
              </a:path>
            </a:pathLst>
          </a:custGeom>
          <a:solidFill xmlns:a="http://schemas.openxmlformats.org/drawingml/2006/main">
            <a:srgbClr val="FFDC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df-path-271">
            <a:extLst xmlns:a="http://schemas.openxmlformats.org/drawingml/2006/main">
              <a:ext uri="{FF2B5EF4-FFF2-40B4-BE49-F238E27FC236}">
                <a16:creationId xmlns:a16="http://schemas.microsoft.com/office/drawing/2014/main" id="{2308240F-1C17-499F-8DE2-840BFEB6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2979" y="1568923"/>
            <a:ext cx="87772" cy="126468"/>
          </a:xfrm>
          <a:custGeom xmlns:a="http://schemas.openxmlformats.org/drawingml/2006/main">
            <a:pathLst>
              <a:path w="87772" h="126468">
                <a:moveTo>
                  <a:pt x="75198" y="85499"/>
                </a:moveTo>
                <a:lnTo>
                  <a:pt x="68773" y="74107"/>
                </a:lnTo>
                <a:cubicBezTo>
                  <a:pt x="67038" y="71032"/>
                  <a:pt x="66670" y="67393"/>
                  <a:pt x="67747" y="64055"/>
                </a:cubicBezTo>
                <a:lnTo>
                  <a:pt x="0" y="0"/>
                </a:lnTo>
                <a:lnTo>
                  <a:pt x="0" y="52098"/>
                </a:lnTo>
                <a:lnTo>
                  <a:pt x="1537" y="52506"/>
                </a:lnTo>
                <a:cubicBezTo>
                  <a:pt x="12325" y="55173"/>
                  <a:pt x="21917" y="61230"/>
                  <a:pt x="29051" y="69744"/>
                </a:cubicBezTo>
                <a:lnTo>
                  <a:pt x="58208" y="105208"/>
                </a:lnTo>
                <a:lnTo>
                  <a:pt x="64108" y="121225"/>
                </a:lnTo>
                <a:cubicBezTo>
                  <a:pt x="64620" y="123078"/>
                  <a:pt x="66473" y="124615"/>
                  <a:pt x="68773" y="125128"/>
                </a:cubicBezTo>
                <a:cubicBezTo>
                  <a:pt x="76222" y="126468"/>
                  <a:pt x="84224" y="122920"/>
                  <a:pt x="85670" y="117638"/>
                </a:cubicBezTo>
                <a:cubicBezTo>
                  <a:pt x="87772" y="106903"/>
                  <a:pt x="82017" y="95406"/>
                  <a:pt x="75198" y="85499"/>
                </a:cubicBezTo>
              </a:path>
            </a:pathLst>
          </a:custGeom>
          <a:solidFill xmlns:a="http://schemas.openxmlformats.org/drawingml/2006/main">
            <a:srgbClr val="EF9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df-path-272">
            <a:extLst xmlns:a="http://schemas.openxmlformats.org/drawingml/2006/main">
              <a:ext uri="{FF2B5EF4-FFF2-40B4-BE49-F238E27FC236}">
                <a16:creationId xmlns:a16="http://schemas.microsoft.com/office/drawing/2014/main" id="{7F6943DB-24BC-4993-B229-DDEB0D69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2979" y="1556860"/>
            <a:ext cx="197553" cy="129898"/>
          </a:xfrm>
          <a:custGeom xmlns:a="http://schemas.openxmlformats.org/drawingml/2006/main">
            <a:pathLst>
              <a:path w="197553" h="129898">
                <a:moveTo>
                  <a:pt x="0" y="0"/>
                </a:moveTo>
                <a:lnTo>
                  <a:pt x="28539" y="12207"/>
                </a:lnTo>
                <a:cubicBezTo>
                  <a:pt x="35004" y="14979"/>
                  <a:pt x="41888" y="16674"/>
                  <a:pt x="48919" y="17187"/>
                </a:cubicBezTo>
                <a:lnTo>
                  <a:pt x="101017" y="20892"/>
                </a:lnTo>
                <a:cubicBezTo>
                  <a:pt x="110201" y="21549"/>
                  <a:pt x="119123" y="24216"/>
                  <a:pt x="127190" y="28684"/>
                </a:cubicBezTo>
                <a:lnTo>
                  <a:pt x="154692" y="43978"/>
                </a:lnTo>
                <a:cubicBezTo>
                  <a:pt x="161012" y="47473"/>
                  <a:pt x="167883" y="49891"/>
                  <a:pt x="175018" y="51060"/>
                </a:cubicBezTo>
                <a:lnTo>
                  <a:pt x="187186" y="53123"/>
                </a:lnTo>
                <a:cubicBezTo>
                  <a:pt x="193243" y="54148"/>
                  <a:pt x="197553" y="59640"/>
                  <a:pt x="197040" y="65790"/>
                </a:cubicBezTo>
                <a:cubicBezTo>
                  <a:pt x="196528" y="71900"/>
                  <a:pt x="191390" y="76630"/>
                  <a:pt x="185241" y="76682"/>
                </a:cubicBezTo>
                <a:cubicBezTo>
                  <a:pt x="171432" y="76682"/>
                  <a:pt x="157727" y="73700"/>
                  <a:pt x="145153" y="67958"/>
                </a:cubicBezTo>
                <a:lnTo>
                  <a:pt x="129398" y="60823"/>
                </a:lnTo>
                <a:cubicBezTo>
                  <a:pt x="113223" y="53478"/>
                  <a:pt x="94749" y="53268"/>
                  <a:pt x="78430" y="60258"/>
                </a:cubicBezTo>
                <a:cubicBezTo>
                  <a:pt x="75198" y="61638"/>
                  <a:pt x="72675" y="64357"/>
                  <a:pt x="71545" y="67642"/>
                </a:cubicBezTo>
                <a:cubicBezTo>
                  <a:pt x="70467" y="70980"/>
                  <a:pt x="70835" y="74672"/>
                  <a:pt x="72569" y="77707"/>
                </a:cubicBezTo>
                <a:lnTo>
                  <a:pt x="79048" y="89047"/>
                </a:lnTo>
                <a:cubicBezTo>
                  <a:pt x="84592" y="98691"/>
                  <a:pt x="86379" y="110044"/>
                  <a:pt x="84224" y="120976"/>
                </a:cubicBezTo>
                <a:cubicBezTo>
                  <a:pt x="83659" y="123801"/>
                  <a:pt x="81912" y="126310"/>
                  <a:pt x="79507" y="127848"/>
                </a:cubicBezTo>
                <a:cubicBezTo>
                  <a:pt x="77037" y="129385"/>
                  <a:pt x="74068" y="129898"/>
                  <a:pt x="71242" y="129240"/>
                </a:cubicBezTo>
                <a:cubicBezTo>
                  <a:pt x="69442" y="128767"/>
                  <a:pt x="68063" y="127283"/>
                  <a:pt x="67550" y="125483"/>
                </a:cubicBezTo>
                <a:lnTo>
                  <a:pt x="62978" y="109479"/>
                </a:lnTo>
                <a:lnTo>
                  <a:pt x="32849" y="73345"/>
                </a:lnTo>
                <a:cubicBezTo>
                  <a:pt x="25714" y="64817"/>
                  <a:pt x="16122" y="58760"/>
                  <a:pt x="5334" y="56093"/>
                </a:cubicBezTo>
                <a:lnTo>
                  <a:pt x="0" y="5476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DC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df-path-273">
            <a:extLst xmlns:a="http://schemas.openxmlformats.org/drawingml/2006/main">
              <a:ext uri="{FF2B5EF4-FFF2-40B4-BE49-F238E27FC236}">
                <a16:creationId xmlns:a16="http://schemas.microsoft.com/office/drawing/2014/main" id="{FFF9E319-8FF5-468A-9AB6-88A4728B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45510" y="1610128"/>
            <a:ext cx="117218" cy="28644"/>
          </a:xfrm>
          <a:custGeom xmlns:a="http://schemas.openxmlformats.org/drawingml/2006/main">
            <a:pathLst>
              <a:path w="117218" h="28644">
                <a:moveTo>
                  <a:pt x="112711" y="23362"/>
                </a:moveTo>
                <a:cubicBezTo>
                  <a:pt x="98848" y="23362"/>
                  <a:pt x="85197" y="20432"/>
                  <a:pt x="72623" y="14690"/>
                </a:cubicBezTo>
                <a:lnTo>
                  <a:pt x="56868" y="7555"/>
                </a:lnTo>
                <a:cubicBezTo>
                  <a:pt x="40693" y="210"/>
                  <a:pt x="22166" y="0"/>
                  <a:pt x="5847" y="6990"/>
                </a:cubicBezTo>
                <a:cubicBezTo>
                  <a:pt x="3377" y="8068"/>
                  <a:pt x="1327" y="9907"/>
                  <a:pt x="0" y="12272"/>
                </a:cubicBezTo>
                <a:lnTo>
                  <a:pt x="39" y="12220"/>
                </a:lnTo>
                <a:cubicBezTo>
                  <a:pt x="16372" y="5243"/>
                  <a:pt x="34899" y="5440"/>
                  <a:pt x="51061" y="12785"/>
                </a:cubicBezTo>
                <a:lnTo>
                  <a:pt x="66775" y="19972"/>
                </a:lnTo>
                <a:cubicBezTo>
                  <a:pt x="79389" y="25662"/>
                  <a:pt x="93054" y="28644"/>
                  <a:pt x="106903" y="28644"/>
                </a:cubicBezTo>
                <a:cubicBezTo>
                  <a:pt x="111371" y="28644"/>
                  <a:pt x="115221" y="26135"/>
                  <a:pt x="117218" y="22482"/>
                </a:cubicBezTo>
                <a:cubicBezTo>
                  <a:pt x="115786" y="23047"/>
                  <a:pt x="114249" y="23362"/>
                  <a:pt x="112711" y="23362"/>
                </a:cubicBezTo>
              </a:path>
            </a:pathLst>
          </a:custGeom>
          <a:solidFill xmlns:a="http://schemas.openxmlformats.org/drawingml/2006/main">
            <a:srgbClr val="EF9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df-path-274">
            <a:extLst xmlns:a="http://schemas.openxmlformats.org/drawingml/2006/main">
              <a:ext uri="{FF2B5EF4-FFF2-40B4-BE49-F238E27FC236}">
                <a16:creationId xmlns:a16="http://schemas.microsoft.com/office/drawing/2014/main" id="{921D1F10-E340-43C7-A8CA-C6067ABC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3920" y="1655762"/>
            <a:ext cx="32849" cy="21917"/>
          </a:xfrm>
          <a:custGeom xmlns:a="http://schemas.openxmlformats.org/drawingml/2006/main">
            <a:pathLst>
              <a:path w="32849" h="21917">
                <a:moveTo>
                  <a:pt x="0" y="0"/>
                </a:moveTo>
                <a:lnTo>
                  <a:pt x="32849" y="0"/>
                </a:lnTo>
                <a:lnTo>
                  <a:pt x="32849" y="21917"/>
                </a:lnTo>
                <a:lnTo>
                  <a:pt x="0" y="21917"/>
                </a:lnTo>
                <a:close/>
              </a:path>
            </a:pathLst>
          </a:custGeom>
          <a:solidFill xmlns:a="http://schemas.openxmlformats.org/drawingml/2006/main">
            <a:srgbClr val="F490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df-path-275">
            <a:extLst xmlns:a="http://schemas.openxmlformats.org/drawingml/2006/main">
              <a:ext uri="{FF2B5EF4-FFF2-40B4-BE49-F238E27FC236}">
                <a16:creationId xmlns:a16="http://schemas.microsoft.com/office/drawing/2014/main" id="{D848C952-A562-4C3A-B097-F3452A2D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8222" y="1568200"/>
            <a:ext cx="164244" cy="93054"/>
          </a:xfrm>
          <a:custGeom xmlns:a="http://schemas.openxmlformats.org/drawingml/2006/main">
            <a:pathLst>
              <a:path w="164244" h="93054">
                <a:moveTo>
                  <a:pt x="147820" y="43781"/>
                </a:moveTo>
                <a:cubicBezTo>
                  <a:pt x="147820" y="82122"/>
                  <a:pt x="164244" y="65698"/>
                  <a:pt x="164244" y="82122"/>
                </a:cubicBezTo>
                <a:cubicBezTo>
                  <a:pt x="164244" y="82122"/>
                  <a:pt x="164244" y="93054"/>
                  <a:pt x="153312" y="93054"/>
                </a:cubicBezTo>
                <a:lnTo>
                  <a:pt x="10933" y="93054"/>
                </a:lnTo>
                <a:cubicBezTo>
                  <a:pt x="0" y="93054"/>
                  <a:pt x="0" y="82122"/>
                  <a:pt x="0" y="82122"/>
                </a:cubicBezTo>
                <a:cubicBezTo>
                  <a:pt x="0" y="65698"/>
                  <a:pt x="16425" y="82122"/>
                  <a:pt x="16425" y="43781"/>
                </a:cubicBezTo>
                <a:cubicBezTo>
                  <a:pt x="16425" y="13547"/>
                  <a:pt x="51888" y="0"/>
                  <a:pt x="82123" y="0"/>
                </a:cubicBezTo>
                <a:cubicBezTo>
                  <a:pt x="112356" y="0"/>
                  <a:pt x="147820" y="13547"/>
                  <a:pt x="147820" y="43781"/>
                </a:cubicBezTo>
              </a:path>
            </a:pathLst>
          </a:custGeom>
          <a:solidFill xmlns:a="http://schemas.openxmlformats.org/drawingml/2006/main">
            <a:srgbClr val="FFA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df-path-276">
            <a:extLst xmlns:a="http://schemas.openxmlformats.org/drawingml/2006/main">
              <a:ext uri="{FF2B5EF4-FFF2-40B4-BE49-F238E27FC236}">
                <a16:creationId xmlns:a16="http://schemas.microsoft.com/office/drawing/2014/main" id="{3083753A-6B58-450A-A433-9341061C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3920" y="1551776"/>
            <a:ext cx="32849" cy="32849"/>
          </a:xfrm>
          <a:custGeom xmlns:a="http://schemas.openxmlformats.org/drawingml/2006/main">
            <a:pathLst>
              <a:path w="32849" h="32849">
                <a:moveTo>
                  <a:pt x="32849" y="16424"/>
                </a:moveTo>
                <a:cubicBezTo>
                  <a:pt x="32849" y="25451"/>
                  <a:pt x="25505" y="32849"/>
                  <a:pt x="16425" y="32849"/>
                </a:cubicBezTo>
                <a:cubicBezTo>
                  <a:pt x="7345" y="32849"/>
                  <a:pt x="0" y="25451"/>
                  <a:pt x="0" y="16424"/>
                </a:cubicBezTo>
                <a:cubicBezTo>
                  <a:pt x="0" y="7345"/>
                  <a:pt x="7345" y="0"/>
                  <a:pt x="16425" y="0"/>
                </a:cubicBezTo>
                <a:cubicBezTo>
                  <a:pt x="25505" y="0"/>
                  <a:pt x="32849" y="7345"/>
                  <a:pt x="32849" y="16424"/>
                </a:cubicBezTo>
              </a:path>
            </a:pathLst>
          </a:custGeom>
          <a:solidFill xmlns:a="http://schemas.openxmlformats.org/drawingml/2006/main">
            <a:srgbClr val="FFA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df-path-277">
            <a:extLst xmlns:a="http://schemas.openxmlformats.org/drawingml/2006/main">
              <a:ext uri="{FF2B5EF4-FFF2-40B4-BE49-F238E27FC236}">
                <a16:creationId xmlns:a16="http://schemas.microsoft.com/office/drawing/2014/main" id="{13FF6BFE-6240-4F1E-9AA0-088CF00B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7290" y="1683171"/>
            <a:ext cx="186108" cy="21864"/>
          </a:xfrm>
          <a:custGeom xmlns:a="http://schemas.openxmlformats.org/drawingml/2006/main">
            <a:pathLst>
              <a:path w="186108" h="21864">
                <a:moveTo>
                  <a:pt x="186108" y="10932"/>
                </a:moveTo>
                <a:cubicBezTo>
                  <a:pt x="186108" y="16989"/>
                  <a:pt x="181233" y="21864"/>
                  <a:pt x="175176" y="21864"/>
                </a:cubicBezTo>
                <a:lnTo>
                  <a:pt x="10932" y="21864"/>
                </a:lnTo>
                <a:cubicBezTo>
                  <a:pt x="4875" y="21864"/>
                  <a:pt x="0" y="16989"/>
                  <a:pt x="0" y="10932"/>
                </a:cubicBezTo>
                <a:cubicBezTo>
                  <a:pt x="0" y="4875"/>
                  <a:pt x="4875" y="0"/>
                  <a:pt x="10932" y="0"/>
                </a:cubicBezTo>
                <a:lnTo>
                  <a:pt x="175176" y="0"/>
                </a:lnTo>
                <a:cubicBezTo>
                  <a:pt x="181233" y="0"/>
                  <a:pt x="186108" y="4875"/>
                  <a:pt x="186108" y="10932"/>
                </a:cubicBezTo>
              </a:path>
            </a:pathLst>
          </a:custGeom>
          <a:solidFill xmlns:a="http://schemas.openxmlformats.org/drawingml/2006/main">
            <a:srgbClr val="C169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df-path-278">
            <a:extLst xmlns:a="http://schemas.openxmlformats.org/drawingml/2006/main">
              <a:ext uri="{FF2B5EF4-FFF2-40B4-BE49-F238E27FC236}">
                <a16:creationId xmlns:a16="http://schemas.microsoft.com/office/drawing/2014/main" id="{962BB810-1417-4AA1-ADA8-E412D664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8222" y="1672186"/>
            <a:ext cx="164244" cy="21917"/>
          </a:xfrm>
          <a:custGeom xmlns:a="http://schemas.openxmlformats.org/drawingml/2006/main">
            <a:pathLst>
              <a:path w="164244" h="21917">
                <a:moveTo>
                  <a:pt x="164244" y="10985"/>
                </a:moveTo>
                <a:cubicBezTo>
                  <a:pt x="164244" y="16989"/>
                  <a:pt x="159317" y="21917"/>
                  <a:pt x="153312" y="21917"/>
                </a:cubicBezTo>
                <a:lnTo>
                  <a:pt x="10933" y="21917"/>
                </a:lnTo>
                <a:cubicBezTo>
                  <a:pt x="4928" y="21917"/>
                  <a:pt x="0" y="16989"/>
                  <a:pt x="0" y="10985"/>
                </a:cubicBezTo>
                <a:cubicBezTo>
                  <a:pt x="0" y="4927"/>
                  <a:pt x="4928" y="0"/>
                  <a:pt x="10933" y="0"/>
                </a:cubicBezTo>
                <a:lnTo>
                  <a:pt x="153312" y="0"/>
                </a:lnTo>
                <a:cubicBezTo>
                  <a:pt x="159317" y="0"/>
                  <a:pt x="164244" y="4927"/>
                  <a:pt x="164244" y="10985"/>
                </a:cubicBezTo>
              </a:path>
            </a:pathLst>
          </a:custGeom>
          <a:solidFill xmlns:a="http://schemas.openxmlformats.org/drawingml/2006/main">
            <a:srgbClr val="C169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df-path-279">
            <a:extLst xmlns:a="http://schemas.openxmlformats.org/drawingml/2006/main">
              <a:ext uri="{FF2B5EF4-FFF2-40B4-BE49-F238E27FC236}">
                <a16:creationId xmlns:a16="http://schemas.microsoft.com/office/drawing/2014/main" id="{EC8E8362-7E80-423B-BAD0-C5FBF53B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5464" y="1260949"/>
            <a:ext cx="8146" cy="95"/>
          </a:xfrm>
          <a:custGeom xmlns:a="http://schemas.openxmlformats.org/drawingml/2006/main">
            <a:pathLst>
              <a:path w="8146" h="95">
                <a:moveTo>
                  <a:pt x="814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46">
            <a:solidFill>
              <a:srgbClr val="3A414A"/>
            </a:solidFill>
            <a:prstDash val="solid"/>
          </a:ln>
        </p:spPr>
      </p:sp>
      <p:sp>
        <p:nvSpPr>
          <p:cNvPr id="81" name="pdf-path-280">
            <a:extLst xmlns:a="http://schemas.openxmlformats.org/drawingml/2006/main">
              <a:ext uri="{FF2B5EF4-FFF2-40B4-BE49-F238E27FC236}">
                <a16:creationId xmlns:a16="http://schemas.microsoft.com/office/drawing/2014/main" id="{BB0934D2-8CBD-4C9F-9060-9F485487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5464" y="1256876"/>
            <a:ext cx="8146" cy="8146"/>
          </a:xfrm>
          <a:custGeom xmlns:a="http://schemas.openxmlformats.org/drawingml/2006/main">
            <a:pathLst>
              <a:path w="8146" h="8146">
                <a:moveTo>
                  <a:pt x="0" y="8146"/>
                </a:moveTo>
                <a:lnTo>
                  <a:pt x="8146" y="8146"/>
                </a:lnTo>
                <a:lnTo>
                  <a:pt x="814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407">
            <a:solidFill>
              <a:srgbClr val="3A414A"/>
            </a:solidFill>
            <a:prstDash val="solid"/>
          </a:ln>
        </p:spPr>
      </p:sp>
      <p:sp>
        <p:nvSpPr>
          <p:cNvPr id="82" name="pdf-path-282">
            <a:extLst xmlns:a="http://schemas.openxmlformats.org/drawingml/2006/main">
              <a:ext uri="{FF2B5EF4-FFF2-40B4-BE49-F238E27FC236}">
                <a16:creationId xmlns:a16="http://schemas.microsoft.com/office/drawing/2014/main" id="{A691CCA1-320D-48CF-BF96-B1AE21F8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7318" y="1223477"/>
            <a:ext cx="122191" cy="74944"/>
          </a:xfrm>
          <a:custGeom xmlns:a="http://schemas.openxmlformats.org/drawingml/2006/main">
            <a:pathLst>
              <a:path w="122191" h="74944">
                <a:moveTo>
                  <a:pt x="122191" y="37472"/>
                </a:moveTo>
                <a:lnTo>
                  <a:pt x="0" y="74944"/>
                </a:lnTo>
                <a:lnTo>
                  <a:pt x="0" y="0"/>
                </a:lnTo>
                <a:lnTo>
                  <a:pt x="122191" y="37472"/>
                </a:lnTo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8146">
            <a:solidFill>
              <a:srgbClr val="3A414A"/>
            </a:solidFill>
            <a:prstDash val="solid"/>
          </a:ln>
        </p:spPr>
      </p:sp>
      <p:sp>
        <p:nvSpPr>
          <p:cNvPr id="83" name="pdf-path-284">
            <a:extLst xmlns:a="http://schemas.openxmlformats.org/drawingml/2006/main">
              <a:ext uri="{FF2B5EF4-FFF2-40B4-BE49-F238E27FC236}">
                <a16:creationId xmlns:a16="http://schemas.microsoft.com/office/drawing/2014/main" id="{9EFCE639-35C6-4C8F-AFD7-74F8B6D9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0853" y="822693"/>
            <a:ext cx="1526564" cy="194690"/>
          </a:xfrm>
          <a:custGeom xmlns:a="http://schemas.openxmlformats.org/drawingml/2006/main">
            <a:pathLst>
              <a:path w="1526564" h="194690">
                <a:moveTo>
                  <a:pt x="1429626" y="0"/>
                </a:moveTo>
                <a:cubicBezTo>
                  <a:pt x="1483389" y="0"/>
                  <a:pt x="1526564" y="43174"/>
                  <a:pt x="1526564" y="96938"/>
                </a:cubicBezTo>
                <a:cubicBezTo>
                  <a:pt x="1526564" y="150701"/>
                  <a:pt x="1483389" y="194690"/>
                  <a:pt x="1429626" y="194690"/>
                </a:cubicBezTo>
                <a:lnTo>
                  <a:pt x="96938" y="194690"/>
                </a:lnTo>
                <a:cubicBezTo>
                  <a:pt x="43174" y="194690"/>
                  <a:pt x="0" y="150701"/>
                  <a:pt x="0" y="96938"/>
                </a:cubicBezTo>
                <a:cubicBezTo>
                  <a:pt x="0" y="43174"/>
                  <a:pt x="43174" y="0"/>
                  <a:pt x="96938" y="0"/>
                </a:cubicBezTo>
                <a:lnTo>
                  <a:pt x="1429626" y="0"/>
                </a:lnTo>
              </a:path>
            </a:pathLst>
          </a:custGeom>
          <a:solidFill xmlns:a="http://schemas.openxmlformats.org/drawingml/2006/main">
            <a:srgbClr val="FE7070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84" name="symskill-live-label-21-0">
            <a:extLst xmlns:a="http://schemas.openxmlformats.org/drawingml/2006/main">
              <a:ext uri="{FF2B5EF4-FFF2-40B4-BE49-F238E27FC236}">
                <a16:creationId xmlns:a16="http://schemas.microsoft.com/office/drawing/2014/main" id="{A223D492-8D7E-4627-8441-E52C4566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7482" y="866693"/>
            <a:ext cx="1231741" cy="126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Operator 1: Place Lid</a:t>
            </a:r>
          </a:p>
        </p:txBody>
      </p:sp>
      <p:sp>
        <p:nvSpPr>
          <p:cNvPr id="85" name="pdf-path-304">
            <a:extLst xmlns:a="http://schemas.openxmlformats.org/drawingml/2006/main">
              <a:ext uri="{FF2B5EF4-FFF2-40B4-BE49-F238E27FC236}">
                <a16:creationId xmlns:a16="http://schemas.microsoft.com/office/drawing/2014/main" id="{212B8C11-DE26-4E02-8849-5F66BC16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5557" y="2823029"/>
            <a:ext cx="1133111" cy="1436958"/>
          </a:xfrm>
          <a:custGeom xmlns:a="http://schemas.openxmlformats.org/drawingml/2006/main">
            <a:pathLst>
              <a:path w="1133111" h="1436958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1084235" y="0"/>
                </a:lnTo>
                <a:cubicBezTo>
                  <a:pt x="1133111" y="0"/>
                  <a:pt x="1133111" y="48876"/>
                  <a:pt x="1133111" y="48876"/>
                </a:cubicBezTo>
                <a:lnTo>
                  <a:pt x="1133111" y="1388082"/>
                </a:lnTo>
                <a:cubicBezTo>
                  <a:pt x="1133111" y="1436958"/>
                  <a:pt x="1084235" y="1436958"/>
                  <a:pt x="1084235" y="1436958"/>
                </a:cubicBezTo>
                <a:lnTo>
                  <a:pt x="48876" y="1436958"/>
                </a:lnTo>
                <a:cubicBezTo>
                  <a:pt x="0" y="1436958"/>
                  <a:pt x="0" y="1388082"/>
                  <a:pt x="0" y="1388082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FCFCCA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86" name="symskill-live-label-22-0">
            <a:extLst xmlns:a="http://schemas.openxmlformats.org/drawingml/2006/main">
              <a:ext uri="{FF2B5EF4-FFF2-40B4-BE49-F238E27FC236}">
                <a16:creationId xmlns:a16="http://schemas.microsoft.com/office/drawing/2014/main" id="{7F3A3743-FCB8-43BD-A92E-BCEDA1AE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4768" y="3165292"/>
            <a:ext cx="180952" cy="18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A*</a:t>
            </a:r>
          </a:p>
        </p:txBody>
      </p:sp>
      <p:sp>
        <p:nvSpPr>
          <p:cNvPr id="87" name="symskill-live-label-23-0">
            <a:extLst xmlns:a="http://schemas.openxmlformats.org/drawingml/2006/main">
              <a:ext uri="{FF2B5EF4-FFF2-40B4-BE49-F238E27FC236}">
                <a16:creationId xmlns:a16="http://schemas.microsoft.com/office/drawing/2014/main" id="{A8E47E54-5598-4E4B-AF00-2A88DF11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1511" y="3423572"/>
            <a:ext cx="836915" cy="18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Symbolic </a:t>
            </a:r>
          </a:p>
        </p:txBody>
      </p:sp>
      <p:sp>
        <p:nvSpPr>
          <p:cNvPr id="88" name="symskill-live-label-24-0">
            <a:extLst xmlns:a="http://schemas.openxmlformats.org/drawingml/2006/main">
              <a:ext uri="{FF2B5EF4-FFF2-40B4-BE49-F238E27FC236}">
                <a16:creationId xmlns:a16="http://schemas.microsoft.com/office/drawing/2014/main" id="{DBE13D84-ED4B-4699-B42F-773C1DBC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0752" y="3686688"/>
            <a:ext cx="640524" cy="18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Planner</a:t>
            </a:r>
          </a:p>
        </p:txBody>
      </p:sp>
      <p:sp>
        <p:nvSpPr>
          <p:cNvPr id="89" name="pdf-path-323">
            <a:extLst xmlns:a="http://schemas.openxmlformats.org/drawingml/2006/main">
              <a:ext uri="{FF2B5EF4-FFF2-40B4-BE49-F238E27FC236}">
                <a16:creationId xmlns:a16="http://schemas.microsoft.com/office/drawing/2014/main" id="{C559A989-3E22-49EF-967D-AF61EA20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2808" y="3818798"/>
            <a:ext cx="463507" cy="95"/>
          </a:xfrm>
          <a:custGeom xmlns:a="http://schemas.openxmlformats.org/drawingml/2006/main">
            <a:pathLst>
              <a:path w="463507" h="95">
                <a:moveTo>
                  <a:pt x="0" y="0"/>
                </a:moveTo>
                <a:lnTo>
                  <a:pt x="4635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46">
            <a:solidFill>
              <a:srgbClr val="3A414A"/>
            </a:solidFill>
            <a:prstDash val="solid"/>
          </a:ln>
        </p:spPr>
      </p:sp>
      <p:sp>
        <p:nvSpPr>
          <p:cNvPr id="90" name="pdf-path-324">
            <a:extLst xmlns:a="http://schemas.openxmlformats.org/drawingml/2006/main">
              <a:ext uri="{FF2B5EF4-FFF2-40B4-BE49-F238E27FC236}">
                <a16:creationId xmlns:a16="http://schemas.microsoft.com/office/drawing/2014/main" id="{EC223894-9D5E-4C62-9D5B-4CB54188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8735" y="3815540"/>
            <a:ext cx="4073" cy="7331"/>
          </a:xfrm>
          <a:custGeom xmlns:a="http://schemas.openxmlformats.org/drawingml/2006/main">
            <a:pathLst>
              <a:path w="4073" h="7331">
                <a:moveTo>
                  <a:pt x="0" y="7331"/>
                </a:moveTo>
                <a:lnTo>
                  <a:pt x="4073" y="7331"/>
                </a:lnTo>
                <a:lnTo>
                  <a:pt x="40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407">
            <a:solidFill>
              <a:srgbClr val="3A414A"/>
            </a:solidFill>
            <a:prstDash val="solid"/>
          </a:ln>
        </p:spPr>
      </p:sp>
      <p:sp>
        <p:nvSpPr>
          <p:cNvPr id="91" name="pdf-path-326">
            <a:extLst xmlns:a="http://schemas.openxmlformats.org/drawingml/2006/main">
              <a:ext uri="{FF2B5EF4-FFF2-40B4-BE49-F238E27FC236}">
                <a16:creationId xmlns:a16="http://schemas.microsoft.com/office/drawing/2014/main" id="{F458F05D-6599-4179-992B-60EFABA1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0390" y="3781327"/>
            <a:ext cx="116488" cy="75758"/>
          </a:xfrm>
          <a:custGeom xmlns:a="http://schemas.openxmlformats.org/drawingml/2006/main">
            <a:pathLst>
              <a:path w="116488" h="75758">
                <a:moveTo>
                  <a:pt x="116488" y="37472"/>
                </a:moveTo>
                <a:lnTo>
                  <a:pt x="0" y="75758"/>
                </a:lnTo>
                <a:lnTo>
                  <a:pt x="0" y="0"/>
                </a:lnTo>
                <a:lnTo>
                  <a:pt x="116488" y="37472"/>
                </a:lnTo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8146">
            <a:solidFill>
              <a:srgbClr val="3A414A"/>
            </a:solidFill>
            <a:prstDash val="solid"/>
          </a:ln>
        </p:spPr>
      </p:sp>
      <p:sp>
        <p:nvSpPr>
          <p:cNvPr id="92" name="pdf-path-328">
            <a:extLst xmlns:a="http://schemas.openxmlformats.org/drawingml/2006/main">
              <a:ext uri="{FF2B5EF4-FFF2-40B4-BE49-F238E27FC236}">
                <a16:creationId xmlns:a16="http://schemas.microsoft.com/office/drawing/2014/main" id="{8566E370-E9CC-4C86-9A2B-FA437D99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72814" y="2754521"/>
            <a:ext cx="3425400" cy="2103302"/>
          </a:xfrm>
          <a:custGeom xmlns:a="http://schemas.openxmlformats.org/drawingml/2006/main">
            <a:pathLst>
              <a:path w="3425400" h="2103302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3376524" y="0"/>
                </a:lnTo>
                <a:cubicBezTo>
                  <a:pt x="3425400" y="0"/>
                  <a:pt x="3425400" y="48876"/>
                  <a:pt x="3425400" y="48876"/>
                </a:cubicBezTo>
                <a:lnTo>
                  <a:pt x="3425400" y="2054426"/>
                </a:lnTo>
                <a:cubicBezTo>
                  <a:pt x="3425400" y="2103302"/>
                  <a:pt x="3376524" y="2103302"/>
                  <a:pt x="3376524" y="2103302"/>
                </a:cubicBezTo>
                <a:lnTo>
                  <a:pt x="48876" y="2103302"/>
                </a:lnTo>
                <a:cubicBezTo>
                  <a:pt x="0" y="2103302"/>
                  <a:pt x="0" y="2054426"/>
                  <a:pt x="0" y="2054426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93" name="pdf-path-330">
            <a:extLst xmlns:a="http://schemas.openxmlformats.org/drawingml/2006/main">
              <a:ext uri="{FF2B5EF4-FFF2-40B4-BE49-F238E27FC236}">
                <a16:creationId xmlns:a16="http://schemas.microsoft.com/office/drawing/2014/main" id="{38338F33-F4D4-42D5-80BC-B5C9D20B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1706" y="4402053"/>
            <a:ext cx="8801771" cy="768984"/>
          </a:xfrm>
          <a:custGeom xmlns:a="http://schemas.openxmlformats.org/drawingml/2006/main">
            <a:pathLst>
              <a:path w="8801771" h="768984">
                <a:moveTo>
                  <a:pt x="8801771" y="321767"/>
                </a:moveTo>
                <a:lnTo>
                  <a:pt x="8801771" y="720108"/>
                </a:lnTo>
                <a:cubicBezTo>
                  <a:pt x="8801771" y="768984"/>
                  <a:pt x="8752895" y="768984"/>
                  <a:pt x="8752895" y="768984"/>
                </a:cubicBezTo>
                <a:lnTo>
                  <a:pt x="49691" y="768984"/>
                </a:lnTo>
                <a:cubicBezTo>
                  <a:pt x="0" y="768984"/>
                  <a:pt x="0" y="720108"/>
                  <a:pt x="0" y="720108"/>
                </a:cubicBezTo>
                <a:lnTo>
                  <a:pt x="8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46">
            <a:solidFill>
              <a:srgbClr val="3A414A"/>
            </a:solidFill>
            <a:prstDash val="solid"/>
          </a:ln>
        </p:spPr>
      </p:sp>
      <p:sp>
        <p:nvSpPr>
          <p:cNvPr id="94" name="pdf-path-331">
            <a:extLst xmlns:a="http://schemas.openxmlformats.org/drawingml/2006/main">
              <a:ext uri="{FF2B5EF4-FFF2-40B4-BE49-F238E27FC236}">
                <a16:creationId xmlns:a16="http://schemas.microsoft.com/office/drawing/2014/main" id="{32C12DB7-EC66-4F80-8E13-296E43D3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75331" y="4719748"/>
            <a:ext cx="8146" cy="4073"/>
          </a:xfrm>
          <a:custGeom xmlns:a="http://schemas.openxmlformats.org/drawingml/2006/main">
            <a:pathLst>
              <a:path w="8146" h="4073">
                <a:moveTo>
                  <a:pt x="0" y="4073"/>
                </a:moveTo>
                <a:lnTo>
                  <a:pt x="8146" y="4073"/>
                </a:lnTo>
                <a:lnTo>
                  <a:pt x="814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407">
            <a:solidFill>
              <a:srgbClr val="3A414A"/>
            </a:solidFill>
            <a:prstDash val="solid"/>
          </a:ln>
        </p:spPr>
      </p:sp>
      <p:sp>
        <p:nvSpPr>
          <p:cNvPr id="95" name="pdf-path-333">
            <a:extLst xmlns:a="http://schemas.openxmlformats.org/drawingml/2006/main">
              <a:ext uri="{FF2B5EF4-FFF2-40B4-BE49-F238E27FC236}">
                <a16:creationId xmlns:a16="http://schemas.microsoft.com/office/drawing/2014/main" id="{1E0049B2-973D-4E98-A4E0-74C096B4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4234" y="4281492"/>
            <a:ext cx="75758" cy="116488"/>
          </a:xfrm>
          <a:custGeom xmlns:a="http://schemas.openxmlformats.org/drawingml/2006/main">
            <a:pathLst>
              <a:path w="75758" h="116488">
                <a:moveTo>
                  <a:pt x="38286" y="0"/>
                </a:moveTo>
                <a:lnTo>
                  <a:pt x="75758" y="116488"/>
                </a:lnTo>
                <a:lnTo>
                  <a:pt x="0" y="116488"/>
                </a:lnTo>
                <a:lnTo>
                  <a:pt x="38286" y="0"/>
                </a:lnTo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8146">
            <a:solidFill>
              <a:srgbClr val="3A414A"/>
            </a:solidFill>
            <a:prstDash val="solid"/>
          </a:ln>
        </p:spPr>
      </p:sp>
      <p:sp>
        <p:nvSpPr>
          <p:cNvPr id="96" name="symskill-live-label-25-0">
            <a:extLst xmlns:a="http://schemas.openxmlformats.org/drawingml/2006/main">
              <a:ext uri="{FF2B5EF4-FFF2-40B4-BE49-F238E27FC236}">
                <a16:creationId xmlns:a16="http://schemas.microsoft.com/office/drawing/2014/main" id="{EE26D24E-288F-4CB0-AFAF-680DF00A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68" y="4903716"/>
            <a:ext cx="1078261" cy="19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59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59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59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Replanning</a:t>
            </a:r>
          </a:p>
        </p:txBody>
      </p:sp>
      <p:sp>
        <p:nvSpPr>
          <p:cNvPr id="97" name="pdf-path-345">
            <a:extLst xmlns:a="http://schemas.openxmlformats.org/drawingml/2006/main">
              <a:ext uri="{FF2B5EF4-FFF2-40B4-BE49-F238E27FC236}">
                <a16:creationId xmlns:a16="http://schemas.microsoft.com/office/drawing/2014/main" id="{A7473713-236E-4364-B019-5C64660E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8654" y="4343402"/>
            <a:ext cx="2769646" cy="368200"/>
          </a:xfrm>
          <a:custGeom xmlns:a="http://schemas.openxmlformats.org/drawingml/2006/main">
            <a:pathLst>
              <a:path w="2769646" h="368200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2720770" y="0"/>
                </a:lnTo>
                <a:cubicBezTo>
                  <a:pt x="2769646" y="0"/>
                  <a:pt x="2769646" y="48876"/>
                  <a:pt x="2769646" y="48876"/>
                </a:cubicBezTo>
                <a:lnTo>
                  <a:pt x="2769646" y="319324"/>
                </a:lnTo>
                <a:cubicBezTo>
                  <a:pt x="2769646" y="367955"/>
                  <a:pt x="2720770" y="367955"/>
                  <a:pt x="2720770" y="367955"/>
                </a:cubicBezTo>
                <a:lnTo>
                  <a:pt x="48876" y="368200"/>
                </a:lnTo>
                <a:cubicBezTo>
                  <a:pt x="0" y="367955"/>
                  <a:pt x="0" y="319079"/>
                  <a:pt x="0" y="319079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98" name="symskill-live-label-26-0">
            <a:extLst xmlns:a="http://schemas.openxmlformats.org/drawingml/2006/main">
              <a:ext uri="{FF2B5EF4-FFF2-40B4-BE49-F238E27FC236}">
                <a16:creationId xmlns:a16="http://schemas.microsoft.com/office/drawing/2014/main" id="{BA39702D-18D9-425F-8ABB-C3502C9A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03707" y="4447527"/>
            <a:ext cx="1750018" cy="18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Symbolic Monitoring</a:t>
            </a:r>
          </a:p>
        </p:txBody>
      </p:sp>
      <p:sp>
        <p:nvSpPr>
          <p:cNvPr id="99" name="pdf-path-365">
            <a:extLst xmlns:a="http://schemas.openxmlformats.org/drawingml/2006/main">
              <a:ext uri="{FF2B5EF4-FFF2-40B4-BE49-F238E27FC236}">
                <a16:creationId xmlns:a16="http://schemas.microsoft.com/office/drawing/2014/main" id="{C08CC93E-2C15-4871-ABE0-89389ED6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8654" y="2882006"/>
            <a:ext cx="2769646" cy="368200"/>
          </a:xfrm>
          <a:custGeom xmlns:a="http://schemas.openxmlformats.org/drawingml/2006/main">
            <a:pathLst>
              <a:path w="2769646" h="368200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2720770" y="0"/>
                </a:lnTo>
                <a:cubicBezTo>
                  <a:pt x="2769646" y="0"/>
                  <a:pt x="2769646" y="48876"/>
                  <a:pt x="2769646" y="48876"/>
                </a:cubicBezTo>
                <a:lnTo>
                  <a:pt x="2769646" y="319324"/>
                </a:lnTo>
                <a:cubicBezTo>
                  <a:pt x="2769646" y="367955"/>
                  <a:pt x="2720770" y="367955"/>
                  <a:pt x="2720770" y="367955"/>
                </a:cubicBezTo>
                <a:lnTo>
                  <a:pt x="48876" y="368200"/>
                </a:lnTo>
                <a:cubicBezTo>
                  <a:pt x="0" y="367955"/>
                  <a:pt x="0" y="319079"/>
                  <a:pt x="0" y="319079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100" name="symskill-live-label-27-0">
            <a:extLst xmlns:a="http://schemas.openxmlformats.org/drawingml/2006/main">
              <a:ext uri="{FF2B5EF4-FFF2-40B4-BE49-F238E27FC236}">
                <a16:creationId xmlns:a16="http://schemas.microsoft.com/office/drawing/2014/main" id="{357CA8F1-8F70-48A9-BCE1-9923761E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2584" y="2986131"/>
            <a:ext cx="1639981" cy="18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Auto Skill Recovery</a:t>
            </a:r>
          </a:p>
        </p:txBody>
      </p:sp>
      <p:sp>
        <p:nvSpPr>
          <p:cNvPr id="101" name="pdf-path-384">
            <a:extLst xmlns:a="http://schemas.openxmlformats.org/drawingml/2006/main">
              <a:ext uri="{FF2B5EF4-FFF2-40B4-BE49-F238E27FC236}">
                <a16:creationId xmlns:a16="http://schemas.microsoft.com/office/drawing/2014/main" id="{36ADC08D-4102-445D-95A1-4852498C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8654" y="3369138"/>
            <a:ext cx="2769646" cy="368200"/>
          </a:xfrm>
          <a:custGeom xmlns:a="http://schemas.openxmlformats.org/drawingml/2006/main">
            <a:pathLst>
              <a:path w="2769646" h="368200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2720770" y="0"/>
                </a:lnTo>
                <a:cubicBezTo>
                  <a:pt x="2769646" y="0"/>
                  <a:pt x="2769646" y="48876"/>
                  <a:pt x="2769646" y="48876"/>
                </a:cubicBezTo>
                <a:lnTo>
                  <a:pt x="2769646" y="319324"/>
                </a:lnTo>
                <a:cubicBezTo>
                  <a:pt x="2769646" y="367955"/>
                  <a:pt x="2720770" y="367955"/>
                  <a:pt x="2720770" y="367955"/>
                </a:cubicBezTo>
                <a:lnTo>
                  <a:pt x="48876" y="368200"/>
                </a:lnTo>
                <a:cubicBezTo>
                  <a:pt x="0" y="367955"/>
                  <a:pt x="0" y="319079"/>
                  <a:pt x="0" y="319079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102" name="symskill-live-label-28-0">
            <a:extLst xmlns:a="http://schemas.openxmlformats.org/drawingml/2006/main">
              <a:ext uri="{FF2B5EF4-FFF2-40B4-BE49-F238E27FC236}">
                <a16:creationId xmlns:a16="http://schemas.microsoft.com/office/drawing/2014/main" id="{43FBE462-4631-4EE1-B928-B3AABF99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8145" y="3473263"/>
            <a:ext cx="1700929" cy="18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Obstacle Avoidance</a:t>
            </a:r>
          </a:p>
        </p:txBody>
      </p:sp>
      <p:sp>
        <p:nvSpPr>
          <p:cNvPr id="103" name="pdf-path-403">
            <a:extLst xmlns:a="http://schemas.openxmlformats.org/drawingml/2006/main">
              <a:ext uri="{FF2B5EF4-FFF2-40B4-BE49-F238E27FC236}">
                <a16:creationId xmlns:a16="http://schemas.microsoft.com/office/drawing/2014/main" id="{E96FD87E-1D69-4791-A0D5-B40E3296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8654" y="3856270"/>
            <a:ext cx="2769646" cy="368200"/>
          </a:xfrm>
          <a:custGeom xmlns:a="http://schemas.openxmlformats.org/drawingml/2006/main">
            <a:pathLst>
              <a:path w="2769646" h="368200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2720770" y="0"/>
                </a:lnTo>
                <a:cubicBezTo>
                  <a:pt x="2769646" y="0"/>
                  <a:pt x="2769646" y="48876"/>
                  <a:pt x="2769646" y="48876"/>
                </a:cubicBezTo>
                <a:lnTo>
                  <a:pt x="2769646" y="319324"/>
                </a:lnTo>
                <a:cubicBezTo>
                  <a:pt x="2769646" y="367955"/>
                  <a:pt x="2720770" y="367955"/>
                  <a:pt x="2720770" y="367955"/>
                </a:cubicBezTo>
                <a:lnTo>
                  <a:pt x="48876" y="368200"/>
                </a:lnTo>
                <a:cubicBezTo>
                  <a:pt x="0" y="367955"/>
                  <a:pt x="0" y="319079"/>
                  <a:pt x="0" y="319079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104" name="symskill-live-label-29-0">
            <a:extLst xmlns:a="http://schemas.openxmlformats.org/drawingml/2006/main">
              <a:ext uri="{FF2B5EF4-FFF2-40B4-BE49-F238E27FC236}">
                <a16:creationId xmlns:a16="http://schemas.microsoft.com/office/drawing/2014/main" id="{A9041901-80D4-4D0B-9A5F-E817D2B2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87415" y="3960395"/>
            <a:ext cx="1770995" cy="18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Attractor Resampling</a:t>
            </a:r>
          </a:p>
        </p:txBody>
      </p:sp>
      <p:pic>
        <p:nvPic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CBD97BD-91BB-4880-BAED-145AA4F461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f39c891cd4ddc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5332" y="114287"/>
            <a:ext cx="1684938" cy="1285732"/>
          </a:xfrm>
          <a:prstGeom xmlns:a="http://schemas.openxmlformats.org/drawingml/2006/main" prst="rect">
            <a:avLst/>
          </a:prstGeom>
        </p:spPr>
      </p:pic>
      <p:sp>
        <p:nvSpPr>
          <p:cNvPr id="106" name="symskill-source-component-1">
            <a:extLst xmlns:a="http://schemas.openxmlformats.org/drawingml/2006/main">
              <a:ext uri="{FF2B5EF4-FFF2-40B4-BE49-F238E27FC236}">
                <a16:creationId xmlns:a16="http://schemas.microsoft.com/office/drawing/2014/main" id="{8C051987-873B-463E-BC19-E4DC6A93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332" y="114287"/>
            <a:ext cx="1684938" cy="1285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pdf-path-425">
            <a:extLst xmlns:a="http://schemas.openxmlformats.org/drawingml/2006/main">
              <a:ext uri="{FF2B5EF4-FFF2-40B4-BE49-F238E27FC236}">
                <a16:creationId xmlns:a16="http://schemas.microsoft.com/office/drawing/2014/main" id="{BA6A31F7-8D07-4CA3-BBAB-A5AA05EF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6290" y="3541019"/>
            <a:ext cx="397526" cy="505053"/>
          </a:xfrm>
          <a:custGeom xmlns:a="http://schemas.openxmlformats.org/drawingml/2006/main">
            <a:pathLst>
              <a:path w="397526" h="505053">
                <a:moveTo>
                  <a:pt x="0" y="505053"/>
                </a:moveTo>
                <a:lnTo>
                  <a:pt x="214241" y="505053"/>
                </a:lnTo>
                <a:cubicBezTo>
                  <a:pt x="263117" y="504238"/>
                  <a:pt x="263117" y="455362"/>
                  <a:pt x="263117" y="455362"/>
                </a:cubicBezTo>
                <a:lnTo>
                  <a:pt x="263117" y="49691"/>
                </a:lnTo>
                <a:cubicBezTo>
                  <a:pt x="263117" y="0"/>
                  <a:pt x="311993" y="0"/>
                  <a:pt x="311993" y="0"/>
                </a:cubicBezTo>
                <a:lnTo>
                  <a:pt x="397526" y="814"/>
                </a:lnTo>
              </a:path>
            </a:pathLst>
          </a:custGeom>
          <a:noFill xmlns:a="http://schemas.openxmlformats.org/drawingml/2006/main"/>
          <a:ln xmlns:a="http://schemas.openxmlformats.org/drawingml/2006/main" w="8146">
            <a:solidFill>
              <a:srgbClr val="3A414A"/>
            </a:solidFill>
            <a:prstDash val="solid"/>
          </a:ln>
        </p:spPr>
      </p:sp>
      <p:sp>
        <p:nvSpPr>
          <p:cNvPr id="108" name="pdf-path-426">
            <a:extLst xmlns:a="http://schemas.openxmlformats.org/drawingml/2006/main">
              <a:ext uri="{FF2B5EF4-FFF2-40B4-BE49-F238E27FC236}">
                <a16:creationId xmlns:a16="http://schemas.microsoft.com/office/drawing/2014/main" id="{E9EB52ED-2CC7-4C22-82CC-B225ACAD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1403" y="4041999"/>
            <a:ext cx="4887" cy="7332"/>
          </a:xfrm>
          <a:custGeom xmlns:a="http://schemas.openxmlformats.org/drawingml/2006/main">
            <a:pathLst>
              <a:path w="4887" h="7332">
                <a:moveTo>
                  <a:pt x="4887" y="7332"/>
                </a:moveTo>
                <a:lnTo>
                  <a:pt x="815" y="7332"/>
                </a:lnTo>
                <a:lnTo>
                  <a:pt x="0" y="0"/>
                </a:lnTo>
                <a:lnTo>
                  <a:pt x="4887" y="0"/>
                </a:lnTo>
                <a:lnTo>
                  <a:pt x="4887" y="7332"/>
                </a:lnTo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407">
            <a:solidFill>
              <a:srgbClr val="3A414A"/>
            </a:solidFill>
            <a:prstDash val="solid"/>
          </a:ln>
        </p:spPr>
      </p:sp>
      <p:sp>
        <p:nvSpPr>
          <p:cNvPr id="109" name="pdf-path-428">
            <a:extLst xmlns:a="http://schemas.openxmlformats.org/drawingml/2006/main">
              <a:ext uri="{FF2B5EF4-FFF2-40B4-BE49-F238E27FC236}">
                <a16:creationId xmlns:a16="http://schemas.microsoft.com/office/drawing/2014/main" id="{F359F3C3-9A45-43B0-B02D-48F2DF68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7889" y="3503547"/>
            <a:ext cx="116488" cy="75758"/>
          </a:xfrm>
          <a:custGeom xmlns:a="http://schemas.openxmlformats.org/drawingml/2006/main">
            <a:pathLst>
              <a:path w="116488" h="75758">
                <a:moveTo>
                  <a:pt x="116488" y="38286"/>
                </a:moveTo>
                <a:lnTo>
                  <a:pt x="0" y="75758"/>
                </a:lnTo>
                <a:lnTo>
                  <a:pt x="0" y="0"/>
                </a:lnTo>
                <a:lnTo>
                  <a:pt x="116488" y="38286"/>
                </a:lnTo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8146">
            <a:solidFill>
              <a:srgbClr val="3A414A"/>
            </a:solidFill>
            <a:prstDash val="solid"/>
          </a:ln>
        </p:spPr>
      </p:sp>
      <p:sp>
        <p:nvSpPr>
          <p:cNvPr id="110" name="pdf-path-430">
            <a:extLst xmlns:a="http://schemas.openxmlformats.org/drawingml/2006/main">
              <a:ext uri="{FF2B5EF4-FFF2-40B4-BE49-F238E27FC236}">
                <a16:creationId xmlns:a16="http://schemas.microsoft.com/office/drawing/2014/main" id="{34943C1D-E2F5-4516-9E5D-92A331F2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0887" y="3541834"/>
            <a:ext cx="220757" cy="95"/>
          </a:xfrm>
          <a:custGeom xmlns:a="http://schemas.openxmlformats.org/drawingml/2006/main">
            <a:pathLst>
              <a:path w="220757" h="95">
                <a:moveTo>
                  <a:pt x="0" y="0"/>
                </a:moveTo>
                <a:lnTo>
                  <a:pt x="2207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46">
            <a:solidFill>
              <a:srgbClr val="3A414A"/>
            </a:solidFill>
            <a:prstDash val="solid"/>
          </a:ln>
        </p:spPr>
      </p:sp>
      <p:sp>
        <p:nvSpPr>
          <p:cNvPr id="111" name="pdf-path-431">
            <a:extLst xmlns:a="http://schemas.openxmlformats.org/drawingml/2006/main">
              <a:ext uri="{FF2B5EF4-FFF2-40B4-BE49-F238E27FC236}">
                <a16:creationId xmlns:a16="http://schemas.microsoft.com/office/drawing/2014/main" id="{82B5D7AE-ECBB-4E41-A564-84BA540E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6814" y="3537761"/>
            <a:ext cx="4888" cy="8146"/>
          </a:xfrm>
          <a:custGeom xmlns:a="http://schemas.openxmlformats.org/drawingml/2006/main">
            <a:pathLst>
              <a:path w="4888" h="8146">
                <a:moveTo>
                  <a:pt x="0" y="8146"/>
                </a:moveTo>
                <a:lnTo>
                  <a:pt x="4888" y="8146"/>
                </a:lnTo>
                <a:lnTo>
                  <a:pt x="488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407">
            <a:solidFill>
              <a:srgbClr val="3A414A"/>
            </a:solidFill>
            <a:prstDash val="solid"/>
          </a:ln>
        </p:spPr>
      </p:sp>
      <p:sp>
        <p:nvSpPr>
          <p:cNvPr id="112" name="pdf-path-433">
            <a:extLst xmlns:a="http://schemas.openxmlformats.org/drawingml/2006/main">
              <a:ext uri="{FF2B5EF4-FFF2-40B4-BE49-F238E27FC236}">
                <a16:creationId xmlns:a16="http://schemas.microsoft.com/office/drawing/2014/main" id="{472B3779-3B88-46B1-97A2-C593DC22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5717" y="3503547"/>
            <a:ext cx="116488" cy="75758"/>
          </a:xfrm>
          <a:custGeom xmlns:a="http://schemas.openxmlformats.org/drawingml/2006/main">
            <a:pathLst>
              <a:path w="116488" h="75758">
                <a:moveTo>
                  <a:pt x="116488" y="38286"/>
                </a:moveTo>
                <a:lnTo>
                  <a:pt x="0" y="75758"/>
                </a:lnTo>
                <a:lnTo>
                  <a:pt x="0" y="0"/>
                </a:lnTo>
                <a:lnTo>
                  <a:pt x="116488" y="38286"/>
                </a:lnTo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8146">
            <a:solidFill>
              <a:srgbClr val="3A414A"/>
            </a:solidFill>
            <a:prstDash val="solid"/>
          </a:ln>
        </p:spPr>
      </p:sp>
      <p:sp>
        <p:nvSpPr>
          <p:cNvPr id="113" name="pdf-path-435">
            <a:extLst xmlns:a="http://schemas.openxmlformats.org/drawingml/2006/main">
              <a:ext uri="{FF2B5EF4-FFF2-40B4-BE49-F238E27FC236}">
                <a16:creationId xmlns:a16="http://schemas.microsoft.com/office/drawing/2014/main" id="{398BA0E0-A5BB-449D-9283-7F529218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9774" y="754266"/>
            <a:ext cx="307105" cy="506682"/>
          </a:xfrm>
          <a:custGeom xmlns:a="http://schemas.openxmlformats.org/drawingml/2006/main">
            <a:pathLst>
              <a:path w="307105" h="506682">
                <a:moveTo>
                  <a:pt x="0" y="0"/>
                </a:moveTo>
                <a:lnTo>
                  <a:pt x="169437" y="0"/>
                </a:lnTo>
                <a:cubicBezTo>
                  <a:pt x="218313" y="0"/>
                  <a:pt x="218313" y="48876"/>
                  <a:pt x="218313" y="48876"/>
                </a:cubicBezTo>
                <a:lnTo>
                  <a:pt x="218313" y="457806"/>
                </a:lnTo>
                <a:cubicBezTo>
                  <a:pt x="218313" y="506682"/>
                  <a:pt x="267190" y="506682"/>
                  <a:pt x="267190" y="506682"/>
                </a:cubicBezTo>
                <a:lnTo>
                  <a:pt x="307105" y="506682"/>
                </a:lnTo>
              </a:path>
            </a:pathLst>
          </a:custGeom>
          <a:noFill xmlns:a="http://schemas.openxmlformats.org/drawingml/2006/main"/>
          <a:ln xmlns:a="http://schemas.openxmlformats.org/drawingml/2006/main" w="8146">
            <a:solidFill>
              <a:srgbClr val="3A414A"/>
            </a:solidFill>
            <a:prstDash val="solid"/>
          </a:ln>
        </p:spPr>
      </p:sp>
      <p:sp>
        <p:nvSpPr>
          <p:cNvPr id="114" name="pdf-path-436">
            <a:extLst xmlns:a="http://schemas.openxmlformats.org/drawingml/2006/main">
              <a:ext uri="{FF2B5EF4-FFF2-40B4-BE49-F238E27FC236}">
                <a16:creationId xmlns:a16="http://schemas.microsoft.com/office/drawing/2014/main" id="{32241E32-D17B-48E4-B5EB-4B3C15D5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5701" y="750194"/>
            <a:ext cx="4073" cy="8146"/>
          </a:xfrm>
          <a:custGeom xmlns:a="http://schemas.openxmlformats.org/drawingml/2006/main">
            <a:pathLst>
              <a:path w="4073" h="8146">
                <a:moveTo>
                  <a:pt x="0" y="8146"/>
                </a:moveTo>
                <a:lnTo>
                  <a:pt x="4073" y="8146"/>
                </a:lnTo>
                <a:lnTo>
                  <a:pt x="40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407">
            <a:solidFill>
              <a:srgbClr val="3A414A"/>
            </a:solidFill>
            <a:prstDash val="solid"/>
          </a:ln>
        </p:spPr>
      </p:sp>
      <p:sp>
        <p:nvSpPr>
          <p:cNvPr id="115" name="pdf-path-438">
            <a:extLst xmlns:a="http://schemas.openxmlformats.org/drawingml/2006/main">
              <a:ext uri="{FF2B5EF4-FFF2-40B4-BE49-F238E27FC236}">
                <a16:creationId xmlns:a16="http://schemas.microsoft.com/office/drawing/2014/main" id="{5142A310-CF9B-4E2B-A6FF-CAB33128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0952" y="1223477"/>
            <a:ext cx="116488" cy="74944"/>
          </a:xfrm>
          <a:custGeom xmlns:a="http://schemas.openxmlformats.org/drawingml/2006/main">
            <a:pathLst>
              <a:path w="116488" h="74944">
                <a:moveTo>
                  <a:pt x="116488" y="37472"/>
                </a:moveTo>
                <a:lnTo>
                  <a:pt x="0" y="74944"/>
                </a:lnTo>
                <a:lnTo>
                  <a:pt x="0" y="0"/>
                </a:lnTo>
                <a:lnTo>
                  <a:pt x="116488" y="37472"/>
                </a:lnTo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8146">
            <a:solidFill>
              <a:srgbClr val="3A414A"/>
            </a:solidFill>
            <a:prstDash val="solid"/>
          </a:ln>
        </p:spPr>
      </p:sp>
      <p:sp>
        <p:nvSpPr>
          <p:cNvPr id="116" name="pdf-path-440">
            <a:extLst xmlns:a="http://schemas.openxmlformats.org/drawingml/2006/main">
              <a:ext uri="{FF2B5EF4-FFF2-40B4-BE49-F238E27FC236}">
                <a16:creationId xmlns:a16="http://schemas.microsoft.com/office/drawing/2014/main" id="{DA8C59A0-1B6D-4FF2-B371-20080A63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9774" y="1260949"/>
            <a:ext cx="307105" cy="1309065"/>
          </a:xfrm>
          <a:custGeom xmlns:a="http://schemas.openxmlformats.org/drawingml/2006/main">
            <a:pathLst>
              <a:path w="307105" h="1309065">
                <a:moveTo>
                  <a:pt x="0" y="1309065"/>
                </a:moveTo>
                <a:lnTo>
                  <a:pt x="169437" y="1309065"/>
                </a:lnTo>
                <a:cubicBezTo>
                  <a:pt x="218313" y="1309065"/>
                  <a:pt x="218313" y="1260189"/>
                  <a:pt x="218313" y="1260189"/>
                </a:cubicBezTo>
                <a:lnTo>
                  <a:pt x="218313" y="48876"/>
                </a:lnTo>
                <a:cubicBezTo>
                  <a:pt x="218313" y="0"/>
                  <a:pt x="267190" y="0"/>
                  <a:pt x="267190" y="0"/>
                </a:cubicBezTo>
                <a:lnTo>
                  <a:pt x="3071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46">
            <a:solidFill>
              <a:srgbClr val="3A414A"/>
            </a:solidFill>
            <a:prstDash val="solid"/>
          </a:ln>
        </p:spPr>
      </p:sp>
      <p:sp>
        <p:nvSpPr>
          <p:cNvPr id="117" name="pdf-path-441">
            <a:extLst xmlns:a="http://schemas.openxmlformats.org/drawingml/2006/main">
              <a:ext uri="{FF2B5EF4-FFF2-40B4-BE49-F238E27FC236}">
                <a16:creationId xmlns:a16="http://schemas.microsoft.com/office/drawing/2014/main" id="{112220F1-4D7C-4ACB-B023-14B3CE18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5701" y="2565941"/>
            <a:ext cx="4073" cy="8146"/>
          </a:xfrm>
          <a:custGeom xmlns:a="http://schemas.openxmlformats.org/drawingml/2006/main">
            <a:pathLst>
              <a:path w="4073" h="8146">
                <a:moveTo>
                  <a:pt x="0" y="8146"/>
                </a:moveTo>
                <a:lnTo>
                  <a:pt x="4073" y="8146"/>
                </a:lnTo>
                <a:lnTo>
                  <a:pt x="40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407">
            <a:solidFill>
              <a:srgbClr val="3A414A"/>
            </a:solidFill>
            <a:prstDash val="solid"/>
          </a:ln>
        </p:spPr>
      </p:sp>
      <p:sp>
        <p:nvSpPr>
          <p:cNvPr id="118" name="pdf-path-443">
            <a:extLst xmlns:a="http://schemas.openxmlformats.org/drawingml/2006/main">
              <a:ext uri="{FF2B5EF4-FFF2-40B4-BE49-F238E27FC236}">
                <a16:creationId xmlns:a16="http://schemas.microsoft.com/office/drawing/2014/main" id="{299153C8-5919-4EA3-97AA-E386BBFF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0952" y="1223477"/>
            <a:ext cx="116488" cy="74944"/>
          </a:xfrm>
          <a:custGeom xmlns:a="http://schemas.openxmlformats.org/drawingml/2006/main">
            <a:pathLst>
              <a:path w="116488" h="74944">
                <a:moveTo>
                  <a:pt x="116488" y="37472"/>
                </a:moveTo>
                <a:lnTo>
                  <a:pt x="0" y="74944"/>
                </a:lnTo>
                <a:lnTo>
                  <a:pt x="0" y="0"/>
                </a:lnTo>
                <a:lnTo>
                  <a:pt x="116488" y="37472"/>
                </a:lnTo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8146">
            <a:solidFill>
              <a:srgbClr val="3A414A"/>
            </a:solidFill>
            <a:prstDash val="solid"/>
          </a:ln>
        </p:spPr>
      </p:sp>
      <p:pic>
        <p:nvPic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67EC8D3-3AC9-4B25-9D39-0B87143F7E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d23d1ee64a48b3"/>
          <a:srcRect xmlns:a="http://schemas.openxmlformats.org/drawingml/2006/main" l="0" t="35" r="0" b="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6" y="1660918"/>
            <a:ext cx="2714891" cy="1818191"/>
          </a:xfrm>
          <a:prstGeom xmlns:a="http://schemas.openxmlformats.org/drawingml/2006/main" prst="rect">
            <a:avLst/>
          </a:prstGeom>
        </p:spPr>
      </p:pic>
      <p:sp>
        <p:nvSpPr>
          <p:cNvPr id="120" name="symskill-source-component-2">
            <a:extLst xmlns:a="http://schemas.openxmlformats.org/drawingml/2006/main">
              <a:ext uri="{FF2B5EF4-FFF2-40B4-BE49-F238E27FC236}">
                <a16:creationId xmlns:a16="http://schemas.microsoft.com/office/drawing/2014/main" id="{C55C6415-20A0-4DE5-8815-D5B9948B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6" y="1660918"/>
            <a:ext cx="2714891" cy="1818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symskill-object-type-bubble-0">
            <a:extLst xmlns:a="http://schemas.openxmlformats.org/drawingml/2006/main">
              <a:ext uri="{FF2B5EF4-FFF2-40B4-BE49-F238E27FC236}">
                <a16:creationId xmlns:a16="http://schemas.microsoft.com/office/drawing/2014/main" id="{D3F849A4-0C86-4EB7-9C78-B1987657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6" y="2322905"/>
            <a:ext cx="633413" cy="238125"/>
          </a:xfrm>
          <a:custGeom xmlns:a="http://schemas.openxmlformats.org/drawingml/2006/main">
            <a:pathLst>
              <a:path w="633413" h="238125">
                <a:moveTo>
                  <a:pt x="109538" y="0"/>
                </a:moveTo>
                <a:lnTo>
                  <a:pt x="523875" y="0"/>
                </a:lnTo>
                <a:cubicBezTo>
                  <a:pt x="584371" y="0"/>
                  <a:pt x="633413" y="49042"/>
                  <a:pt x="633413" y="109538"/>
                </a:cubicBezTo>
                <a:lnTo>
                  <a:pt x="633413" y="128588"/>
                </a:lnTo>
                <a:cubicBezTo>
                  <a:pt x="633413" y="189083"/>
                  <a:pt x="584371" y="238125"/>
                  <a:pt x="523875" y="238125"/>
                </a:cubicBezTo>
                <a:lnTo>
                  <a:pt x="109538" y="238125"/>
                </a:lnTo>
                <a:cubicBezTo>
                  <a:pt x="49042" y="238125"/>
                  <a:pt x="0" y="189083"/>
                  <a:pt x="0" y="128588"/>
                </a:cubicBezTo>
                <a:lnTo>
                  <a:pt x="0" y="109538"/>
                </a:lnTo>
                <a:cubicBezTo>
                  <a:pt x="0" y="49042"/>
                  <a:pt x="49042" y="0"/>
                  <a:pt x="109538" y="0"/>
                </a:cubicBezTo>
                <a:close/>
              </a:path>
            </a:pathLst>
          </a:custGeom>
          <a:solidFill xmlns:a="http://schemas.openxmlformats.org/drawingml/2006/main">
            <a:srgbClr val="CDE1FC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</p:sp>
      <p:sp>
        <p:nvSpPr>
          <p:cNvPr id="122" name="symskill-object-type-bubble-1">
            <a:extLst xmlns:a="http://schemas.openxmlformats.org/drawingml/2006/main">
              <a:ext uri="{FF2B5EF4-FFF2-40B4-BE49-F238E27FC236}">
                <a16:creationId xmlns:a16="http://schemas.microsoft.com/office/drawing/2014/main" id="{8CD57DB5-5765-41EF-870F-6244CE0A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4981" y="2394343"/>
            <a:ext cx="633413" cy="238125"/>
          </a:xfrm>
          <a:custGeom xmlns:a="http://schemas.openxmlformats.org/drawingml/2006/main">
            <a:pathLst>
              <a:path w="633413" h="238125">
                <a:moveTo>
                  <a:pt x="109538" y="0"/>
                </a:moveTo>
                <a:lnTo>
                  <a:pt x="523875" y="0"/>
                </a:lnTo>
                <a:cubicBezTo>
                  <a:pt x="584371" y="0"/>
                  <a:pt x="633413" y="49042"/>
                  <a:pt x="633413" y="109538"/>
                </a:cubicBezTo>
                <a:lnTo>
                  <a:pt x="633413" y="128588"/>
                </a:lnTo>
                <a:cubicBezTo>
                  <a:pt x="633413" y="189083"/>
                  <a:pt x="584371" y="238125"/>
                  <a:pt x="523875" y="238125"/>
                </a:cubicBezTo>
                <a:lnTo>
                  <a:pt x="109538" y="238125"/>
                </a:lnTo>
                <a:cubicBezTo>
                  <a:pt x="49042" y="238125"/>
                  <a:pt x="0" y="189083"/>
                  <a:pt x="0" y="128588"/>
                </a:cubicBezTo>
                <a:lnTo>
                  <a:pt x="0" y="109538"/>
                </a:lnTo>
                <a:cubicBezTo>
                  <a:pt x="0" y="49042"/>
                  <a:pt x="49042" y="0"/>
                  <a:pt x="109538" y="0"/>
                </a:cubicBezTo>
                <a:close/>
              </a:path>
            </a:pathLst>
          </a:custGeom>
          <a:solidFill xmlns:a="http://schemas.openxmlformats.org/drawingml/2006/main">
            <a:srgbClr val="CDE1FC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</p:sp>
      <p:sp>
        <p:nvSpPr>
          <p:cNvPr id="123" name="symskill-object-type-label-0">
            <a:extLst xmlns:a="http://schemas.openxmlformats.org/drawingml/2006/main">
              <a:ext uri="{FF2B5EF4-FFF2-40B4-BE49-F238E27FC236}">
                <a16:creationId xmlns:a16="http://schemas.microsoft.com/office/drawing/2014/main" id="{BD8CFB98-A691-4DEF-BB57-79AE62DF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81" y="2380055"/>
            <a:ext cx="614363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cabinet type</a:t>
            </a:r>
          </a:p>
        </p:txBody>
      </p:sp>
      <p:sp>
        <p:nvSpPr>
          <p:cNvPr id="124" name="symskill-object-type-label-1">
            <a:extLst xmlns:a="http://schemas.openxmlformats.org/drawingml/2006/main">
              <a:ext uri="{FF2B5EF4-FFF2-40B4-BE49-F238E27FC236}">
                <a16:creationId xmlns:a16="http://schemas.microsoft.com/office/drawing/2014/main" id="{49B2EC42-8EDC-4881-810B-7C7B291B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6" y="2451493"/>
            <a:ext cx="614363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lid type</a:t>
            </a:r>
          </a:p>
        </p:txBody>
      </p:sp>
      <p:sp>
        <p:nvSpPr>
          <p:cNvPr id="125" name="pdf-path-446">
            <a:extLst xmlns:a="http://schemas.openxmlformats.org/drawingml/2006/main">
              <a:ext uri="{FF2B5EF4-FFF2-40B4-BE49-F238E27FC236}">
                <a16:creationId xmlns:a16="http://schemas.microsoft.com/office/drawing/2014/main" id="{6628D28D-D7B2-43BA-AF85-1AB1235E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060" y="2920944"/>
            <a:ext cx="1792124" cy="475727"/>
          </a:xfrm>
          <a:custGeom xmlns:a="http://schemas.openxmlformats.org/drawingml/2006/main">
            <a:pathLst>
              <a:path w="1792124" h="475727">
                <a:moveTo>
                  <a:pt x="1554260" y="0"/>
                </a:moveTo>
                <a:cubicBezTo>
                  <a:pt x="1685411" y="0"/>
                  <a:pt x="1792124" y="106713"/>
                  <a:pt x="1792124" y="237864"/>
                </a:cubicBezTo>
                <a:cubicBezTo>
                  <a:pt x="1792124" y="369015"/>
                  <a:pt x="1685411" y="475727"/>
                  <a:pt x="1554260" y="475727"/>
                </a:cubicBezTo>
                <a:lnTo>
                  <a:pt x="237864" y="475727"/>
                </a:lnTo>
                <a:cubicBezTo>
                  <a:pt x="106713" y="475727"/>
                  <a:pt x="0" y="369015"/>
                  <a:pt x="0" y="237864"/>
                </a:cubicBezTo>
                <a:cubicBezTo>
                  <a:pt x="0" y="106713"/>
                  <a:pt x="106713" y="0"/>
                  <a:pt x="237864" y="0"/>
                </a:cubicBezTo>
                <a:lnTo>
                  <a:pt x="155426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126" name="symskill-live-label-30-0">
            <a:extLst xmlns:a="http://schemas.openxmlformats.org/drawingml/2006/main">
              <a:ext uri="{FF2B5EF4-FFF2-40B4-BE49-F238E27FC236}">
                <a16:creationId xmlns:a16="http://schemas.microsoft.com/office/drawing/2014/main" id="{903B3F55-671D-4796-BF58-EB3D01A5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884" y="3067591"/>
            <a:ext cx="1060728" cy="18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Pose &amp; Type</a:t>
            </a:r>
          </a:p>
        </p:txBody>
      </p:sp>
      <p:sp>
        <p:nvSpPr>
          <p:cNvPr id="127" name="pdf-path-457">
            <a:extLst xmlns:a="http://schemas.openxmlformats.org/drawingml/2006/main">
              <a:ext uri="{FF2B5EF4-FFF2-40B4-BE49-F238E27FC236}">
                <a16:creationId xmlns:a16="http://schemas.microsoft.com/office/drawing/2014/main" id="{B5874FA8-79C6-4867-BD25-D39B3F29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5721" y="1427128"/>
            <a:ext cx="236479" cy="136935"/>
          </a:xfrm>
          <a:custGeom xmlns:a="http://schemas.openxmlformats.org/drawingml/2006/main">
            <a:pathLst>
              <a:path w="236479" h="136935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187358" y="0"/>
                </a:lnTo>
                <a:cubicBezTo>
                  <a:pt x="236479" y="0"/>
                  <a:pt x="236479" y="48876"/>
                  <a:pt x="236479" y="48876"/>
                </a:cubicBezTo>
                <a:lnTo>
                  <a:pt x="236235" y="87977"/>
                </a:lnTo>
                <a:cubicBezTo>
                  <a:pt x="236479" y="136935"/>
                  <a:pt x="187603" y="136935"/>
                  <a:pt x="187603" y="136935"/>
                </a:cubicBezTo>
                <a:lnTo>
                  <a:pt x="48876" y="136853"/>
                </a:lnTo>
                <a:cubicBezTo>
                  <a:pt x="0" y="136935"/>
                  <a:pt x="0" y="88058"/>
                  <a:pt x="0" y="88058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6DB1FF"/>
          </a:solidFill>
          <a:ln xmlns:a="http://schemas.openxmlformats.org/drawingml/2006/main" w="16292">
            <a:solidFill>
              <a:srgbClr val="3A414A"/>
            </a:solidFill>
            <a:prstDash val="solid"/>
          </a:ln>
        </p:spPr>
      </p:sp>
      <p:sp>
        <p:nvSpPr>
          <p:cNvPr id="128" name="pdf-path-459">
            <a:extLst xmlns:a="http://schemas.openxmlformats.org/drawingml/2006/main">
              <a:ext uri="{FF2B5EF4-FFF2-40B4-BE49-F238E27FC236}">
                <a16:creationId xmlns:a16="http://schemas.microsoft.com/office/drawing/2014/main" id="{A6857B76-5A44-4A62-BFFA-09D32DA1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1955" y="1427128"/>
            <a:ext cx="215870" cy="136935"/>
          </a:xfrm>
          <a:custGeom xmlns:a="http://schemas.openxmlformats.org/drawingml/2006/main">
            <a:pathLst>
              <a:path w="215870" h="136935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166993" y="0"/>
                </a:lnTo>
                <a:cubicBezTo>
                  <a:pt x="215544" y="0"/>
                  <a:pt x="215544" y="48876"/>
                  <a:pt x="215544" y="48876"/>
                </a:cubicBezTo>
                <a:lnTo>
                  <a:pt x="215870" y="87977"/>
                </a:lnTo>
                <a:cubicBezTo>
                  <a:pt x="215544" y="136935"/>
                  <a:pt x="166668" y="136935"/>
                  <a:pt x="166668" y="136935"/>
                </a:cubicBezTo>
                <a:lnTo>
                  <a:pt x="48876" y="136853"/>
                </a:lnTo>
                <a:cubicBezTo>
                  <a:pt x="0" y="136935"/>
                  <a:pt x="0" y="88058"/>
                  <a:pt x="0" y="88058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1071E5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129" name="pdf-path-461">
            <a:extLst xmlns:a="http://schemas.openxmlformats.org/drawingml/2006/main">
              <a:ext uri="{FF2B5EF4-FFF2-40B4-BE49-F238E27FC236}">
                <a16:creationId xmlns:a16="http://schemas.microsoft.com/office/drawing/2014/main" id="{1CC5D7B5-F694-405E-8EB8-C2C8A155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2408" y="1427128"/>
            <a:ext cx="124634" cy="136935"/>
          </a:xfrm>
          <a:custGeom xmlns:a="http://schemas.openxmlformats.org/drawingml/2006/main">
            <a:pathLst>
              <a:path w="124634" h="136935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75758" y="0"/>
                </a:lnTo>
                <a:cubicBezTo>
                  <a:pt x="124308" y="0"/>
                  <a:pt x="124308" y="48876"/>
                  <a:pt x="124308" y="48876"/>
                </a:cubicBezTo>
                <a:lnTo>
                  <a:pt x="124634" y="87977"/>
                </a:lnTo>
                <a:cubicBezTo>
                  <a:pt x="124308" y="136935"/>
                  <a:pt x="75489" y="136935"/>
                  <a:pt x="75489" y="136935"/>
                </a:cubicBezTo>
                <a:lnTo>
                  <a:pt x="48876" y="136853"/>
                </a:lnTo>
                <a:cubicBezTo>
                  <a:pt x="0" y="136935"/>
                  <a:pt x="0" y="88058"/>
                  <a:pt x="0" y="88058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6DB1FF"/>
          </a:solidFill>
          <a:ln xmlns:a="http://schemas.openxmlformats.org/drawingml/2006/main" w="16292">
            <a:solidFill>
              <a:srgbClr val="3A414A"/>
            </a:solidFill>
            <a:prstDash val="solid"/>
          </a:ln>
        </p:spPr>
      </p:sp>
      <p:sp>
        <p:nvSpPr>
          <p:cNvPr id="130" name="pdf-path-463">
            <a:extLst xmlns:a="http://schemas.openxmlformats.org/drawingml/2006/main">
              <a:ext uri="{FF2B5EF4-FFF2-40B4-BE49-F238E27FC236}">
                <a16:creationId xmlns:a16="http://schemas.microsoft.com/office/drawing/2014/main" id="{184C8D40-2923-4E8C-BBD7-061D88A5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67043" y="1427128"/>
            <a:ext cx="238841" cy="136935"/>
          </a:xfrm>
          <a:custGeom xmlns:a="http://schemas.openxmlformats.org/drawingml/2006/main">
            <a:pathLst>
              <a:path w="238841" h="136935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189802" y="0"/>
                </a:lnTo>
                <a:cubicBezTo>
                  <a:pt x="238841" y="0"/>
                  <a:pt x="238841" y="48876"/>
                  <a:pt x="238841" y="48876"/>
                </a:cubicBezTo>
                <a:lnTo>
                  <a:pt x="238678" y="87977"/>
                </a:lnTo>
                <a:cubicBezTo>
                  <a:pt x="238841" y="136935"/>
                  <a:pt x="189965" y="136935"/>
                  <a:pt x="189965" y="136935"/>
                </a:cubicBezTo>
                <a:lnTo>
                  <a:pt x="48876" y="136853"/>
                </a:lnTo>
                <a:cubicBezTo>
                  <a:pt x="0" y="136935"/>
                  <a:pt x="0" y="88058"/>
                  <a:pt x="0" y="88058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1071E5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131" name="pdf-path-465">
            <a:extLst xmlns:a="http://schemas.openxmlformats.org/drawingml/2006/main">
              <a:ext uri="{FF2B5EF4-FFF2-40B4-BE49-F238E27FC236}">
                <a16:creationId xmlns:a16="http://schemas.microsoft.com/office/drawing/2014/main" id="{1B8C586A-E290-4794-9984-713FD6AA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5548" y="1427128"/>
            <a:ext cx="167808" cy="136935"/>
          </a:xfrm>
          <a:custGeom xmlns:a="http://schemas.openxmlformats.org/drawingml/2006/main">
            <a:pathLst>
              <a:path w="167808" h="136935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118932" y="0"/>
                </a:lnTo>
                <a:cubicBezTo>
                  <a:pt x="167726" y="0"/>
                  <a:pt x="167726" y="48876"/>
                  <a:pt x="167726" y="48876"/>
                </a:cubicBezTo>
                <a:lnTo>
                  <a:pt x="167808" y="87977"/>
                </a:lnTo>
                <a:cubicBezTo>
                  <a:pt x="167726" y="136935"/>
                  <a:pt x="118850" y="136935"/>
                  <a:pt x="118850" y="136935"/>
                </a:cubicBezTo>
                <a:lnTo>
                  <a:pt x="48876" y="136853"/>
                </a:lnTo>
                <a:cubicBezTo>
                  <a:pt x="0" y="136935"/>
                  <a:pt x="0" y="88058"/>
                  <a:pt x="0" y="88058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1071E5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132" name="pdf-path-467">
            <a:extLst xmlns:a="http://schemas.openxmlformats.org/drawingml/2006/main">
              <a:ext uri="{FF2B5EF4-FFF2-40B4-BE49-F238E27FC236}">
                <a16:creationId xmlns:a16="http://schemas.microsoft.com/office/drawing/2014/main" id="{381743CB-F5A5-4E69-8123-77D7075D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7825" y="1427128"/>
            <a:ext cx="207805" cy="136935"/>
          </a:xfrm>
          <a:custGeom xmlns:a="http://schemas.openxmlformats.org/drawingml/2006/main">
            <a:pathLst>
              <a:path w="207805" h="136935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158847" y="0"/>
                </a:lnTo>
                <a:cubicBezTo>
                  <a:pt x="207805" y="0"/>
                  <a:pt x="207805" y="48876"/>
                  <a:pt x="207805" y="48876"/>
                </a:cubicBezTo>
                <a:lnTo>
                  <a:pt x="207723" y="87977"/>
                </a:lnTo>
                <a:cubicBezTo>
                  <a:pt x="207805" y="136935"/>
                  <a:pt x="158929" y="136935"/>
                  <a:pt x="158929" y="136935"/>
                </a:cubicBezTo>
                <a:lnTo>
                  <a:pt x="48876" y="136853"/>
                </a:lnTo>
                <a:cubicBezTo>
                  <a:pt x="0" y="136935"/>
                  <a:pt x="0" y="88058"/>
                  <a:pt x="0" y="88058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6DB1FF"/>
          </a:solidFill>
          <a:ln xmlns:a="http://schemas.openxmlformats.org/drawingml/2006/main" w="16292">
            <a:solidFill>
              <a:srgbClr val="3A414A"/>
            </a:solidFill>
            <a:prstDash val="solid"/>
          </a:ln>
        </p:spPr>
      </p:sp>
      <p:sp>
        <p:nvSpPr>
          <p:cNvPr id="133" name="pdf-path-469">
            <a:extLst xmlns:a="http://schemas.openxmlformats.org/drawingml/2006/main">
              <a:ext uri="{FF2B5EF4-FFF2-40B4-BE49-F238E27FC236}">
                <a16:creationId xmlns:a16="http://schemas.microsoft.com/office/drawing/2014/main" id="{4371A5A2-8ED9-4A49-A420-2CF6C977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2180" y="1625239"/>
            <a:ext cx="1026398" cy="766622"/>
          </a:xfrm>
          <a:custGeom xmlns:a="http://schemas.openxmlformats.org/drawingml/2006/main">
            <a:pathLst>
              <a:path w="1026398" h="766622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977522" y="0"/>
                </a:lnTo>
                <a:cubicBezTo>
                  <a:pt x="1026398" y="0"/>
                  <a:pt x="1026398" y="48876"/>
                  <a:pt x="1026398" y="48876"/>
                </a:cubicBezTo>
                <a:lnTo>
                  <a:pt x="1026398" y="717664"/>
                </a:lnTo>
                <a:cubicBezTo>
                  <a:pt x="1026398" y="766622"/>
                  <a:pt x="977522" y="766622"/>
                  <a:pt x="977522" y="766622"/>
                </a:cubicBezTo>
                <a:lnTo>
                  <a:pt x="48876" y="766540"/>
                </a:lnTo>
                <a:cubicBezTo>
                  <a:pt x="0" y="766622"/>
                  <a:pt x="0" y="717746"/>
                  <a:pt x="0" y="717746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1071E5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134" name="pdf-path-471">
            <a:extLst xmlns:a="http://schemas.openxmlformats.org/drawingml/2006/main">
              <a:ext uri="{FF2B5EF4-FFF2-40B4-BE49-F238E27FC236}">
                <a16:creationId xmlns:a16="http://schemas.microsoft.com/office/drawing/2014/main" id="{3AA0539C-6BCB-4C06-BA2E-1231E647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1196" y="1700589"/>
            <a:ext cx="891989" cy="643536"/>
          </a:xfrm>
          <a:custGeom xmlns:a="http://schemas.openxmlformats.org/drawingml/2006/main">
            <a:pathLst>
              <a:path w="891989" h="643536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843113" y="0"/>
                </a:lnTo>
                <a:cubicBezTo>
                  <a:pt x="891989" y="0"/>
                  <a:pt x="891989" y="48876"/>
                  <a:pt x="891989" y="48876"/>
                </a:cubicBezTo>
                <a:lnTo>
                  <a:pt x="891989" y="594659"/>
                </a:lnTo>
                <a:cubicBezTo>
                  <a:pt x="891989" y="643536"/>
                  <a:pt x="843113" y="643536"/>
                  <a:pt x="843113" y="643536"/>
                </a:cubicBezTo>
                <a:lnTo>
                  <a:pt x="48876" y="643536"/>
                </a:lnTo>
                <a:cubicBezTo>
                  <a:pt x="0" y="643536"/>
                  <a:pt x="0" y="594659"/>
                  <a:pt x="0" y="594659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FFF3D9"/>
          </a:solidFill>
          <a:ln xmlns:a="http://schemas.openxmlformats.org/drawingml/2006/main" w="16292">
            <a:solidFill>
              <a:srgbClr val="FCCE14"/>
            </a:solidFill>
            <a:prstDash val="solid"/>
          </a:ln>
        </p:spPr>
      </p:sp>
      <p:sp>
        <p:nvSpPr>
          <p:cNvPr id="135" name="symskill-live-label-31-0">
            <a:extLst xmlns:a="http://schemas.openxmlformats.org/drawingml/2006/main">
              <a:ext uri="{FF2B5EF4-FFF2-40B4-BE49-F238E27FC236}">
                <a16:creationId xmlns:a16="http://schemas.microsoft.com/office/drawing/2014/main" id="{900D06EB-7F59-4CC2-A5CE-7AAC22FC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364" y="2145372"/>
            <a:ext cx="471993" cy="108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Selection</a:t>
            </a:r>
          </a:p>
        </p:txBody>
      </p:sp>
      <p:pic>
        <p:nvPic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CF68E20-9168-464A-AD91-9AC66E2338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b2ebd7c5cd49ed"/>
          <a:srcRect xmlns:a="http://schemas.openxmlformats.org/drawingml/2006/main" l="108" t="0" r="1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6645" y="1747510"/>
            <a:ext cx="616409" cy="228089"/>
          </a:xfrm>
          <a:prstGeom xmlns:a="http://schemas.openxmlformats.org/drawingml/2006/main" prst="rect">
            <a:avLst/>
          </a:prstGeom>
        </p:spPr>
      </p:pic>
      <p:sp>
        <p:nvSpPr>
          <p:cNvPr id="137" name="symskill-source-component-3">
            <a:extLst xmlns:a="http://schemas.openxmlformats.org/drawingml/2006/main">
              <a:ext uri="{FF2B5EF4-FFF2-40B4-BE49-F238E27FC236}">
                <a16:creationId xmlns:a16="http://schemas.microsoft.com/office/drawing/2014/main" id="{42966B0B-BC0D-4B35-845E-1E45B09A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6645" y="1747510"/>
            <a:ext cx="616409" cy="2280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8" name="symskill-math-4-glyph-0">
            <a:extLst xmlns:a="http://schemas.openxmlformats.org/drawingml/2006/main">
              <a:ext uri="{FF2B5EF4-FFF2-40B4-BE49-F238E27FC236}">
                <a16:creationId xmlns:a16="http://schemas.microsoft.com/office/drawing/2014/main" id="{56A01631-46DF-4942-8FE5-556925A3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9637" y="2012870"/>
            <a:ext cx="81774" cy="86663"/>
          </a:xfrm>
          <a:custGeom xmlns:a="http://schemas.openxmlformats.org/drawingml/2006/main">
            <a:pathLst>
              <a:path w="81774" h="86663">
                <a:moveTo>
                  <a:pt x="45889" y="575"/>
                </a:moveTo>
                <a:lnTo>
                  <a:pt x="46215" y="463"/>
                </a:lnTo>
                <a:lnTo>
                  <a:pt x="48515" y="167"/>
                </a:lnTo>
                <a:lnTo>
                  <a:pt x="50815" y="0"/>
                </a:lnTo>
                <a:lnTo>
                  <a:pt x="53116" y="167"/>
                </a:lnTo>
                <a:lnTo>
                  <a:pt x="55416" y="513"/>
                </a:lnTo>
                <a:lnTo>
                  <a:pt x="55660" y="575"/>
                </a:lnTo>
                <a:lnTo>
                  <a:pt x="57717" y="1007"/>
                </a:lnTo>
                <a:lnTo>
                  <a:pt x="60017" y="1589"/>
                </a:lnTo>
                <a:lnTo>
                  <a:pt x="62318" y="1985"/>
                </a:lnTo>
                <a:lnTo>
                  <a:pt x="63971" y="2875"/>
                </a:lnTo>
                <a:lnTo>
                  <a:pt x="64618" y="3330"/>
                </a:lnTo>
                <a:lnTo>
                  <a:pt x="66919" y="4225"/>
                </a:lnTo>
                <a:lnTo>
                  <a:pt x="68226" y="5174"/>
                </a:lnTo>
                <a:lnTo>
                  <a:pt x="69219" y="5984"/>
                </a:lnTo>
                <a:lnTo>
                  <a:pt x="71123" y="7474"/>
                </a:lnTo>
                <a:lnTo>
                  <a:pt x="71520" y="7858"/>
                </a:lnTo>
                <a:lnTo>
                  <a:pt x="73501" y="9774"/>
                </a:lnTo>
                <a:lnTo>
                  <a:pt x="73820" y="10104"/>
                </a:lnTo>
                <a:lnTo>
                  <a:pt x="75303" y="12074"/>
                </a:lnTo>
                <a:lnTo>
                  <a:pt x="76120" y="13026"/>
                </a:lnTo>
                <a:lnTo>
                  <a:pt x="77128" y="14374"/>
                </a:lnTo>
                <a:lnTo>
                  <a:pt x="78037" y="16673"/>
                </a:lnTo>
                <a:lnTo>
                  <a:pt x="78421" y="17158"/>
                </a:lnTo>
                <a:lnTo>
                  <a:pt x="79406" y="18973"/>
                </a:lnTo>
                <a:lnTo>
                  <a:pt x="79824" y="21273"/>
                </a:lnTo>
                <a:lnTo>
                  <a:pt x="80546" y="23573"/>
                </a:lnTo>
                <a:lnTo>
                  <a:pt x="80721" y="23989"/>
                </a:lnTo>
                <a:lnTo>
                  <a:pt x="81346" y="25872"/>
                </a:lnTo>
                <a:lnTo>
                  <a:pt x="81540" y="28172"/>
                </a:lnTo>
                <a:lnTo>
                  <a:pt x="81689" y="30472"/>
                </a:lnTo>
                <a:lnTo>
                  <a:pt x="81774" y="32772"/>
                </a:lnTo>
                <a:lnTo>
                  <a:pt x="81701" y="35071"/>
                </a:lnTo>
                <a:lnTo>
                  <a:pt x="81591" y="37371"/>
                </a:lnTo>
                <a:lnTo>
                  <a:pt x="81265" y="39671"/>
                </a:lnTo>
                <a:lnTo>
                  <a:pt x="80721" y="41735"/>
                </a:lnTo>
                <a:lnTo>
                  <a:pt x="80643" y="41971"/>
                </a:lnTo>
                <a:lnTo>
                  <a:pt x="79873" y="44270"/>
                </a:lnTo>
                <a:lnTo>
                  <a:pt x="79412" y="46570"/>
                </a:lnTo>
                <a:lnTo>
                  <a:pt x="78626" y="48870"/>
                </a:lnTo>
                <a:lnTo>
                  <a:pt x="78421" y="49208"/>
                </a:lnTo>
                <a:lnTo>
                  <a:pt x="77587" y="51170"/>
                </a:lnTo>
                <a:lnTo>
                  <a:pt x="76994" y="53469"/>
                </a:lnTo>
                <a:lnTo>
                  <a:pt x="76120" y="54743"/>
                </a:lnTo>
                <a:lnTo>
                  <a:pt x="75364" y="55769"/>
                </a:lnTo>
                <a:lnTo>
                  <a:pt x="74482" y="58069"/>
                </a:lnTo>
                <a:lnTo>
                  <a:pt x="73820" y="58933"/>
                </a:lnTo>
                <a:lnTo>
                  <a:pt x="72883" y="60369"/>
                </a:lnTo>
                <a:lnTo>
                  <a:pt x="71520" y="62659"/>
                </a:lnTo>
                <a:lnTo>
                  <a:pt x="71511" y="62668"/>
                </a:lnTo>
                <a:lnTo>
                  <a:pt x="69857" y="64968"/>
                </a:lnTo>
                <a:lnTo>
                  <a:pt x="69219" y="65653"/>
                </a:lnTo>
                <a:lnTo>
                  <a:pt x="67909" y="67268"/>
                </a:lnTo>
                <a:lnTo>
                  <a:pt x="66919" y="68398"/>
                </a:lnTo>
                <a:lnTo>
                  <a:pt x="65873" y="69568"/>
                </a:lnTo>
                <a:lnTo>
                  <a:pt x="64618" y="70816"/>
                </a:lnTo>
                <a:lnTo>
                  <a:pt x="63487" y="71868"/>
                </a:lnTo>
                <a:lnTo>
                  <a:pt x="62318" y="72948"/>
                </a:lnTo>
                <a:lnTo>
                  <a:pt x="60969" y="74167"/>
                </a:lnTo>
                <a:lnTo>
                  <a:pt x="60017" y="75060"/>
                </a:lnTo>
                <a:lnTo>
                  <a:pt x="58338" y="76467"/>
                </a:lnTo>
                <a:lnTo>
                  <a:pt x="57717" y="77052"/>
                </a:lnTo>
                <a:lnTo>
                  <a:pt x="55416" y="78114"/>
                </a:lnTo>
                <a:lnTo>
                  <a:pt x="54621" y="78767"/>
                </a:lnTo>
                <a:lnTo>
                  <a:pt x="53116" y="79793"/>
                </a:lnTo>
                <a:lnTo>
                  <a:pt x="50917" y="81067"/>
                </a:lnTo>
                <a:lnTo>
                  <a:pt x="50815" y="81162"/>
                </a:lnTo>
                <a:lnTo>
                  <a:pt x="48515" y="82271"/>
                </a:lnTo>
                <a:lnTo>
                  <a:pt x="46215" y="83034"/>
                </a:lnTo>
                <a:lnTo>
                  <a:pt x="45683" y="83366"/>
                </a:lnTo>
                <a:lnTo>
                  <a:pt x="43914" y="84193"/>
                </a:lnTo>
                <a:lnTo>
                  <a:pt x="41614" y="84711"/>
                </a:lnTo>
                <a:lnTo>
                  <a:pt x="39313" y="85461"/>
                </a:lnTo>
                <a:lnTo>
                  <a:pt x="38714" y="85666"/>
                </a:lnTo>
                <a:lnTo>
                  <a:pt x="37013" y="86167"/>
                </a:lnTo>
                <a:lnTo>
                  <a:pt x="34712" y="86514"/>
                </a:lnTo>
                <a:lnTo>
                  <a:pt x="32412" y="86627"/>
                </a:lnTo>
                <a:lnTo>
                  <a:pt x="30111" y="86663"/>
                </a:lnTo>
                <a:lnTo>
                  <a:pt x="27811" y="86521"/>
                </a:lnTo>
                <a:lnTo>
                  <a:pt x="25510" y="86328"/>
                </a:lnTo>
                <a:lnTo>
                  <a:pt x="23210" y="85778"/>
                </a:lnTo>
                <a:lnTo>
                  <a:pt x="23018" y="85666"/>
                </a:lnTo>
                <a:lnTo>
                  <a:pt x="20909" y="84840"/>
                </a:lnTo>
                <a:lnTo>
                  <a:pt x="18609" y="84395"/>
                </a:lnTo>
                <a:lnTo>
                  <a:pt x="16741" y="83366"/>
                </a:lnTo>
                <a:lnTo>
                  <a:pt x="16309" y="83008"/>
                </a:lnTo>
                <a:lnTo>
                  <a:pt x="14008" y="82027"/>
                </a:lnTo>
                <a:lnTo>
                  <a:pt x="12803" y="81067"/>
                </a:lnTo>
                <a:lnTo>
                  <a:pt x="11708" y="80122"/>
                </a:lnTo>
                <a:lnTo>
                  <a:pt x="10135" y="78767"/>
                </a:lnTo>
                <a:lnTo>
                  <a:pt x="9407" y="78072"/>
                </a:lnTo>
                <a:lnTo>
                  <a:pt x="7912" y="76467"/>
                </a:lnTo>
                <a:lnTo>
                  <a:pt x="7107" y="75562"/>
                </a:lnTo>
                <a:lnTo>
                  <a:pt x="5962" y="74167"/>
                </a:lnTo>
                <a:lnTo>
                  <a:pt x="4806" y="72479"/>
                </a:lnTo>
                <a:lnTo>
                  <a:pt x="4283" y="71868"/>
                </a:lnTo>
                <a:lnTo>
                  <a:pt x="3463" y="69568"/>
                </a:lnTo>
                <a:lnTo>
                  <a:pt x="2506" y="67778"/>
                </a:lnTo>
                <a:lnTo>
                  <a:pt x="2122" y="67268"/>
                </a:lnTo>
                <a:lnTo>
                  <a:pt x="1492" y="64968"/>
                </a:lnTo>
                <a:lnTo>
                  <a:pt x="1129" y="62668"/>
                </a:lnTo>
                <a:lnTo>
                  <a:pt x="684" y="60369"/>
                </a:lnTo>
                <a:lnTo>
                  <a:pt x="396" y="58069"/>
                </a:lnTo>
                <a:lnTo>
                  <a:pt x="205" y="56867"/>
                </a:lnTo>
                <a:lnTo>
                  <a:pt x="30" y="55769"/>
                </a:lnTo>
                <a:lnTo>
                  <a:pt x="0" y="53469"/>
                </a:lnTo>
                <a:lnTo>
                  <a:pt x="205" y="52443"/>
                </a:lnTo>
                <a:lnTo>
                  <a:pt x="455" y="51170"/>
                </a:lnTo>
                <a:lnTo>
                  <a:pt x="801" y="48870"/>
                </a:lnTo>
                <a:lnTo>
                  <a:pt x="1047" y="46570"/>
                </a:lnTo>
                <a:lnTo>
                  <a:pt x="1262" y="44270"/>
                </a:lnTo>
                <a:lnTo>
                  <a:pt x="1694" y="41971"/>
                </a:lnTo>
                <a:lnTo>
                  <a:pt x="2506" y="40090"/>
                </a:lnTo>
                <a:lnTo>
                  <a:pt x="2755" y="39671"/>
                </a:lnTo>
                <a:lnTo>
                  <a:pt x="3519" y="37371"/>
                </a:lnTo>
                <a:lnTo>
                  <a:pt x="4002" y="35071"/>
                </a:lnTo>
                <a:lnTo>
                  <a:pt x="4806" y="33801"/>
                </a:lnTo>
                <a:lnTo>
                  <a:pt x="5504" y="32772"/>
                </a:lnTo>
                <a:lnTo>
                  <a:pt x="6375" y="30472"/>
                </a:lnTo>
                <a:lnTo>
                  <a:pt x="7107" y="29494"/>
                </a:lnTo>
                <a:lnTo>
                  <a:pt x="8006" y="28172"/>
                </a:lnTo>
                <a:lnTo>
                  <a:pt x="8963" y="25872"/>
                </a:lnTo>
                <a:lnTo>
                  <a:pt x="9407" y="25389"/>
                </a:lnTo>
                <a:lnTo>
                  <a:pt x="10718" y="23573"/>
                </a:lnTo>
                <a:lnTo>
                  <a:pt x="11708" y="22442"/>
                </a:lnTo>
                <a:lnTo>
                  <a:pt x="12727" y="21273"/>
                </a:lnTo>
                <a:lnTo>
                  <a:pt x="14008" y="19686"/>
                </a:lnTo>
                <a:lnTo>
                  <a:pt x="14664" y="18973"/>
                </a:lnTo>
                <a:lnTo>
                  <a:pt x="16309" y="16967"/>
                </a:lnTo>
                <a:lnTo>
                  <a:pt x="16602" y="16673"/>
                </a:lnTo>
                <a:lnTo>
                  <a:pt x="18609" y="14910"/>
                </a:lnTo>
                <a:lnTo>
                  <a:pt x="19163" y="14374"/>
                </a:lnTo>
                <a:lnTo>
                  <a:pt x="20909" y="12847"/>
                </a:lnTo>
                <a:lnTo>
                  <a:pt x="21718" y="12074"/>
                </a:lnTo>
                <a:lnTo>
                  <a:pt x="23210" y="10742"/>
                </a:lnTo>
                <a:lnTo>
                  <a:pt x="24396" y="9774"/>
                </a:lnTo>
                <a:lnTo>
                  <a:pt x="25510" y="8892"/>
                </a:lnTo>
                <a:lnTo>
                  <a:pt x="27811" y="7766"/>
                </a:lnTo>
                <a:lnTo>
                  <a:pt x="28131" y="7474"/>
                </a:lnTo>
                <a:lnTo>
                  <a:pt x="30111" y="6255"/>
                </a:lnTo>
                <a:lnTo>
                  <a:pt x="31828" y="5174"/>
                </a:lnTo>
                <a:lnTo>
                  <a:pt x="32412" y="4685"/>
                </a:lnTo>
                <a:lnTo>
                  <a:pt x="34712" y="3975"/>
                </a:lnTo>
                <a:lnTo>
                  <a:pt x="37013" y="3233"/>
                </a:lnTo>
                <a:lnTo>
                  <a:pt x="37582" y="2875"/>
                </a:lnTo>
                <a:lnTo>
                  <a:pt x="39313" y="2048"/>
                </a:lnTo>
                <a:lnTo>
                  <a:pt x="41614" y="1548"/>
                </a:lnTo>
                <a:lnTo>
                  <a:pt x="43914" y="1119"/>
                </a:lnTo>
                <a:lnTo>
                  <a:pt x="45889" y="575"/>
                </a:lnTo>
                <a:close/>
                <a:moveTo>
                  <a:pt x="46215" y="4925"/>
                </a:moveTo>
                <a:lnTo>
                  <a:pt x="45751" y="5174"/>
                </a:lnTo>
                <a:lnTo>
                  <a:pt x="43914" y="5923"/>
                </a:lnTo>
                <a:lnTo>
                  <a:pt x="41614" y="6540"/>
                </a:lnTo>
                <a:lnTo>
                  <a:pt x="40071" y="7474"/>
                </a:lnTo>
                <a:lnTo>
                  <a:pt x="39313" y="8049"/>
                </a:lnTo>
                <a:lnTo>
                  <a:pt x="37013" y="9131"/>
                </a:lnTo>
                <a:lnTo>
                  <a:pt x="36297" y="9774"/>
                </a:lnTo>
                <a:lnTo>
                  <a:pt x="34712" y="11027"/>
                </a:lnTo>
                <a:lnTo>
                  <a:pt x="33543" y="12074"/>
                </a:lnTo>
                <a:lnTo>
                  <a:pt x="32412" y="13134"/>
                </a:lnTo>
                <a:lnTo>
                  <a:pt x="31203" y="14374"/>
                </a:lnTo>
                <a:lnTo>
                  <a:pt x="30111" y="15523"/>
                </a:lnTo>
                <a:lnTo>
                  <a:pt x="29036" y="16673"/>
                </a:lnTo>
                <a:lnTo>
                  <a:pt x="27811" y="18195"/>
                </a:lnTo>
                <a:lnTo>
                  <a:pt x="27118" y="18973"/>
                </a:lnTo>
                <a:lnTo>
                  <a:pt x="25745" y="21273"/>
                </a:lnTo>
                <a:lnTo>
                  <a:pt x="25510" y="21529"/>
                </a:lnTo>
                <a:lnTo>
                  <a:pt x="24308" y="23573"/>
                </a:lnTo>
                <a:lnTo>
                  <a:pt x="23210" y="25529"/>
                </a:lnTo>
                <a:lnTo>
                  <a:pt x="22918" y="25872"/>
                </a:lnTo>
                <a:lnTo>
                  <a:pt x="22040" y="28172"/>
                </a:lnTo>
                <a:lnTo>
                  <a:pt x="21173" y="30472"/>
                </a:lnTo>
                <a:lnTo>
                  <a:pt x="20909" y="30903"/>
                </a:lnTo>
                <a:lnTo>
                  <a:pt x="20083" y="32772"/>
                </a:lnTo>
                <a:lnTo>
                  <a:pt x="19633" y="35071"/>
                </a:lnTo>
                <a:lnTo>
                  <a:pt x="18928" y="37371"/>
                </a:lnTo>
                <a:lnTo>
                  <a:pt x="18609" y="37946"/>
                </a:lnTo>
                <a:lnTo>
                  <a:pt x="17860" y="39671"/>
                </a:lnTo>
                <a:lnTo>
                  <a:pt x="17410" y="41971"/>
                </a:lnTo>
                <a:lnTo>
                  <a:pt x="17032" y="44270"/>
                </a:lnTo>
                <a:lnTo>
                  <a:pt x="16353" y="46570"/>
                </a:lnTo>
                <a:lnTo>
                  <a:pt x="16309" y="46673"/>
                </a:lnTo>
                <a:lnTo>
                  <a:pt x="15629" y="48870"/>
                </a:lnTo>
                <a:lnTo>
                  <a:pt x="15256" y="51170"/>
                </a:lnTo>
                <a:lnTo>
                  <a:pt x="15011" y="53469"/>
                </a:lnTo>
                <a:lnTo>
                  <a:pt x="14765" y="55769"/>
                </a:lnTo>
                <a:lnTo>
                  <a:pt x="14498" y="58069"/>
                </a:lnTo>
                <a:lnTo>
                  <a:pt x="14300" y="60369"/>
                </a:lnTo>
                <a:lnTo>
                  <a:pt x="14327" y="62668"/>
                </a:lnTo>
                <a:lnTo>
                  <a:pt x="14531" y="64968"/>
                </a:lnTo>
                <a:lnTo>
                  <a:pt x="14804" y="67268"/>
                </a:lnTo>
                <a:lnTo>
                  <a:pt x="15163" y="69568"/>
                </a:lnTo>
                <a:lnTo>
                  <a:pt x="15694" y="71868"/>
                </a:lnTo>
                <a:lnTo>
                  <a:pt x="16309" y="72774"/>
                </a:lnTo>
                <a:lnTo>
                  <a:pt x="17135" y="74167"/>
                </a:lnTo>
                <a:lnTo>
                  <a:pt x="18389" y="76467"/>
                </a:lnTo>
                <a:lnTo>
                  <a:pt x="18609" y="76692"/>
                </a:lnTo>
                <a:lnTo>
                  <a:pt x="20571" y="78767"/>
                </a:lnTo>
                <a:lnTo>
                  <a:pt x="20909" y="79099"/>
                </a:lnTo>
                <a:lnTo>
                  <a:pt x="23210" y="80302"/>
                </a:lnTo>
                <a:lnTo>
                  <a:pt x="24491" y="81067"/>
                </a:lnTo>
                <a:lnTo>
                  <a:pt x="25510" y="81719"/>
                </a:lnTo>
                <a:lnTo>
                  <a:pt x="27811" y="82169"/>
                </a:lnTo>
                <a:lnTo>
                  <a:pt x="30111" y="82293"/>
                </a:lnTo>
                <a:lnTo>
                  <a:pt x="32412" y="82249"/>
                </a:lnTo>
                <a:lnTo>
                  <a:pt x="34712" y="82080"/>
                </a:lnTo>
                <a:lnTo>
                  <a:pt x="37013" y="81545"/>
                </a:lnTo>
                <a:lnTo>
                  <a:pt x="37713" y="81067"/>
                </a:lnTo>
                <a:lnTo>
                  <a:pt x="39313" y="80204"/>
                </a:lnTo>
                <a:lnTo>
                  <a:pt x="41614" y="79438"/>
                </a:lnTo>
                <a:lnTo>
                  <a:pt x="42557" y="78767"/>
                </a:lnTo>
                <a:lnTo>
                  <a:pt x="43914" y="77903"/>
                </a:lnTo>
                <a:lnTo>
                  <a:pt x="46021" y="76467"/>
                </a:lnTo>
                <a:lnTo>
                  <a:pt x="46215" y="76277"/>
                </a:lnTo>
                <a:lnTo>
                  <a:pt x="48515" y="74599"/>
                </a:lnTo>
                <a:lnTo>
                  <a:pt x="48961" y="74167"/>
                </a:lnTo>
                <a:lnTo>
                  <a:pt x="50815" y="72576"/>
                </a:lnTo>
                <a:lnTo>
                  <a:pt x="51512" y="71868"/>
                </a:lnTo>
                <a:lnTo>
                  <a:pt x="53116" y="69595"/>
                </a:lnTo>
                <a:lnTo>
                  <a:pt x="53143" y="69568"/>
                </a:lnTo>
                <a:lnTo>
                  <a:pt x="54694" y="67268"/>
                </a:lnTo>
                <a:lnTo>
                  <a:pt x="55416" y="66467"/>
                </a:lnTo>
                <a:lnTo>
                  <a:pt x="56561" y="64968"/>
                </a:lnTo>
                <a:lnTo>
                  <a:pt x="57708" y="62668"/>
                </a:lnTo>
                <a:lnTo>
                  <a:pt x="57717" y="62658"/>
                </a:lnTo>
                <a:lnTo>
                  <a:pt x="58811" y="60369"/>
                </a:lnTo>
                <a:lnTo>
                  <a:pt x="59685" y="58069"/>
                </a:lnTo>
                <a:lnTo>
                  <a:pt x="60017" y="57639"/>
                </a:lnTo>
                <a:lnTo>
                  <a:pt x="61004" y="55769"/>
                </a:lnTo>
                <a:lnTo>
                  <a:pt x="61594" y="53469"/>
                </a:lnTo>
                <a:lnTo>
                  <a:pt x="62318" y="51745"/>
                </a:lnTo>
                <a:lnTo>
                  <a:pt x="62623" y="51170"/>
                </a:lnTo>
                <a:lnTo>
                  <a:pt x="63309" y="48870"/>
                </a:lnTo>
                <a:lnTo>
                  <a:pt x="63728" y="46570"/>
                </a:lnTo>
                <a:lnTo>
                  <a:pt x="64574" y="44270"/>
                </a:lnTo>
                <a:lnTo>
                  <a:pt x="64618" y="44182"/>
                </a:lnTo>
                <a:lnTo>
                  <a:pt x="65375" y="41971"/>
                </a:lnTo>
                <a:lnTo>
                  <a:pt x="65701" y="39671"/>
                </a:lnTo>
                <a:lnTo>
                  <a:pt x="65964" y="37371"/>
                </a:lnTo>
                <a:lnTo>
                  <a:pt x="66385" y="35071"/>
                </a:lnTo>
                <a:lnTo>
                  <a:pt x="66919" y="33264"/>
                </a:lnTo>
                <a:lnTo>
                  <a:pt x="67094" y="32772"/>
                </a:lnTo>
                <a:lnTo>
                  <a:pt x="67524" y="30472"/>
                </a:lnTo>
                <a:lnTo>
                  <a:pt x="67767" y="28172"/>
                </a:lnTo>
                <a:lnTo>
                  <a:pt x="67867" y="25872"/>
                </a:lnTo>
                <a:lnTo>
                  <a:pt x="67774" y="23573"/>
                </a:lnTo>
                <a:lnTo>
                  <a:pt x="67484" y="21273"/>
                </a:lnTo>
                <a:lnTo>
                  <a:pt x="67046" y="18973"/>
                </a:lnTo>
                <a:lnTo>
                  <a:pt x="66919" y="18628"/>
                </a:lnTo>
                <a:lnTo>
                  <a:pt x="66343" y="16673"/>
                </a:lnTo>
                <a:lnTo>
                  <a:pt x="65599" y="14374"/>
                </a:lnTo>
                <a:lnTo>
                  <a:pt x="64618" y="12615"/>
                </a:lnTo>
                <a:lnTo>
                  <a:pt x="64198" y="12074"/>
                </a:lnTo>
                <a:lnTo>
                  <a:pt x="63103" y="9774"/>
                </a:lnTo>
                <a:lnTo>
                  <a:pt x="62318" y="8958"/>
                </a:lnTo>
                <a:lnTo>
                  <a:pt x="60614" y="7474"/>
                </a:lnTo>
                <a:lnTo>
                  <a:pt x="60017" y="6920"/>
                </a:lnTo>
                <a:lnTo>
                  <a:pt x="57717" y="5986"/>
                </a:lnTo>
                <a:lnTo>
                  <a:pt x="55960" y="5174"/>
                </a:lnTo>
                <a:lnTo>
                  <a:pt x="55416" y="4843"/>
                </a:lnTo>
                <a:lnTo>
                  <a:pt x="53116" y="4394"/>
                </a:lnTo>
                <a:lnTo>
                  <a:pt x="50815" y="4264"/>
                </a:lnTo>
                <a:lnTo>
                  <a:pt x="48515" y="4486"/>
                </a:lnTo>
                <a:lnTo>
                  <a:pt x="46215" y="49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symskill-math-4-glyph-1">
            <a:extLst xmlns:a="http://schemas.openxmlformats.org/drawingml/2006/main">
              <a:ext uri="{FF2B5EF4-FFF2-40B4-BE49-F238E27FC236}">
                <a16:creationId xmlns:a16="http://schemas.microsoft.com/office/drawing/2014/main" id="{E607A2EC-4FF6-4BFC-B9D3-1C36D7D7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6506" y="2033157"/>
            <a:ext cx="46821" cy="94093"/>
          </a:xfrm>
          <a:custGeom xmlns:a="http://schemas.openxmlformats.org/drawingml/2006/main">
            <a:pathLst>
              <a:path w="46821" h="94093">
                <a:moveTo>
                  <a:pt x="27734" y="985"/>
                </a:moveTo>
                <a:lnTo>
                  <a:pt x="29486" y="342"/>
                </a:lnTo>
                <a:lnTo>
                  <a:pt x="31786" y="81"/>
                </a:lnTo>
                <a:lnTo>
                  <a:pt x="34087" y="0"/>
                </a:lnTo>
                <a:lnTo>
                  <a:pt x="36387" y="212"/>
                </a:lnTo>
                <a:lnTo>
                  <a:pt x="38687" y="614"/>
                </a:lnTo>
                <a:lnTo>
                  <a:pt x="39240" y="985"/>
                </a:lnTo>
                <a:lnTo>
                  <a:pt x="40988" y="1854"/>
                </a:lnTo>
                <a:lnTo>
                  <a:pt x="43288" y="2817"/>
                </a:lnTo>
                <a:lnTo>
                  <a:pt x="43762" y="3285"/>
                </a:lnTo>
                <a:lnTo>
                  <a:pt x="45589" y="5439"/>
                </a:lnTo>
                <a:lnTo>
                  <a:pt x="45733" y="5584"/>
                </a:lnTo>
                <a:lnTo>
                  <a:pt x="46625" y="7884"/>
                </a:lnTo>
                <a:lnTo>
                  <a:pt x="46821" y="10184"/>
                </a:lnTo>
                <a:lnTo>
                  <a:pt x="46506" y="12484"/>
                </a:lnTo>
                <a:lnTo>
                  <a:pt x="45589" y="13620"/>
                </a:lnTo>
                <a:lnTo>
                  <a:pt x="44288" y="14783"/>
                </a:lnTo>
                <a:lnTo>
                  <a:pt x="43288" y="15572"/>
                </a:lnTo>
                <a:lnTo>
                  <a:pt x="40988" y="15881"/>
                </a:lnTo>
                <a:lnTo>
                  <a:pt x="38687" y="15639"/>
                </a:lnTo>
                <a:lnTo>
                  <a:pt x="37522" y="14783"/>
                </a:lnTo>
                <a:lnTo>
                  <a:pt x="36387" y="13823"/>
                </a:lnTo>
                <a:lnTo>
                  <a:pt x="35334" y="12484"/>
                </a:lnTo>
                <a:lnTo>
                  <a:pt x="35010" y="10184"/>
                </a:lnTo>
                <a:lnTo>
                  <a:pt x="35222" y="7884"/>
                </a:lnTo>
                <a:lnTo>
                  <a:pt x="36387" y="5957"/>
                </a:lnTo>
                <a:lnTo>
                  <a:pt x="36745" y="5584"/>
                </a:lnTo>
                <a:lnTo>
                  <a:pt x="36387" y="5172"/>
                </a:lnTo>
                <a:lnTo>
                  <a:pt x="34087" y="4096"/>
                </a:lnTo>
                <a:lnTo>
                  <a:pt x="31786" y="4346"/>
                </a:lnTo>
                <a:lnTo>
                  <a:pt x="29486" y="4758"/>
                </a:lnTo>
                <a:lnTo>
                  <a:pt x="28470" y="5584"/>
                </a:lnTo>
                <a:lnTo>
                  <a:pt x="27185" y="6610"/>
                </a:lnTo>
                <a:lnTo>
                  <a:pt x="25689" y="7884"/>
                </a:lnTo>
                <a:lnTo>
                  <a:pt x="24885" y="8712"/>
                </a:lnTo>
                <a:lnTo>
                  <a:pt x="23729" y="10184"/>
                </a:lnTo>
                <a:lnTo>
                  <a:pt x="22584" y="12411"/>
                </a:lnTo>
                <a:lnTo>
                  <a:pt x="22523" y="12484"/>
                </a:lnTo>
                <a:lnTo>
                  <a:pt x="21617" y="14783"/>
                </a:lnTo>
                <a:lnTo>
                  <a:pt x="21320" y="17083"/>
                </a:lnTo>
                <a:lnTo>
                  <a:pt x="21154" y="19383"/>
                </a:lnTo>
                <a:lnTo>
                  <a:pt x="21032" y="21683"/>
                </a:lnTo>
                <a:lnTo>
                  <a:pt x="21016" y="23982"/>
                </a:lnTo>
                <a:lnTo>
                  <a:pt x="21016" y="26282"/>
                </a:lnTo>
                <a:lnTo>
                  <a:pt x="21016" y="28582"/>
                </a:lnTo>
                <a:lnTo>
                  <a:pt x="21016" y="30882"/>
                </a:lnTo>
                <a:lnTo>
                  <a:pt x="21016" y="33182"/>
                </a:lnTo>
                <a:lnTo>
                  <a:pt x="21095" y="35481"/>
                </a:lnTo>
                <a:lnTo>
                  <a:pt x="22584" y="36579"/>
                </a:lnTo>
                <a:lnTo>
                  <a:pt x="24885" y="36579"/>
                </a:lnTo>
                <a:lnTo>
                  <a:pt x="27185" y="36579"/>
                </a:lnTo>
                <a:lnTo>
                  <a:pt x="29486" y="36579"/>
                </a:lnTo>
                <a:lnTo>
                  <a:pt x="31786" y="36579"/>
                </a:lnTo>
                <a:lnTo>
                  <a:pt x="34087" y="36579"/>
                </a:lnTo>
                <a:lnTo>
                  <a:pt x="36387" y="36579"/>
                </a:lnTo>
                <a:lnTo>
                  <a:pt x="37883" y="37781"/>
                </a:lnTo>
                <a:lnTo>
                  <a:pt x="37883" y="40081"/>
                </a:lnTo>
                <a:lnTo>
                  <a:pt x="36387" y="41283"/>
                </a:lnTo>
                <a:lnTo>
                  <a:pt x="34087" y="41283"/>
                </a:lnTo>
                <a:lnTo>
                  <a:pt x="31786" y="41283"/>
                </a:lnTo>
                <a:lnTo>
                  <a:pt x="29486" y="41283"/>
                </a:lnTo>
                <a:lnTo>
                  <a:pt x="27185" y="41283"/>
                </a:lnTo>
                <a:lnTo>
                  <a:pt x="24885" y="41283"/>
                </a:lnTo>
                <a:lnTo>
                  <a:pt x="22584" y="41283"/>
                </a:lnTo>
                <a:lnTo>
                  <a:pt x="21453" y="42381"/>
                </a:lnTo>
                <a:lnTo>
                  <a:pt x="21397" y="44680"/>
                </a:lnTo>
                <a:lnTo>
                  <a:pt x="21397" y="46980"/>
                </a:lnTo>
                <a:lnTo>
                  <a:pt x="21397" y="49280"/>
                </a:lnTo>
                <a:lnTo>
                  <a:pt x="21397" y="51580"/>
                </a:lnTo>
                <a:lnTo>
                  <a:pt x="21397" y="53879"/>
                </a:lnTo>
                <a:lnTo>
                  <a:pt x="21397" y="56179"/>
                </a:lnTo>
                <a:lnTo>
                  <a:pt x="21397" y="58479"/>
                </a:lnTo>
                <a:lnTo>
                  <a:pt x="21397" y="60779"/>
                </a:lnTo>
                <a:lnTo>
                  <a:pt x="21397" y="63078"/>
                </a:lnTo>
                <a:lnTo>
                  <a:pt x="21397" y="65378"/>
                </a:lnTo>
                <a:lnTo>
                  <a:pt x="21397" y="67678"/>
                </a:lnTo>
                <a:lnTo>
                  <a:pt x="21397" y="69978"/>
                </a:lnTo>
                <a:lnTo>
                  <a:pt x="21397" y="72277"/>
                </a:lnTo>
                <a:lnTo>
                  <a:pt x="21397" y="74577"/>
                </a:lnTo>
                <a:lnTo>
                  <a:pt x="21397" y="76877"/>
                </a:lnTo>
                <a:lnTo>
                  <a:pt x="21397" y="79177"/>
                </a:lnTo>
                <a:lnTo>
                  <a:pt x="21397" y="81476"/>
                </a:lnTo>
                <a:lnTo>
                  <a:pt x="21416" y="83776"/>
                </a:lnTo>
                <a:lnTo>
                  <a:pt x="21543" y="86076"/>
                </a:lnTo>
                <a:lnTo>
                  <a:pt x="22584" y="87538"/>
                </a:lnTo>
                <a:lnTo>
                  <a:pt x="23805" y="88376"/>
                </a:lnTo>
                <a:lnTo>
                  <a:pt x="24885" y="89056"/>
                </a:lnTo>
                <a:lnTo>
                  <a:pt x="27185" y="89318"/>
                </a:lnTo>
                <a:lnTo>
                  <a:pt x="29486" y="89389"/>
                </a:lnTo>
                <a:lnTo>
                  <a:pt x="31786" y="89406"/>
                </a:lnTo>
                <a:lnTo>
                  <a:pt x="33823" y="90676"/>
                </a:lnTo>
                <a:lnTo>
                  <a:pt x="33809" y="92975"/>
                </a:lnTo>
                <a:lnTo>
                  <a:pt x="31786" y="94093"/>
                </a:lnTo>
                <a:lnTo>
                  <a:pt x="29486" y="94053"/>
                </a:lnTo>
                <a:lnTo>
                  <a:pt x="27185" y="94011"/>
                </a:lnTo>
                <a:lnTo>
                  <a:pt x="24885" y="93966"/>
                </a:lnTo>
                <a:lnTo>
                  <a:pt x="22584" y="93918"/>
                </a:lnTo>
                <a:lnTo>
                  <a:pt x="20284" y="93865"/>
                </a:lnTo>
                <a:lnTo>
                  <a:pt x="17983" y="93809"/>
                </a:lnTo>
                <a:lnTo>
                  <a:pt x="15683" y="93794"/>
                </a:lnTo>
                <a:lnTo>
                  <a:pt x="13382" y="93831"/>
                </a:lnTo>
                <a:lnTo>
                  <a:pt x="11082" y="93872"/>
                </a:lnTo>
                <a:lnTo>
                  <a:pt x="8782" y="93936"/>
                </a:lnTo>
                <a:lnTo>
                  <a:pt x="6481" y="93995"/>
                </a:lnTo>
                <a:lnTo>
                  <a:pt x="4181" y="94058"/>
                </a:lnTo>
                <a:lnTo>
                  <a:pt x="1880" y="93724"/>
                </a:lnTo>
                <a:lnTo>
                  <a:pt x="1132" y="92975"/>
                </a:lnTo>
                <a:lnTo>
                  <a:pt x="1115" y="90676"/>
                </a:lnTo>
                <a:lnTo>
                  <a:pt x="1880" y="89836"/>
                </a:lnTo>
                <a:lnTo>
                  <a:pt x="4181" y="89401"/>
                </a:lnTo>
                <a:lnTo>
                  <a:pt x="6481" y="89324"/>
                </a:lnTo>
                <a:lnTo>
                  <a:pt x="8782" y="88920"/>
                </a:lnTo>
                <a:lnTo>
                  <a:pt x="9387" y="88376"/>
                </a:lnTo>
                <a:lnTo>
                  <a:pt x="11004" y="86076"/>
                </a:lnTo>
                <a:lnTo>
                  <a:pt x="11082" y="85693"/>
                </a:lnTo>
                <a:lnTo>
                  <a:pt x="11427" y="83776"/>
                </a:lnTo>
                <a:lnTo>
                  <a:pt x="11502" y="81476"/>
                </a:lnTo>
                <a:lnTo>
                  <a:pt x="11502" y="79177"/>
                </a:lnTo>
                <a:lnTo>
                  <a:pt x="11502" y="76877"/>
                </a:lnTo>
                <a:lnTo>
                  <a:pt x="11502" y="74577"/>
                </a:lnTo>
                <a:lnTo>
                  <a:pt x="11502" y="72277"/>
                </a:lnTo>
                <a:lnTo>
                  <a:pt x="11502" y="69978"/>
                </a:lnTo>
                <a:lnTo>
                  <a:pt x="11502" y="67678"/>
                </a:lnTo>
                <a:lnTo>
                  <a:pt x="11502" y="65378"/>
                </a:lnTo>
                <a:lnTo>
                  <a:pt x="11502" y="63078"/>
                </a:lnTo>
                <a:lnTo>
                  <a:pt x="11502" y="60779"/>
                </a:lnTo>
                <a:lnTo>
                  <a:pt x="11502" y="58479"/>
                </a:lnTo>
                <a:lnTo>
                  <a:pt x="11502" y="56179"/>
                </a:lnTo>
                <a:lnTo>
                  <a:pt x="11502" y="53879"/>
                </a:lnTo>
                <a:lnTo>
                  <a:pt x="11502" y="51580"/>
                </a:lnTo>
                <a:lnTo>
                  <a:pt x="11502" y="49280"/>
                </a:lnTo>
                <a:lnTo>
                  <a:pt x="11502" y="46980"/>
                </a:lnTo>
                <a:lnTo>
                  <a:pt x="11502" y="44680"/>
                </a:lnTo>
                <a:lnTo>
                  <a:pt x="11401" y="42381"/>
                </a:lnTo>
                <a:lnTo>
                  <a:pt x="11082" y="42062"/>
                </a:lnTo>
                <a:lnTo>
                  <a:pt x="8782" y="41283"/>
                </a:lnTo>
                <a:lnTo>
                  <a:pt x="6481" y="41283"/>
                </a:lnTo>
                <a:lnTo>
                  <a:pt x="4181" y="41283"/>
                </a:lnTo>
                <a:lnTo>
                  <a:pt x="1880" y="41283"/>
                </a:lnTo>
                <a:lnTo>
                  <a:pt x="0" y="40081"/>
                </a:lnTo>
                <a:lnTo>
                  <a:pt x="0" y="37781"/>
                </a:lnTo>
                <a:lnTo>
                  <a:pt x="1880" y="36579"/>
                </a:lnTo>
                <a:lnTo>
                  <a:pt x="4181" y="36579"/>
                </a:lnTo>
                <a:lnTo>
                  <a:pt x="6481" y="36579"/>
                </a:lnTo>
                <a:lnTo>
                  <a:pt x="8782" y="36579"/>
                </a:lnTo>
                <a:lnTo>
                  <a:pt x="11082" y="35800"/>
                </a:lnTo>
                <a:lnTo>
                  <a:pt x="11401" y="35481"/>
                </a:lnTo>
                <a:lnTo>
                  <a:pt x="11502" y="33182"/>
                </a:lnTo>
                <a:lnTo>
                  <a:pt x="11502" y="30882"/>
                </a:lnTo>
                <a:lnTo>
                  <a:pt x="11502" y="28582"/>
                </a:lnTo>
                <a:lnTo>
                  <a:pt x="11502" y="26282"/>
                </a:lnTo>
                <a:lnTo>
                  <a:pt x="11502" y="23982"/>
                </a:lnTo>
                <a:lnTo>
                  <a:pt x="11526" y="21683"/>
                </a:lnTo>
                <a:lnTo>
                  <a:pt x="11762" y="19383"/>
                </a:lnTo>
                <a:lnTo>
                  <a:pt x="11992" y="17083"/>
                </a:lnTo>
                <a:lnTo>
                  <a:pt x="12387" y="14783"/>
                </a:lnTo>
                <a:lnTo>
                  <a:pt x="13338" y="12484"/>
                </a:lnTo>
                <a:lnTo>
                  <a:pt x="13382" y="12435"/>
                </a:lnTo>
                <a:lnTo>
                  <a:pt x="14630" y="10184"/>
                </a:lnTo>
                <a:lnTo>
                  <a:pt x="15683" y="8833"/>
                </a:lnTo>
                <a:lnTo>
                  <a:pt x="16535" y="7884"/>
                </a:lnTo>
                <a:lnTo>
                  <a:pt x="17983" y="6404"/>
                </a:lnTo>
                <a:lnTo>
                  <a:pt x="18856" y="5584"/>
                </a:lnTo>
                <a:lnTo>
                  <a:pt x="20284" y="4440"/>
                </a:lnTo>
                <a:lnTo>
                  <a:pt x="22034" y="3285"/>
                </a:lnTo>
                <a:lnTo>
                  <a:pt x="22584" y="2806"/>
                </a:lnTo>
                <a:lnTo>
                  <a:pt x="24885" y="2011"/>
                </a:lnTo>
                <a:lnTo>
                  <a:pt x="27185" y="1234"/>
                </a:lnTo>
                <a:lnTo>
                  <a:pt x="27734" y="9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symskill-math-4-glyph-2">
            <a:extLst xmlns:a="http://schemas.openxmlformats.org/drawingml/2006/main">
              <a:ext uri="{FF2B5EF4-FFF2-40B4-BE49-F238E27FC236}">
                <a16:creationId xmlns:a16="http://schemas.microsoft.com/office/drawing/2014/main" id="{CC6CE88B-A42A-49D3-989B-B312B458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503" y="2068347"/>
            <a:ext cx="47672" cy="58917"/>
          </a:xfrm>
          <a:custGeom xmlns:a="http://schemas.openxmlformats.org/drawingml/2006/main">
            <a:pathLst>
              <a:path w="47672" h="58917">
                <a:moveTo>
                  <a:pt x="15333" y="291"/>
                </a:moveTo>
                <a:lnTo>
                  <a:pt x="17461" y="0"/>
                </a:lnTo>
                <a:lnTo>
                  <a:pt x="17810" y="291"/>
                </a:lnTo>
                <a:lnTo>
                  <a:pt x="18819" y="2591"/>
                </a:lnTo>
                <a:lnTo>
                  <a:pt x="18819" y="4891"/>
                </a:lnTo>
                <a:lnTo>
                  <a:pt x="18819" y="7191"/>
                </a:lnTo>
                <a:lnTo>
                  <a:pt x="18819" y="9490"/>
                </a:lnTo>
                <a:lnTo>
                  <a:pt x="19228" y="11790"/>
                </a:lnTo>
                <a:lnTo>
                  <a:pt x="19762" y="12456"/>
                </a:lnTo>
                <a:lnTo>
                  <a:pt x="20298" y="11790"/>
                </a:lnTo>
                <a:lnTo>
                  <a:pt x="21403" y="9490"/>
                </a:lnTo>
                <a:lnTo>
                  <a:pt x="22062" y="8899"/>
                </a:lnTo>
                <a:lnTo>
                  <a:pt x="23271" y="7191"/>
                </a:lnTo>
                <a:lnTo>
                  <a:pt x="24362" y="6083"/>
                </a:lnTo>
                <a:lnTo>
                  <a:pt x="25555" y="4891"/>
                </a:lnTo>
                <a:lnTo>
                  <a:pt x="26663" y="3817"/>
                </a:lnTo>
                <a:lnTo>
                  <a:pt x="28589" y="2591"/>
                </a:lnTo>
                <a:lnTo>
                  <a:pt x="28963" y="2273"/>
                </a:lnTo>
                <a:lnTo>
                  <a:pt x="31264" y="1321"/>
                </a:lnTo>
                <a:lnTo>
                  <a:pt x="33564" y="759"/>
                </a:lnTo>
                <a:lnTo>
                  <a:pt x="35388" y="291"/>
                </a:lnTo>
                <a:lnTo>
                  <a:pt x="35865" y="148"/>
                </a:lnTo>
                <a:lnTo>
                  <a:pt x="38165" y="71"/>
                </a:lnTo>
                <a:lnTo>
                  <a:pt x="38905" y="291"/>
                </a:lnTo>
                <a:lnTo>
                  <a:pt x="40466" y="712"/>
                </a:lnTo>
                <a:lnTo>
                  <a:pt x="42766" y="1436"/>
                </a:lnTo>
                <a:lnTo>
                  <a:pt x="44428" y="2591"/>
                </a:lnTo>
                <a:lnTo>
                  <a:pt x="45067" y="3191"/>
                </a:lnTo>
                <a:lnTo>
                  <a:pt x="46439" y="4891"/>
                </a:lnTo>
                <a:lnTo>
                  <a:pt x="47367" y="7096"/>
                </a:lnTo>
                <a:lnTo>
                  <a:pt x="47428" y="7191"/>
                </a:lnTo>
                <a:lnTo>
                  <a:pt x="47672" y="9490"/>
                </a:lnTo>
                <a:lnTo>
                  <a:pt x="47367" y="10024"/>
                </a:lnTo>
                <a:lnTo>
                  <a:pt x="46590" y="11790"/>
                </a:lnTo>
                <a:lnTo>
                  <a:pt x="45067" y="13398"/>
                </a:lnTo>
                <a:lnTo>
                  <a:pt x="43825" y="14090"/>
                </a:lnTo>
                <a:lnTo>
                  <a:pt x="42766" y="14705"/>
                </a:lnTo>
                <a:lnTo>
                  <a:pt x="40466" y="14714"/>
                </a:lnTo>
                <a:lnTo>
                  <a:pt x="39415" y="14090"/>
                </a:lnTo>
                <a:lnTo>
                  <a:pt x="38165" y="13376"/>
                </a:lnTo>
                <a:lnTo>
                  <a:pt x="36677" y="11790"/>
                </a:lnTo>
                <a:lnTo>
                  <a:pt x="35865" y="9892"/>
                </a:lnTo>
                <a:lnTo>
                  <a:pt x="35630" y="9490"/>
                </a:lnTo>
                <a:lnTo>
                  <a:pt x="35856" y="7191"/>
                </a:lnTo>
                <a:lnTo>
                  <a:pt x="35865" y="7173"/>
                </a:lnTo>
                <a:lnTo>
                  <a:pt x="36708" y="4891"/>
                </a:lnTo>
                <a:lnTo>
                  <a:pt x="35865" y="4118"/>
                </a:lnTo>
                <a:lnTo>
                  <a:pt x="33564" y="4193"/>
                </a:lnTo>
                <a:lnTo>
                  <a:pt x="32313" y="4891"/>
                </a:lnTo>
                <a:lnTo>
                  <a:pt x="31264" y="5506"/>
                </a:lnTo>
                <a:lnTo>
                  <a:pt x="28963" y="6443"/>
                </a:lnTo>
                <a:lnTo>
                  <a:pt x="28149" y="7191"/>
                </a:lnTo>
                <a:lnTo>
                  <a:pt x="26663" y="8550"/>
                </a:lnTo>
                <a:lnTo>
                  <a:pt x="25770" y="9490"/>
                </a:lnTo>
                <a:lnTo>
                  <a:pt x="24362" y="11543"/>
                </a:lnTo>
                <a:lnTo>
                  <a:pt x="24126" y="11790"/>
                </a:lnTo>
                <a:lnTo>
                  <a:pt x="23098" y="14090"/>
                </a:lnTo>
                <a:lnTo>
                  <a:pt x="22062" y="16269"/>
                </a:lnTo>
                <a:lnTo>
                  <a:pt x="21967" y="16390"/>
                </a:lnTo>
                <a:lnTo>
                  <a:pt x="21126" y="18689"/>
                </a:lnTo>
                <a:lnTo>
                  <a:pt x="20845" y="20989"/>
                </a:lnTo>
                <a:lnTo>
                  <a:pt x="20665" y="23289"/>
                </a:lnTo>
                <a:lnTo>
                  <a:pt x="20433" y="25589"/>
                </a:lnTo>
                <a:lnTo>
                  <a:pt x="20132" y="27889"/>
                </a:lnTo>
                <a:lnTo>
                  <a:pt x="20011" y="30188"/>
                </a:lnTo>
                <a:lnTo>
                  <a:pt x="20011" y="32488"/>
                </a:lnTo>
                <a:lnTo>
                  <a:pt x="20011" y="34788"/>
                </a:lnTo>
                <a:lnTo>
                  <a:pt x="20011" y="37088"/>
                </a:lnTo>
                <a:lnTo>
                  <a:pt x="20011" y="39387"/>
                </a:lnTo>
                <a:lnTo>
                  <a:pt x="20011" y="41687"/>
                </a:lnTo>
                <a:lnTo>
                  <a:pt x="20011" y="43987"/>
                </a:lnTo>
                <a:lnTo>
                  <a:pt x="20011" y="46287"/>
                </a:lnTo>
                <a:lnTo>
                  <a:pt x="20067" y="48586"/>
                </a:lnTo>
                <a:lnTo>
                  <a:pt x="20376" y="50886"/>
                </a:lnTo>
                <a:lnTo>
                  <a:pt x="21982" y="53186"/>
                </a:lnTo>
                <a:lnTo>
                  <a:pt x="22062" y="53264"/>
                </a:lnTo>
                <a:lnTo>
                  <a:pt x="24362" y="54012"/>
                </a:lnTo>
                <a:lnTo>
                  <a:pt x="26663" y="54171"/>
                </a:lnTo>
                <a:lnTo>
                  <a:pt x="28963" y="54211"/>
                </a:lnTo>
                <a:lnTo>
                  <a:pt x="31264" y="54222"/>
                </a:lnTo>
                <a:lnTo>
                  <a:pt x="32447" y="55486"/>
                </a:lnTo>
                <a:lnTo>
                  <a:pt x="32428" y="57785"/>
                </a:lnTo>
                <a:lnTo>
                  <a:pt x="31264" y="58917"/>
                </a:lnTo>
                <a:lnTo>
                  <a:pt x="28963" y="58879"/>
                </a:lnTo>
                <a:lnTo>
                  <a:pt x="26663" y="58837"/>
                </a:lnTo>
                <a:lnTo>
                  <a:pt x="24362" y="58799"/>
                </a:lnTo>
                <a:lnTo>
                  <a:pt x="22062" y="58752"/>
                </a:lnTo>
                <a:lnTo>
                  <a:pt x="19762" y="58702"/>
                </a:lnTo>
                <a:lnTo>
                  <a:pt x="17461" y="58648"/>
                </a:lnTo>
                <a:lnTo>
                  <a:pt x="15161" y="58604"/>
                </a:lnTo>
                <a:lnTo>
                  <a:pt x="12860" y="58626"/>
                </a:lnTo>
                <a:lnTo>
                  <a:pt x="10560" y="58662"/>
                </a:lnTo>
                <a:lnTo>
                  <a:pt x="8259" y="58721"/>
                </a:lnTo>
                <a:lnTo>
                  <a:pt x="5959" y="58782"/>
                </a:lnTo>
                <a:lnTo>
                  <a:pt x="3658" y="58843"/>
                </a:lnTo>
                <a:lnTo>
                  <a:pt x="1358" y="58908"/>
                </a:lnTo>
                <a:lnTo>
                  <a:pt x="27" y="57785"/>
                </a:lnTo>
                <a:lnTo>
                  <a:pt x="0" y="55486"/>
                </a:lnTo>
                <a:lnTo>
                  <a:pt x="1358" y="54222"/>
                </a:lnTo>
                <a:lnTo>
                  <a:pt x="3658" y="54194"/>
                </a:lnTo>
                <a:lnTo>
                  <a:pt x="5959" y="54027"/>
                </a:lnTo>
                <a:lnTo>
                  <a:pt x="7797" y="53186"/>
                </a:lnTo>
                <a:lnTo>
                  <a:pt x="8259" y="52894"/>
                </a:lnTo>
                <a:lnTo>
                  <a:pt x="9507" y="50886"/>
                </a:lnTo>
                <a:lnTo>
                  <a:pt x="9663" y="48586"/>
                </a:lnTo>
                <a:lnTo>
                  <a:pt x="9704" y="46287"/>
                </a:lnTo>
                <a:lnTo>
                  <a:pt x="9704" y="43987"/>
                </a:lnTo>
                <a:lnTo>
                  <a:pt x="9704" y="41687"/>
                </a:lnTo>
                <a:lnTo>
                  <a:pt x="9704" y="39387"/>
                </a:lnTo>
                <a:lnTo>
                  <a:pt x="9704" y="37088"/>
                </a:lnTo>
                <a:lnTo>
                  <a:pt x="9704" y="34788"/>
                </a:lnTo>
                <a:lnTo>
                  <a:pt x="9704" y="32488"/>
                </a:lnTo>
                <a:lnTo>
                  <a:pt x="9704" y="30188"/>
                </a:lnTo>
                <a:lnTo>
                  <a:pt x="9704" y="27889"/>
                </a:lnTo>
                <a:lnTo>
                  <a:pt x="9704" y="25589"/>
                </a:lnTo>
                <a:lnTo>
                  <a:pt x="9704" y="23289"/>
                </a:lnTo>
                <a:lnTo>
                  <a:pt x="9704" y="20989"/>
                </a:lnTo>
                <a:lnTo>
                  <a:pt x="9704" y="18689"/>
                </a:lnTo>
                <a:lnTo>
                  <a:pt x="9704" y="16390"/>
                </a:lnTo>
                <a:lnTo>
                  <a:pt x="9690" y="14090"/>
                </a:lnTo>
                <a:lnTo>
                  <a:pt x="9586" y="11790"/>
                </a:lnTo>
                <a:lnTo>
                  <a:pt x="9338" y="9490"/>
                </a:lnTo>
                <a:lnTo>
                  <a:pt x="8259" y="8104"/>
                </a:lnTo>
                <a:lnTo>
                  <a:pt x="6819" y="7191"/>
                </a:lnTo>
                <a:lnTo>
                  <a:pt x="5959" y="6626"/>
                </a:lnTo>
                <a:lnTo>
                  <a:pt x="3658" y="6268"/>
                </a:lnTo>
                <a:lnTo>
                  <a:pt x="1358" y="6200"/>
                </a:lnTo>
                <a:lnTo>
                  <a:pt x="0" y="4891"/>
                </a:lnTo>
                <a:lnTo>
                  <a:pt x="0" y="2591"/>
                </a:lnTo>
                <a:lnTo>
                  <a:pt x="1358" y="1404"/>
                </a:lnTo>
                <a:lnTo>
                  <a:pt x="3658" y="1305"/>
                </a:lnTo>
                <a:lnTo>
                  <a:pt x="5959" y="1181"/>
                </a:lnTo>
                <a:lnTo>
                  <a:pt x="8259" y="1031"/>
                </a:lnTo>
                <a:lnTo>
                  <a:pt x="10560" y="856"/>
                </a:lnTo>
                <a:lnTo>
                  <a:pt x="12860" y="623"/>
                </a:lnTo>
                <a:lnTo>
                  <a:pt x="15161" y="318"/>
                </a:lnTo>
                <a:lnTo>
                  <a:pt x="15333" y="2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symskill-math-4-glyph-3">
            <a:extLst xmlns:a="http://schemas.openxmlformats.org/drawingml/2006/main">
              <a:ext uri="{FF2B5EF4-FFF2-40B4-BE49-F238E27FC236}">
                <a16:creationId xmlns:a16="http://schemas.microsoft.com/office/drawing/2014/main" id="{6F41F73D-6D9D-456C-827F-E94506E2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8701" y="2067625"/>
            <a:ext cx="57252" cy="61028"/>
          </a:xfrm>
          <a:custGeom xmlns:a="http://schemas.openxmlformats.org/drawingml/2006/main">
            <a:pathLst>
              <a:path w="57252" h="61028">
                <a:moveTo>
                  <a:pt x="23574" y="1014"/>
                </a:moveTo>
                <a:lnTo>
                  <a:pt x="23676" y="952"/>
                </a:lnTo>
                <a:lnTo>
                  <a:pt x="25976" y="352"/>
                </a:lnTo>
                <a:lnTo>
                  <a:pt x="28276" y="151"/>
                </a:lnTo>
                <a:lnTo>
                  <a:pt x="30577" y="0"/>
                </a:lnTo>
                <a:lnTo>
                  <a:pt x="32877" y="78"/>
                </a:lnTo>
                <a:lnTo>
                  <a:pt x="35178" y="249"/>
                </a:lnTo>
                <a:lnTo>
                  <a:pt x="37478" y="502"/>
                </a:lnTo>
                <a:lnTo>
                  <a:pt x="38695" y="1014"/>
                </a:lnTo>
                <a:lnTo>
                  <a:pt x="39779" y="1481"/>
                </a:lnTo>
                <a:lnTo>
                  <a:pt x="42079" y="2094"/>
                </a:lnTo>
                <a:lnTo>
                  <a:pt x="44380" y="2824"/>
                </a:lnTo>
                <a:lnTo>
                  <a:pt x="44955" y="3313"/>
                </a:lnTo>
                <a:lnTo>
                  <a:pt x="46680" y="4410"/>
                </a:lnTo>
                <a:lnTo>
                  <a:pt x="48292" y="5613"/>
                </a:lnTo>
                <a:lnTo>
                  <a:pt x="48981" y="6262"/>
                </a:lnTo>
                <a:lnTo>
                  <a:pt x="50682" y="7913"/>
                </a:lnTo>
                <a:lnTo>
                  <a:pt x="51281" y="8534"/>
                </a:lnTo>
                <a:lnTo>
                  <a:pt x="52568" y="10213"/>
                </a:lnTo>
                <a:lnTo>
                  <a:pt x="53581" y="11612"/>
                </a:lnTo>
                <a:lnTo>
                  <a:pt x="54313" y="12513"/>
                </a:lnTo>
                <a:lnTo>
                  <a:pt x="54992" y="14812"/>
                </a:lnTo>
                <a:lnTo>
                  <a:pt x="55882" y="16682"/>
                </a:lnTo>
                <a:lnTo>
                  <a:pt x="56173" y="17112"/>
                </a:lnTo>
                <a:lnTo>
                  <a:pt x="56779" y="19412"/>
                </a:lnTo>
                <a:lnTo>
                  <a:pt x="57060" y="21712"/>
                </a:lnTo>
                <a:lnTo>
                  <a:pt x="57180" y="24011"/>
                </a:lnTo>
                <a:lnTo>
                  <a:pt x="57252" y="26311"/>
                </a:lnTo>
                <a:lnTo>
                  <a:pt x="56450" y="28611"/>
                </a:lnTo>
                <a:lnTo>
                  <a:pt x="55882" y="29155"/>
                </a:lnTo>
                <a:lnTo>
                  <a:pt x="53581" y="29375"/>
                </a:lnTo>
                <a:lnTo>
                  <a:pt x="51281" y="29375"/>
                </a:lnTo>
                <a:lnTo>
                  <a:pt x="48981" y="29375"/>
                </a:lnTo>
                <a:lnTo>
                  <a:pt x="46680" y="29375"/>
                </a:lnTo>
                <a:lnTo>
                  <a:pt x="44380" y="29375"/>
                </a:lnTo>
                <a:lnTo>
                  <a:pt x="42079" y="29375"/>
                </a:lnTo>
                <a:lnTo>
                  <a:pt x="39779" y="29375"/>
                </a:lnTo>
                <a:lnTo>
                  <a:pt x="37478" y="29375"/>
                </a:lnTo>
                <a:lnTo>
                  <a:pt x="35178" y="29375"/>
                </a:lnTo>
                <a:lnTo>
                  <a:pt x="32877" y="29375"/>
                </a:lnTo>
                <a:lnTo>
                  <a:pt x="30577" y="29375"/>
                </a:lnTo>
                <a:lnTo>
                  <a:pt x="28276" y="29375"/>
                </a:lnTo>
                <a:lnTo>
                  <a:pt x="25976" y="29375"/>
                </a:lnTo>
                <a:lnTo>
                  <a:pt x="23676" y="29375"/>
                </a:lnTo>
                <a:lnTo>
                  <a:pt x="21375" y="29375"/>
                </a:lnTo>
                <a:lnTo>
                  <a:pt x="19075" y="29375"/>
                </a:lnTo>
                <a:lnTo>
                  <a:pt x="16774" y="29375"/>
                </a:lnTo>
                <a:lnTo>
                  <a:pt x="14474" y="29375"/>
                </a:lnTo>
                <a:lnTo>
                  <a:pt x="12423" y="30911"/>
                </a:lnTo>
                <a:lnTo>
                  <a:pt x="12531" y="33210"/>
                </a:lnTo>
                <a:lnTo>
                  <a:pt x="12798" y="35510"/>
                </a:lnTo>
                <a:lnTo>
                  <a:pt x="13050" y="37810"/>
                </a:lnTo>
                <a:lnTo>
                  <a:pt x="13367" y="40110"/>
                </a:lnTo>
                <a:lnTo>
                  <a:pt x="13869" y="42409"/>
                </a:lnTo>
                <a:lnTo>
                  <a:pt x="14474" y="43425"/>
                </a:lnTo>
                <a:lnTo>
                  <a:pt x="15189" y="44709"/>
                </a:lnTo>
                <a:lnTo>
                  <a:pt x="16112" y="47009"/>
                </a:lnTo>
                <a:lnTo>
                  <a:pt x="16774" y="47809"/>
                </a:lnTo>
                <a:lnTo>
                  <a:pt x="17901" y="49309"/>
                </a:lnTo>
                <a:lnTo>
                  <a:pt x="19075" y="50519"/>
                </a:lnTo>
                <a:lnTo>
                  <a:pt x="20188" y="51608"/>
                </a:lnTo>
                <a:lnTo>
                  <a:pt x="21375" y="52660"/>
                </a:lnTo>
                <a:lnTo>
                  <a:pt x="23386" y="53908"/>
                </a:lnTo>
                <a:lnTo>
                  <a:pt x="23676" y="54172"/>
                </a:lnTo>
                <a:lnTo>
                  <a:pt x="25976" y="55098"/>
                </a:lnTo>
                <a:lnTo>
                  <a:pt x="28276" y="55752"/>
                </a:lnTo>
                <a:lnTo>
                  <a:pt x="29726" y="56208"/>
                </a:lnTo>
                <a:lnTo>
                  <a:pt x="30577" y="56499"/>
                </a:lnTo>
                <a:lnTo>
                  <a:pt x="32877" y="56813"/>
                </a:lnTo>
                <a:lnTo>
                  <a:pt x="35178" y="56752"/>
                </a:lnTo>
                <a:lnTo>
                  <a:pt x="37478" y="56367"/>
                </a:lnTo>
                <a:lnTo>
                  <a:pt x="37790" y="56208"/>
                </a:lnTo>
                <a:lnTo>
                  <a:pt x="39779" y="55468"/>
                </a:lnTo>
                <a:lnTo>
                  <a:pt x="42079" y="54942"/>
                </a:lnTo>
                <a:lnTo>
                  <a:pt x="44148" y="53908"/>
                </a:lnTo>
                <a:lnTo>
                  <a:pt x="44380" y="53718"/>
                </a:lnTo>
                <a:lnTo>
                  <a:pt x="46680" y="52413"/>
                </a:lnTo>
                <a:lnTo>
                  <a:pt x="47544" y="51608"/>
                </a:lnTo>
                <a:lnTo>
                  <a:pt x="48981" y="50173"/>
                </a:lnTo>
                <a:lnTo>
                  <a:pt x="49786" y="49309"/>
                </a:lnTo>
                <a:lnTo>
                  <a:pt x="51169" y="47009"/>
                </a:lnTo>
                <a:lnTo>
                  <a:pt x="51281" y="46880"/>
                </a:lnTo>
                <a:lnTo>
                  <a:pt x="52406" y="44709"/>
                </a:lnTo>
                <a:lnTo>
                  <a:pt x="53581" y="42828"/>
                </a:lnTo>
                <a:lnTo>
                  <a:pt x="54498" y="42409"/>
                </a:lnTo>
                <a:lnTo>
                  <a:pt x="55882" y="41876"/>
                </a:lnTo>
                <a:lnTo>
                  <a:pt x="56453" y="42409"/>
                </a:lnTo>
                <a:lnTo>
                  <a:pt x="57136" y="44709"/>
                </a:lnTo>
                <a:lnTo>
                  <a:pt x="56562" y="47009"/>
                </a:lnTo>
                <a:lnTo>
                  <a:pt x="55882" y="47900"/>
                </a:lnTo>
                <a:lnTo>
                  <a:pt x="54947" y="49309"/>
                </a:lnTo>
                <a:lnTo>
                  <a:pt x="53581" y="51281"/>
                </a:lnTo>
                <a:lnTo>
                  <a:pt x="53263" y="51608"/>
                </a:lnTo>
                <a:lnTo>
                  <a:pt x="51281" y="53881"/>
                </a:lnTo>
                <a:lnTo>
                  <a:pt x="51254" y="53908"/>
                </a:lnTo>
                <a:lnTo>
                  <a:pt x="48981" y="55654"/>
                </a:lnTo>
                <a:lnTo>
                  <a:pt x="48347" y="56208"/>
                </a:lnTo>
                <a:lnTo>
                  <a:pt x="46680" y="57326"/>
                </a:lnTo>
                <a:lnTo>
                  <a:pt x="44487" y="58508"/>
                </a:lnTo>
                <a:lnTo>
                  <a:pt x="44380" y="58603"/>
                </a:lnTo>
                <a:lnTo>
                  <a:pt x="42079" y="59498"/>
                </a:lnTo>
                <a:lnTo>
                  <a:pt x="39779" y="59938"/>
                </a:lnTo>
                <a:lnTo>
                  <a:pt x="37478" y="60340"/>
                </a:lnTo>
                <a:lnTo>
                  <a:pt x="35178" y="60696"/>
                </a:lnTo>
                <a:lnTo>
                  <a:pt x="34430" y="60807"/>
                </a:lnTo>
                <a:lnTo>
                  <a:pt x="32877" y="61028"/>
                </a:lnTo>
                <a:lnTo>
                  <a:pt x="30936" y="60807"/>
                </a:lnTo>
                <a:lnTo>
                  <a:pt x="30577" y="60763"/>
                </a:lnTo>
                <a:lnTo>
                  <a:pt x="28276" y="60412"/>
                </a:lnTo>
                <a:lnTo>
                  <a:pt x="25976" y="60076"/>
                </a:lnTo>
                <a:lnTo>
                  <a:pt x="23676" y="59648"/>
                </a:lnTo>
                <a:lnTo>
                  <a:pt x="21375" y="59160"/>
                </a:lnTo>
                <a:lnTo>
                  <a:pt x="20225" y="58508"/>
                </a:lnTo>
                <a:lnTo>
                  <a:pt x="19075" y="57855"/>
                </a:lnTo>
                <a:lnTo>
                  <a:pt x="16774" y="57063"/>
                </a:lnTo>
                <a:lnTo>
                  <a:pt x="15516" y="56208"/>
                </a:lnTo>
                <a:lnTo>
                  <a:pt x="14474" y="55443"/>
                </a:lnTo>
                <a:lnTo>
                  <a:pt x="12173" y="53917"/>
                </a:lnTo>
                <a:lnTo>
                  <a:pt x="12164" y="53908"/>
                </a:lnTo>
                <a:lnTo>
                  <a:pt x="9873" y="52240"/>
                </a:lnTo>
                <a:lnTo>
                  <a:pt x="9237" y="51608"/>
                </a:lnTo>
                <a:lnTo>
                  <a:pt x="7572" y="49725"/>
                </a:lnTo>
                <a:lnTo>
                  <a:pt x="7164" y="49309"/>
                </a:lnTo>
                <a:lnTo>
                  <a:pt x="5617" y="47009"/>
                </a:lnTo>
                <a:lnTo>
                  <a:pt x="5272" y="46620"/>
                </a:lnTo>
                <a:lnTo>
                  <a:pt x="4111" y="44709"/>
                </a:lnTo>
                <a:lnTo>
                  <a:pt x="2971" y="42713"/>
                </a:lnTo>
                <a:lnTo>
                  <a:pt x="2708" y="42409"/>
                </a:lnTo>
                <a:lnTo>
                  <a:pt x="1905" y="40110"/>
                </a:lnTo>
                <a:lnTo>
                  <a:pt x="1403" y="37810"/>
                </a:lnTo>
                <a:lnTo>
                  <a:pt x="680" y="35510"/>
                </a:lnTo>
                <a:lnTo>
                  <a:pt x="671" y="35468"/>
                </a:lnTo>
                <a:lnTo>
                  <a:pt x="275" y="33210"/>
                </a:lnTo>
                <a:lnTo>
                  <a:pt x="0" y="30911"/>
                </a:lnTo>
                <a:lnTo>
                  <a:pt x="116" y="28611"/>
                </a:lnTo>
                <a:lnTo>
                  <a:pt x="436" y="26311"/>
                </a:lnTo>
                <a:lnTo>
                  <a:pt x="671" y="25410"/>
                </a:lnTo>
                <a:lnTo>
                  <a:pt x="1016" y="24011"/>
                </a:lnTo>
                <a:lnTo>
                  <a:pt x="1674" y="21712"/>
                </a:lnTo>
                <a:lnTo>
                  <a:pt x="2109" y="19412"/>
                </a:lnTo>
                <a:lnTo>
                  <a:pt x="2971" y="17933"/>
                </a:lnTo>
                <a:lnTo>
                  <a:pt x="3547" y="17112"/>
                </a:lnTo>
                <a:lnTo>
                  <a:pt x="4431" y="14812"/>
                </a:lnTo>
                <a:lnTo>
                  <a:pt x="5272" y="13742"/>
                </a:lnTo>
                <a:lnTo>
                  <a:pt x="6249" y="12513"/>
                </a:lnTo>
                <a:lnTo>
                  <a:pt x="7572" y="10917"/>
                </a:lnTo>
                <a:lnTo>
                  <a:pt x="8232" y="10213"/>
                </a:lnTo>
                <a:lnTo>
                  <a:pt x="9873" y="8525"/>
                </a:lnTo>
                <a:lnTo>
                  <a:pt x="10519" y="7913"/>
                </a:lnTo>
                <a:lnTo>
                  <a:pt x="12173" y="6553"/>
                </a:lnTo>
                <a:lnTo>
                  <a:pt x="13289" y="5613"/>
                </a:lnTo>
                <a:lnTo>
                  <a:pt x="14474" y="4677"/>
                </a:lnTo>
                <a:lnTo>
                  <a:pt x="16774" y="3746"/>
                </a:lnTo>
                <a:lnTo>
                  <a:pt x="17313" y="3313"/>
                </a:lnTo>
                <a:lnTo>
                  <a:pt x="19075" y="2318"/>
                </a:lnTo>
                <a:lnTo>
                  <a:pt x="21375" y="1869"/>
                </a:lnTo>
                <a:lnTo>
                  <a:pt x="23574" y="1014"/>
                </a:lnTo>
                <a:close/>
                <a:moveTo>
                  <a:pt x="25976" y="4594"/>
                </a:moveTo>
                <a:lnTo>
                  <a:pt x="23709" y="5613"/>
                </a:lnTo>
                <a:lnTo>
                  <a:pt x="23676" y="5640"/>
                </a:lnTo>
                <a:lnTo>
                  <a:pt x="21375" y="6917"/>
                </a:lnTo>
                <a:lnTo>
                  <a:pt x="20231" y="7913"/>
                </a:lnTo>
                <a:lnTo>
                  <a:pt x="19075" y="9021"/>
                </a:lnTo>
                <a:lnTo>
                  <a:pt x="17942" y="10213"/>
                </a:lnTo>
                <a:lnTo>
                  <a:pt x="16774" y="11790"/>
                </a:lnTo>
                <a:lnTo>
                  <a:pt x="16159" y="12513"/>
                </a:lnTo>
                <a:lnTo>
                  <a:pt x="15278" y="14812"/>
                </a:lnTo>
                <a:lnTo>
                  <a:pt x="14474" y="16453"/>
                </a:lnTo>
                <a:lnTo>
                  <a:pt x="14066" y="17112"/>
                </a:lnTo>
                <a:lnTo>
                  <a:pt x="13401" y="19412"/>
                </a:lnTo>
                <a:lnTo>
                  <a:pt x="13170" y="21712"/>
                </a:lnTo>
                <a:lnTo>
                  <a:pt x="12888" y="24011"/>
                </a:lnTo>
                <a:lnTo>
                  <a:pt x="14474" y="25515"/>
                </a:lnTo>
                <a:lnTo>
                  <a:pt x="16774" y="25515"/>
                </a:lnTo>
                <a:lnTo>
                  <a:pt x="19075" y="25515"/>
                </a:lnTo>
                <a:lnTo>
                  <a:pt x="21375" y="25515"/>
                </a:lnTo>
                <a:lnTo>
                  <a:pt x="23676" y="25515"/>
                </a:lnTo>
                <a:lnTo>
                  <a:pt x="25976" y="25515"/>
                </a:lnTo>
                <a:lnTo>
                  <a:pt x="28276" y="25515"/>
                </a:lnTo>
                <a:lnTo>
                  <a:pt x="30577" y="25515"/>
                </a:lnTo>
                <a:lnTo>
                  <a:pt x="32877" y="25515"/>
                </a:lnTo>
                <a:lnTo>
                  <a:pt x="35178" y="25515"/>
                </a:lnTo>
                <a:lnTo>
                  <a:pt x="37478" y="25515"/>
                </a:lnTo>
                <a:lnTo>
                  <a:pt x="39779" y="25515"/>
                </a:lnTo>
                <a:lnTo>
                  <a:pt x="42079" y="25515"/>
                </a:lnTo>
                <a:lnTo>
                  <a:pt x="44380" y="25515"/>
                </a:lnTo>
                <a:lnTo>
                  <a:pt x="46680" y="25515"/>
                </a:lnTo>
                <a:lnTo>
                  <a:pt x="47923" y="24011"/>
                </a:lnTo>
                <a:lnTo>
                  <a:pt x="47807" y="21712"/>
                </a:lnTo>
                <a:lnTo>
                  <a:pt x="47570" y="19412"/>
                </a:lnTo>
                <a:lnTo>
                  <a:pt x="47025" y="17112"/>
                </a:lnTo>
                <a:lnTo>
                  <a:pt x="46680" y="16496"/>
                </a:lnTo>
                <a:lnTo>
                  <a:pt x="45932" y="14812"/>
                </a:lnTo>
                <a:lnTo>
                  <a:pt x="45279" y="12513"/>
                </a:lnTo>
                <a:lnTo>
                  <a:pt x="44380" y="11236"/>
                </a:lnTo>
                <a:lnTo>
                  <a:pt x="43595" y="10213"/>
                </a:lnTo>
                <a:lnTo>
                  <a:pt x="42079" y="8423"/>
                </a:lnTo>
                <a:lnTo>
                  <a:pt x="41572" y="7913"/>
                </a:lnTo>
                <a:lnTo>
                  <a:pt x="39779" y="6484"/>
                </a:lnTo>
                <a:lnTo>
                  <a:pt x="38445" y="5613"/>
                </a:lnTo>
                <a:lnTo>
                  <a:pt x="37478" y="4916"/>
                </a:lnTo>
                <a:lnTo>
                  <a:pt x="35178" y="4431"/>
                </a:lnTo>
                <a:lnTo>
                  <a:pt x="32877" y="4217"/>
                </a:lnTo>
                <a:lnTo>
                  <a:pt x="30577" y="4078"/>
                </a:lnTo>
                <a:lnTo>
                  <a:pt x="28276" y="4333"/>
                </a:lnTo>
                <a:lnTo>
                  <a:pt x="25976" y="45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0C2DF29-B7A6-466F-AB0F-43B2FC5DD6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9679c59e14ca0"/>
          <a:srcRect xmlns:a="http://schemas.openxmlformats.org/drawingml/2006/main" l="0" t="5" r="0" b="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25096" y="788899"/>
            <a:ext cx="1665100" cy="1617380"/>
          </a:xfrm>
          <a:prstGeom xmlns:a="http://schemas.openxmlformats.org/drawingml/2006/main" prst="rect">
            <a:avLst/>
          </a:prstGeom>
        </p:spPr>
      </p:pic>
      <p:sp>
        <p:nvSpPr>
          <p:cNvPr id="143" name="symskill-source-component-5">
            <a:extLst xmlns:a="http://schemas.openxmlformats.org/drawingml/2006/main">
              <a:ext uri="{FF2B5EF4-FFF2-40B4-BE49-F238E27FC236}">
                <a16:creationId xmlns:a16="http://schemas.microsoft.com/office/drawing/2014/main" id="{1CF71AA3-8F80-4838-8E02-F9564CEF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5096" y="788899"/>
            <a:ext cx="1665100" cy="1617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4" name="pdf-path-485">
            <a:extLst xmlns:a="http://schemas.openxmlformats.org/drawingml/2006/main">
              <a:ext uri="{FF2B5EF4-FFF2-40B4-BE49-F238E27FC236}">
                <a16:creationId xmlns:a16="http://schemas.microsoft.com/office/drawing/2014/main" id="{9CEF946F-4B19-4E3D-BB43-2CFB1503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7057" y="1300050"/>
            <a:ext cx="610951" cy="325841"/>
          </a:xfrm>
          <a:custGeom xmlns:a="http://schemas.openxmlformats.org/drawingml/2006/main">
            <a:pathLst>
              <a:path w="610951" h="325841">
                <a:moveTo>
                  <a:pt x="448846" y="0"/>
                </a:moveTo>
                <a:cubicBezTo>
                  <a:pt x="538451" y="0"/>
                  <a:pt x="610951" y="73314"/>
                  <a:pt x="610951" y="162920"/>
                </a:cubicBezTo>
                <a:cubicBezTo>
                  <a:pt x="610951" y="252527"/>
                  <a:pt x="538451" y="325841"/>
                  <a:pt x="448846" y="325841"/>
                </a:cubicBezTo>
                <a:lnTo>
                  <a:pt x="162921" y="325841"/>
                </a:lnTo>
                <a:cubicBezTo>
                  <a:pt x="73314" y="325841"/>
                  <a:pt x="0" y="252527"/>
                  <a:pt x="0" y="162920"/>
                </a:cubicBezTo>
                <a:cubicBezTo>
                  <a:pt x="0" y="73314"/>
                  <a:pt x="73314" y="0"/>
                  <a:pt x="162921" y="0"/>
                </a:cubicBezTo>
                <a:lnTo>
                  <a:pt x="448846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2584">
            <a:solidFill>
              <a:srgbClr val="FC9432"/>
            </a:solidFill>
            <a:prstDash val="solid"/>
          </a:ln>
        </p:spPr>
      </p:sp>
      <p:sp>
        <p:nvSpPr>
          <p:cNvPr id="145" name="symskill-math-6-glyph-0">
            <a:extLst xmlns:a="http://schemas.openxmlformats.org/drawingml/2006/main">
              <a:ext uri="{FF2B5EF4-FFF2-40B4-BE49-F238E27FC236}">
                <a16:creationId xmlns:a16="http://schemas.microsoft.com/office/drawing/2014/main" id="{90F745CF-296E-49BB-92D8-E838FE64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6719" y="1404474"/>
            <a:ext cx="97564" cy="144614"/>
          </a:xfrm>
          <a:custGeom xmlns:a="http://schemas.openxmlformats.org/drawingml/2006/main">
            <a:pathLst>
              <a:path w="97564" h="144614">
                <a:moveTo>
                  <a:pt x="71529" y="121"/>
                </a:moveTo>
                <a:lnTo>
                  <a:pt x="71765" y="0"/>
                </a:lnTo>
                <a:lnTo>
                  <a:pt x="71890" y="121"/>
                </a:lnTo>
                <a:lnTo>
                  <a:pt x="72967" y="2064"/>
                </a:lnTo>
                <a:lnTo>
                  <a:pt x="72752" y="4006"/>
                </a:lnTo>
                <a:lnTo>
                  <a:pt x="72450" y="5948"/>
                </a:lnTo>
                <a:lnTo>
                  <a:pt x="71845" y="7890"/>
                </a:lnTo>
                <a:lnTo>
                  <a:pt x="71765" y="8057"/>
                </a:lnTo>
                <a:lnTo>
                  <a:pt x="71154" y="9833"/>
                </a:lnTo>
                <a:lnTo>
                  <a:pt x="70814" y="11775"/>
                </a:lnTo>
                <a:lnTo>
                  <a:pt x="70501" y="13717"/>
                </a:lnTo>
                <a:lnTo>
                  <a:pt x="69889" y="15659"/>
                </a:lnTo>
                <a:lnTo>
                  <a:pt x="69823" y="15794"/>
                </a:lnTo>
                <a:lnTo>
                  <a:pt x="69198" y="17601"/>
                </a:lnTo>
                <a:lnTo>
                  <a:pt x="68868" y="19544"/>
                </a:lnTo>
                <a:lnTo>
                  <a:pt x="68553" y="21486"/>
                </a:lnTo>
                <a:lnTo>
                  <a:pt x="67932" y="23428"/>
                </a:lnTo>
                <a:lnTo>
                  <a:pt x="67881" y="23533"/>
                </a:lnTo>
                <a:lnTo>
                  <a:pt x="67249" y="25370"/>
                </a:lnTo>
                <a:lnTo>
                  <a:pt x="66922" y="27313"/>
                </a:lnTo>
                <a:lnTo>
                  <a:pt x="66604" y="29255"/>
                </a:lnTo>
                <a:lnTo>
                  <a:pt x="65961" y="31197"/>
                </a:lnTo>
                <a:lnTo>
                  <a:pt x="65938" y="31242"/>
                </a:lnTo>
                <a:lnTo>
                  <a:pt x="65300" y="33139"/>
                </a:lnTo>
                <a:lnTo>
                  <a:pt x="64975" y="35081"/>
                </a:lnTo>
                <a:lnTo>
                  <a:pt x="64649" y="37024"/>
                </a:lnTo>
                <a:lnTo>
                  <a:pt x="64004" y="38966"/>
                </a:lnTo>
                <a:lnTo>
                  <a:pt x="63996" y="38981"/>
                </a:lnTo>
                <a:lnTo>
                  <a:pt x="63351" y="40908"/>
                </a:lnTo>
                <a:lnTo>
                  <a:pt x="63029" y="42850"/>
                </a:lnTo>
                <a:lnTo>
                  <a:pt x="62700" y="44793"/>
                </a:lnTo>
                <a:lnTo>
                  <a:pt x="62054" y="46720"/>
                </a:lnTo>
                <a:lnTo>
                  <a:pt x="62047" y="46735"/>
                </a:lnTo>
                <a:lnTo>
                  <a:pt x="61402" y="48677"/>
                </a:lnTo>
                <a:lnTo>
                  <a:pt x="61079" y="50619"/>
                </a:lnTo>
                <a:lnTo>
                  <a:pt x="60751" y="52561"/>
                </a:lnTo>
                <a:lnTo>
                  <a:pt x="60112" y="54458"/>
                </a:lnTo>
                <a:lnTo>
                  <a:pt x="60089" y="54504"/>
                </a:lnTo>
                <a:lnTo>
                  <a:pt x="59446" y="56446"/>
                </a:lnTo>
                <a:lnTo>
                  <a:pt x="59137" y="58388"/>
                </a:lnTo>
                <a:lnTo>
                  <a:pt x="58802" y="60330"/>
                </a:lnTo>
                <a:lnTo>
                  <a:pt x="58170" y="62168"/>
                </a:lnTo>
                <a:lnTo>
                  <a:pt x="58118" y="62273"/>
                </a:lnTo>
                <a:lnTo>
                  <a:pt x="57498" y="64215"/>
                </a:lnTo>
                <a:lnTo>
                  <a:pt x="57187" y="66157"/>
                </a:lnTo>
                <a:lnTo>
                  <a:pt x="56846" y="68099"/>
                </a:lnTo>
                <a:lnTo>
                  <a:pt x="56228" y="69905"/>
                </a:lnTo>
                <a:lnTo>
                  <a:pt x="56161" y="70041"/>
                </a:lnTo>
                <a:lnTo>
                  <a:pt x="55549" y="71984"/>
                </a:lnTo>
                <a:lnTo>
                  <a:pt x="55236" y="73926"/>
                </a:lnTo>
                <a:lnTo>
                  <a:pt x="54896" y="75868"/>
                </a:lnTo>
                <a:lnTo>
                  <a:pt x="54286" y="77643"/>
                </a:lnTo>
                <a:lnTo>
                  <a:pt x="54205" y="77810"/>
                </a:lnTo>
                <a:lnTo>
                  <a:pt x="53600" y="79753"/>
                </a:lnTo>
                <a:lnTo>
                  <a:pt x="53290" y="81695"/>
                </a:lnTo>
                <a:lnTo>
                  <a:pt x="52947" y="83637"/>
                </a:lnTo>
                <a:lnTo>
                  <a:pt x="52343" y="85382"/>
                </a:lnTo>
                <a:lnTo>
                  <a:pt x="52249" y="85579"/>
                </a:lnTo>
                <a:lnTo>
                  <a:pt x="51646" y="87521"/>
                </a:lnTo>
                <a:lnTo>
                  <a:pt x="51344" y="89464"/>
                </a:lnTo>
                <a:lnTo>
                  <a:pt x="50998" y="91406"/>
                </a:lnTo>
                <a:lnTo>
                  <a:pt x="50401" y="93094"/>
                </a:lnTo>
                <a:lnTo>
                  <a:pt x="50280" y="93348"/>
                </a:lnTo>
                <a:lnTo>
                  <a:pt x="49697" y="95290"/>
                </a:lnTo>
                <a:lnTo>
                  <a:pt x="49398" y="97233"/>
                </a:lnTo>
                <a:lnTo>
                  <a:pt x="49041" y="99175"/>
                </a:lnTo>
                <a:lnTo>
                  <a:pt x="48459" y="100829"/>
                </a:lnTo>
                <a:lnTo>
                  <a:pt x="48324" y="101117"/>
                </a:lnTo>
                <a:lnTo>
                  <a:pt x="47749" y="103059"/>
                </a:lnTo>
                <a:lnTo>
                  <a:pt x="47447" y="105001"/>
                </a:lnTo>
                <a:lnTo>
                  <a:pt x="47091" y="106944"/>
                </a:lnTo>
                <a:lnTo>
                  <a:pt x="46517" y="108567"/>
                </a:lnTo>
                <a:lnTo>
                  <a:pt x="46369" y="108886"/>
                </a:lnTo>
                <a:lnTo>
                  <a:pt x="46517" y="109049"/>
                </a:lnTo>
                <a:lnTo>
                  <a:pt x="48459" y="109901"/>
                </a:lnTo>
                <a:lnTo>
                  <a:pt x="50401" y="109857"/>
                </a:lnTo>
                <a:lnTo>
                  <a:pt x="52343" y="109747"/>
                </a:lnTo>
                <a:lnTo>
                  <a:pt x="54286" y="109482"/>
                </a:lnTo>
                <a:lnTo>
                  <a:pt x="55948" y="108886"/>
                </a:lnTo>
                <a:lnTo>
                  <a:pt x="56228" y="108751"/>
                </a:lnTo>
                <a:lnTo>
                  <a:pt x="58170" y="108095"/>
                </a:lnTo>
                <a:lnTo>
                  <a:pt x="60112" y="107589"/>
                </a:lnTo>
                <a:lnTo>
                  <a:pt x="61203" y="106944"/>
                </a:lnTo>
                <a:lnTo>
                  <a:pt x="62054" y="106400"/>
                </a:lnTo>
                <a:lnTo>
                  <a:pt x="63996" y="105640"/>
                </a:lnTo>
                <a:lnTo>
                  <a:pt x="64833" y="105001"/>
                </a:lnTo>
                <a:lnTo>
                  <a:pt x="65938" y="104224"/>
                </a:lnTo>
                <a:lnTo>
                  <a:pt x="67783" y="103059"/>
                </a:lnTo>
                <a:lnTo>
                  <a:pt x="67881" y="102965"/>
                </a:lnTo>
                <a:lnTo>
                  <a:pt x="69823" y="101717"/>
                </a:lnTo>
                <a:lnTo>
                  <a:pt x="70492" y="101117"/>
                </a:lnTo>
                <a:lnTo>
                  <a:pt x="71765" y="100062"/>
                </a:lnTo>
                <a:lnTo>
                  <a:pt x="72705" y="99175"/>
                </a:lnTo>
                <a:lnTo>
                  <a:pt x="73707" y="98223"/>
                </a:lnTo>
                <a:lnTo>
                  <a:pt x="74756" y="97233"/>
                </a:lnTo>
                <a:lnTo>
                  <a:pt x="75649" y="96377"/>
                </a:lnTo>
                <a:lnTo>
                  <a:pt x="76735" y="95290"/>
                </a:lnTo>
                <a:lnTo>
                  <a:pt x="77591" y="94388"/>
                </a:lnTo>
                <a:lnTo>
                  <a:pt x="78534" y="93348"/>
                </a:lnTo>
                <a:lnTo>
                  <a:pt x="79533" y="92133"/>
                </a:lnTo>
                <a:lnTo>
                  <a:pt x="80182" y="91406"/>
                </a:lnTo>
                <a:lnTo>
                  <a:pt x="81368" y="89464"/>
                </a:lnTo>
                <a:lnTo>
                  <a:pt x="81475" y="89348"/>
                </a:lnTo>
                <a:lnTo>
                  <a:pt x="82551" y="87521"/>
                </a:lnTo>
                <a:lnTo>
                  <a:pt x="83418" y="86268"/>
                </a:lnTo>
                <a:lnTo>
                  <a:pt x="83984" y="85579"/>
                </a:lnTo>
                <a:lnTo>
                  <a:pt x="84849" y="83637"/>
                </a:lnTo>
                <a:lnTo>
                  <a:pt x="85360" y="82967"/>
                </a:lnTo>
                <a:lnTo>
                  <a:pt x="86145" y="81695"/>
                </a:lnTo>
                <a:lnTo>
                  <a:pt x="86677" y="79753"/>
                </a:lnTo>
                <a:lnTo>
                  <a:pt x="87302" y="78665"/>
                </a:lnTo>
                <a:lnTo>
                  <a:pt x="87829" y="77810"/>
                </a:lnTo>
                <a:lnTo>
                  <a:pt x="88396" y="75868"/>
                </a:lnTo>
                <a:lnTo>
                  <a:pt x="89178" y="73926"/>
                </a:lnTo>
                <a:lnTo>
                  <a:pt x="89244" y="73791"/>
                </a:lnTo>
                <a:lnTo>
                  <a:pt x="89869" y="71984"/>
                </a:lnTo>
                <a:lnTo>
                  <a:pt x="90167" y="70041"/>
                </a:lnTo>
                <a:lnTo>
                  <a:pt x="90271" y="68099"/>
                </a:lnTo>
                <a:lnTo>
                  <a:pt x="90335" y="66157"/>
                </a:lnTo>
                <a:lnTo>
                  <a:pt x="90215" y="64215"/>
                </a:lnTo>
                <a:lnTo>
                  <a:pt x="90071" y="62273"/>
                </a:lnTo>
                <a:lnTo>
                  <a:pt x="89629" y="60330"/>
                </a:lnTo>
                <a:lnTo>
                  <a:pt x="89244" y="59736"/>
                </a:lnTo>
                <a:lnTo>
                  <a:pt x="88546" y="58388"/>
                </a:lnTo>
                <a:lnTo>
                  <a:pt x="87868" y="56446"/>
                </a:lnTo>
                <a:lnTo>
                  <a:pt x="87302" y="55788"/>
                </a:lnTo>
                <a:lnTo>
                  <a:pt x="86335" y="54504"/>
                </a:lnTo>
                <a:lnTo>
                  <a:pt x="85360" y="53411"/>
                </a:lnTo>
                <a:lnTo>
                  <a:pt x="84545" y="52561"/>
                </a:lnTo>
                <a:lnTo>
                  <a:pt x="83418" y="51249"/>
                </a:lnTo>
                <a:lnTo>
                  <a:pt x="82844" y="50619"/>
                </a:lnTo>
                <a:lnTo>
                  <a:pt x="82431" y="48677"/>
                </a:lnTo>
                <a:lnTo>
                  <a:pt x="82566" y="46735"/>
                </a:lnTo>
                <a:lnTo>
                  <a:pt x="83418" y="45054"/>
                </a:lnTo>
                <a:lnTo>
                  <a:pt x="83628" y="44793"/>
                </a:lnTo>
                <a:lnTo>
                  <a:pt x="85100" y="42850"/>
                </a:lnTo>
                <a:lnTo>
                  <a:pt x="85360" y="42593"/>
                </a:lnTo>
                <a:lnTo>
                  <a:pt x="87302" y="41561"/>
                </a:lnTo>
                <a:lnTo>
                  <a:pt x="88929" y="40908"/>
                </a:lnTo>
                <a:lnTo>
                  <a:pt x="89244" y="40735"/>
                </a:lnTo>
                <a:lnTo>
                  <a:pt x="91186" y="40606"/>
                </a:lnTo>
                <a:lnTo>
                  <a:pt x="91672" y="40908"/>
                </a:lnTo>
                <a:lnTo>
                  <a:pt x="93128" y="41614"/>
                </a:lnTo>
                <a:lnTo>
                  <a:pt x="94676" y="42850"/>
                </a:lnTo>
                <a:lnTo>
                  <a:pt x="95070" y="43261"/>
                </a:lnTo>
                <a:lnTo>
                  <a:pt x="96071" y="44793"/>
                </a:lnTo>
                <a:lnTo>
                  <a:pt x="96658" y="46735"/>
                </a:lnTo>
                <a:lnTo>
                  <a:pt x="97013" y="47799"/>
                </a:lnTo>
                <a:lnTo>
                  <a:pt x="97315" y="48677"/>
                </a:lnTo>
                <a:lnTo>
                  <a:pt x="97515" y="50619"/>
                </a:lnTo>
                <a:lnTo>
                  <a:pt x="97564" y="52561"/>
                </a:lnTo>
                <a:lnTo>
                  <a:pt x="97436" y="54504"/>
                </a:lnTo>
                <a:lnTo>
                  <a:pt x="97107" y="56446"/>
                </a:lnTo>
                <a:lnTo>
                  <a:pt x="97013" y="56817"/>
                </a:lnTo>
                <a:lnTo>
                  <a:pt x="96668" y="58388"/>
                </a:lnTo>
                <a:lnTo>
                  <a:pt x="96296" y="60330"/>
                </a:lnTo>
                <a:lnTo>
                  <a:pt x="96065" y="62273"/>
                </a:lnTo>
                <a:lnTo>
                  <a:pt x="95850" y="64215"/>
                </a:lnTo>
                <a:lnTo>
                  <a:pt x="95484" y="66157"/>
                </a:lnTo>
                <a:lnTo>
                  <a:pt x="95070" y="67221"/>
                </a:lnTo>
                <a:lnTo>
                  <a:pt x="94716" y="68099"/>
                </a:lnTo>
                <a:lnTo>
                  <a:pt x="94259" y="70041"/>
                </a:lnTo>
                <a:lnTo>
                  <a:pt x="93994" y="71984"/>
                </a:lnTo>
                <a:lnTo>
                  <a:pt x="93513" y="73926"/>
                </a:lnTo>
                <a:lnTo>
                  <a:pt x="93128" y="74720"/>
                </a:lnTo>
                <a:lnTo>
                  <a:pt x="92617" y="75868"/>
                </a:lnTo>
                <a:lnTo>
                  <a:pt x="92115" y="77810"/>
                </a:lnTo>
                <a:lnTo>
                  <a:pt x="91360" y="79753"/>
                </a:lnTo>
                <a:lnTo>
                  <a:pt x="91186" y="79977"/>
                </a:lnTo>
                <a:lnTo>
                  <a:pt x="90335" y="81695"/>
                </a:lnTo>
                <a:lnTo>
                  <a:pt x="89535" y="83637"/>
                </a:lnTo>
                <a:lnTo>
                  <a:pt x="89244" y="83992"/>
                </a:lnTo>
                <a:lnTo>
                  <a:pt x="88345" y="85579"/>
                </a:lnTo>
                <a:lnTo>
                  <a:pt x="87302" y="87280"/>
                </a:lnTo>
                <a:lnTo>
                  <a:pt x="87079" y="87521"/>
                </a:lnTo>
                <a:lnTo>
                  <a:pt x="86071" y="89464"/>
                </a:lnTo>
                <a:lnTo>
                  <a:pt x="85360" y="90344"/>
                </a:lnTo>
                <a:lnTo>
                  <a:pt x="84518" y="91406"/>
                </a:lnTo>
                <a:lnTo>
                  <a:pt x="83418" y="92770"/>
                </a:lnTo>
                <a:lnTo>
                  <a:pt x="82879" y="93348"/>
                </a:lnTo>
                <a:lnTo>
                  <a:pt x="81483" y="95290"/>
                </a:lnTo>
                <a:lnTo>
                  <a:pt x="81475" y="95298"/>
                </a:lnTo>
                <a:lnTo>
                  <a:pt x="79880" y="97233"/>
                </a:lnTo>
                <a:lnTo>
                  <a:pt x="79533" y="97579"/>
                </a:lnTo>
                <a:lnTo>
                  <a:pt x="77968" y="99175"/>
                </a:lnTo>
                <a:lnTo>
                  <a:pt x="77591" y="99554"/>
                </a:lnTo>
                <a:lnTo>
                  <a:pt x="76049" y="101117"/>
                </a:lnTo>
                <a:lnTo>
                  <a:pt x="75649" y="101514"/>
                </a:lnTo>
                <a:lnTo>
                  <a:pt x="73707" y="103052"/>
                </a:lnTo>
                <a:lnTo>
                  <a:pt x="73699" y="103059"/>
                </a:lnTo>
                <a:lnTo>
                  <a:pt x="71765" y="104413"/>
                </a:lnTo>
                <a:lnTo>
                  <a:pt x="71123" y="105001"/>
                </a:lnTo>
                <a:lnTo>
                  <a:pt x="69823" y="106038"/>
                </a:lnTo>
                <a:lnTo>
                  <a:pt x="68521" y="106944"/>
                </a:lnTo>
                <a:lnTo>
                  <a:pt x="67881" y="107471"/>
                </a:lnTo>
                <a:lnTo>
                  <a:pt x="65938" y="108282"/>
                </a:lnTo>
                <a:lnTo>
                  <a:pt x="65141" y="108886"/>
                </a:lnTo>
                <a:lnTo>
                  <a:pt x="63996" y="109649"/>
                </a:lnTo>
                <a:lnTo>
                  <a:pt x="62054" y="110182"/>
                </a:lnTo>
                <a:lnTo>
                  <a:pt x="60912" y="110828"/>
                </a:lnTo>
                <a:lnTo>
                  <a:pt x="60112" y="111331"/>
                </a:lnTo>
                <a:lnTo>
                  <a:pt x="58170" y="111799"/>
                </a:lnTo>
                <a:lnTo>
                  <a:pt x="56228" y="112181"/>
                </a:lnTo>
                <a:lnTo>
                  <a:pt x="54401" y="112770"/>
                </a:lnTo>
                <a:lnTo>
                  <a:pt x="54286" y="112822"/>
                </a:lnTo>
                <a:lnTo>
                  <a:pt x="52343" y="113281"/>
                </a:lnTo>
                <a:lnTo>
                  <a:pt x="50401" y="113505"/>
                </a:lnTo>
                <a:lnTo>
                  <a:pt x="48459" y="113602"/>
                </a:lnTo>
                <a:lnTo>
                  <a:pt x="46517" y="113636"/>
                </a:lnTo>
                <a:lnTo>
                  <a:pt x="45227" y="114713"/>
                </a:lnTo>
                <a:lnTo>
                  <a:pt x="44575" y="116640"/>
                </a:lnTo>
                <a:lnTo>
                  <a:pt x="44567" y="116655"/>
                </a:lnTo>
                <a:lnTo>
                  <a:pt x="43909" y="118597"/>
                </a:lnTo>
                <a:lnTo>
                  <a:pt x="43592" y="120539"/>
                </a:lnTo>
                <a:lnTo>
                  <a:pt x="43251" y="122481"/>
                </a:lnTo>
                <a:lnTo>
                  <a:pt x="42633" y="124259"/>
                </a:lnTo>
                <a:lnTo>
                  <a:pt x="42552" y="124424"/>
                </a:lnTo>
                <a:lnTo>
                  <a:pt x="41935" y="126366"/>
                </a:lnTo>
                <a:lnTo>
                  <a:pt x="41629" y="128308"/>
                </a:lnTo>
                <a:lnTo>
                  <a:pt x="41272" y="130250"/>
                </a:lnTo>
                <a:lnTo>
                  <a:pt x="40691" y="131854"/>
                </a:lnTo>
                <a:lnTo>
                  <a:pt x="40530" y="132193"/>
                </a:lnTo>
                <a:lnTo>
                  <a:pt x="39962" y="134135"/>
                </a:lnTo>
                <a:lnTo>
                  <a:pt x="39667" y="136077"/>
                </a:lnTo>
                <a:lnTo>
                  <a:pt x="39299" y="138019"/>
                </a:lnTo>
                <a:lnTo>
                  <a:pt x="38748" y="139576"/>
                </a:lnTo>
                <a:lnTo>
                  <a:pt x="38575" y="139961"/>
                </a:lnTo>
                <a:lnTo>
                  <a:pt x="38020" y="141904"/>
                </a:lnTo>
                <a:lnTo>
                  <a:pt x="37532" y="143846"/>
                </a:lnTo>
                <a:lnTo>
                  <a:pt x="36806" y="144568"/>
                </a:lnTo>
                <a:lnTo>
                  <a:pt x="34864" y="144614"/>
                </a:lnTo>
                <a:lnTo>
                  <a:pt x="34096" y="143846"/>
                </a:lnTo>
                <a:lnTo>
                  <a:pt x="34053" y="141904"/>
                </a:lnTo>
                <a:lnTo>
                  <a:pt x="34479" y="139961"/>
                </a:lnTo>
                <a:lnTo>
                  <a:pt x="34864" y="138990"/>
                </a:lnTo>
                <a:lnTo>
                  <a:pt x="35249" y="138019"/>
                </a:lnTo>
                <a:lnTo>
                  <a:pt x="35686" y="136077"/>
                </a:lnTo>
                <a:lnTo>
                  <a:pt x="35960" y="134135"/>
                </a:lnTo>
                <a:lnTo>
                  <a:pt x="36383" y="132193"/>
                </a:lnTo>
                <a:lnTo>
                  <a:pt x="36806" y="131115"/>
                </a:lnTo>
                <a:lnTo>
                  <a:pt x="37161" y="130250"/>
                </a:lnTo>
                <a:lnTo>
                  <a:pt x="37633" y="128308"/>
                </a:lnTo>
                <a:lnTo>
                  <a:pt x="37917" y="126366"/>
                </a:lnTo>
                <a:lnTo>
                  <a:pt x="38394" y="124424"/>
                </a:lnTo>
                <a:lnTo>
                  <a:pt x="38748" y="123572"/>
                </a:lnTo>
                <a:lnTo>
                  <a:pt x="39181" y="122481"/>
                </a:lnTo>
                <a:lnTo>
                  <a:pt x="39600" y="120539"/>
                </a:lnTo>
                <a:lnTo>
                  <a:pt x="39859" y="118597"/>
                </a:lnTo>
                <a:lnTo>
                  <a:pt x="40258" y="116655"/>
                </a:lnTo>
                <a:lnTo>
                  <a:pt x="40691" y="115411"/>
                </a:lnTo>
                <a:lnTo>
                  <a:pt x="40960" y="114713"/>
                </a:lnTo>
                <a:lnTo>
                  <a:pt x="40691" y="114289"/>
                </a:lnTo>
                <a:lnTo>
                  <a:pt x="38748" y="113125"/>
                </a:lnTo>
                <a:lnTo>
                  <a:pt x="36806" y="112778"/>
                </a:lnTo>
                <a:lnTo>
                  <a:pt x="36781" y="112770"/>
                </a:lnTo>
                <a:lnTo>
                  <a:pt x="34864" y="112320"/>
                </a:lnTo>
                <a:lnTo>
                  <a:pt x="32922" y="111934"/>
                </a:lnTo>
                <a:lnTo>
                  <a:pt x="30980" y="111684"/>
                </a:lnTo>
                <a:lnTo>
                  <a:pt x="29038" y="111086"/>
                </a:lnTo>
                <a:lnTo>
                  <a:pt x="28647" y="110828"/>
                </a:lnTo>
                <a:lnTo>
                  <a:pt x="27096" y="110094"/>
                </a:lnTo>
                <a:lnTo>
                  <a:pt x="25154" y="109577"/>
                </a:lnTo>
                <a:lnTo>
                  <a:pt x="24216" y="108886"/>
                </a:lnTo>
                <a:lnTo>
                  <a:pt x="23211" y="108160"/>
                </a:lnTo>
                <a:lnTo>
                  <a:pt x="21269" y="107166"/>
                </a:lnTo>
                <a:lnTo>
                  <a:pt x="21042" y="106944"/>
                </a:lnTo>
                <a:lnTo>
                  <a:pt x="19327" y="105530"/>
                </a:lnTo>
                <a:lnTo>
                  <a:pt x="18783" y="105001"/>
                </a:lnTo>
                <a:lnTo>
                  <a:pt x="17385" y="103390"/>
                </a:lnTo>
                <a:lnTo>
                  <a:pt x="17072" y="103059"/>
                </a:lnTo>
                <a:lnTo>
                  <a:pt x="16047" y="101117"/>
                </a:lnTo>
                <a:lnTo>
                  <a:pt x="15443" y="100238"/>
                </a:lnTo>
                <a:lnTo>
                  <a:pt x="14758" y="99175"/>
                </a:lnTo>
                <a:lnTo>
                  <a:pt x="14322" y="97233"/>
                </a:lnTo>
                <a:lnTo>
                  <a:pt x="13758" y="95290"/>
                </a:lnTo>
                <a:lnTo>
                  <a:pt x="13501" y="94028"/>
                </a:lnTo>
                <a:lnTo>
                  <a:pt x="13353" y="93348"/>
                </a:lnTo>
                <a:lnTo>
                  <a:pt x="13059" y="91406"/>
                </a:lnTo>
                <a:lnTo>
                  <a:pt x="12974" y="89464"/>
                </a:lnTo>
                <a:lnTo>
                  <a:pt x="13126" y="87521"/>
                </a:lnTo>
                <a:lnTo>
                  <a:pt x="13501" y="86077"/>
                </a:lnTo>
                <a:lnTo>
                  <a:pt x="13649" y="85579"/>
                </a:lnTo>
                <a:lnTo>
                  <a:pt x="14166" y="83637"/>
                </a:lnTo>
                <a:lnTo>
                  <a:pt x="14492" y="81695"/>
                </a:lnTo>
                <a:lnTo>
                  <a:pt x="14884" y="79753"/>
                </a:lnTo>
                <a:lnTo>
                  <a:pt x="15443" y="78486"/>
                </a:lnTo>
                <a:lnTo>
                  <a:pt x="15787" y="77810"/>
                </a:lnTo>
                <a:lnTo>
                  <a:pt x="16334" y="75868"/>
                </a:lnTo>
                <a:lnTo>
                  <a:pt x="16760" y="73926"/>
                </a:lnTo>
                <a:lnTo>
                  <a:pt x="17385" y="72606"/>
                </a:lnTo>
                <a:lnTo>
                  <a:pt x="17740" y="71984"/>
                </a:lnTo>
                <a:lnTo>
                  <a:pt x="18310" y="70041"/>
                </a:lnTo>
                <a:lnTo>
                  <a:pt x="18825" y="68099"/>
                </a:lnTo>
                <a:lnTo>
                  <a:pt x="19327" y="67180"/>
                </a:lnTo>
                <a:lnTo>
                  <a:pt x="19870" y="66157"/>
                </a:lnTo>
                <a:lnTo>
                  <a:pt x="20370" y="64215"/>
                </a:lnTo>
                <a:lnTo>
                  <a:pt x="21023" y="62273"/>
                </a:lnTo>
                <a:lnTo>
                  <a:pt x="21269" y="61878"/>
                </a:lnTo>
                <a:lnTo>
                  <a:pt x="21973" y="60330"/>
                </a:lnTo>
                <a:lnTo>
                  <a:pt x="22395" y="58388"/>
                </a:lnTo>
                <a:lnTo>
                  <a:pt x="23174" y="56446"/>
                </a:lnTo>
                <a:lnTo>
                  <a:pt x="23211" y="56379"/>
                </a:lnTo>
                <a:lnTo>
                  <a:pt x="23903" y="54504"/>
                </a:lnTo>
                <a:lnTo>
                  <a:pt x="24186" y="52561"/>
                </a:lnTo>
                <a:lnTo>
                  <a:pt x="24317" y="50619"/>
                </a:lnTo>
                <a:lnTo>
                  <a:pt x="24337" y="48677"/>
                </a:lnTo>
                <a:lnTo>
                  <a:pt x="24154" y="46735"/>
                </a:lnTo>
                <a:lnTo>
                  <a:pt x="23211" y="45290"/>
                </a:lnTo>
                <a:lnTo>
                  <a:pt x="22561" y="44793"/>
                </a:lnTo>
                <a:lnTo>
                  <a:pt x="21269" y="44041"/>
                </a:lnTo>
                <a:lnTo>
                  <a:pt x="19327" y="44076"/>
                </a:lnTo>
                <a:lnTo>
                  <a:pt x="17385" y="44594"/>
                </a:lnTo>
                <a:lnTo>
                  <a:pt x="17124" y="44793"/>
                </a:lnTo>
                <a:lnTo>
                  <a:pt x="15443" y="45645"/>
                </a:lnTo>
                <a:lnTo>
                  <a:pt x="13864" y="46735"/>
                </a:lnTo>
                <a:lnTo>
                  <a:pt x="13501" y="47079"/>
                </a:lnTo>
                <a:lnTo>
                  <a:pt x="11839" y="48677"/>
                </a:lnTo>
                <a:lnTo>
                  <a:pt x="11559" y="48967"/>
                </a:lnTo>
                <a:lnTo>
                  <a:pt x="10326" y="50619"/>
                </a:lnTo>
                <a:lnTo>
                  <a:pt x="9616" y="51514"/>
                </a:lnTo>
                <a:lnTo>
                  <a:pt x="8842" y="52561"/>
                </a:lnTo>
                <a:lnTo>
                  <a:pt x="8009" y="54504"/>
                </a:lnTo>
                <a:lnTo>
                  <a:pt x="7674" y="54951"/>
                </a:lnTo>
                <a:lnTo>
                  <a:pt x="6875" y="56446"/>
                </a:lnTo>
                <a:lnTo>
                  <a:pt x="6321" y="58388"/>
                </a:lnTo>
                <a:lnTo>
                  <a:pt x="5732" y="59573"/>
                </a:lnTo>
                <a:lnTo>
                  <a:pt x="5309" y="60330"/>
                </a:lnTo>
                <a:lnTo>
                  <a:pt x="4798" y="62273"/>
                </a:lnTo>
                <a:lnTo>
                  <a:pt x="4357" y="64215"/>
                </a:lnTo>
                <a:lnTo>
                  <a:pt x="3790" y="65133"/>
                </a:lnTo>
                <a:lnTo>
                  <a:pt x="3028" y="66157"/>
                </a:lnTo>
                <a:lnTo>
                  <a:pt x="1848" y="66963"/>
                </a:lnTo>
                <a:lnTo>
                  <a:pt x="371" y="66157"/>
                </a:lnTo>
                <a:lnTo>
                  <a:pt x="0" y="64215"/>
                </a:lnTo>
                <a:lnTo>
                  <a:pt x="628" y="62273"/>
                </a:lnTo>
                <a:lnTo>
                  <a:pt x="1007" y="60330"/>
                </a:lnTo>
                <a:lnTo>
                  <a:pt x="1825" y="58388"/>
                </a:lnTo>
                <a:lnTo>
                  <a:pt x="1848" y="58359"/>
                </a:lnTo>
                <a:lnTo>
                  <a:pt x="2714" y="56446"/>
                </a:lnTo>
                <a:lnTo>
                  <a:pt x="3456" y="54504"/>
                </a:lnTo>
                <a:lnTo>
                  <a:pt x="3790" y="54082"/>
                </a:lnTo>
                <a:lnTo>
                  <a:pt x="4653" y="52561"/>
                </a:lnTo>
                <a:lnTo>
                  <a:pt x="5732" y="50776"/>
                </a:lnTo>
                <a:lnTo>
                  <a:pt x="5880" y="50619"/>
                </a:lnTo>
                <a:lnTo>
                  <a:pt x="6966" y="48677"/>
                </a:lnTo>
                <a:lnTo>
                  <a:pt x="7674" y="47892"/>
                </a:lnTo>
                <a:lnTo>
                  <a:pt x="8736" y="46735"/>
                </a:lnTo>
                <a:lnTo>
                  <a:pt x="9616" y="45836"/>
                </a:lnTo>
                <a:lnTo>
                  <a:pt x="10659" y="44793"/>
                </a:lnTo>
                <a:lnTo>
                  <a:pt x="11559" y="43972"/>
                </a:lnTo>
                <a:lnTo>
                  <a:pt x="13501" y="42873"/>
                </a:lnTo>
                <a:lnTo>
                  <a:pt x="13525" y="42850"/>
                </a:lnTo>
                <a:lnTo>
                  <a:pt x="15443" y="41799"/>
                </a:lnTo>
                <a:lnTo>
                  <a:pt x="17385" y="41177"/>
                </a:lnTo>
                <a:lnTo>
                  <a:pt x="18232" y="40908"/>
                </a:lnTo>
                <a:lnTo>
                  <a:pt x="19327" y="40574"/>
                </a:lnTo>
                <a:lnTo>
                  <a:pt x="21269" y="40431"/>
                </a:lnTo>
                <a:lnTo>
                  <a:pt x="23211" y="40650"/>
                </a:lnTo>
                <a:lnTo>
                  <a:pt x="23864" y="40908"/>
                </a:lnTo>
                <a:lnTo>
                  <a:pt x="25154" y="41359"/>
                </a:lnTo>
                <a:lnTo>
                  <a:pt x="27096" y="41975"/>
                </a:lnTo>
                <a:lnTo>
                  <a:pt x="28262" y="42850"/>
                </a:lnTo>
                <a:lnTo>
                  <a:pt x="29038" y="43499"/>
                </a:lnTo>
                <a:lnTo>
                  <a:pt x="30676" y="44793"/>
                </a:lnTo>
                <a:lnTo>
                  <a:pt x="30980" y="45119"/>
                </a:lnTo>
                <a:lnTo>
                  <a:pt x="32037" y="46735"/>
                </a:lnTo>
                <a:lnTo>
                  <a:pt x="32922" y="48137"/>
                </a:lnTo>
                <a:lnTo>
                  <a:pt x="33363" y="48677"/>
                </a:lnTo>
                <a:lnTo>
                  <a:pt x="33759" y="50619"/>
                </a:lnTo>
                <a:lnTo>
                  <a:pt x="33954" y="52561"/>
                </a:lnTo>
                <a:lnTo>
                  <a:pt x="34013" y="54504"/>
                </a:lnTo>
                <a:lnTo>
                  <a:pt x="33861" y="56446"/>
                </a:lnTo>
                <a:lnTo>
                  <a:pt x="33638" y="58388"/>
                </a:lnTo>
                <a:lnTo>
                  <a:pt x="32922" y="60220"/>
                </a:lnTo>
                <a:lnTo>
                  <a:pt x="32856" y="60330"/>
                </a:lnTo>
                <a:lnTo>
                  <a:pt x="32121" y="62273"/>
                </a:lnTo>
                <a:lnTo>
                  <a:pt x="31659" y="64215"/>
                </a:lnTo>
                <a:lnTo>
                  <a:pt x="30980" y="65586"/>
                </a:lnTo>
                <a:lnTo>
                  <a:pt x="30625" y="66157"/>
                </a:lnTo>
                <a:lnTo>
                  <a:pt x="30026" y="68099"/>
                </a:lnTo>
                <a:lnTo>
                  <a:pt x="29479" y="70041"/>
                </a:lnTo>
                <a:lnTo>
                  <a:pt x="29038" y="70842"/>
                </a:lnTo>
                <a:lnTo>
                  <a:pt x="28464" y="71984"/>
                </a:lnTo>
                <a:lnTo>
                  <a:pt x="28003" y="73926"/>
                </a:lnTo>
                <a:lnTo>
                  <a:pt x="27409" y="75868"/>
                </a:lnTo>
                <a:lnTo>
                  <a:pt x="27096" y="76441"/>
                </a:lnTo>
                <a:lnTo>
                  <a:pt x="26485" y="77810"/>
                </a:lnTo>
                <a:lnTo>
                  <a:pt x="26071" y="79753"/>
                </a:lnTo>
                <a:lnTo>
                  <a:pt x="25613" y="81695"/>
                </a:lnTo>
                <a:lnTo>
                  <a:pt x="25154" y="82791"/>
                </a:lnTo>
                <a:lnTo>
                  <a:pt x="24779" y="83637"/>
                </a:lnTo>
                <a:lnTo>
                  <a:pt x="24337" y="85579"/>
                </a:lnTo>
                <a:lnTo>
                  <a:pt x="24126" y="87521"/>
                </a:lnTo>
                <a:lnTo>
                  <a:pt x="23991" y="89464"/>
                </a:lnTo>
                <a:lnTo>
                  <a:pt x="23934" y="91406"/>
                </a:lnTo>
                <a:lnTo>
                  <a:pt x="24007" y="93348"/>
                </a:lnTo>
                <a:lnTo>
                  <a:pt x="24117" y="95290"/>
                </a:lnTo>
                <a:lnTo>
                  <a:pt x="24369" y="97233"/>
                </a:lnTo>
                <a:lnTo>
                  <a:pt x="25102" y="99175"/>
                </a:lnTo>
                <a:lnTo>
                  <a:pt x="25154" y="99235"/>
                </a:lnTo>
                <a:lnTo>
                  <a:pt x="26103" y="101117"/>
                </a:lnTo>
                <a:lnTo>
                  <a:pt x="27096" y="102486"/>
                </a:lnTo>
                <a:lnTo>
                  <a:pt x="27626" y="103059"/>
                </a:lnTo>
                <a:lnTo>
                  <a:pt x="29038" y="104513"/>
                </a:lnTo>
                <a:lnTo>
                  <a:pt x="29557" y="105001"/>
                </a:lnTo>
                <a:lnTo>
                  <a:pt x="30980" y="106074"/>
                </a:lnTo>
                <a:lnTo>
                  <a:pt x="32425" y="106944"/>
                </a:lnTo>
                <a:lnTo>
                  <a:pt x="32922" y="107338"/>
                </a:lnTo>
                <a:lnTo>
                  <a:pt x="34864" y="107973"/>
                </a:lnTo>
                <a:lnTo>
                  <a:pt x="36806" y="108491"/>
                </a:lnTo>
                <a:lnTo>
                  <a:pt x="37808" y="108886"/>
                </a:lnTo>
                <a:lnTo>
                  <a:pt x="38748" y="109261"/>
                </a:lnTo>
                <a:lnTo>
                  <a:pt x="40691" y="109608"/>
                </a:lnTo>
                <a:lnTo>
                  <a:pt x="41893" y="108886"/>
                </a:lnTo>
                <a:lnTo>
                  <a:pt x="42633" y="107596"/>
                </a:lnTo>
                <a:lnTo>
                  <a:pt x="42935" y="106944"/>
                </a:lnTo>
                <a:lnTo>
                  <a:pt x="43423" y="105001"/>
                </a:lnTo>
                <a:lnTo>
                  <a:pt x="43705" y="103059"/>
                </a:lnTo>
                <a:lnTo>
                  <a:pt x="44116" y="101117"/>
                </a:lnTo>
                <a:lnTo>
                  <a:pt x="44575" y="99918"/>
                </a:lnTo>
                <a:lnTo>
                  <a:pt x="44888" y="99175"/>
                </a:lnTo>
                <a:lnTo>
                  <a:pt x="45371" y="97233"/>
                </a:lnTo>
                <a:lnTo>
                  <a:pt x="45652" y="95290"/>
                </a:lnTo>
                <a:lnTo>
                  <a:pt x="46067" y="93348"/>
                </a:lnTo>
                <a:lnTo>
                  <a:pt x="46517" y="92180"/>
                </a:lnTo>
                <a:lnTo>
                  <a:pt x="46841" y="91406"/>
                </a:lnTo>
                <a:lnTo>
                  <a:pt x="47318" y="89464"/>
                </a:lnTo>
                <a:lnTo>
                  <a:pt x="47598" y="87521"/>
                </a:lnTo>
                <a:lnTo>
                  <a:pt x="48018" y="85579"/>
                </a:lnTo>
                <a:lnTo>
                  <a:pt x="48459" y="84441"/>
                </a:lnTo>
                <a:lnTo>
                  <a:pt x="48793" y="83637"/>
                </a:lnTo>
                <a:lnTo>
                  <a:pt x="49271" y="81695"/>
                </a:lnTo>
                <a:lnTo>
                  <a:pt x="49545" y="79753"/>
                </a:lnTo>
                <a:lnTo>
                  <a:pt x="49969" y="77810"/>
                </a:lnTo>
                <a:lnTo>
                  <a:pt x="50401" y="76703"/>
                </a:lnTo>
                <a:lnTo>
                  <a:pt x="50746" y="75868"/>
                </a:lnTo>
                <a:lnTo>
                  <a:pt x="51218" y="73926"/>
                </a:lnTo>
                <a:lnTo>
                  <a:pt x="51492" y="71984"/>
                </a:lnTo>
                <a:lnTo>
                  <a:pt x="51920" y="70041"/>
                </a:lnTo>
                <a:lnTo>
                  <a:pt x="52343" y="68981"/>
                </a:lnTo>
                <a:lnTo>
                  <a:pt x="52708" y="68099"/>
                </a:lnTo>
                <a:lnTo>
                  <a:pt x="53165" y="66157"/>
                </a:lnTo>
                <a:lnTo>
                  <a:pt x="53439" y="64215"/>
                </a:lnTo>
                <a:lnTo>
                  <a:pt x="53872" y="62273"/>
                </a:lnTo>
                <a:lnTo>
                  <a:pt x="54286" y="61242"/>
                </a:lnTo>
                <a:lnTo>
                  <a:pt x="54660" y="60330"/>
                </a:lnTo>
                <a:lnTo>
                  <a:pt x="55112" y="58388"/>
                </a:lnTo>
                <a:lnTo>
                  <a:pt x="55391" y="56446"/>
                </a:lnTo>
                <a:lnTo>
                  <a:pt x="55833" y="54504"/>
                </a:lnTo>
                <a:lnTo>
                  <a:pt x="56228" y="53517"/>
                </a:lnTo>
                <a:lnTo>
                  <a:pt x="56612" y="52561"/>
                </a:lnTo>
                <a:lnTo>
                  <a:pt x="57059" y="50619"/>
                </a:lnTo>
                <a:lnTo>
                  <a:pt x="57338" y="48677"/>
                </a:lnTo>
                <a:lnTo>
                  <a:pt x="57785" y="46735"/>
                </a:lnTo>
                <a:lnTo>
                  <a:pt x="58170" y="45779"/>
                </a:lnTo>
                <a:lnTo>
                  <a:pt x="58564" y="44793"/>
                </a:lnTo>
                <a:lnTo>
                  <a:pt x="59007" y="42850"/>
                </a:lnTo>
                <a:lnTo>
                  <a:pt x="59285" y="40908"/>
                </a:lnTo>
                <a:lnTo>
                  <a:pt x="59737" y="38966"/>
                </a:lnTo>
                <a:lnTo>
                  <a:pt x="60112" y="38040"/>
                </a:lnTo>
                <a:lnTo>
                  <a:pt x="60516" y="37024"/>
                </a:lnTo>
                <a:lnTo>
                  <a:pt x="60958" y="35081"/>
                </a:lnTo>
                <a:lnTo>
                  <a:pt x="61232" y="33139"/>
                </a:lnTo>
                <a:lnTo>
                  <a:pt x="61689" y="31197"/>
                </a:lnTo>
                <a:lnTo>
                  <a:pt x="62054" y="30302"/>
                </a:lnTo>
                <a:lnTo>
                  <a:pt x="62468" y="29255"/>
                </a:lnTo>
                <a:lnTo>
                  <a:pt x="62905" y="27313"/>
                </a:lnTo>
                <a:lnTo>
                  <a:pt x="63180" y="25370"/>
                </a:lnTo>
                <a:lnTo>
                  <a:pt x="63641" y="23428"/>
                </a:lnTo>
                <a:lnTo>
                  <a:pt x="63996" y="22576"/>
                </a:lnTo>
                <a:lnTo>
                  <a:pt x="64428" y="21486"/>
                </a:lnTo>
                <a:lnTo>
                  <a:pt x="64852" y="19544"/>
                </a:lnTo>
                <a:lnTo>
                  <a:pt x="65127" y="17601"/>
                </a:lnTo>
                <a:lnTo>
                  <a:pt x="65594" y="15659"/>
                </a:lnTo>
                <a:lnTo>
                  <a:pt x="65938" y="14837"/>
                </a:lnTo>
                <a:lnTo>
                  <a:pt x="66380" y="13717"/>
                </a:lnTo>
                <a:lnTo>
                  <a:pt x="66799" y="11775"/>
                </a:lnTo>
                <a:lnTo>
                  <a:pt x="67074" y="9833"/>
                </a:lnTo>
                <a:lnTo>
                  <a:pt x="67557" y="7890"/>
                </a:lnTo>
                <a:lnTo>
                  <a:pt x="67881" y="7116"/>
                </a:lnTo>
                <a:lnTo>
                  <a:pt x="68331" y="5948"/>
                </a:lnTo>
                <a:lnTo>
                  <a:pt x="68746" y="4006"/>
                </a:lnTo>
                <a:lnTo>
                  <a:pt x="69027" y="2064"/>
                </a:lnTo>
                <a:lnTo>
                  <a:pt x="69823" y="918"/>
                </a:lnTo>
                <a:lnTo>
                  <a:pt x="71529" y="1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symskill-math-6-glyph-1">
            <a:extLst xmlns:a="http://schemas.openxmlformats.org/drawingml/2006/main">
              <a:ext uri="{FF2B5EF4-FFF2-40B4-BE49-F238E27FC236}">
                <a16:creationId xmlns:a16="http://schemas.microsoft.com/office/drawing/2014/main" id="{4AF0D3C2-4390-4C37-B7A5-FE6B54F4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5346" y="1408157"/>
            <a:ext cx="52798" cy="50969"/>
          </a:xfrm>
          <a:custGeom xmlns:a="http://schemas.openxmlformats.org/drawingml/2006/main">
            <a:pathLst>
              <a:path w="52798" h="50969">
                <a:moveTo>
                  <a:pt x="30225" y="324"/>
                </a:moveTo>
                <a:lnTo>
                  <a:pt x="30661" y="229"/>
                </a:lnTo>
                <a:lnTo>
                  <a:pt x="32603" y="0"/>
                </a:lnTo>
                <a:lnTo>
                  <a:pt x="34545" y="229"/>
                </a:lnTo>
                <a:lnTo>
                  <a:pt x="34980" y="324"/>
                </a:lnTo>
                <a:lnTo>
                  <a:pt x="36487" y="615"/>
                </a:lnTo>
                <a:lnTo>
                  <a:pt x="38429" y="1103"/>
                </a:lnTo>
                <a:lnTo>
                  <a:pt x="40371" y="1439"/>
                </a:lnTo>
                <a:lnTo>
                  <a:pt x="41953" y="2266"/>
                </a:lnTo>
                <a:lnTo>
                  <a:pt x="42313" y="2546"/>
                </a:lnTo>
                <a:lnTo>
                  <a:pt x="44255" y="3409"/>
                </a:lnTo>
                <a:lnTo>
                  <a:pt x="45215" y="4208"/>
                </a:lnTo>
                <a:lnTo>
                  <a:pt x="46198" y="5038"/>
                </a:lnTo>
                <a:lnTo>
                  <a:pt x="47344" y="6150"/>
                </a:lnTo>
                <a:lnTo>
                  <a:pt x="48140" y="6999"/>
                </a:lnTo>
                <a:lnTo>
                  <a:pt x="49097" y="8093"/>
                </a:lnTo>
                <a:lnTo>
                  <a:pt x="50082" y="9669"/>
                </a:lnTo>
                <a:lnTo>
                  <a:pt x="50395" y="10035"/>
                </a:lnTo>
                <a:lnTo>
                  <a:pt x="51147" y="11977"/>
                </a:lnTo>
                <a:lnTo>
                  <a:pt x="51700" y="13919"/>
                </a:lnTo>
                <a:lnTo>
                  <a:pt x="52024" y="14693"/>
                </a:lnTo>
                <a:lnTo>
                  <a:pt x="52474" y="15861"/>
                </a:lnTo>
                <a:lnTo>
                  <a:pt x="52683" y="17804"/>
                </a:lnTo>
                <a:lnTo>
                  <a:pt x="52798" y="19746"/>
                </a:lnTo>
                <a:lnTo>
                  <a:pt x="52656" y="21688"/>
                </a:lnTo>
                <a:lnTo>
                  <a:pt x="52389" y="23630"/>
                </a:lnTo>
                <a:lnTo>
                  <a:pt x="52024" y="25267"/>
                </a:lnTo>
                <a:lnTo>
                  <a:pt x="51944" y="25573"/>
                </a:lnTo>
                <a:lnTo>
                  <a:pt x="51250" y="27515"/>
                </a:lnTo>
                <a:lnTo>
                  <a:pt x="50822" y="29457"/>
                </a:lnTo>
                <a:lnTo>
                  <a:pt x="50082" y="31013"/>
                </a:lnTo>
                <a:lnTo>
                  <a:pt x="49824" y="31399"/>
                </a:lnTo>
                <a:lnTo>
                  <a:pt x="48944" y="33341"/>
                </a:lnTo>
                <a:lnTo>
                  <a:pt x="48140" y="34469"/>
                </a:lnTo>
                <a:lnTo>
                  <a:pt x="47501" y="35284"/>
                </a:lnTo>
                <a:lnTo>
                  <a:pt x="46455" y="37226"/>
                </a:lnTo>
                <a:lnTo>
                  <a:pt x="46198" y="37487"/>
                </a:lnTo>
                <a:lnTo>
                  <a:pt x="44797" y="39168"/>
                </a:lnTo>
                <a:lnTo>
                  <a:pt x="44255" y="39732"/>
                </a:lnTo>
                <a:lnTo>
                  <a:pt x="43005" y="41110"/>
                </a:lnTo>
                <a:lnTo>
                  <a:pt x="42313" y="41791"/>
                </a:lnTo>
                <a:lnTo>
                  <a:pt x="40719" y="43053"/>
                </a:lnTo>
                <a:lnTo>
                  <a:pt x="40371" y="43387"/>
                </a:lnTo>
                <a:lnTo>
                  <a:pt x="38429" y="44661"/>
                </a:lnTo>
                <a:lnTo>
                  <a:pt x="38067" y="44995"/>
                </a:lnTo>
                <a:lnTo>
                  <a:pt x="36487" y="46014"/>
                </a:lnTo>
                <a:lnTo>
                  <a:pt x="34889" y="46937"/>
                </a:lnTo>
                <a:lnTo>
                  <a:pt x="34545" y="47228"/>
                </a:lnTo>
                <a:lnTo>
                  <a:pt x="32603" y="48053"/>
                </a:lnTo>
                <a:lnTo>
                  <a:pt x="30692" y="48879"/>
                </a:lnTo>
                <a:lnTo>
                  <a:pt x="30661" y="48902"/>
                </a:lnTo>
                <a:lnTo>
                  <a:pt x="28718" y="49659"/>
                </a:lnTo>
                <a:lnTo>
                  <a:pt x="26776" y="50020"/>
                </a:lnTo>
                <a:lnTo>
                  <a:pt x="24834" y="50311"/>
                </a:lnTo>
                <a:lnTo>
                  <a:pt x="22892" y="50587"/>
                </a:lnTo>
                <a:lnTo>
                  <a:pt x="21678" y="50821"/>
                </a:lnTo>
                <a:lnTo>
                  <a:pt x="20950" y="50969"/>
                </a:lnTo>
                <a:lnTo>
                  <a:pt x="19008" y="50902"/>
                </a:lnTo>
                <a:lnTo>
                  <a:pt x="18522" y="50821"/>
                </a:lnTo>
                <a:lnTo>
                  <a:pt x="17066" y="50599"/>
                </a:lnTo>
                <a:lnTo>
                  <a:pt x="15123" y="50211"/>
                </a:lnTo>
                <a:lnTo>
                  <a:pt x="13181" y="49838"/>
                </a:lnTo>
                <a:lnTo>
                  <a:pt x="11239" y="49274"/>
                </a:lnTo>
                <a:lnTo>
                  <a:pt x="10730" y="48879"/>
                </a:lnTo>
                <a:lnTo>
                  <a:pt x="9297" y="48053"/>
                </a:lnTo>
                <a:lnTo>
                  <a:pt x="7507" y="46937"/>
                </a:lnTo>
                <a:lnTo>
                  <a:pt x="7355" y="46789"/>
                </a:lnTo>
                <a:lnTo>
                  <a:pt x="5413" y="45329"/>
                </a:lnTo>
                <a:lnTo>
                  <a:pt x="5079" y="44995"/>
                </a:lnTo>
                <a:lnTo>
                  <a:pt x="3631" y="43053"/>
                </a:lnTo>
                <a:lnTo>
                  <a:pt x="3471" y="42883"/>
                </a:lnTo>
                <a:lnTo>
                  <a:pt x="2402" y="41110"/>
                </a:lnTo>
                <a:lnTo>
                  <a:pt x="1529" y="39516"/>
                </a:lnTo>
                <a:lnTo>
                  <a:pt x="1248" y="39168"/>
                </a:lnTo>
                <a:lnTo>
                  <a:pt x="655" y="37226"/>
                </a:lnTo>
                <a:lnTo>
                  <a:pt x="349" y="35284"/>
                </a:lnTo>
                <a:lnTo>
                  <a:pt x="160" y="33341"/>
                </a:lnTo>
                <a:lnTo>
                  <a:pt x="0" y="31399"/>
                </a:lnTo>
                <a:lnTo>
                  <a:pt x="183" y="29457"/>
                </a:lnTo>
                <a:lnTo>
                  <a:pt x="377" y="27515"/>
                </a:lnTo>
                <a:lnTo>
                  <a:pt x="541" y="25573"/>
                </a:lnTo>
                <a:lnTo>
                  <a:pt x="993" y="23630"/>
                </a:lnTo>
                <a:lnTo>
                  <a:pt x="1529" y="22606"/>
                </a:lnTo>
                <a:lnTo>
                  <a:pt x="2023" y="21688"/>
                </a:lnTo>
                <a:lnTo>
                  <a:pt x="2569" y="19746"/>
                </a:lnTo>
                <a:lnTo>
                  <a:pt x="3471" y="18289"/>
                </a:lnTo>
                <a:lnTo>
                  <a:pt x="3884" y="17804"/>
                </a:lnTo>
                <a:lnTo>
                  <a:pt x="4747" y="15861"/>
                </a:lnTo>
                <a:lnTo>
                  <a:pt x="5413" y="15044"/>
                </a:lnTo>
                <a:lnTo>
                  <a:pt x="6301" y="13919"/>
                </a:lnTo>
                <a:lnTo>
                  <a:pt x="7355" y="12729"/>
                </a:lnTo>
                <a:lnTo>
                  <a:pt x="8059" y="11977"/>
                </a:lnTo>
                <a:lnTo>
                  <a:pt x="9297" y="10559"/>
                </a:lnTo>
                <a:lnTo>
                  <a:pt x="9818" y="10035"/>
                </a:lnTo>
                <a:lnTo>
                  <a:pt x="11239" y="8793"/>
                </a:lnTo>
                <a:lnTo>
                  <a:pt x="12008" y="8093"/>
                </a:lnTo>
                <a:lnTo>
                  <a:pt x="13181" y="7093"/>
                </a:lnTo>
                <a:lnTo>
                  <a:pt x="14320" y="6150"/>
                </a:lnTo>
                <a:lnTo>
                  <a:pt x="15123" y="5465"/>
                </a:lnTo>
                <a:lnTo>
                  <a:pt x="17066" y="4676"/>
                </a:lnTo>
                <a:lnTo>
                  <a:pt x="17644" y="4208"/>
                </a:lnTo>
                <a:lnTo>
                  <a:pt x="19008" y="3349"/>
                </a:lnTo>
                <a:lnTo>
                  <a:pt x="20950" y="2660"/>
                </a:lnTo>
                <a:lnTo>
                  <a:pt x="21692" y="2266"/>
                </a:lnTo>
                <a:lnTo>
                  <a:pt x="22892" y="1699"/>
                </a:lnTo>
                <a:lnTo>
                  <a:pt x="24834" y="1253"/>
                </a:lnTo>
                <a:lnTo>
                  <a:pt x="26776" y="890"/>
                </a:lnTo>
                <a:lnTo>
                  <a:pt x="28718" y="615"/>
                </a:lnTo>
                <a:lnTo>
                  <a:pt x="30225" y="324"/>
                </a:lnTo>
                <a:close/>
                <a:moveTo>
                  <a:pt x="28718" y="3576"/>
                </a:moveTo>
                <a:lnTo>
                  <a:pt x="27279" y="4208"/>
                </a:lnTo>
                <a:lnTo>
                  <a:pt x="26776" y="4488"/>
                </a:lnTo>
                <a:lnTo>
                  <a:pt x="24834" y="5179"/>
                </a:lnTo>
                <a:lnTo>
                  <a:pt x="23149" y="6150"/>
                </a:lnTo>
                <a:lnTo>
                  <a:pt x="22892" y="6385"/>
                </a:lnTo>
                <a:lnTo>
                  <a:pt x="20950" y="7534"/>
                </a:lnTo>
                <a:lnTo>
                  <a:pt x="20332" y="8093"/>
                </a:lnTo>
                <a:lnTo>
                  <a:pt x="19008" y="9285"/>
                </a:lnTo>
                <a:lnTo>
                  <a:pt x="18294" y="10035"/>
                </a:lnTo>
                <a:lnTo>
                  <a:pt x="17066" y="11468"/>
                </a:lnTo>
                <a:lnTo>
                  <a:pt x="16577" y="11977"/>
                </a:lnTo>
                <a:lnTo>
                  <a:pt x="15426" y="13919"/>
                </a:lnTo>
                <a:lnTo>
                  <a:pt x="15123" y="14284"/>
                </a:lnTo>
                <a:lnTo>
                  <a:pt x="14231" y="15861"/>
                </a:lnTo>
                <a:lnTo>
                  <a:pt x="13355" y="17804"/>
                </a:lnTo>
                <a:lnTo>
                  <a:pt x="13181" y="18033"/>
                </a:lnTo>
                <a:lnTo>
                  <a:pt x="12360" y="19746"/>
                </a:lnTo>
                <a:lnTo>
                  <a:pt x="11968" y="21688"/>
                </a:lnTo>
                <a:lnTo>
                  <a:pt x="11239" y="23457"/>
                </a:lnTo>
                <a:lnTo>
                  <a:pt x="11131" y="23630"/>
                </a:lnTo>
                <a:lnTo>
                  <a:pt x="10493" y="25573"/>
                </a:lnTo>
                <a:lnTo>
                  <a:pt x="10248" y="27515"/>
                </a:lnTo>
                <a:lnTo>
                  <a:pt x="9976" y="29457"/>
                </a:lnTo>
                <a:lnTo>
                  <a:pt x="9599" y="31399"/>
                </a:lnTo>
                <a:lnTo>
                  <a:pt x="9297" y="32973"/>
                </a:lnTo>
                <a:lnTo>
                  <a:pt x="9217" y="33341"/>
                </a:lnTo>
                <a:lnTo>
                  <a:pt x="9111" y="35284"/>
                </a:lnTo>
                <a:lnTo>
                  <a:pt x="9297" y="36012"/>
                </a:lnTo>
                <a:lnTo>
                  <a:pt x="9588" y="37226"/>
                </a:lnTo>
                <a:lnTo>
                  <a:pt x="9956" y="39168"/>
                </a:lnTo>
                <a:lnTo>
                  <a:pt x="10268" y="41110"/>
                </a:lnTo>
                <a:lnTo>
                  <a:pt x="11239" y="42660"/>
                </a:lnTo>
                <a:lnTo>
                  <a:pt x="11594" y="43053"/>
                </a:lnTo>
                <a:lnTo>
                  <a:pt x="12890" y="44995"/>
                </a:lnTo>
                <a:lnTo>
                  <a:pt x="13181" y="45286"/>
                </a:lnTo>
                <a:lnTo>
                  <a:pt x="15123" y="46255"/>
                </a:lnTo>
                <a:lnTo>
                  <a:pt x="16344" y="46937"/>
                </a:lnTo>
                <a:lnTo>
                  <a:pt x="17066" y="47405"/>
                </a:lnTo>
                <a:lnTo>
                  <a:pt x="19008" y="47711"/>
                </a:lnTo>
                <a:lnTo>
                  <a:pt x="20950" y="47807"/>
                </a:lnTo>
                <a:lnTo>
                  <a:pt x="22892" y="47609"/>
                </a:lnTo>
                <a:lnTo>
                  <a:pt x="24834" y="47183"/>
                </a:lnTo>
                <a:lnTo>
                  <a:pt x="25183" y="46937"/>
                </a:lnTo>
                <a:lnTo>
                  <a:pt x="26776" y="46163"/>
                </a:lnTo>
                <a:lnTo>
                  <a:pt x="28718" y="45591"/>
                </a:lnTo>
                <a:lnTo>
                  <a:pt x="29440" y="44995"/>
                </a:lnTo>
                <a:lnTo>
                  <a:pt x="30661" y="44094"/>
                </a:lnTo>
                <a:lnTo>
                  <a:pt x="31994" y="43053"/>
                </a:lnTo>
                <a:lnTo>
                  <a:pt x="32603" y="42498"/>
                </a:lnTo>
                <a:lnTo>
                  <a:pt x="34065" y="41110"/>
                </a:lnTo>
                <a:lnTo>
                  <a:pt x="34545" y="40607"/>
                </a:lnTo>
                <a:lnTo>
                  <a:pt x="35719" y="39168"/>
                </a:lnTo>
                <a:lnTo>
                  <a:pt x="36487" y="38303"/>
                </a:lnTo>
                <a:lnTo>
                  <a:pt x="37351" y="37226"/>
                </a:lnTo>
                <a:lnTo>
                  <a:pt x="38127" y="35284"/>
                </a:lnTo>
                <a:lnTo>
                  <a:pt x="38429" y="34900"/>
                </a:lnTo>
                <a:lnTo>
                  <a:pt x="39276" y="33341"/>
                </a:lnTo>
                <a:lnTo>
                  <a:pt x="39948" y="31399"/>
                </a:lnTo>
                <a:lnTo>
                  <a:pt x="40371" y="30588"/>
                </a:lnTo>
                <a:lnTo>
                  <a:pt x="40914" y="29457"/>
                </a:lnTo>
                <a:lnTo>
                  <a:pt x="41334" y="27515"/>
                </a:lnTo>
                <a:lnTo>
                  <a:pt x="41732" y="25573"/>
                </a:lnTo>
                <a:lnTo>
                  <a:pt x="42313" y="23808"/>
                </a:lnTo>
                <a:lnTo>
                  <a:pt x="42394" y="23630"/>
                </a:lnTo>
                <a:lnTo>
                  <a:pt x="42880" y="21688"/>
                </a:lnTo>
                <a:lnTo>
                  <a:pt x="43165" y="19746"/>
                </a:lnTo>
                <a:lnTo>
                  <a:pt x="43304" y="17804"/>
                </a:lnTo>
                <a:lnTo>
                  <a:pt x="43354" y="15861"/>
                </a:lnTo>
                <a:lnTo>
                  <a:pt x="43219" y="13919"/>
                </a:lnTo>
                <a:lnTo>
                  <a:pt x="42992" y="11977"/>
                </a:lnTo>
                <a:lnTo>
                  <a:pt x="42351" y="10035"/>
                </a:lnTo>
                <a:lnTo>
                  <a:pt x="42313" y="9994"/>
                </a:lnTo>
                <a:lnTo>
                  <a:pt x="41242" y="8093"/>
                </a:lnTo>
                <a:lnTo>
                  <a:pt x="40371" y="6968"/>
                </a:lnTo>
                <a:lnTo>
                  <a:pt x="39573" y="6150"/>
                </a:lnTo>
                <a:lnTo>
                  <a:pt x="38429" y="5243"/>
                </a:lnTo>
                <a:lnTo>
                  <a:pt x="36637" y="4208"/>
                </a:lnTo>
                <a:lnTo>
                  <a:pt x="36487" y="4073"/>
                </a:lnTo>
                <a:lnTo>
                  <a:pt x="34545" y="3517"/>
                </a:lnTo>
                <a:lnTo>
                  <a:pt x="32603" y="3289"/>
                </a:lnTo>
                <a:lnTo>
                  <a:pt x="30661" y="3357"/>
                </a:lnTo>
                <a:lnTo>
                  <a:pt x="28718" y="35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symskill-math-6-glyph-2">
            <a:extLst xmlns:a="http://schemas.openxmlformats.org/drawingml/2006/main">
              <a:ext uri="{FF2B5EF4-FFF2-40B4-BE49-F238E27FC236}">
                <a16:creationId xmlns:a16="http://schemas.microsoft.com/office/drawing/2014/main" id="{21C3E078-4074-492A-B86C-873BF32C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0928" y="1419147"/>
            <a:ext cx="9562" cy="9573"/>
          </a:xfrm>
          <a:custGeom xmlns:a="http://schemas.openxmlformats.org/drawingml/2006/main">
            <a:pathLst>
              <a:path w="9562" h="9573">
                <a:moveTo>
                  <a:pt x="1732" y="987"/>
                </a:moveTo>
                <a:lnTo>
                  <a:pt x="1979" y="741"/>
                </a:lnTo>
                <a:lnTo>
                  <a:pt x="3922" y="0"/>
                </a:lnTo>
                <a:lnTo>
                  <a:pt x="5864" y="20"/>
                </a:lnTo>
                <a:lnTo>
                  <a:pt x="7806" y="965"/>
                </a:lnTo>
                <a:lnTo>
                  <a:pt x="7828" y="987"/>
                </a:lnTo>
                <a:lnTo>
                  <a:pt x="9116" y="2929"/>
                </a:lnTo>
                <a:lnTo>
                  <a:pt x="9562" y="4872"/>
                </a:lnTo>
                <a:lnTo>
                  <a:pt x="9013" y="6814"/>
                </a:lnTo>
                <a:lnTo>
                  <a:pt x="7806" y="8347"/>
                </a:lnTo>
                <a:lnTo>
                  <a:pt x="7273" y="8756"/>
                </a:lnTo>
                <a:lnTo>
                  <a:pt x="5864" y="9552"/>
                </a:lnTo>
                <a:lnTo>
                  <a:pt x="3922" y="9573"/>
                </a:lnTo>
                <a:lnTo>
                  <a:pt x="2359" y="8756"/>
                </a:lnTo>
                <a:lnTo>
                  <a:pt x="1979" y="8465"/>
                </a:lnTo>
                <a:lnTo>
                  <a:pt x="662" y="6814"/>
                </a:lnTo>
                <a:lnTo>
                  <a:pt x="37" y="4949"/>
                </a:lnTo>
                <a:lnTo>
                  <a:pt x="0" y="4872"/>
                </a:lnTo>
                <a:lnTo>
                  <a:pt x="37" y="4764"/>
                </a:lnTo>
                <a:lnTo>
                  <a:pt x="523" y="2929"/>
                </a:lnTo>
                <a:lnTo>
                  <a:pt x="1732" y="9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symskill-math-6-glyph-3">
            <a:extLst xmlns:a="http://schemas.openxmlformats.org/drawingml/2006/main">
              <a:ext uri="{FF2B5EF4-FFF2-40B4-BE49-F238E27FC236}">
                <a16:creationId xmlns:a16="http://schemas.microsoft.com/office/drawing/2014/main" id="{50DCF352-6EE0-42A9-8585-71CF455F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5661" y="1423910"/>
            <a:ext cx="31609" cy="50282"/>
          </a:xfrm>
          <a:custGeom xmlns:a="http://schemas.openxmlformats.org/drawingml/2006/main">
            <a:pathLst>
              <a:path w="31609" h="50282">
                <a:moveTo>
                  <a:pt x="14101" y="108"/>
                </a:moveTo>
                <a:lnTo>
                  <a:pt x="14352" y="0"/>
                </a:lnTo>
                <a:lnTo>
                  <a:pt x="14490" y="108"/>
                </a:lnTo>
                <a:lnTo>
                  <a:pt x="15590" y="2050"/>
                </a:lnTo>
                <a:lnTo>
                  <a:pt x="15590" y="3992"/>
                </a:lnTo>
                <a:lnTo>
                  <a:pt x="15590" y="5935"/>
                </a:lnTo>
                <a:lnTo>
                  <a:pt x="15590" y="7877"/>
                </a:lnTo>
                <a:lnTo>
                  <a:pt x="15590" y="9819"/>
                </a:lnTo>
                <a:lnTo>
                  <a:pt x="15590" y="11761"/>
                </a:lnTo>
                <a:lnTo>
                  <a:pt x="15590" y="13703"/>
                </a:lnTo>
                <a:lnTo>
                  <a:pt x="16294" y="14490"/>
                </a:lnTo>
                <a:lnTo>
                  <a:pt x="18237" y="14794"/>
                </a:lnTo>
                <a:lnTo>
                  <a:pt x="20179" y="14794"/>
                </a:lnTo>
                <a:lnTo>
                  <a:pt x="22121" y="14794"/>
                </a:lnTo>
                <a:lnTo>
                  <a:pt x="24063" y="14794"/>
                </a:lnTo>
                <a:lnTo>
                  <a:pt x="26005" y="14794"/>
                </a:lnTo>
                <a:lnTo>
                  <a:pt x="27947" y="14794"/>
                </a:lnTo>
                <a:lnTo>
                  <a:pt x="29889" y="15638"/>
                </a:lnTo>
                <a:lnTo>
                  <a:pt x="29897" y="15646"/>
                </a:lnTo>
                <a:lnTo>
                  <a:pt x="29984" y="17588"/>
                </a:lnTo>
                <a:lnTo>
                  <a:pt x="29889" y="17682"/>
                </a:lnTo>
                <a:lnTo>
                  <a:pt x="27947" y="18494"/>
                </a:lnTo>
                <a:lnTo>
                  <a:pt x="26005" y="18494"/>
                </a:lnTo>
                <a:lnTo>
                  <a:pt x="24063" y="18494"/>
                </a:lnTo>
                <a:lnTo>
                  <a:pt x="22121" y="18494"/>
                </a:lnTo>
                <a:lnTo>
                  <a:pt x="20179" y="18494"/>
                </a:lnTo>
                <a:lnTo>
                  <a:pt x="18237" y="18494"/>
                </a:lnTo>
                <a:lnTo>
                  <a:pt x="16294" y="18781"/>
                </a:lnTo>
                <a:lnTo>
                  <a:pt x="15590" y="19530"/>
                </a:lnTo>
                <a:lnTo>
                  <a:pt x="15590" y="21472"/>
                </a:lnTo>
                <a:lnTo>
                  <a:pt x="15590" y="23415"/>
                </a:lnTo>
                <a:lnTo>
                  <a:pt x="15590" y="25357"/>
                </a:lnTo>
                <a:lnTo>
                  <a:pt x="15590" y="27299"/>
                </a:lnTo>
                <a:lnTo>
                  <a:pt x="15590" y="29241"/>
                </a:lnTo>
                <a:lnTo>
                  <a:pt x="15590" y="31183"/>
                </a:lnTo>
                <a:lnTo>
                  <a:pt x="15590" y="33126"/>
                </a:lnTo>
                <a:lnTo>
                  <a:pt x="15590" y="35068"/>
                </a:lnTo>
                <a:lnTo>
                  <a:pt x="15590" y="37010"/>
                </a:lnTo>
                <a:lnTo>
                  <a:pt x="15597" y="38952"/>
                </a:lnTo>
                <a:lnTo>
                  <a:pt x="15656" y="40895"/>
                </a:lnTo>
                <a:lnTo>
                  <a:pt x="16084" y="42837"/>
                </a:lnTo>
                <a:lnTo>
                  <a:pt x="16294" y="43144"/>
                </a:lnTo>
                <a:lnTo>
                  <a:pt x="17088" y="44779"/>
                </a:lnTo>
                <a:lnTo>
                  <a:pt x="18237" y="46169"/>
                </a:lnTo>
                <a:lnTo>
                  <a:pt x="18941" y="46721"/>
                </a:lnTo>
                <a:lnTo>
                  <a:pt x="20179" y="47490"/>
                </a:lnTo>
                <a:lnTo>
                  <a:pt x="22121" y="47614"/>
                </a:lnTo>
                <a:lnTo>
                  <a:pt x="24063" y="47248"/>
                </a:lnTo>
                <a:lnTo>
                  <a:pt x="24691" y="46721"/>
                </a:lnTo>
                <a:lnTo>
                  <a:pt x="26005" y="45693"/>
                </a:lnTo>
                <a:lnTo>
                  <a:pt x="26820" y="44779"/>
                </a:lnTo>
                <a:lnTo>
                  <a:pt x="27543" y="42837"/>
                </a:lnTo>
                <a:lnTo>
                  <a:pt x="27947" y="41452"/>
                </a:lnTo>
                <a:lnTo>
                  <a:pt x="28133" y="40895"/>
                </a:lnTo>
                <a:lnTo>
                  <a:pt x="28458" y="38952"/>
                </a:lnTo>
                <a:lnTo>
                  <a:pt x="28482" y="37010"/>
                </a:lnTo>
                <a:lnTo>
                  <a:pt x="29814" y="35068"/>
                </a:lnTo>
                <a:lnTo>
                  <a:pt x="29889" y="35016"/>
                </a:lnTo>
                <a:lnTo>
                  <a:pt x="29981" y="35068"/>
                </a:lnTo>
                <a:lnTo>
                  <a:pt x="31609" y="37010"/>
                </a:lnTo>
                <a:lnTo>
                  <a:pt x="31597" y="38952"/>
                </a:lnTo>
                <a:lnTo>
                  <a:pt x="31280" y="40895"/>
                </a:lnTo>
                <a:lnTo>
                  <a:pt x="31000" y="42837"/>
                </a:lnTo>
                <a:lnTo>
                  <a:pt x="30555" y="44779"/>
                </a:lnTo>
                <a:lnTo>
                  <a:pt x="29889" y="45618"/>
                </a:lnTo>
                <a:lnTo>
                  <a:pt x="29068" y="46721"/>
                </a:lnTo>
                <a:lnTo>
                  <a:pt x="27947" y="47865"/>
                </a:lnTo>
                <a:lnTo>
                  <a:pt x="26934" y="48663"/>
                </a:lnTo>
                <a:lnTo>
                  <a:pt x="26005" y="49399"/>
                </a:lnTo>
                <a:lnTo>
                  <a:pt x="24063" y="49832"/>
                </a:lnTo>
                <a:lnTo>
                  <a:pt x="22121" y="50173"/>
                </a:lnTo>
                <a:lnTo>
                  <a:pt x="20179" y="50282"/>
                </a:lnTo>
                <a:lnTo>
                  <a:pt x="18237" y="50039"/>
                </a:lnTo>
                <a:lnTo>
                  <a:pt x="16294" y="49712"/>
                </a:lnTo>
                <a:lnTo>
                  <a:pt x="14352" y="49166"/>
                </a:lnTo>
                <a:lnTo>
                  <a:pt x="13666" y="48663"/>
                </a:lnTo>
                <a:lnTo>
                  <a:pt x="12410" y="47868"/>
                </a:lnTo>
                <a:lnTo>
                  <a:pt x="11183" y="46721"/>
                </a:lnTo>
                <a:lnTo>
                  <a:pt x="10468" y="45900"/>
                </a:lnTo>
                <a:lnTo>
                  <a:pt x="9639" y="44779"/>
                </a:lnTo>
                <a:lnTo>
                  <a:pt x="9178" y="42837"/>
                </a:lnTo>
                <a:lnTo>
                  <a:pt x="8828" y="40895"/>
                </a:lnTo>
                <a:lnTo>
                  <a:pt x="8592" y="38952"/>
                </a:lnTo>
                <a:lnTo>
                  <a:pt x="8592" y="37010"/>
                </a:lnTo>
                <a:lnTo>
                  <a:pt x="8592" y="35068"/>
                </a:lnTo>
                <a:lnTo>
                  <a:pt x="8592" y="33126"/>
                </a:lnTo>
                <a:lnTo>
                  <a:pt x="8592" y="31183"/>
                </a:lnTo>
                <a:lnTo>
                  <a:pt x="8592" y="29241"/>
                </a:lnTo>
                <a:lnTo>
                  <a:pt x="8592" y="27299"/>
                </a:lnTo>
                <a:lnTo>
                  <a:pt x="8592" y="25357"/>
                </a:lnTo>
                <a:lnTo>
                  <a:pt x="8592" y="23415"/>
                </a:lnTo>
                <a:lnTo>
                  <a:pt x="8592" y="21472"/>
                </a:lnTo>
                <a:lnTo>
                  <a:pt x="8592" y="19530"/>
                </a:lnTo>
                <a:lnTo>
                  <a:pt x="8526" y="19460"/>
                </a:lnTo>
                <a:lnTo>
                  <a:pt x="6584" y="18494"/>
                </a:lnTo>
                <a:lnTo>
                  <a:pt x="4642" y="18494"/>
                </a:lnTo>
                <a:lnTo>
                  <a:pt x="2699" y="18494"/>
                </a:lnTo>
                <a:lnTo>
                  <a:pt x="757" y="18345"/>
                </a:lnTo>
                <a:lnTo>
                  <a:pt x="0" y="17588"/>
                </a:lnTo>
                <a:lnTo>
                  <a:pt x="757" y="15956"/>
                </a:lnTo>
                <a:lnTo>
                  <a:pt x="1285" y="15646"/>
                </a:lnTo>
                <a:lnTo>
                  <a:pt x="2699" y="15169"/>
                </a:lnTo>
                <a:lnTo>
                  <a:pt x="4642" y="14632"/>
                </a:lnTo>
                <a:lnTo>
                  <a:pt x="5874" y="13703"/>
                </a:lnTo>
                <a:lnTo>
                  <a:pt x="6584" y="13036"/>
                </a:lnTo>
                <a:lnTo>
                  <a:pt x="7941" y="11761"/>
                </a:lnTo>
                <a:lnTo>
                  <a:pt x="8526" y="11180"/>
                </a:lnTo>
                <a:lnTo>
                  <a:pt x="9571" y="9819"/>
                </a:lnTo>
                <a:lnTo>
                  <a:pt x="10468" y="8008"/>
                </a:lnTo>
                <a:lnTo>
                  <a:pt x="10576" y="7877"/>
                </a:lnTo>
                <a:lnTo>
                  <a:pt x="11401" y="5935"/>
                </a:lnTo>
                <a:lnTo>
                  <a:pt x="11642" y="3992"/>
                </a:lnTo>
                <a:lnTo>
                  <a:pt x="11891" y="2050"/>
                </a:lnTo>
                <a:lnTo>
                  <a:pt x="12410" y="1119"/>
                </a:lnTo>
                <a:lnTo>
                  <a:pt x="14101" y="1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symskill-math-6-glyph-4">
            <a:extLst xmlns:a="http://schemas.openxmlformats.org/drawingml/2006/main">
              <a:ext uri="{FF2B5EF4-FFF2-40B4-BE49-F238E27FC236}">
                <a16:creationId xmlns:a16="http://schemas.microsoft.com/office/drawing/2014/main" id="{14A3EB26-A9DC-4108-B03F-1C1C7E97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6933" y="1438210"/>
            <a:ext cx="19663" cy="35303"/>
          </a:xfrm>
          <a:custGeom xmlns:a="http://schemas.openxmlformats.org/drawingml/2006/main">
            <a:pathLst>
              <a:path w="19663" h="35303">
                <a:moveTo>
                  <a:pt x="627" y="1346"/>
                </a:moveTo>
                <a:lnTo>
                  <a:pt x="2090" y="427"/>
                </a:lnTo>
                <a:lnTo>
                  <a:pt x="4032" y="359"/>
                </a:lnTo>
                <a:lnTo>
                  <a:pt x="5974" y="292"/>
                </a:lnTo>
                <a:lnTo>
                  <a:pt x="7916" y="210"/>
                </a:lnTo>
                <a:lnTo>
                  <a:pt x="9858" y="114"/>
                </a:lnTo>
                <a:lnTo>
                  <a:pt x="11801" y="0"/>
                </a:lnTo>
                <a:lnTo>
                  <a:pt x="13474" y="1346"/>
                </a:lnTo>
                <a:lnTo>
                  <a:pt x="13474" y="3288"/>
                </a:lnTo>
                <a:lnTo>
                  <a:pt x="13474" y="5230"/>
                </a:lnTo>
                <a:lnTo>
                  <a:pt x="13474" y="7173"/>
                </a:lnTo>
                <a:lnTo>
                  <a:pt x="13474" y="9115"/>
                </a:lnTo>
                <a:lnTo>
                  <a:pt x="13474" y="11057"/>
                </a:lnTo>
                <a:lnTo>
                  <a:pt x="13474" y="12999"/>
                </a:lnTo>
                <a:lnTo>
                  <a:pt x="13474" y="14941"/>
                </a:lnTo>
                <a:lnTo>
                  <a:pt x="13474" y="16884"/>
                </a:lnTo>
                <a:lnTo>
                  <a:pt x="13474" y="18826"/>
                </a:lnTo>
                <a:lnTo>
                  <a:pt x="13474" y="20768"/>
                </a:lnTo>
                <a:lnTo>
                  <a:pt x="13474" y="22710"/>
                </a:lnTo>
                <a:lnTo>
                  <a:pt x="13474" y="24653"/>
                </a:lnTo>
                <a:lnTo>
                  <a:pt x="13474" y="26595"/>
                </a:lnTo>
                <a:lnTo>
                  <a:pt x="13508" y="28537"/>
                </a:lnTo>
                <a:lnTo>
                  <a:pt x="13743" y="29231"/>
                </a:lnTo>
                <a:lnTo>
                  <a:pt x="14127" y="30479"/>
                </a:lnTo>
                <a:lnTo>
                  <a:pt x="15685" y="31528"/>
                </a:lnTo>
                <a:lnTo>
                  <a:pt x="17627" y="31636"/>
                </a:lnTo>
                <a:lnTo>
                  <a:pt x="19274" y="32421"/>
                </a:lnTo>
                <a:lnTo>
                  <a:pt x="19569" y="33790"/>
                </a:lnTo>
                <a:lnTo>
                  <a:pt x="19663" y="34364"/>
                </a:lnTo>
                <a:lnTo>
                  <a:pt x="19569" y="34458"/>
                </a:lnTo>
                <a:lnTo>
                  <a:pt x="17627" y="35303"/>
                </a:lnTo>
                <a:lnTo>
                  <a:pt x="15685" y="35265"/>
                </a:lnTo>
                <a:lnTo>
                  <a:pt x="13743" y="35224"/>
                </a:lnTo>
                <a:lnTo>
                  <a:pt x="11801" y="35180"/>
                </a:lnTo>
                <a:lnTo>
                  <a:pt x="9858" y="35149"/>
                </a:lnTo>
                <a:lnTo>
                  <a:pt x="7916" y="35185"/>
                </a:lnTo>
                <a:lnTo>
                  <a:pt x="5974" y="35229"/>
                </a:lnTo>
                <a:lnTo>
                  <a:pt x="4032" y="35265"/>
                </a:lnTo>
                <a:lnTo>
                  <a:pt x="2090" y="35303"/>
                </a:lnTo>
                <a:lnTo>
                  <a:pt x="148" y="34511"/>
                </a:lnTo>
                <a:lnTo>
                  <a:pt x="0" y="34364"/>
                </a:lnTo>
                <a:lnTo>
                  <a:pt x="148" y="33477"/>
                </a:lnTo>
                <a:lnTo>
                  <a:pt x="388" y="32421"/>
                </a:lnTo>
                <a:lnTo>
                  <a:pt x="2090" y="31626"/>
                </a:lnTo>
                <a:lnTo>
                  <a:pt x="4032" y="31556"/>
                </a:lnTo>
                <a:lnTo>
                  <a:pt x="5974" y="30990"/>
                </a:lnTo>
                <a:lnTo>
                  <a:pt x="6485" y="30479"/>
                </a:lnTo>
                <a:lnTo>
                  <a:pt x="6821" y="28537"/>
                </a:lnTo>
                <a:lnTo>
                  <a:pt x="6830" y="26595"/>
                </a:lnTo>
                <a:lnTo>
                  <a:pt x="6830" y="24653"/>
                </a:lnTo>
                <a:lnTo>
                  <a:pt x="6830" y="22710"/>
                </a:lnTo>
                <a:lnTo>
                  <a:pt x="6830" y="20768"/>
                </a:lnTo>
                <a:lnTo>
                  <a:pt x="6830" y="18826"/>
                </a:lnTo>
                <a:lnTo>
                  <a:pt x="6830" y="16884"/>
                </a:lnTo>
                <a:lnTo>
                  <a:pt x="6830" y="14941"/>
                </a:lnTo>
                <a:lnTo>
                  <a:pt x="6830" y="12999"/>
                </a:lnTo>
                <a:lnTo>
                  <a:pt x="6830" y="11057"/>
                </a:lnTo>
                <a:lnTo>
                  <a:pt x="6825" y="9115"/>
                </a:lnTo>
                <a:lnTo>
                  <a:pt x="6743" y="7173"/>
                </a:lnTo>
                <a:lnTo>
                  <a:pt x="5974" y="5711"/>
                </a:lnTo>
                <a:lnTo>
                  <a:pt x="5579" y="5230"/>
                </a:lnTo>
                <a:lnTo>
                  <a:pt x="4032" y="4342"/>
                </a:lnTo>
                <a:lnTo>
                  <a:pt x="2090" y="4240"/>
                </a:lnTo>
                <a:lnTo>
                  <a:pt x="565" y="3288"/>
                </a:lnTo>
                <a:lnTo>
                  <a:pt x="627" y="13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symskill-math-6-glyph-5">
            <a:extLst xmlns:a="http://schemas.openxmlformats.org/drawingml/2006/main">
              <a:ext uri="{FF2B5EF4-FFF2-40B4-BE49-F238E27FC236}">
                <a16:creationId xmlns:a16="http://schemas.microsoft.com/office/drawing/2014/main" id="{0A70A388-6E40-4EC6-84A3-C01958C1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9806" y="1438180"/>
            <a:ext cx="48396" cy="35345"/>
          </a:xfrm>
          <a:custGeom xmlns:a="http://schemas.openxmlformats.org/drawingml/2006/main">
            <a:pathLst>
              <a:path w="48396" h="35345">
                <a:moveTo>
                  <a:pt x="144" y="1376"/>
                </a:moveTo>
                <a:lnTo>
                  <a:pt x="291" y="1228"/>
                </a:lnTo>
                <a:lnTo>
                  <a:pt x="2233" y="440"/>
                </a:lnTo>
                <a:lnTo>
                  <a:pt x="4176" y="377"/>
                </a:lnTo>
                <a:lnTo>
                  <a:pt x="6118" y="304"/>
                </a:lnTo>
                <a:lnTo>
                  <a:pt x="8060" y="219"/>
                </a:lnTo>
                <a:lnTo>
                  <a:pt x="10002" y="119"/>
                </a:lnTo>
                <a:lnTo>
                  <a:pt x="11944" y="0"/>
                </a:lnTo>
                <a:lnTo>
                  <a:pt x="13182" y="1376"/>
                </a:lnTo>
                <a:lnTo>
                  <a:pt x="13182" y="3318"/>
                </a:lnTo>
                <a:lnTo>
                  <a:pt x="13254" y="5260"/>
                </a:lnTo>
                <a:lnTo>
                  <a:pt x="13886" y="6107"/>
                </a:lnTo>
                <a:lnTo>
                  <a:pt x="14752" y="5260"/>
                </a:lnTo>
                <a:lnTo>
                  <a:pt x="15828" y="4490"/>
                </a:lnTo>
                <a:lnTo>
                  <a:pt x="17208" y="3318"/>
                </a:lnTo>
                <a:lnTo>
                  <a:pt x="17771" y="2791"/>
                </a:lnTo>
                <a:lnTo>
                  <a:pt x="19713" y="2025"/>
                </a:lnTo>
                <a:lnTo>
                  <a:pt x="20767" y="1376"/>
                </a:lnTo>
                <a:lnTo>
                  <a:pt x="21655" y="802"/>
                </a:lnTo>
                <a:lnTo>
                  <a:pt x="23597" y="397"/>
                </a:lnTo>
                <a:lnTo>
                  <a:pt x="25539" y="245"/>
                </a:lnTo>
                <a:lnTo>
                  <a:pt x="27481" y="30"/>
                </a:lnTo>
                <a:lnTo>
                  <a:pt x="29423" y="15"/>
                </a:lnTo>
                <a:lnTo>
                  <a:pt x="31365" y="179"/>
                </a:lnTo>
                <a:lnTo>
                  <a:pt x="33308" y="326"/>
                </a:lnTo>
                <a:lnTo>
                  <a:pt x="35250" y="779"/>
                </a:lnTo>
                <a:lnTo>
                  <a:pt x="36266" y="1376"/>
                </a:lnTo>
                <a:lnTo>
                  <a:pt x="37192" y="1935"/>
                </a:lnTo>
                <a:lnTo>
                  <a:pt x="38843" y="3318"/>
                </a:lnTo>
                <a:lnTo>
                  <a:pt x="39134" y="3617"/>
                </a:lnTo>
                <a:lnTo>
                  <a:pt x="40377" y="5260"/>
                </a:lnTo>
                <a:lnTo>
                  <a:pt x="41076" y="6571"/>
                </a:lnTo>
                <a:lnTo>
                  <a:pt x="41480" y="7202"/>
                </a:lnTo>
                <a:lnTo>
                  <a:pt x="41828" y="9145"/>
                </a:lnTo>
                <a:lnTo>
                  <a:pt x="41937" y="11087"/>
                </a:lnTo>
                <a:lnTo>
                  <a:pt x="41946" y="13029"/>
                </a:lnTo>
                <a:lnTo>
                  <a:pt x="41946" y="14971"/>
                </a:lnTo>
                <a:lnTo>
                  <a:pt x="41946" y="16914"/>
                </a:lnTo>
                <a:lnTo>
                  <a:pt x="41946" y="18856"/>
                </a:lnTo>
                <a:lnTo>
                  <a:pt x="41946" y="20798"/>
                </a:lnTo>
                <a:lnTo>
                  <a:pt x="41946" y="22740"/>
                </a:lnTo>
                <a:lnTo>
                  <a:pt x="41946" y="24682"/>
                </a:lnTo>
                <a:lnTo>
                  <a:pt x="41946" y="26625"/>
                </a:lnTo>
                <a:lnTo>
                  <a:pt x="41956" y="28567"/>
                </a:lnTo>
                <a:lnTo>
                  <a:pt x="42183" y="30509"/>
                </a:lnTo>
                <a:lnTo>
                  <a:pt x="43018" y="31333"/>
                </a:lnTo>
                <a:lnTo>
                  <a:pt x="44960" y="31610"/>
                </a:lnTo>
                <a:lnTo>
                  <a:pt x="46903" y="31666"/>
                </a:lnTo>
                <a:lnTo>
                  <a:pt x="48120" y="32451"/>
                </a:lnTo>
                <a:lnTo>
                  <a:pt x="48396" y="34394"/>
                </a:lnTo>
                <a:lnTo>
                  <a:pt x="46903" y="35341"/>
                </a:lnTo>
                <a:lnTo>
                  <a:pt x="44960" y="35304"/>
                </a:lnTo>
                <a:lnTo>
                  <a:pt x="43018" y="35268"/>
                </a:lnTo>
                <a:lnTo>
                  <a:pt x="41076" y="35230"/>
                </a:lnTo>
                <a:lnTo>
                  <a:pt x="39134" y="35184"/>
                </a:lnTo>
                <a:lnTo>
                  <a:pt x="37192" y="35189"/>
                </a:lnTo>
                <a:lnTo>
                  <a:pt x="35250" y="35235"/>
                </a:lnTo>
                <a:lnTo>
                  <a:pt x="33308" y="35273"/>
                </a:lnTo>
                <a:lnTo>
                  <a:pt x="31365" y="35308"/>
                </a:lnTo>
                <a:lnTo>
                  <a:pt x="29423" y="35345"/>
                </a:lnTo>
                <a:lnTo>
                  <a:pt x="28178" y="34394"/>
                </a:lnTo>
                <a:lnTo>
                  <a:pt x="28411" y="32451"/>
                </a:lnTo>
                <a:lnTo>
                  <a:pt x="29423" y="31672"/>
                </a:lnTo>
                <a:lnTo>
                  <a:pt x="31365" y="31620"/>
                </a:lnTo>
                <a:lnTo>
                  <a:pt x="33308" y="31417"/>
                </a:lnTo>
                <a:lnTo>
                  <a:pt x="34283" y="30509"/>
                </a:lnTo>
                <a:lnTo>
                  <a:pt x="34540" y="28567"/>
                </a:lnTo>
                <a:lnTo>
                  <a:pt x="34552" y="26625"/>
                </a:lnTo>
                <a:lnTo>
                  <a:pt x="34552" y="24682"/>
                </a:lnTo>
                <a:lnTo>
                  <a:pt x="34552" y="22740"/>
                </a:lnTo>
                <a:lnTo>
                  <a:pt x="34552" y="20798"/>
                </a:lnTo>
                <a:lnTo>
                  <a:pt x="34552" y="18856"/>
                </a:lnTo>
                <a:lnTo>
                  <a:pt x="34552" y="16914"/>
                </a:lnTo>
                <a:lnTo>
                  <a:pt x="34552" y="14971"/>
                </a:lnTo>
                <a:lnTo>
                  <a:pt x="34552" y="13029"/>
                </a:lnTo>
                <a:lnTo>
                  <a:pt x="34533" y="11087"/>
                </a:lnTo>
                <a:lnTo>
                  <a:pt x="34428" y="9145"/>
                </a:lnTo>
                <a:lnTo>
                  <a:pt x="34262" y="7202"/>
                </a:lnTo>
                <a:lnTo>
                  <a:pt x="33554" y="5260"/>
                </a:lnTo>
                <a:lnTo>
                  <a:pt x="33308" y="5009"/>
                </a:lnTo>
                <a:lnTo>
                  <a:pt x="31365" y="3326"/>
                </a:lnTo>
                <a:lnTo>
                  <a:pt x="31353" y="3318"/>
                </a:lnTo>
                <a:lnTo>
                  <a:pt x="29423" y="2584"/>
                </a:lnTo>
                <a:lnTo>
                  <a:pt x="27481" y="2403"/>
                </a:lnTo>
                <a:lnTo>
                  <a:pt x="25539" y="2522"/>
                </a:lnTo>
                <a:lnTo>
                  <a:pt x="23597" y="2782"/>
                </a:lnTo>
                <a:lnTo>
                  <a:pt x="22656" y="3318"/>
                </a:lnTo>
                <a:lnTo>
                  <a:pt x="21655" y="3869"/>
                </a:lnTo>
                <a:lnTo>
                  <a:pt x="19713" y="4482"/>
                </a:lnTo>
                <a:lnTo>
                  <a:pt x="18764" y="5260"/>
                </a:lnTo>
                <a:lnTo>
                  <a:pt x="17771" y="6184"/>
                </a:lnTo>
                <a:lnTo>
                  <a:pt x="16814" y="7202"/>
                </a:lnTo>
                <a:lnTo>
                  <a:pt x="15828" y="8331"/>
                </a:lnTo>
                <a:lnTo>
                  <a:pt x="15124" y="9145"/>
                </a:lnTo>
                <a:lnTo>
                  <a:pt x="14638" y="11087"/>
                </a:lnTo>
                <a:lnTo>
                  <a:pt x="14300" y="13029"/>
                </a:lnTo>
                <a:lnTo>
                  <a:pt x="14072" y="14971"/>
                </a:lnTo>
                <a:lnTo>
                  <a:pt x="14047" y="16914"/>
                </a:lnTo>
                <a:lnTo>
                  <a:pt x="14047" y="18856"/>
                </a:lnTo>
                <a:lnTo>
                  <a:pt x="14047" y="20798"/>
                </a:lnTo>
                <a:lnTo>
                  <a:pt x="14047" y="22740"/>
                </a:lnTo>
                <a:lnTo>
                  <a:pt x="14047" y="24682"/>
                </a:lnTo>
                <a:lnTo>
                  <a:pt x="14047" y="26625"/>
                </a:lnTo>
                <a:lnTo>
                  <a:pt x="14072" y="28567"/>
                </a:lnTo>
                <a:lnTo>
                  <a:pt x="14517" y="30509"/>
                </a:lnTo>
                <a:lnTo>
                  <a:pt x="15828" y="31501"/>
                </a:lnTo>
                <a:lnTo>
                  <a:pt x="17771" y="31635"/>
                </a:lnTo>
                <a:lnTo>
                  <a:pt x="19713" y="31694"/>
                </a:lnTo>
                <a:lnTo>
                  <a:pt x="20470" y="32451"/>
                </a:lnTo>
                <a:lnTo>
                  <a:pt x="20656" y="34394"/>
                </a:lnTo>
                <a:lnTo>
                  <a:pt x="19713" y="35337"/>
                </a:lnTo>
                <a:lnTo>
                  <a:pt x="17771" y="35317"/>
                </a:lnTo>
                <a:lnTo>
                  <a:pt x="15828" y="35282"/>
                </a:lnTo>
                <a:lnTo>
                  <a:pt x="13886" y="35245"/>
                </a:lnTo>
                <a:lnTo>
                  <a:pt x="11944" y="35200"/>
                </a:lnTo>
                <a:lnTo>
                  <a:pt x="10002" y="35179"/>
                </a:lnTo>
                <a:lnTo>
                  <a:pt x="8060" y="35220"/>
                </a:lnTo>
                <a:lnTo>
                  <a:pt x="6118" y="35259"/>
                </a:lnTo>
                <a:lnTo>
                  <a:pt x="4176" y="35295"/>
                </a:lnTo>
                <a:lnTo>
                  <a:pt x="2233" y="35333"/>
                </a:lnTo>
                <a:lnTo>
                  <a:pt x="291" y="34685"/>
                </a:lnTo>
                <a:lnTo>
                  <a:pt x="0" y="34394"/>
                </a:lnTo>
                <a:lnTo>
                  <a:pt x="291" y="32646"/>
                </a:lnTo>
                <a:lnTo>
                  <a:pt x="345" y="32451"/>
                </a:lnTo>
                <a:lnTo>
                  <a:pt x="2233" y="31656"/>
                </a:lnTo>
                <a:lnTo>
                  <a:pt x="4176" y="31576"/>
                </a:lnTo>
                <a:lnTo>
                  <a:pt x="6118" y="30913"/>
                </a:lnTo>
                <a:lnTo>
                  <a:pt x="6522" y="30509"/>
                </a:lnTo>
                <a:lnTo>
                  <a:pt x="6903" y="28567"/>
                </a:lnTo>
                <a:lnTo>
                  <a:pt x="6913" y="26625"/>
                </a:lnTo>
                <a:lnTo>
                  <a:pt x="6913" y="24682"/>
                </a:lnTo>
                <a:lnTo>
                  <a:pt x="6913" y="22740"/>
                </a:lnTo>
                <a:lnTo>
                  <a:pt x="6913" y="20798"/>
                </a:lnTo>
                <a:lnTo>
                  <a:pt x="6913" y="18856"/>
                </a:lnTo>
                <a:lnTo>
                  <a:pt x="6913" y="16914"/>
                </a:lnTo>
                <a:lnTo>
                  <a:pt x="6913" y="14971"/>
                </a:lnTo>
                <a:lnTo>
                  <a:pt x="6913" y="13029"/>
                </a:lnTo>
                <a:lnTo>
                  <a:pt x="6913" y="11087"/>
                </a:lnTo>
                <a:lnTo>
                  <a:pt x="6908" y="9145"/>
                </a:lnTo>
                <a:lnTo>
                  <a:pt x="6803" y="7202"/>
                </a:lnTo>
                <a:lnTo>
                  <a:pt x="6118" y="5986"/>
                </a:lnTo>
                <a:lnTo>
                  <a:pt x="5550" y="5260"/>
                </a:lnTo>
                <a:lnTo>
                  <a:pt x="4176" y="4404"/>
                </a:lnTo>
                <a:lnTo>
                  <a:pt x="2233" y="4278"/>
                </a:lnTo>
                <a:lnTo>
                  <a:pt x="291" y="3541"/>
                </a:lnTo>
                <a:lnTo>
                  <a:pt x="69" y="3318"/>
                </a:lnTo>
                <a:lnTo>
                  <a:pt x="144" y="13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symskill-math-6-glyph-6">
            <a:extLst xmlns:a="http://schemas.openxmlformats.org/drawingml/2006/main">
              <a:ext uri="{FF2B5EF4-FFF2-40B4-BE49-F238E27FC236}">
                <a16:creationId xmlns:a16="http://schemas.microsoft.com/office/drawing/2014/main" id="{B9116BBA-FA06-4EB6-9DDF-AACE8613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4331" y="1491705"/>
            <a:ext cx="47745" cy="51000"/>
          </a:xfrm>
          <a:custGeom xmlns:a="http://schemas.openxmlformats.org/drawingml/2006/main">
            <a:pathLst>
              <a:path w="47745" h="51000">
                <a:moveTo>
                  <a:pt x="29130" y="291"/>
                </a:moveTo>
                <a:lnTo>
                  <a:pt x="30186" y="118"/>
                </a:lnTo>
                <a:lnTo>
                  <a:pt x="32128" y="0"/>
                </a:lnTo>
                <a:lnTo>
                  <a:pt x="33584" y="291"/>
                </a:lnTo>
                <a:lnTo>
                  <a:pt x="34070" y="399"/>
                </a:lnTo>
                <a:lnTo>
                  <a:pt x="36012" y="751"/>
                </a:lnTo>
                <a:lnTo>
                  <a:pt x="37954" y="1158"/>
                </a:lnTo>
                <a:lnTo>
                  <a:pt x="39896" y="1774"/>
                </a:lnTo>
                <a:lnTo>
                  <a:pt x="40515" y="2234"/>
                </a:lnTo>
                <a:lnTo>
                  <a:pt x="41839" y="3075"/>
                </a:lnTo>
                <a:lnTo>
                  <a:pt x="42962" y="4176"/>
                </a:lnTo>
                <a:lnTo>
                  <a:pt x="43781" y="5021"/>
                </a:lnTo>
                <a:lnTo>
                  <a:pt x="44699" y="6118"/>
                </a:lnTo>
                <a:lnTo>
                  <a:pt x="45246" y="8060"/>
                </a:lnTo>
                <a:lnTo>
                  <a:pt x="45549" y="10002"/>
                </a:lnTo>
                <a:lnTo>
                  <a:pt x="45272" y="11945"/>
                </a:lnTo>
                <a:lnTo>
                  <a:pt x="44795" y="13887"/>
                </a:lnTo>
                <a:lnTo>
                  <a:pt x="43928" y="15829"/>
                </a:lnTo>
                <a:lnTo>
                  <a:pt x="43781" y="15979"/>
                </a:lnTo>
                <a:lnTo>
                  <a:pt x="42294" y="17771"/>
                </a:lnTo>
                <a:lnTo>
                  <a:pt x="41839" y="18230"/>
                </a:lnTo>
                <a:lnTo>
                  <a:pt x="39896" y="19691"/>
                </a:lnTo>
                <a:lnTo>
                  <a:pt x="39872" y="19714"/>
                </a:lnTo>
                <a:lnTo>
                  <a:pt x="37954" y="20736"/>
                </a:lnTo>
                <a:lnTo>
                  <a:pt x="36012" y="21534"/>
                </a:lnTo>
                <a:lnTo>
                  <a:pt x="35789" y="21656"/>
                </a:lnTo>
                <a:lnTo>
                  <a:pt x="34070" y="22315"/>
                </a:lnTo>
                <a:lnTo>
                  <a:pt x="32128" y="22643"/>
                </a:lnTo>
                <a:lnTo>
                  <a:pt x="30186" y="22919"/>
                </a:lnTo>
                <a:lnTo>
                  <a:pt x="28244" y="23203"/>
                </a:lnTo>
                <a:lnTo>
                  <a:pt x="26440" y="23598"/>
                </a:lnTo>
                <a:lnTo>
                  <a:pt x="26301" y="23635"/>
                </a:lnTo>
                <a:lnTo>
                  <a:pt x="24359" y="23932"/>
                </a:lnTo>
                <a:lnTo>
                  <a:pt x="22417" y="24092"/>
                </a:lnTo>
                <a:lnTo>
                  <a:pt x="20475" y="24194"/>
                </a:lnTo>
                <a:lnTo>
                  <a:pt x="18533" y="24237"/>
                </a:lnTo>
                <a:lnTo>
                  <a:pt x="16591" y="24244"/>
                </a:lnTo>
                <a:lnTo>
                  <a:pt x="14649" y="24244"/>
                </a:lnTo>
                <a:lnTo>
                  <a:pt x="12707" y="24244"/>
                </a:lnTo>
                <a:lnTo>
                  <a:pt x="10764" y="24629"/>
                </a:lnTo>
                <a:lnTo>
                  <a:pt x="10042" y="25540"/>
                </a:lnTo>
                <a:lnTo>
                  <a:pt x="9801" y="27482"/>
                </a:lnTo>
                <a:lnTo>
                  <a:pt x="9618" y="29425"/>
                </a:lnTo>
                <a:lnTo>
                  <a:pt x="9419" y="31367"/>
                </a:lnTo>
                <a:lnTo>
                  <a:pt x="9299" y="33309"/>
                </a:lnTo>
                <a:lnTo>
                  <a:pt x="9440" y="35251"/>
                </a:lnTo>
                <a:lnTo>
                  <a:pt x="9649" y="37194"/>
                </a:lnTo>
                <a:lnTo>
                  <a:pt x="9797" y="39136"/>
                </a:lnTo>
                <a:lnTo>
                  <a:pt x="10287" y="41078"/>
                </a:lnTo>
                <a:lnTo>
                  <a:pt x="10764" y="41689"/>
                </a:lnTo>
                <a:lnTo>
                  <a:pt x="11586" y="43020"/>
                </a:lnTo>
                <a:lnTo>
                  <a:pt x="12707" y="44529"/>
                </a:lnTo>
                <a:lnTo>
                  <a:pt x="13163" y="44962"/>
                </a:lnTo>
                <a:lnTo>
                  <a:pt x="14649" y="46051"/>
                </a:lnTo>
                <a:lnTo>
                  <a:pt x="16190" y="46905"/>
                </a:lnTo>
                <a:lnTo>
                  <a:pt x="16591" y="47207"/>
                </a:lnTo>
                <a:lnTo>
                  <a:pt x="18533" y="47603"/>
                </a:lnTo>
                <a:lnTo>
                  <a:pt x="20475" y="47806"/>
                </a:lnTo>
                <a:lnTo>
                  <a:pt x="22417" y="47793"/>
                </a:lnTo>
                <a:lnTo>
                  <a:pt x="24359" y="47679"/>
                </a:lnTo>
                <a:lnTo>
                  <a:pt x="26301" y="47440"/>
                </a:lnTo>
                <a:lnTo>
                  <a:pt x="28079" y="46905"/>
                </a:lnTo>
                <a:lnTo>
                  <a:pt x="28244" y="46838"/>
                </a:lnTo>
                <a:lnTo>
                  <a:pt x="30186" y="46219"/>
                </a:lnTo>
                <a:lnTo>
                  <a:pt x="32128" y="45818"/>
                </a:lnTo>
                <a:lnTo>
                  <a:pt x="34070" y="44985"/>
                </a:lnTo>
                <a:lnTo>
                  <a:pt x="34096" y="44962"/>
                </a:lnTo>
                <a:lnTo>
                  <a:pt x="36012" y="44013"/>
                </a:lnTo>
                <a:lnTo>
                  <a:pt x="37763" y="43020"/>
                </a:lnTo>
                <a:lnTo>
                  <a:pt x="37954" y="42847"/>
                </a:lnTo>
                <a:lnTo>
                  <a:pt x="39896" y="41737"/>
                </a:lnTo>
                <a:lnTo>
                  <a:pt x="40638" y="41078"/>
                </a:lnTo>
                <a:lnTo>
                  <a:pt x="41839" y="40021"/>
                </a:lnTo>
                <a:lnTo>
                  <a:pt x="42733" y="39136"/>
                </a:lnTo>
                <a:lnTo>
                  <a:pt x="43781" y="38099"/>
                </a:lnTo>
                <a:lnTo>
                  <a:pt x="44774" y="37194"/>
                </a:lnTo>
                <a:lnTo>
                  <a:pt x="45723" y="36414"/>
                </a:lnTo>
                <a:lnTo>
                  <a:pt x="47275" y="37194"/>
                </a:lnTo>
                <a:lnTo>
                  <a:pt x="47665" y="38740"/>
                </a:lnTo>
                <a:lnTo>
                  <a:pt x="47745" y="39136"/>
                </a:lnTo>
                <a:lnTo>
                  <a:pt x="47665" y="39219"/>
                </a:lnTo>
                <a:lnTo>
                  <a:pt x="46358" y="41078"/>
                </a:lnTo>
                <a:lnTo>
                  <a:pt x="45723" y="41724"/>
                </a:lnTo>
                <a:lnTo>
                  <a:pt x="44281" y="43020"/>
                </a:lnTo>
                <a:lnTo>
                  <a:pt x="43781" y="43497"/>
                </a:lnTo>
                <a:lnTo>
                  <a:pt x="41839" y="44660"/>
                </a:lnTo>
                <a:lnTo>
                  <a:pt x="41500" y="44962"/>
                </a:lnTo>
                <a:lnTo>
                  <a:pt x="39896" y="45947"/>
                </a:lnTo>
                <a:lnTo>
                  <a:pt x="38211" y="46905"/>
                </a:lnTo>
                <a:lnTo>
                  <a:pt x="37954" y="47127"/>
                </a:lnTo>
                <a:lnTo>
                  <a:pt x="36012" y="47876"/>
                </a:lnTo>
                <a:lnTo>
                  <a:pt x="34070" y="48472"/>
                </a:lnTo>
                <a:lnTo>
                  <a:pt x="33389" y="48847"/>
                </a:lnTo>
                <a:lnTo>
                  <a:pt x="32128" y="49443"/>
                </a:lnTo>
                <a:lnTo>
                  <a:pt x="30186" y="49769"/>
                </a:lnTo>
                <a:lnTo>
                  <a:pt x="28244" y="50021"/>
                </a:lnTo>
                <a:lnTo>
                  <a:pt x="26301" y="50339"/>
                </a:lnTo>
                <a:lnTo>
                  <a:pt x="24359" y="50531"/>
                </a:lnTo>
                <a:lnTo>
                  <a:pt x="22417" y="50782"/>
                </a:lnTo>
                <a:lnTo>
                  <a:pt x="22357" y="50789"/>
                </a:lnTo>
                <a:lnTo>
                  <a:pt x="20475" y="51000"/>
                </a:lnTo>
                <a:lnTo>
                  <a:pt x="18594" y="50789"/>
                </a:lnTo>
                <a:lnTo>
                  <a:pt x="18533" y="50782"/>
                </a:lnTo>
                <a:lnTo>
                  <a:pt x="16591" y="50476"/>
                </a:lnTo>
                <a:lnTo>
                  <a:pt x="14649" y="50079"/>
                </a:lnTo>
                <a:lnTo>
                  <a:pt x="12707" y="49712"/>
                </a:lnTo>
                <a:lnTo>
                  <a:pt x="10774" y="48847"/>
                </a:lnTo>
                <a:lnTo>
                  <a:pt x="10764" y="48839"/>
                </a:lnTo>
                <a:lnTo>
                  <a:pt x="8822" y="47795"/>
                </a:lnTo>
                <a:lnTo>
                  <a:pt x="7699" y="46905"/>
                </a:lnTo>
                <a:lnTo>
                  <a:pt x="6880" y="46160"/>
                </a:lnTo>
                <a:lnTo>
                  <a:pt x="5609" y="44962"/>
                </a:lnTo>
                <a:lnTo>
                  <a:pt x="4938" y="44256"/>
                </a:lnTo>
                <a:lnTo>
                  <a:pt x="3944" y="43020"/>
                </a:lnTo>
                <a:lnTo>
                  <a:pt x="2996" y="41666"/>
                </a:lnTo>
                <a:lnTo>
                  <a:pt x="2493" y="41078"/>
                </a:lnTo>
                <a:lnTo>
                  <a:pt x="1867" y="39136"/>
                </a:lnTo>
                <a:lnTo>
                  <a:pt x="1054" y="37286"/>
                </a:lnTo>
                <a:lnTo>
                  <a:pt x="988" y="37194"/>
                </a:lnTo>
                <a:lnTo>
                  <a:pt x="369" y="35251"/>
                </a:lnTo>
                <a:lnTo>
                  <a:pt x="118" y="33309"/>
                </a:lnTo>
                <a:lnTo>
                  <a:pt x="39" y="31367"/>
                </a:lnTo>
                <a:lnTo>
                  <a:pt x="0" y="29425"/>
                </a:lnTo>
                <a:lnTo>
                  <a:pt x="110" y="27482"/>
                </a:lnTo>
                <a:lnTo>
                  <a:pt x="247" y="25540"/>
                </a:lnTo>
                <a:lnTo>
                  <a:pt x="429" y="23598"/>
                </a:lnTo>
                <a:lnTo>
                  <a:pt x="1054" y="21988"/>
                </a:lnTo>
                <a:lnTo>
                  <a:pt x="1227" y="21656"/>
                </a:lnTo>
                <a:lnTo>
                  <a:pt x="1948" y="19714"/>
                </a:lnTo>
                <a:lnTo>
                  <a:pt x="2461" y="17771"/>
                </a:lnTo>
                <a:lnTo>
                  <a:pt x="2996" y="17063"/>
                </a:lnTo>
                <a:lnTo>
                  <a:pt x="3796" y="15829"/>
                </a:lnTo>
                <a:lnTo>
                  <a:pt x="4938" y="14001"/>
                </a:lnTo>
                <a:lnTo>
                  <a:pt x="5046" y="13887"/>
                </a:lnTo>
                <a:lnTo>
                  <a:pt x="6231" y="11945"/>
                </a:lnTo>
                <a:lnTo>
                  <a:pt x="6880" y="11270"/>
                </a:lnTo>
                <a:lnTo>
                  <a:pt x="8162" y="10002"/>
                </a:lnTo>
                <a:lnTo>
                  <a:pt x="8822" y="9350"/>
                </a:lnTo>
                <a:lnTo>
                  <a:pt x="10196" y="8060"/>
                </a:lnTo>
                <a:lnTo>
                  <a:pt x="10764" y="7517"/>
                </a:lnTo>
                <a:lnTo>
                  <a:pt x="12707" y="6473"/>
                </a:lnTo>
                <a:lnTo>
                  <a:pt x="13096" y="6118"/>
                </a:lnTo>
                <a:lnTo>
                  <a:pt x="14649" y="5083"/>
                </a:lnTo>
                <a:lnTo>
                  <a:pt x="16147" y="4176"/>
                </a:lnTo>
                <a:lnTo>
                  <a:pt x="16591" y="3811"/>
                </a:lnTo>
                <a:lnTo>
                  <a:pt x="18533" y="3136"/>
                </a:lnTo>
                <a:lnTo>
                  <a:pt x="20448" y="2234"/>
                </a:lnTo>
                <a:lnTo>
                  <a:pt x="20475" y="2211"/>
                </a:lnTo>
                <a:lnTo>
                  <a:pt x="22417" y="1471"/>
                </a:lnTo>
                <a:lnTo>
                  <a:pt x="24359" y="1166"/>
                </a:lnTo>
                <a:lnTo>
                  <a:pt x="26301" y="768"/>
                </a:lnTo>
                <a:lnTo>
                  <a:pt x="28244" y="439"/>
                </a:lnTo>
                <a:lnTo>
                  <a:pt x="29130" y="291"/>
                </a:lnTo>
                <a:close/>
                <a:moveTo>
                  <a:pt x="26301" y="4110"/>
                </a:moveTo>
                <a:lnTo>
                  <a:pt x="26207" y="4176"/>
                </a:lnTo>
                <a:lnTo>
                  <a:pt x="24359" y="4979"/>
                </a:lnTo>
                <a:lnTo>
                  <a:pt x="22417" y="5650"/>
                </a:lnTo>
                <a:lnTo>
                  <a:pt x="21878" y="6118"/>
                </a:lnTo>
                <a:lnTo>
                  <a:pt x="20475" y="7094"/>
                </a:lnTo>
                <a:lnTo>
                  <a:pt x="19295" y="8060"/>
                </a:lnTo>
                <a:lnTo>
                  <a:pt x="18533" y="8781"/>
                </a:lnTo>
                <a:lnTo>
                  <a:pt x="17356" y="10002"/>
                </a:lnTo>
                <a:lnTo>
                  <a:pt x="16591" y="10806"/>
                </a:lnTo>
                <a:lnTo>
                  <a:pt x="15642" y="11945"/>
                </a:lnTo>
                <a:lnTo>
                  <a:pt x="14649" y="13500"/>
                </a:lnTo>
                <a:lnTo>
                  <a:pt x="14304" y="13887"/>
                </a:lnTo>
                <a:lnTo>
                  <a:pt x="13479" y="15829"/>
                </a:lnTo>
                <a:lnTo>
                  <a:pt x="12707" y="17467"/>
                </a:lnTo>
                <a:lnTo>
                  <a:pt x="12496" y="17771"/>
                </a:lnTo>
                <a:lnTo>
                  <a:pt x="11803" y="19714"/>
                </a:lnTo>
                <a:lnTo>
                  <a:pt x="12707" y="20738"/>
                </a:lnTo>
                <a:lnTo>
                  <a:pt x="14649" y="20824"/>
                </a:lnTo>
                <a:lnTo>
                  <a:pt x="16591" y="20824"/>
                </a:lnTo>
                <a:lnTo>
                  <a:pt x="18533" y="20814"/>
                </a:lnTo>
                <a:lnTo>
                  <a:pt x="20475" y="20786"/>
                </a:lnTo>
                <a:lnTo>
                  <a:pt x="22417" y="20724"/>
                </a:lnTo>
                <a:lnTo>
                  <a:pt x="24359" y="20598"/>
                </a:lnTo>
                <a:lnTo>
                  <a:pt x="26301" y="20386"/>
                </a:lnTo>
                <a:lnTo>
                  <a:pt x="28244" y="20078"/>
                </a:lnTo>
                <a:lnTo>
                  <a:pt x="29676" y="19714"/>
                </a:lnTo>
                <a:lnTo>
                  <a:pt x="30186" y="19566"/>
                </a:lnTo>
                <a:lnTo>
                  <a:pt x="32128" y="18945"/>
                </a:lnTo>
                <a:lnTo>
                  <a:pt x="34070" y="18540"/>
                </a:lnTo>
                <a:lnTo>
                  <a:pt x="35262" y="17771"/>
                </a:lnTo>
                <a:lnTo>
                  <a:pt x="36012" y="17205"/>
                </a:lnTo>
                <a:lnTo>
                  <a:pt x="37954" y="16109"/>
                </a:lnTo>
                <a:lnTo>
                  <a:pt x="38235" y="15829"/>
                </a:lnTo>
                <a:lnTo>
                  <a:pt x="39552" y="13887"/>
                </a:lnTo>
                <a:lnTo>
                  <a:pt x="39896" y="13300"/>
                </a:lnTo>
                <a:lnTo>
                  <a:pt x="40542" y="11945"/>
                </a:lnTo>
                <a:lnTo>
                  <a:pt x="40789" y="10002"/>
                </a:lnTo>
                <a:lnTo>
                  <a:pt x="40514" y="8060"/>
                </a:lnTo>
                <a:lnTo>
                  <a:pt x="39896" y="7223"/>
                </a:lnTo>
                <a:lnTo>
                  <a:pt x="39098" y="6118"/>
                </a:lnTo>
                <a:lnTo>
                  <a:pt x="37954" y="5062"/>
                </a:lnTo>
                <a:lnTo>
                  <a:pt x="36344" y="4176"/>
                </a:lnTo>
                <a:lnTo>
                  <a:pt x="36012" y="3918"/>
                </a:lnTo>
                <a:lnTo>
                  <a:pt x="34070" y="3391"/>
                </a:lnTo>
                <a:lnTo>
                  <a:pt x="32128" y="3240"/>
                </a:lnTo>
                <a:lnTo>
                  <a:pt x="30186" y="3265"/>
                </a:lnTo>
                <a:lnTo>
                  <a:pt x="28244" y="3472"/>
                </a:lnTo>
                <a:lnTo>
                  <a:pt x="26301" y="41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symskill-math-6-glyph-7">
            <a:extLst xmlns:a="http://schemas.openxmlformats.org/drawingml/2006/main">
              <a:ext uri="{FF2B5EF4-FFF2-40B4-BE49-F238E27FC236}">
                <a16:creationId xmlns:a16="http://schemas.microsoft.com/office/drawing/2014/main" id="{EDD87C58-96FE-44B0-ADB7-E611E21C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4537" y="1491705"/>
            <a:ext cx="47745" cy="51000"/>
          </a:xfrm>
          <a:custGeom xmlns:a="http://schemas.openxmlformats.org/drawingml/2006/main">
            <a:pathLst>
              <a:path w="47745" h="51000">
                <a:moveTo>
                  <a:pt x="29130" y="291"/>
                </a:moveTo>
                <a:lnTo>
                  <a:pt x="30186" y="118"/>
                </a:lnTo>
                <a:lnTo>
                  <a:pt x="32128" y="0"/>
                </a:lnTo>
                <a:lnTo>
                  <a:pt x="33584" y="291"/>
                </a:lnTo>
                <a:lnTo>
                  <a:pt x="34070" y="399"/>
                </a:lnTo>
                <a:lnTo>
                  <a:pt x="36012" y="751"/>
                </a:lnTo>
                <a:lnTo>
                  <a:pt x="37954" y="1158"/>
                </a:lnTo>
                <a:lnTo>
                  <a:pt x="39896" y="1774"/>
                </a:lnTo>
                <a:lnTo>
                  <a:pt x="40515" y="2234"/>
                </a:lnTo>
                <a:lnTo>
                  <a:pt x="41839" y="3075"/>
                </a:lnTo>
                <a:lnTo>
                  <a:pt x="42962" y="4176"/>
                </a:lnTo>
                <a:lnTo>
                  <a:pt x="43781" y="5021"/>
                </a:lnTo>
                <a:lnTo>
                  <a:pt x="44699" y="6118"/>
                </a:lnTo>
                <a:lnTo>
                  <a:pt x="45246" y="8060"/>
                </a:lnTo>
                <a:lnTo>
                  <a:pt x="45549" y="10002"/>
                </a:lnTo>
                <a:lnTo>
                  <a:pt x="45272" y="11945"/>
                </a:lnTo>
                <a:lnTo>
                  <a:pt x="44795" y="13887"/>
                </a:lnTo>
                <a:lnTo>
                  <a:pt x="43928" y="15829"/>
                </a:lnTo>
                <a:lnTo>
                  <a:pt x="43781" y="15979"/>
                </a:lnTo>
                <a:lnTo>
                  <a:pt x="42294" y="17771"/>
                </a:lnTo>
                <a:lnTo>
                  <a:pt x="41839" y="18230"/>
                </a:lnTo>
                <a:lnTo>
                  <a:pt x="39896" y="19691"/>
                </a:lnTo>
                <a:lnTo>
                  <a:pt x="39872" y="19714"/>
                </a:lnTo>
                <a:lnTo>
                  <a:pt x="37954" y="20736"/>
                </a:lnTo>
                <a:lnTo>
                  <a:pt x="36012" y="21534"/>
                </a:lnTo>
                <a:lnTo>
                  <a:pt x="35789" y="21656"/>
                </a:lnTo>
                <a:lnTo>
                  <a:pt x="34070" y="22315"/>
                </a:lnTo>
                <a:lnTo>
                  <a:pt x="32128" y="22643"/>
                </a:lnTo>
                <a:lnTo>
                  <a:pt x="30186" y="22919"/>
                </a:lnTo>
                <a:lnTo>
                  <a:pt x="28244" y="23203"/>
                </a:lnTo>
                <a:lnTo>
                  <a:pt x="26440" y="23598"/>
                </a:lnTo>
                <a:lnTo>
                  <a:pt x="26301" y="23635"/>
                </a:lnTo>
                <a:lnTo>
                  <a:pt x="24359" y="23932"/>
                </a:lnTo>
                <a:lnTo>
                  <a:pt x="22417" y="24092"/>
                </a:lnTo>
                <a:lnTo>
                  <a:pt x="20475" y="24194"/>
                </a:lnTo>
                <a:lnTo>
                  <a:pt x="18533" y="24237"/>
                </a:lnTo>
                <a:lnTo>
                  <a:pt x="16591" y="24244"/>
                </a:lnTo>
                <a:lnTo>
                  <a:pt x="14649" y="24244"/>
                </a:lnTo>
                <a:lnTo>
                  <a:pt x="12707" y="24244"/>
                </a:lnTo>
                <a:lnTo>
                  <a:pt x="10764" y="24629"/>
                </a:lnTo>
                <a:lnTo>
                  <a:pt x="10042" y="25540"/>
                </a:lnTo>
                <a:lnTo>
                  <a:pt x="9801" y="27482"/>
                </a:lnTo>
                <a:lnTo>
                  <a:pt x="9618" y="29425"/>
                </a:lnTo>
                <a:lnTo>
                  <a:pt x="9419" y="31367"/>
                </a:lnTo>
                <a:lnTo>
                  <a:pt x="9299" y="33309"/>
                </a:lnTo>
                <a:lnTo>
                  <a:pt x="9440" y="35251"/>
                </a:lnTo>
                <a:lnTo>
                  <a:pt x="9649" y="37194"/>
                </a:lnTo>
                <a:lnTo>
                  <a:pt x="9797" y="39136"/>
                </a:lnTo>
                <a:lnTo>
                  <a:pt x="10287" y="41078"/>
                </a:lnTo>
                <a:lnTo>
                  <a:pt x="10764" y="41689"/>
                </a:lnTo>
                <a:lnTo>
                  <a:pt x="11586" y="43020"/>
                </a:lnTo>
                <a:lnTo>
                  <a:pt x="12707" y="44529"/>
                </a:lnTo>
                <a:lnTo>
                  <a:pt x="13163" y="44962"/>
                </a:lnTo>
                <a:lnTo>
                  <a:pt x="14649" y="46051"/>
                </a:lnTo>
                <a:lnTo>
                  <a:pt x="16190" y="46905"/>
                </a:lnTo>
                <a:lnTo>
                  <a:pt x="16591" y="47207"/>
                </a:lnTo>
                <a:lnTo>
                  <a:pt x="18533" y="47603"/>
                </a:lnTo>
                <a:lnTo>
                  <a:pt x="20475" y="47806"/>
                </a:lnTo>
                <a:lnTo>
                  <a:pt x="22417" y="47793"/>
                </a:lnTo>
                <a:lnTo>
                  <a:pt x="24359" y="47679"/>
                </a:lnTo>
                <a:lnTo>
                  <a:pt x="26301" y="47440"/>
                </a:lnTo>
                <a:lnTo>
                  <a:pt x="28079" y="46905"/>
                </a:lnTo>
                <a:lnTo>
                  <a:pt x="28244" y="46838"/>
                </a:lnTo>
                <a:lnTo>
                  <a:pt x="30186" y="46219"/>
                </a:lnTo>
                <a:lnTo>
                  <a:pt x="32128" y="45818"/>
                </a:lnTo>
                <a:lnTo>
                  <a:pt x="34070" y="44985"/>
                </a:lnTo>
                <a:lnTo>
                  <a:pt x="34096" y="44962"/>
                </a:lnTo>
                <a:lnTo>
                  <a:pt x="36012" y="44013"/>
                </a:lnTo>
                <a:lnTo>
                  <a:pt x="37763" y="43020"/>
                </a:lnTo>
                <a:lnTo>
                  <a:pt x="37954" y="42847"/>
                </a:lnTo>
                <a:lnTo>
                  <a:pt x="39896" y="41737"/>
                </a:lnTo>
                <a:lnTo>
                  <a:pt x="40638" y="41078"/>
                </a:lnTo>
                <a:lnTo>
                  <a:pt x="41839" y="40021"/>
                </a:lnTo>
                <a:lnTo>
                  <a:pt x="42733" y="39136"/>
                </a:lnTo>
                <a:lnTo>
                  <a:pt x="43781" y="38099"/>
                </a:lnTo>
                <a:lnTo>
                  <a:pt x="44774" y="37194"/>
                </a:lnTo>
                <a:lnTo>
                  <a:pt x="45723" y="36414"/>
                </a:lnTo>
                <a:lnTo>
                  <a:pt x="47275" y="37194"/>
                </a:lnTo>
                <a:lnTo>
                  <a:pt x="47665" y="38740"/>
                </a:lnTo>
                <a:lnTo>
                  <a:pt x="47745" y="39136"/>
                </a:lnTo>
                <a:lnTo>
                  <a:pt x="47665" y="39219"/>
                </a:lnTo>
                <a:lnTo>
                  <a:pt x="46358" y="41078"/>
                </a:lnTo>
                <a:lnTo>
                  <a:pt x="45723" y="41724"/>
                </a:lnTo>
                <a:lnTo>
                  <a:pt x="44281" y="43020"/>
                </a:lnTo>
                <a:lnTo>
                  <a:pt x="43781" y="43497"/>
                </a:lnTo>
                <a:lnTo>
                  <a:pt x="41839" y="44660"/>
                </a:lnTo>
                <a:lnTo>
                  <a:pt x="41500" y="44962"/>
                </a:lnTo>
                <a:lnTo>
                  <a:pt x="39896" y="45947"/>
                </a:lnTo>
                <a:lnTo>
                  <a:pt x="38211" y="46905"/>
                </a:lnTo>
                <a:lnTo>
                  <a:pt x="37954" y="47127"/>
                </a:lnTo>
                <a:lnTo>
                  <a:pt x="36012" y="47876"/>
                </a:lnTo>
                <a:lnTo>
                  <a:pt x="34070" y="48472"/>
                </a:lnTo>
                <a:lnTo>
                  <a:pt x="33389" y="48847"/>
                </a:lnTo>
                <a:lnTo>
                  <a:pt x="32128" y="49443"/>
                </a:lnTo>
                <a:lnTo>
                  <a:pt x="30186" y="49769"/>
                </a:lnTo>
                <a:lnTo>
                  <a:pt x="28244" y="50021"/>
                </a:lnTo>
                <a:lnTo>
                  <a:pt x="26301" y="50339"/>
                </a:lnTo>
                <a:lnTo>
                  <a:pt x="24359" y="50531"/>
                </a:lnTo>
                <a:lnTo>
                  <a:pt x="22417" y="50782"/>
                </a:lnTo>
                <a:lnTo>
                  <a:pt x="22357" y="50789"/>
                </a:lnTo>
                <a:lnTo>
                  <a:pt x="20475" y="51000"/>
                </a:lnTo>
                <a:lnTo>
                  <a:pt x="18594" y="50789"/>
                </a:lnTo>
                <a:lnTo>
                  <a:pt x="18533" y="50782"/>
                </a:lnTo>
                <a:lnTo>
                  <a:pt x="16591" y="50476"/>
                </a:lnTo>
                <a:lnTo>
                  <a:pt x="14649" y="50079"/>
                </a:lnTo>
                <a:lnTo>
                  <a:pt x="12707" y="49712"/>
                </a:lnTo>
                <a:lnTo>
                  <a:pt x="10774" y="48847"/>
                </a:lnTo>
                <a:lnTo>
                  <a:pt x="10764" y="48839"/>
                </a:lnTo>
                <a:lnTo>
                  <a:pt x="8822" y="47795"/>
                </a:lnTo>
                <a:lnTo>
                  <a:pt x="7699" y="46905"/>
                </a:lnTo>
                <a:lnTo>
                  <a:pt x="6880" y="46160"/>
                </a:lnTo>
                <a:lnTo>
                  <a:pt x="5609" y="44962"/>
                </a:lnTo>
                <a:lnTo>
                  <a:pt x="4938" y="44256"/>
                </a:lnTo>
                <a:lnTo>
                  <a:pt x="3944" y="43020"/>
                </a:lnTo>
                <a:lnTo>
                  <a:pt x="2996" y="41666"/>
                </a:lnTo>
                <a:lnTo>
                  <a:pt x="2493" y="41078"/>
                </a:lnTo>
                <a:lnTo>
                  <a:pt x="1867" y="39136"/>
                </a:lnTo>
                <a:lnTo>
                  <a:pt x="1054" y="37286"/>
                </a:lnTo>
                <a:lnTo>
                  <a:pt x="988" y="37194"/>
                </a:lnTo>
                <a:lnTo>
                  <a:pt x="369" y="35251"/>
                </a:lnTo>
                <a:lnTo>
                  <a:pt x="118" y="33309"/>
                </a:lnTo>
                <a:lnTo>
                  <a:pt x="39" y="31367"/>
                </a:lnTo>
                <a:lnTo>
                  <a:pt x="0" y="29425"/>
                </a:lnTo>
                <a:lnTo>
                  <a:pt x="110" y="27482"/>
                </a:lnTo>
                <a:lnTo>
                  <a:pt x="247" y="25540"/>
                </a:lnTo>
                <a:lnTo>
                  <a:pt x="429" y="23598"/>
                </a:lnTo>
                <a:lnTo>
                  <a:pt x="1054" y="21988"/>
                </a:lnTo>
                <a:lnTo>
                  <a:pt x="1227" y="21656"/>
                </a:lnTo>
                <a:lnTo>
                  <a:pt x="1948" y="19714"/>
                </a:lnTo>
                <a:lnTo>
                  <a:pt x="2461" y="17771"/>
                </a:lnTo>
                <a:lnTo>
                  <a:pt x="2996" y="17063"/>
                </a:lnTo>
                <a:lnTo>
                  <a:pt x="3796" y="15829"/>
                </a:lnTo>
                <a:lnTo>
                  <a:pt x="4938" y="14001"/>
                </a:lnTo>
                <a:lnTo>
                  <a:pt x="5046" y="13887"/>
                </a:lnTo>
                <a:lnTo>
                  <a:pt x="6231" y="11945"/>
                </a:lnTo>
                <a:lnTo>
                  <a:pt x="6880" y="11270"/>
                </a:lnTo>
                <a:lnTo>
                  <a:pt x="8162" y="10002"/>
                </a:lnTo>
                <a:lnTo>
                  <a:pt x="8822" y="9350"/>
                </a:lnTo>
                <a:lnTo>
                  <a:pt x="10196" y="8060"/>
                </a:lnTo>
                <a:lnTo>
                  <a:pt x="10764" y="7517"/>
                </a:lnTo>
                <a:lnTo>
                  <a:pt x="12707" y="6473"/>
                </a:lnTo>
                <a:lnTo>
                  <a:pt x="13096" y="6118"/>
                </a:lnTo>
                <a:lnTo>
                  <a:pt x="14649" y="5083"/>
                </a:lnTo>
                <a:lnTo>
                  <a:pt x="16147" y="4176"/>
                </a:lnTo>
                <a:lnTo>
                  <a:pt x="16591" y="3811"/>
                </a:lnTo>
                <a:lnTo>
                  <a:pt x="18533" y="3136"/>
                </a:lnTo>
                <a:lnTo>
                  <a:pt x="20448" y="2234"/>
                </a:lnTo>
                <a:lnTo>
                  <a:pt x="20475" y="2211"/>
                </a:lnTo>
                <a:lnTo>
                  <a:pt x="22417" y="1471"/>
                </a:lnTo>
                <a:lnTo>
                  <a:pt x="24359" y="1166"/>
                </a:lnTo>
                <a:lnTo>
                  <a:pt x="26301" y="768"/>
                </a:lnTo>
                <a:lnTo>
                  <a:pt x="28244" y="439"/>
                </a:lnTo>
                <a:lnTo>
                  <a:pt x="29130" y="291"/>
                </a:lnTo>
                <a:close/>
                <a:moveTo>
                  <a:pt x="26301" y="4110"/>
                </a:moveTo>
                <a:lnTo>
                  <a:pt x="26207" y="4176"/>
                </a:lnTo>
                <a:lnTo>
                  <a:pt x="24359" y="4979"/>
                </a:lnTo>
                <a:lnTo>
                  <a:pt x="22417" y="5650"/>
                </a:lnTo>
                <a:lnTo>
                  <a:pt x="21878" y="6118"/>
                </a:lnTo>
                <a:lnTo>
                  <a:pt x="20475" y="7094"/>
                </a:lnTo>
                <a:lnTo>
                  <a:pt x="19295" y="8060"/>
                </a:lnTo>
                <a:lnTo>
                  <a:pt x="18533" y="8781"/>
                </a:lnTo>
                <a:lnTo>
                  <a:pt x="17356" y="10002"/>
                </a:lnTo>
                <a:lnTo>
                  <a:pt x="16591" y="10806"/>
                </a:lnTo>
                <a:lnTo>
                  <a:pt x="15642" y="11945"/>
                </a:lnTo>
                <a:lnTo>
                  <a:pt x="14649" y="13500"/>
                </a:lnTo>
                <a:lnTo>
                  <a:pt x="14304" y="13887"/>
                </a:lnTo>
                <a:lnTo>
                  <a:pt x="13479" y="15829"/>
                </a:lnTo>
                <a:lnTo>
                  <a:pt x="12707" y="17467"/>
                </a:lnTo>
                <a:lnTo>
                  <a:pt x="12496" y="17771"/>
                </a:lnTo>
                <a:lnTo>
                  <a:pt x="11803" y="19714"/>
                </a:lnTo>
                <a:lnTo>
                  <a:pt x="12707" y="20738"/>
                </a:lnTo>
                <a:lnTo>
                  <a:pt x="14649" y="20824"/>
                </a:lnTo>
                <a:lnTo>
                  <a:pt x="16591" y="20824"/>
                </a:lnTo>
                <a:lnTo>
                  <a:pt x="18533" y="20814"/>
                </a:lnTo>
                <a:lnTo>
                  <a:pt x="20475" y="20786"/>
                </a:lnTo>
                <a:lnTo>
                  <a:pt x="22417" y="20724"/>
                </a:lnTo>
                <a:lnTo>
                  <a:pt x="24359" y="20598"/>
                </a:lnTo>
                <a:lnTo>
                  <a:pt x="26301" y="20386"/>
                </a:lnTo>
                <a:lnTo>
                  <a:pt x="28244" y="20078"/>
                </a:lnTo>
                <a:lnTo>
                  <a:pt x="29676" y="19714"/>
                </a:lnTo>
                <a:lnTo>
                  <a:pt x="30186" y="19566"/>
                </a:lnTo>
                <a:lnTo>
                  <a:pt x="32128" y="18945"/>
                </a:lnTo>
                <a:lnTo>
                  <a:pt x="34070" y="18540"/>
                </a:lnTo>
                <a:lnTo>
                  <a:pt x="35262" y="17771"/>
                </a:lnTo>
                <a:lnTo>
                  <a:pt x="36012" y="17205"/>
                </a:lnTo>
                <a:lnTo>
                  <a:pt x="37954" y="16109"/>
                </a:lnTo>
                <a:lnTo>
                  <a:pt x="38235" y="15829"/>
                </a:lnTo>
                <a:lnTo>
                  <a:pt x="39552" y="13887"/>
                </a:lnTo>
                <a:lnTo>
                  <a:pt x="39896" y="13300"/>
                </a:lnTo>
                <a:lnTo>
                  <a:pt x="40542" y="11945"/>
                </a:lnTo>
                <a:lnTo>
                  <a:pt x="40789" y="10002"/>
                </a:lnTo>
                <a:lnTo>
                  <a:pt x="40514" y="8060"/>
                </a:lnTo>
                <a:lnTo>
                  <a:pt x="39896" y="7223"/>
                </a:lnTo>
                <a:lnTo>
                  <a:pt x="39098" y="6118"/>
                </a:lnTo>
                <a:lnTo>
                  <a:pt x="37954" y="5062"/>
                </a:lnTo>
                <a:lnTo>
                  <a:pt x="36344" y="4176"/>
                </a:lnTo>
                <a:lnTo>
                  <a:pt x="36012" y="3918"/>
                </a:lnTo>
                <a:lnTo>
                  <a:pt x="34070" y="3391"/>
                </a:lnTo>
                <a:lnTo>
                  <a:pt x="32128" y="3240"/>
                </a:lnTo>
                <a:lnTo>
                  <a:pt x="30186" y="3265"/>
                </a:lnTo>
                <a:lnTo>
                  <a:pt x="28244" y="3472"/>
                </a:lnTo>
                <a:lnTo>
                  <a:pt x="26301" y="41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464622D4-70D8-4281-B64B-9170A9CDCD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6847990e04572"/>
          <a:srcRect xmlns:a="http://schemas.openxmlformats.org/drawingml/2006/main" l="0" t="5" r="0" b="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77791" y="775234"/>
            <a:ext cx="1611938" cy="1640392"/>
          </a:xfrm>
          <a:prstGeom xmlns:a="http://schemas.openxmlformats.org/drawingml/2006/main" prst="rect">
            <a:avLst/>
          </a:prstGeom>
        </p:spPr>
      </p:pic>
      <p:sp>
        <p:nvSpPr>
          <p:cNvPr id="154" name="symskill-source-component-7">
            <a:extLst xmlns:a="http://schemas.openxmlformats.org/drawingml/2006/main">
              <a:ext uri="{FF2B5EF4-FFF2-40B4-BE49-F238E27FC236}">
                <a16:creationId xmlns:a16="http://schemas.microsoft.com/office/drawing/2014/main" id="{1FCE941A-5AF5-44F0-B50C-D5352F4A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7791" y="775234"/>
            <a:ext cx="1611938" cy="164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pdf-path-489">
            <a:extLst xmlns:a="http://schemas.openxmlformats.org/drawingml/2006/main">
              <a:ext uri="{FF2B5EF4-FFF2-40B4-BE49-F238E27FC236}">
                <a16:creationId xmlns:a16="http://schemas.microsoft.com/office/drawing/2014/main" id="{849B1103-52EA-48A6-8140-7DB89441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3000" y="1331004"/>
            <a:ext cx="646794" cy="330728"/>
          </a:xfrm>
          <a:custGeom xmlns:a="http://schemas.openxmlformats.org/drawingml/2006/main">
            <a:pathLst>
              <a:path w="646794" h="330728">
                <a:moveTo>
                  <a:pt x="481430" y="0"/>
                </a:moveTo>
                <a:cubicBezTo>
                  <a:pt x="572665" y="0"/>
                  <a:pt x="646794" y="74129"/>
                  <a:pt x="646794" y="165364"/>
                </a:cubicBezTo>
                <a:cubicBezTo>
                  <a:pt x="646794" y="256599"/>
                  <a:pt x="572665" y="330728"/>
                  <a:pt x="481430" y="330728"/>
                </a:cubicBezTo>
                <a:lnTo>
                  <a:pt x="165364" y="330728"/>
                </a:lnTo>
                <a:cubicBezTo>
                  <a:pt x="74129" y="330728"/>
                  <a:pt x="0" y="256599"/>
                  <a:pt x="0" y="165364"/>
                </a:cubicBezTo>
                <a:cubicBezTo>
                  <a:pt x="0" y="74129"/>
                  <a:pt x="74129" y="0"/>
                  <a:pt x="165364" y="0"/>
                </a:cubicBezTo>
                <a:lnTo>
                  <a:pt x="48143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2584">
            <a:solidFill>
              <a:srgbClr val="1071E5"/>
            </a:solidFill>
            <a:prstDash val="solid"/>
          </a:ln>
        </p:spPr>
      </p:sp>
      <p:sp>
        <p:nvSpPr>
          <p:cNvPr id="156" name="symskill-math-8-glyph-0">
            <a:extLst xmlns:a="http://schemas.openxmlformats.org/drawingml/2006/main">
              <a:ext uri="{FF2B5EF4-FFF2-40B4-BE49-F238E27FC236}">
                <a16:creationId xmlns:a16="http://schemas.microsoft.com/office/drawing/2014/main" id="{01BE84E2-604E-4584-A3FF-0F1A019D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335" y="1422046"/>
            <a:ext cx="94026" cy="139341"/>
          </a:xfrm>
          <a:custGeom xmlns:a="http://schemas.openxmlformats.org/drawingml/2006/main">
            <a:pathLst>
              <a:path w="94026" h="139341">
                <a:moveTo>
                  <a:pt x="68935" y="117"/>
                </a:moveTo>
                <a:lnTo>
                  <a:pt x="69163" y="0"/>
                </a:lnTo>
                <a:lnTo>
                  <a:pt x="69283" y="117"/>
                </a:lnTo>
                <a:lnTo>
                  <a:pt x="70321" y="1988"/>
                </a:lnTo>
                <a:lnTo>
                  <a:pt x="70114" y="3860"/>
                </a:lnTo>
                <a:lnTo>
                  <a:pt x="69823" y="5731"/>
                </a:lnTo>
                <a:lnTo>
                  <a:pt x="69240" y="7603"/>
                </a:lnTo>
                <a:lnTo>
                  <a:pt x="69163" y="7763"/>
                </a:lnTo>
                <a:lnTo>
                  <a:pt x="68574" y="9474"/>
                </a:lnTo>
                <a:lnTo>
                  <a:pt x="68246" y="11345"/>
                </a:lnTo>
                <a:lnTo>
                  <a:pt x="67945" y="13217"/>
                </a:lnTo>
                <a:lnTo>
                  <a:pt x="67355" y="15088"/>
                </a:lnTo>
                <a:lnTo>
                  <a:pt x="67291" y="15218"/>
                </a:lnTo>
                <a:lnTo>
                  <a:pt x="66689" y="16960"/>
                </a:lnTo>
                <a:lnTo>
                  <a:pt x="66371" y="18831"/>
                </a:lnTo>
                <a:lnTo>
                  <a:pt x="66067" y="20702"/>
                </a:lnTo>
                <a:lnTo>
                  <a:pt x="65469" y="22574"/>
                </a:lnTo>
                <a:lnTo>
                  <a:pt x="65419" y="22675"/>
                </a:lnTo>
                <a:lnTo>
                  <a:pt x="64810" y="24445"/>
                </a:lnTo>
                <a:lnTo>
                  <a:pt x="64495" y="26317"/>
                </a:lnTo>
                <a:lnTo>
                  <a:pt x="64189" y="28188"/>
                </a:lnTo>
                <a:lnTo>
                  <a:pt x="63569" y="30059"/>
                </a:lnTo>
                <a:lnTo>
                  <a:pt x="63548" y="30103"/>
                </a:lnTo>
                <a:lnTo>
                  <a:pt x="62932" y="31931"/>
                </a:lnTo>
                <a:lnTo>
                  <a:pt x="62619" y="33802"/>
                </a:lnTo>
                <a:lnTo>
                  <a:pt x="62305" y="35674"/>
                </a:lnTo>
                <a:lnTo>
                  <a:pt x="61683" y="37545"/>
                </a:lnTo>
                <a:lnTo>
                  <a:pt x="61676" y="37560"/>
                </a:lnTo>
                <a:lnTo>
                  <a:pt x="61054" y="39416"/>
                </a:lnTo>
                <a:lnTo>
                  <a:pt x="60744" y="41288"/>
                </a:lnTo>
                <a:lnTo>
                  <a:pt x="60426" y="43159"/>
                </a:lnTo>
                <a:lnTo>
                  <a:pt x="59804" y="45016"/>
                </a:lnTo>
                <a:lnTo>
                  <a:pt x="59797" y="45031"/>
                </a:lnTo>
                <a:lnTo>
                  <a:pt x="59175" y="46902"/>
                </a:lnTo>
                <a:lnTo>
                  <a:pt x="58864" y="48773"/>
                </a:lnTo>
                <a:lnTo>
                  <a:pt x="58548" y="50645"/>
                </a:lnTo>
                <a:lnTo>
                  <a:pt x="57932" y="52472"/>
                </a:lnTo>
                <a:lnTo>
                  <a:pt x="57911" y="52516"/>
                </a:lnTo>
                <a:lnTo>
                  <a:pt x="57291" y="54388"/>
                </a:lnTo>
                <a:lnTo>
                  <a:pt x="56993" y="56259"/>
                </a:lnTo>
                <a:lnTo>
                  <a:pt x="56670" y="58130"/>
                </a:lnTo>
                <a:lnTo>
                  <a:pt x="56061" y="59901"/>
                </a:lnTo>
                <a:lnTo>
                  <a:pt x="56011" y="60002"/>
                </a:lnTo>
                <a:lnTo>
                  <a:pt x="55413" y="61873"/>
                </a:lnTo>
                <a:lnTo>
                  <a:pt x="55113" y="63745"/>
                </a:lnTo>
                <a:lnTo>
                  <a:pt x="54784" y="65616"/>
                </a:lnTo>
                <a:lnTo>
                  <a:pt x="54189" y="67356"/>
                </a:lnTo>
                <a:lnTo>
                  <a:pt x="54125" y="67487"/>
                </a:lnTo>
                <a:lnTo>
                  <a:pt x="53535" y="69359"/>
                </a:lnTo>
                <a:lnTo>
                  <a:pt x="53234" y="71230"/>
                </a:lnTo>
                <a:lnTo>
                  <a:pt x="52906" y="73102"/>
                </a:lnTo>
                <a:lnTo>
                  <a:pt x="52317" y="74812"/>
                </a:lnTo>
                <a:lnTo>
                  <a:pt x="52240" y="74973"/>
                </a:lnTo>
                <a:lnTo>
                  <a:pt x="51657" y="76844"/>
                </a:lnTo>
                <a:lnTo>
                  <a:pt x="51358" y="78716"/>
                </a:lnTo>
                <a:lnTo>
                  <a:pt x="51027" y="80587"/>
                </a:lnTo>
                <a:lnTo>
                  <a:pt x="50446" y="82269"/>
                </a:lnTo>
                <a:lnTo>
                  <a:pt x="50355" y="82459"/>
                </a:lnTo>
                <a:lnTo>
                  <a:pt x="49773" y="84330"/>
                </a:lnTo>
                <a:lnTo>
                  <a:pt x="49482" y="86201"/>
                </a:lnTo>
                <a:lnTo>
                  <a:pt x="49149" y="88073"/>
                </a:lnTo>
                <a:lnTo>
                  <a:pt x="48574" y="89700"/>
                </a:lnTo>
                <a:lnTo>
                  <a:pt x="48457" y="89944"/>
                </a:lnTo>
                <a:lnTo>
                  <a:pt x="47895" y="91816"/>
                </a:lnTo>
                <a:lnTo>
                  <a:pt x="47607" y="93687"/>
                </a:lnTo>
                <a:lnTo>
                  <a:pt x="47263" y="95558"/>
                </a:lnTo>
                <a:lnTo>
                  <a:pt x="46702" y="97152"/>
                </a:lnTo>
                <a:lnTo>
                  <a:pt x="46572" y="97430"/>
                </a:lnTo>
                <a:lnTo>
                  <a:pt x="46018" y="99301"/>
                </a:lnTo>
                <a:lnTo>
                  <a:pt x="45727" y="101173"/>
                </a:lnTo>
                <a:lnTo>
                  <a:pt x="45384" y="103044"/>
                </a:lnTo>
                <a:lnTo>
                  <a:pt x="44830" y="104608"/>
                </a:lnTo>
                <a:lnTo>
                  <a:pt x="44688" y="104915"/>
                </a:lnTo>
                <a:lnTo>
                  <a:pt x="44830" y="105073"/>
                </a:lnTo>
                <a:lnTo>
                  <a:pt x="46702" y="105893"/>
                </a:lnTo>
                <a:lnTo>
                  <a:pt x="48574" y="105851"/>
                </a:lnTo>
                <a:lnTo>
                  <a:pt x="50446" y="105745"/>
                </a:lnTo>
                <a:lnTo>
                  <a:pt x="52317" y="105490"/>
                </a:lnTo>
                <a:lnTo>
                  <a:pt x="53920" y="104915"/>
                </a:lnTo>
                <a:lnTo>
                  <a:pt x="54189" y="104786"/>
                </a:lnTo>
                <a:lnTo>
                  <a:pt x="56061" y="104154"/>
                </a:lnTo>
                <a:lnTo>
                  <a:pt x="57932" y="103666"/>
                </a:lnTo>
                <a:lnTo>
                  <a:pt x="58984" y="103044"/>
                </a:lnTo>
                <a:lnTo>
                  <a:pt x="59804" y="102521"/>
                </a:lnTo>
                <a:lnTo>
                  <a:pt x="61676" y="101788"/>
                </a:lnTo>
                <a:lnTo>
                  <a:pt x="62483" y="101173"/>
                </a:lnTo>
                <a:lnTo>
                  <a:pt x="63548" y="100423"/>
                </a:lnTo>
                <a:lnTo>
                  <a:pt x="65326" y="99301"/>
                </a:lnTo>
                <a:lnTo>
                  <a:pt x="65419" y="99210"/>
                </a:lnTo>
                <a:lnTo>
                  <a:pt x="67291" y="98008"/>
                </a:lnTo>
                <a:lnTo>
                  <a:pt x="67936" y="97430"/>
                </a:lnTo>
                <a:lnTo>
                  <a:pt x="69163" y="96414"/>
                </a:lnTo>
                <a:lnTo>
                  <a:pt x="70068" y="95558"/>
                </a:lnTo>
                <a:lnTo>
                  <a:pt x="71034" y="94642"/>
                </a:lnTo>
                <a:lnTo>
                  <a:pt x="72046" y="93687"/>
                </a:lnTo>
                <a:lnTo>
                  <a:pt x="72906" y="92862"/>
                </a:lnTo>
                <a:lnTo>
                  <a:pt x="73953" y="91816"/>
                </a:lnTo>
                <a:lnTo>
                  <a:pt x="74778" y="90946"/>
                </a:lnTo>
                <a:lnTo>
                  <a:pt x="75686" y="89944"/>
                </a:lnTo>
                <a:lnTo>
                  <a:pt x="76650" y="88773"/>
                </a:lnTo>
                <a:lnTo>
                  <a:pt x="77275" y="88073"/>
                </a:lnTo>
                <a:lnTo>
                  <a:pt x="78417" y="86201"/>
                </a:lnTo>
                <a:lnTo>
                  <a:pt x="78521" y="86090"/>
                </a:lnTo>
                <a:lnTo>
                  <a:pt x="79558" y="84330"/>
                </a:lnTo>
                <a:lnTo>
                  <a:pt x="80393" y="83122"/>
                </a:lnTo>
                <a:lnTo>
                  <a:pt x="80939" y="82459"/>
                </a:lnTo>
                <a:lnTo>
                  <a:pt x="81772" y="80587"/>
                </a:lnTo>
                <a:lnTo>
                  <a:pt x="82265" y="79942"/>
                </a:lnTo>
                <a:lnTo>
                  <a:pt x="83021" y="78716"/>
                </a:lnTo>
                <a:lnTo>
                  <a:pt x="83534" y="76844"/>
                </a:lnTo>
                <a:lnTo>
                  <a:pt x="84136" y="75796"/>
                </a:lnTo>
                <a:lnTo>
                  <a:pt x="84644" y="74973"/>
                </a:lnTo>
                <a:lnTo>
                  <a:pt x="85191" y="73102"/>
                </a:lnTo>
                <a:lnTo>
                  <a:pt x="85944" y="71230"/>
                </a:lnTo>
                <a:lnTo>
                  <a:pt x="86008" y="71101"/>
                </a:lnTo>
                <a:lnTo>
                  <a:pt x="86610" y="69359"/>
                </a:lnTo>
                <a:lnTo>
                  <a:pt x="86898" y="67487"/>
                </a:lnTo>
                <a:lnTo>
                  <a:pt x="86998" y="65616"/>
                </a:lnTo>
                <a:lnTo>
                  <a:pt x="87059" y="63745"/>
                </a:lnTo>
                <a:lnTo>
                  <a:pt x="86944" y="61873"/>
                </a:lnTo>
                <a:lnTo>
                  <a:pt x="86805" y="60002"/>
                </a:lnTo>
                <a:lnTo>
                  <a:pt x="86379" y="58130"/>
                </a:lnTo>
                <a:lnTo>
                  <a:pt x="86008" y="57558"/>
                </a:lnTo>
                <a:lnTo>
                  <a:pt x="85336" y="56259"/>
                </a:lnTo>
                <a:lnTo>
                  <a:pt x="84682" y="54388"/>
                </a:lnTo>
                <a:lnTo>
                  <a:pt x="84136" y="53754"/>
                </a:lnTo>
                <a:lnTo>
                  <a:pt x="83205" y="52516"/>
                </a:lnTo>
                <a:lnTo>
                  <a:pt x="82265" y="51464"/>
                </a:lnTo>
                <a:lnTo>
                  <a:pt x="81480" y="50645"/>
                </a:lnTo>
                <a:lnTo>
                  <a:pt x="80393" y="49380"/>
                </a:lnTo>
                <a:lnTo>
                  <a:pt x="79840" y="48773"/>
                </a:lnTo>
                <a:lnTo>
                  <a:pt x="79442" y="46902"/>
                </a:lnTo>
                <a:lnTo>
                  <a:pt x="79573" y="45031"/>
                </a:lnTo>
                <a:lnTo>
                  <a:pt x="80393" y="43411"/>
                </a:lnTo>
                <a:lnTo>
                  <a:pt x="80596" y="43159"/>
                </a:lnTo>
                <a:lnTo>
                  <a:pt x="82015" y="41288"/>
                </a:lnTo>
                <a:lnTo>
                  <a:pt x="82265" y="41040"/>
                </a:lnTo>
                <a:lnTo>
                  <a:pt x="84136" y="40045"/>
                </a:lnTo>
                <a:lnTo>
                  <a:pt x="85704" y="39416"/>
                </a:lnTo>
                <a:lnTo>
                  <a:pt x="86008" y="39249"/>
                </a:lnTo>
                <a:lnTo>
                  <a:pt x="87880" y="39125"/>
                </a:lnTo>
                <a:lnTo>
                  <a:pt x="88348" y="39416"/>
                </a:lnTo>
                <a:lnTo>
                  <a:pt x="89752" y="40096"/>
                </a:lnTo>
                <a:lnTo>
                  <a:pt x="91243" y="41288"/>
                </a:lnTo>
                <a:lnTo>
                  <a:pt x="91623" y="41683"/>
                </a:lnTo>
                <a:lnTo>
                  <a:pt x="92588" y="43159"/>
                </a:lnTo>
                <a:lnTo>
                  <a:pt x="93153" y="45031"/>
                </a:lnTo>
                <a:lnTo>
                  <a:pt x="93495" y="46056"/>
                </a:lnTo>
                <a:lnTo>
                  <a:pt x="93786" y="46902"/>
                </a:lnTo>
                <a:lnTo>
                  <a:pt x="93979" y="48773"/>
                </a:lnTo>
                <a:lnTo>
                  <a:pt x="94026" y="50645"/>
                </a:lnTo>
                <a:lnTo>
                  <a:pt x="93903" y="52516"/>
                </a:lnTo>
                <a:lnTo>
                  <a:pt x="93586" y="54388"/>
                </a:lnTo>
                <a:lnTo>
                  <a:pt x="93495" y="54745"/>
                </a:lnTo>
                <a:lnTo>
                  <a:pt x="93163" y="56259"/>
                </a:lnTo>
                <a:lnTo>
                  <a:pt x="92805" y="58130"/>
                </a:lnTo>
                <a:lnTo>
                  <a:pt x="92582" y="60002"/>
                </a:lnTo>
                <a:lnTo>
                  <a:pt x="92375" y="61873"/>
                </a:lnTo>
                <a:lnTo>
                  <a:pt x="92022" y="63745"/>
                </a:lnTo>
                <a:lnTo>
                  <a:pt x="91623" y="64769"/>
                </a:lnTo>
                <a:lnTo>
                  <a:pt x="91281" y="65616"/>
                </a:lnTo>
                <a:lnTo>
                  <a:pt x="90841" y="67487"/>
                </a:lnTo>
                <a:lnTo>
                  <a:pt x="90586" y="69359"/>
                </a:lnTo>
                <a:lnTo>
                  <a:pt x="90122" y="71230"/>
                </a:lnTo>
                <a:lnTo>
                  <a:pt x="89752" y="71996"/>
                </a:lnTo>
                <a:lnTo>
                  <a:pt x="89259" y="73102"/>
                </a:lnTo>
                <a:lnTo>
                  <a:pt x="88775" y="74973"/>
                </a:lnTo>
                <a:lnTo>
                  <a:pt x="88047" y="76844"/>
                </a:lnTo>
                <a:lnTo>
                  <a:pt x="87880" y="77061"/>
                </a:lnTo>
                <a:lnTo>
                  <a:pt x="87060" y="78716"/>
                </a:lnTo>
                <a:lnTo>
                  <a:pt x="86289" y="80587"/>
                </a:lnTo>
                <a:lnTo>
                  <a:pt x="86008" y="80930"/>
                </a:lnTo>
                <a:lnTo>
                  <a:pt x="85141" y="82459"/>
                </a:lnTo>
                <a:lnTo>
                  <a:pt x="84136" y="84098"/>
                </a:lnTo>
                <a:lnTo>
                  <a:pt x="83922" y="84330"/>
                </a:lnTo>
                <a:lnTo>
                  <a:pt x="82950" y="86201"/>
                </a:lnTo>
                <a:lnTo>
                  <a:pt x="82265" y="87049"/>
                </a:lnTo>
                <a:lnTo>
                  <a:pt x="81454" y="88073"/>
                </a:lnTo>
                <a:lnTo>
                  <a:pt x="80393" y="89387"/>
                </a:lnTo>
                <a:lnTo>
                  <a:pt x="79874" y="89944"/>
                </a:lnTo>
                <a:lnTo>
                  <a:pt x="78529" y="91816"/>
                </a:lnTo>
                <a:lnTo>
                  <a:pt x="78521" y="91823"/>
                </a:lnTo>
                <a:lnTo>
                  <a:pt x="76984" y="93687"/>
                </a:lnTo>
                <a:lnTo>
                  <a:pt x="76650" y="94021"/>
                </a:lnTo>
                <a:lnTo>
                  <a:pt x="75141" y="95558"/>
                </a:lnTo>
                <a:lnTo>
                  <a:pt x="74778" y="95924"/>
                </a:lnTo>
                <a:lnTo>
                  <a:pt x="73291" y="97430"/>
                </a:lnTo>
                <a:lnTo>
                  <a:pt x="72906" y="97812"/>
                </a:lnTo>
                <a:lnTo>
                  <a:pt x="71034" y="99294"/>
                </a:lnTo>
                <a:lnTo>
                  <a:pt x="71027" y="99301"/>
                </a:lnTo>
                <a:lnTo>
                  <a:pt x="69163" y="100606"/>
                </a:lnTo>
                <a:lnTo>
                  <a:pt x="68544" y="101173"/>
                </a:lnTo>
                <a:lnTo>
                  <a:pt x="67291" y="102172"/>
                </a:lnTo>
                <a:lnTo>
                  <a:pt x="66037" y="103044"/>
                </a:lnTo>
                <a:lnTo>
                  <a:pt x="65419" y="103552"/>
                </a:lnTo>
                <a:lnTo>
                  <a:pt x="63548" y="104334"/>
                </a:lnTo>
                <a:lnTo>
                  <a:pt x="62779" y="104915"/>
                </a:lnTo>
                <a:lnTo>
                  <a:pt x="61676" y="105651"/>
                </a:lnTo>
                <a:lnTo>
                  <a:pt x="59804" y="106165"/>
                </a:lnTo>
                <a:lnTo>
                  <a:pt x="58704" y="106787"/>
                </a:lnTo>
                <a:lnTo>
                  <a:pt x="57932" y="107271"/>
                </a:lnTo>
                <a:lnTo>
                  <a:pt x="56061" y="107723"/>
                </a:lnTo>
                <a:lnTo>
                  <a:pt x="54189" y="108091"/>
                </a:lnTo>
                <a:lnTo>
                  <a:pt x="52428" y="108658"/>
                </a:lnTo>
                <a:lnTo>
                  <a:pt x="52317" y="108708"/>
                </a:lnTo>
                <a:lnTo>
                  <a:pt x="50446" y="109150"/>
                </a:lnTo>
                <a:lnTo>
                  <a:pt x="48574" y="109366"/>
                </a:lnTo>
                <a:lnTo>
                  <a:pt x="46702" y="109460"/>
                </a:lnTo>
                <a:lnTo>
                  <a:pt x="44830" y="109492"/>
                </a:lnTo>
                <a:lnTo>
                  <a:pt x="43587" y="110530"/>
                </a:lnTo>
                <a:lnTo>
                  <a:pt x="42959" y="112387"/>
                </a:lnTo>
                <a:lnTo>
                  <a:pt x="42951" y="112401"/>
                </a:lnTo>
                <a:lnTo>
                  <a:pt x="42317" y="114272"/>
                </a:lnTo>
                <a:lnTo>
                  <a:pt x="42011" y="116144"/>
                </a:lnTo>
                <a:lnTo>
                  <a:pt x="41682" y="118015"/>
                </a:lnTo>
                <a:lnTo>
                  <a:pt x="41087" y="119728"/>
                </a:lnTo>
                <a:lnTo>
                  <a:pt x="41010" y="119887"/>
                </a:lnTo>
                <a:lnTo>
                  <a:pt x="40414" y="121758"/>
                </a:lnTo>
                <a:lnTo>
                  <a:pt x="40120" y="123629"/>
                </a:lnTo>
                <a:lnTo>
                  <a:pt x="39776" y="125501"/>
                </a:lnTo>
                <a:lnTo>
                  <a:pt x="39215" y="127046"/>
                </a:lnTo>
                <a:lnTo>
                  <a:pt x="39060" y="127372"/>
                </a:lnTo>
                <a:lnTo>
                  <a:pt x="38513" y="129244"/>
                </a:lnTo>
                <a:lnTo>
                  <a:pt x="38228" y="131115"/>
                </a:lnTo>
                <a:lnTo>
                  <a:pt x="37875" y="132986"/>
                </a:lnTo>
                <a:lnTo>
                  <a:pt x="37344" y="134487"/>
                </a:lnTo>
                <a:lnTo>
                  <a:pt x="37176" y="134858"/>
                </a:lnTo>
                <a:lnTo>
                  <a:pt x="36642" y="136729"/>
                </a:lnTo>
                <a:lnTo>
                  <a:pt x="36171" y="138601"/>
                </a:lnTo>
                <a:lnTo>
                  <a:pt x="35472" y="139297"/>
                </a:lnTo>
                <a:lnTo>
                  <a:pt x="33600" y="139341"/>
                </a:lnTo>
                <a:lnTo>
                  <a:pt x="32859" y="138601"/>
                </a:lnTo>
                <a:lnTo>
                  <a:pt x="32818" y="136729"/>
                </a:lnTo>
                <a:lnTo>
                  <a:pt x="33229" y="134858"/>
                </a:lnTo>
                <a:lnTo>
                  <a:pt x="33600" y="133922"/>
                </a:lnTo>
                <a:lnTo>
                  <a:pt x="33971" y="132986"/>
                </a:lnTo>
                <a:lnTo>
                  <a:pt x="34392" y="131115"/>
                </a:lnTo>
                <a:lnTo>
                  <a:pt x="34656" y="129244"/>
                </a:lnTo>
                <a:lnTo>
                  <a:pt x="35064" y="127372"/>
                </a:lnTo>
                <a:lnTo>
                  <a:pt x="35472" y="126334"/>
                </a:lnTo>
                <a:lnTo>
                  <a:pt x="35814" y="125501"/>
                </a:lnTo>
                <a:lnTo>
                  <a:pt x="36269" y="123629"/>
                </a:lnTo>
                <a:lnTo>
                  <a:pt x="36542" y="121758"/>
                </a:lnTo>
                <a:lnTo>
                  <a:pt x="37002" y="119887"/>
                </a:lnTo>
                <a:lnTo>
                  <a:pt x="37344" y="119066"/>
                </a:lnTo>
                <a:lnTo>
                  <a:pt x="37760" y="118015"/>
                </a:lnTo>
                <a:lnTo>
                  <a:pt x="38164" y="116144"/>
                </a:lnTo>
                <a:lnTo>
                  <a:pt x="38414" y="114272"/>
                </a:lnTo>
                <a:lnTo>
                  <a:pt x="38799" y="112401"/>
                </a:lnTo>
                <a:lnTo>
                  <a:pt x="39215" y="111203"/>
                </a:lnTo>
                <a:lnTo>
                  <a:pt x="39474" y="110530"/>
                </a:lnTo>
                <a:lnTo>
                  <a:pt x="39215" y="110122"/>
                </a:lnTo>
                <a:lnTo>
                  <a:pt x="37344" y="109000"/>
                </a:lnTo>
                <a:lnTo>
                  <a:pt x="35472" y="108666"/>
                </a:lnTo>
                <a:lnTo>
                  <a:pt x="35448" y="108658"/>
                </a:lnTo>
                <a:lnTo>
                  <a:pt x="33600" y="108224"/>
                </a:lnTo>
                <a:lnTo>
                  <a:pt x="31728" y="107852"/>
                </a:lnTo>
                <a:lnTo>
                  <a:pt x="29857" y="107612"/>
                </a:lnTo>
                <a:lnTo>
                  <a:pt x="27985" y="107035"/>
                </a:lnTo>
                <a:lnTo>
                  <a:pt x="27609" y="106787"/>
                </a:lnTo>
                <a:lnTo>
                  <a:pt x="26113" y="106079"/>
                </a:lnTo>
                <a:lnTo>
                  <a:pt x="24241" y="105582"/>
                </a:lnTo>
                <a:lnTo>
                  <a:pt x="23338" y="104915"/>
                </a:lnTo>
                <a:lnTo>
                  <a:pt x="22370" y="104216"/>
                </a:lnTo>
                <a:lnTo>
                  <a:pt x="20498" y="103258"/>
                </a:lnTo>
                <a:lnTo>
                  <a:pt x="20279" y="103044"/>
                </a:lnTo>
                <a:lnTo>
                  <a:pt x="18626" y="101682"/>
                </a:lnTo>
                <a:lnTo>
                  <a:pt x="18102" y="101173"/>
                </a:lnTo>
                <a:lnTo>
                  <a:pt x="16755" y="99620"/>
                </a:lnTo>
                <a:lnTo>
                  <a:pt x="16453" y="99301"/>
                </a:lnTo>
                <a:lnTo>
                  <a:pt x="15465" y="97430"/>
                </a:lnTo>
                <a:lnTo>
                  <a:pt x="14883" y="96583"/>
                </a:lnTo>
                <a:lnTo>
                  <a:pt x="14223" y="95558"/>
                </a:lnTo>
                <a:lnTo>
                  <a:pt x="13803" y="93687"/>
                </a:lnTo>
                <a:lnTo>
                  <a:pt x="13259" y="91816"/>
                </a:lnTo>
                <a:lnTo>
                  <a:pt x="13011" y="90599"/>
                </a:lnTo>
                <a:lnTo>
                  <a:pt x="12869" y="89944"/>
                </a:lnTo>
                <a:lnTo>
                  <a:pt x="12586" y="88073"/>
                </a:lnTo>
                <a:lnTo>
                  <a:pt x="12503" y="86201"/>
                </a:lnTo>
                <a:lnTo>
                  <a:pt x="12650" y="84330"/>
                </a:lnTo>
                <a:lnTo>
                  <a:pt x="13011" y="82938"/>
                </a:lnTo>
                <a:lnTo>
                  <a:pt x="13154" y="82459"/>
                </a:lnTo>
                <a:lnTo>
                  <a:pt x="13653" y="80587"/>
                </a:lnTo>
                <a:lnTo>
                  <a:pt x="13967" y="78716"/>
                </a:lnTo>
                <a:lnTo>
                  <a:pt x="14344" y="76844"/>
                </a:lnTo>
                <a:lnTo>
                  <a:pt x="14883" y="75624"/>
                </a:lnTo>
                <a:lnTo>
                  <a:pt x="15215" y="74973"/>
                </a:lnTo>
                <a:lnTo>
                  <a:pt x="15741" y="73102"/>
                </a:lnTo>
                <a:lnTo>
                  <a:pt x="16152" y="71230"/>
                </a:lnTo>
                <a:lnTo>
                  <a:pt x="16755" y="69958"/>
                </a:lnTo>
                <a:lnTo>
                  <a:pt x="17097" y="69359"/>
                </a:lnTo>
                <a:lnTo>
                  <a:pt x="17646" y="67487"/>
                </a:lnTo>
                <a:lnTo>
                  <a:pt x="18142" y="65616"/>
                </a:lnTo>
                <a:lnTo>
                  <a:pt x="18626" y="64730"/>
                </a:lnTo>
                <a:lnTo>
                  <a:pt x="19150" y="63745"/>
                </a:lnTo>
                <a:lnTo>
                  <a:pt x="19631" y="61873"/>
                </a:lnTo>
                <a:lnTo>
                  <a:pt x="20261" y="60002"/>
                </a:lnTo>
                <a:lnTo>
                  <a:pt x="20498" y="59621"/>
                </a:lnTo>
                <a:lnTo>
                  <a:pt x="21177" y="58130"/>
                </a:lnTo>
                <a:lnTo>
                  <a:pt x="21583" y="56259"/>
                </a:lnTo>
                <a:lnTo>
                  <a:pt x="22334" y="54388"/>
                </a:lnTo>
                <a:lnTo>
                  <a:pt x="22370" y="54324"/>
                </a:lnTo>
                <a:lnTo>
                  <a:pt x="23036" y="52516"/>
                </a:lnTo>
                <a:lnTo>
                  <a:pt x="23309" y="50645"/>
                </a:lnTo>
                <a:lnTo>
                  <a:pt x="23435" y="48773"/>
                </a:lnTo>
                <a:lnTo>
                  <a:pt x="23455" y="46902"/>
                </a:lnTo>
                <a:lnTo>
                  <a:pt x="23279" y="45031"/>
                </a:lnTo>
                <a:lnTo>
                  <a:pt x="22370" y="43639"/>
                </a:lnTo>
                <a:lnTo>
                  <a:pt x="21743" y="43159"/>
                </a:lnTo>
                <a:lnTo>
                  <a:pt x="20498" y="42435"/>
                </a:lnTo>
                <a:lnTo>
                  <a:pt x="18626" y="42469"/>
                </a:lnTo>
                <a:lnTo>
                  <a:pt x="16755" y="42968"/>
                </a:lnTo>
                <a:lnTo>
                  <a:pt x="16503" y="43159"/>
                </a:lnTo>
                <a:lnTo>
                  <a:pt x="14883" y="43981"/>
                </a:lnTo>
                <a:lnTo>
                  <a:pt x="13361" y="45031"/>
                </a:lnTo>
                <a:lnTo>
                  <a:pt x="13011" y="45363"/>
                </a:lnTo>
                <a:lnTo>
                  <a:pt x="11410" y="46902"/>
                </a:lnTo>
                <a:lnTo>
                  <a:pt x="11139" y="47181"/>
                </a:lnTo>
                <a:lnTo>
                  <a:pt x="9951" y="48773"/>
                </a:lnTo>
                <a:lnTo>
                  <a:pt x="9268" y="49636"/>
                </a:lnTo>
                <a:lnTo>
                  <a:pt x="8522" y="50645"/>
                </a:lnTo>
                <a:lnTo>
                  <a:pt x="7718" y="52516"/>
                </a:lnTo>
                <a:lnTo>
                  <a:pt x="7396" y="52947"/>
                </a:lnTo>
                <a:lnTo>
                  <a:pt x="6626" y="54388"/>
                </a:lnTo>
                <a:lnTo>
                  <a:pt x="6092" y="56259"/>
                </a:lnTo>
                <a:lnTo>
                  <a:pt x="5524" y="57400"/>
                </a:lnTo>
                <a:lnTo>
                  <a:pt x="5117" y="58130"/>
                </a:lnTo>
                <a:lnTo>
                  <a:pt x="4624" y="60002"/>
                </a:lnTo>
                <a:lnTo>
                  <a:pt x="4199" y="61873"/>
                </a:lnTo>
                <a:lnTo>
                  <a:pt x="3653" y="62758"/>
                </a:lnTo>
                <a:lnTo>
                  <a:pt x="2918" y="63745"/>
                </a:lnTo>
                <a:lnTo>
                  <a:pt x="1781" y="64521"/>
                </a:lnTo>
                <a:lnTo>
                  <a:pt x="357" y="63745"/>
                </a:lnTo>
                <a:lnTo>
                  <a:pt x="0" y="61873"/>
                </a:lnTo>
                <a:lnTo>
                  <a:pt x="605" y="60002"/>
                </a:lnTo>
                <a:lnTo>
                  <a:pt x="971" y="58130"/>
                </a:lnTo>
                <a:lnTo>
                  <a:pt x="1759" y="56259"/>
                </a:lnTo>
                <a:lnTo>
                  <a:pt x="1781" y="56231"/>
                </a:lnTo>
                <a:lnTo>
                  <a:pt x="2615" y="54388"/>
                </a:lnTo>
                <a:lnTo>
                  <a:pt x="3331" y="52516"/>
                </a:lnTo>
                <a:lnTo>
                  <a:pt x="3653" y="52110"/>
                </a:lnTo>
                <a:lnTo>
                  <a:pt x="4484" y="50645"/>
                </a:lnTo>
                <a:lnTo>
                  <a:pt x="5524" y="48925"/>
                </a:lnTo>
                <a:lnTo>
                  <a:pt x="5667" y="48773"/>
                </a:lnTo>
                <a:lnTo>
                  <a:pt x="6713" y="46902"/>
                </a:lnTo>
                <a:lnTo>
                  <a:pt x="7396" y="46146"/>
                </a:lnTo>
                <a:lnTo>
                  <a:pt x="8419" y="45031"/>
                </a:lnTo>
                <a:lnTo>
                  <a:pt x="9268" y="44164"/>
                </a:lnTo>
                <a:lnTo>
                  <a:pt x="10273" y="43159"/>
                </a:lnTo>
                <a:lnTo>
                  <a:pt x="11139" y="42368"/>
                </a:lnTo>
                <a:lnTo>
                  <a:pt x="13011" y="41310"/>
                </a:lnTo>
                <a:lnTo>
                  <a:pt x="13035" y="41288"/>
                </a:lnTo>
                <a:lnTo>
                  <a:pt x="14883" y="40275"/>
                </a:lnTo>
                <a:lnTo>
                  <a:pt x="16755" y="39676"/>
                </a:lnTo>
                <a:lnTo>
                  <a:pt x="17571" y="39416"/>
                </a:lnTo>
                <a:lnTo>
                  <a:pt x="18626" y="39094"/>
                </a:lnTo>
                <a:lnTo>
                  <a:pt x="20498" y="38957"/>
                </a:lnTo>
                <a:lnTo>
                  <a:pt x="22370" y="39168"/>
                </a:lnTo>
                <a:lnTo>
                  <a:pt x="22999" y="39416"/>
                </a:lnTo>
                <a:lnTo>
                  <a:pt x="24241" y="39850"/>
                </a:lnTo>
                <a:lnTo>
                  <a:pt x="26113" y="40445"/>
                </a:lnTo>
                <a:lnTo>
                  <a:pt x="27237" y="41288"/>
                </a:lnTo>
                <a:lnTo>
                  <a:pt x="27985" y="41913"/>
                </a:lnTo>
                <a:lnTo>
                  <a:pt x="29563" y="43159"/>
                </a:lnTo>
                <a:lnTo>
                  <a:pt x="29857" y="43473"/>
                </a:lnTo>
                <a:lnTo>
                  <a:pt x="30876" y="45031"/>
                </a:lnTo>
                <a:lnTo>
                  <a:pt x="31728" y="46382"/>
                </a:lnTo>
                <a:lnTo>
                  <a:pt x="32154" y="46902"/>
                </a:lnTo>
                <a:lnTo>
                  <a:pt x="32535" y="48773"/>
                </a:lnTo>
                <a:lnTo>
                  <a:pt x="32723" y="50645"/>
                </a:lnTo>
                <a:lnTo>
                  <a:pt x="32780" y="52516"/>
                </a:lnTo>
                <a:lnTo>
                  <a:pt x="32634" y="54388"/>
                </a:lnTo>
                <a:lnTo>
                  <a:pt x="32419" y="56259"/>
                </a:lnTo>
                <a:lnTo>
                  <a:pt x="31728" y="58024"/>
                </a:lnTo>
                <a:lnTo>
                  <a:pt x="31665" y="58130"/>
                </a:lnTo>
                <a:lnTo>
                  <a:pt x="30956" y="60002"/>
                </a:lnTo>
                <a:lnTo>
                  <a:pt x="30511" y="61873"/>
                </a:lnTo>
                <a:lnTo>
                  <a:pt x="29857" y="63195"/>
                </a:lnTo>
                <a:lnTo>
                  <a:pt x="29515" y="63745"/>
                </a:lnTo>
                <a:lnTo>
                  <a:pt x="28937" y="65616"/>
                </a:lnTo>
                <a:lnTo>
                  <a:pt x="28410" y="67487"/>
                </a:lnTo>
                <a:lnTo>
                  <a:pt x="27985" y="68259"/>
                </a:lnTo>
                <a:lnTo>
                  <a:pt x="27432" y="69359"/>
                </a:lnTo>
                <a:lnTo>
                  <a:pt x="26988" y="71230"/>
                </a:lnTo>
                <a:lnTo>
                  <a:pt x="26415" y="73102"/>
                </a:lnTo>
                <a:lnTo>
                  <a:pt x="26113" y="73654"/>
                </a:lnTo>
                <a:lnTo>
                  <a:pt x="25525" y="74973"/>
                </a:lnTo>
                <a:lnTo>
                  <a:pt x="25125" y="76844"/>
                </a:lnTo>
                <a:lnTo>
                  <a:pt x="24684" y="78716"/>
                </a:lnTo>
                <a:lnTo>
                  <a:pt x="24241" y="79772"/>
                </a:lnTo>
                <a:lnTo>
                  <a:pt x="23880" y="80587"/>
                </a:lnTo>
                <a:lnTo>
                  <a:pt x="23455" y="82459"/>
                </a:lnTo>
                <a:lnTo>
                  <a:pt x="23251" y="84330"/>
                </a:lnTo>
                <a:lnTo>
                  <a:pt x="23121" y="86201"/>
                </a:lnTo>
                <a:lnTo>
                  <a:pt x="23066" y="88073"/>
                </a:lnTo>
                <a:lnTo>
                  <a:pt x="23137" y="89944"/>
                </a:lnTo>
                <a:lnTo>
                  <a:pt x="23243" y="91816"/>
                </a:lnTo>
                <a:lnTo>
                  <a:pt x="23485" y="93687"/>
                </a:lnTo>
                <a:lnTo>
                  <a:pt x="24191" y="95558"/>
                </a:lnTo>
                <a:lnTo>
                  <a:pt x="24241" y="95617"/>
                </a:lnTo>
                <a:lnTo>
                  <a:pt x="25156" y="97430"/>
                </a:lnTo>
                <a:lnTo>
                  <a:pt x="26113" y="98749"/>
                </a:lnTo>
                <a:lnTo>
                  <a:pt x="26624" y="99301"/>
                </a:lnTo>
                <a:lnTo>
                  <a:pt x="27985" y="100702"/>
                </a:lnTo>
                <a:lnTo>
                  <a:pt x="28485" y="101173"/>
                </a:lnTo>
                <a:lnTo>
                  <a:pt x="29857" y="102206"/>
                </a:lnTo>
                <a:lnTo>
                  <a:pt x="31249" y="103044"/>
                </a:lnTo>
                <a:lnTo>
                  <a:pt x="31728" y="103424"/>
                </a:lnTo>
                <a:lnTo>
                  <a:pt x="33600" y="104036"/>
                </a:lnTo>
                <a:lnTo>
                  <a:pt x="35472" y="104535"/>
                </a:lnTo>
                <a:lnTo>
                  <a:pt x="36437" y="104915"/>
                </a:lnTo>
                <a:lnTo>
                  <a:pt x="37344" y="105277"/>
                </a:lnTo>
                <a:lnTo>
                  <a:pt x="39215" y="105611"/>
                </a:lnTo>
                <a:lnTo>
                  <a:pt x="40374" y="104915"/>
                </a:lnTo>
                <a:lnTo>
                  <a:pt x="41087" y="103672"/>
                </a:lnTo>
                <a:lnTo>
                  <a:pt x="41378" y="103044"/>
                </a:lnTo>
                <a:lnTo>
                  <a:pt x="41849" y="101173"/>
                </a:lnTo>
                <a:lnTo>
                  <a:pt x="42120" y="99301"/>
                </a:lnTo>
                <a:lnTo>
                  <a:pt x="42516" y="97430"/>
                </a:lnTo>
                <a:lnTo>
                  <a:pt x="42959" y="96275"/>
                </a:lnTo>
                <a:lnTo>
                  <a:pt x="43260" y="95558"/>
                </a:lnTo>
                <a:lnTo>
                  <a:pt x="43726" y="93687"/>
                </a:lnTo>
                <a:lnTo>
                  <a:pt x="43996" y="91816"/>
                </a:lnTo>
                <a:lnTo>
                  <a:pt x="44396" y="89944"/>
                </a:lnTo>
                <a:lnTo>
                  <a:pt x="44830" y="88818"/>
                </a:lnTo>
                <a:lnTo>
                  <a:pt x="45142" y="88073"/>
                </a:lnTo>
                <a:lnTo>
                  <a:pt x="45602" y="86201"/>
                </a:lnTo>
                <a:lnTo>
                  <a:pt x="45872" y="84330"/>
                </a:lnTo>
                <a:lnTo>
                  <a:pt x="46277" y="82459"/>
                </a:lnTo>
                <a:lnTo>
                  <a:pt x="46702" y="81362"/>
                </a:lnTo>
                <a:lnTo>
                  <a:pt x="47024" y="80587"/>
                </a:lnTo>
                <a:lnTo>
                  <a:pt x="47484" y="78716"/>
                </a:lnTo>
                <a:lnTo>
                  <a:pt x="47749" y="76844"/>
                </a:lnTo>
                <a:lnTo>
                  <a:pt x="48157" y="74973"/>
                </a:lnTo>
                <a:lnTo>
                  <a:pt x="48574" y="73906"/>
                </a:lnTo>
                <a:lnTo>
                  <a:pt x="48906" y="73102"/>
                </a:lnTo>
                <a:lnTo>
                  <a:pt x="49361" y="71230"/>
                </a:lnTo>
                <a:lnTo>
                  <a:pt x="49625" y="69359"/>
                </a:lnTo>
                <a:lnTo>
                  <a:pt x="50038" y="67487"/>
                </a:lnTo>
                <a:lnTo>
                  <a:pt x="50446" y="66465"/>
                </a:lnTo>
                <a:lnTo>
                  <a:pt x="50797" y="65616"/>
                </a:lnTo>
                <a:lnTo>
                  <a:pt x="51237" y="63745"/>
                </a:lnTo>
                <a:lnTo>
                  <a:pt x="51501" y="61873"/>
                </a:lnTo>
                <a:lnTo>
                  <a:pt x="51919" y="60002"/>
                </a:lnTo>
                <a:lnTo>
                  <a:pt x="52317" y="59009"/>
                </a:lnTo>
                <a:lnTo>
                  <a:pt x="52679" y="58130"/>
                </a:lnTo>
                <a:lnTo>
                  <a:pt x="53114" y="56259"/>
                </a:lnTo>
                <a:lnTo>
                  <a:pt x="53383" y="54388"/>
                </a:lnTo>
                <a:lnTo>
                  <a:pt x="53809" y="52516"/>
                </a:lnTo>
                <a:lnTo>
                  <a:pt x="54189" y="51566"/>
                </a:lnTo>
                <a:lnTo>
                  <a:pt x="54560" y="50645"/>
                </a:lnTo>
                <a:lnTo>
                  <a:pt x="54991" y="48773"/>
                </a:lnTo>
                <a:lnTo>
                  <a:pt x="55259" y="46902"/>
                </a:lnTo>
                <a:lnTo>
                  <a:pt x="55690" y="45031"/>
                </a:lnTo>
                <a:lnTo>
                  <a:pt x="56061" y="44110"/>
                </a:lnTo>
                <a:lnTo>
                  <a:pt x="56441" y="43159"/>
                </a:lnTo>
                <a:lnTo>
                  <a:pt x="56867" y="41288"/>
                </a:lnTo>
                <a:lnTo>
                  <a:pt x="57136" y="39416"/>
                </a:lnTo>
                <a:lnTo>
                  <a:pt x="57571" y="37545"/>
                </a:lnTo>
                <a:lnTo>
                  <a:pt x="57932" y="36653"/>
                </a:lnTo>
                <a:lnTo>
                  <a:pt x="58322" y="35674"/>
                </a:lnTo>
                <a:lnTo>
                  <a:pt x="58748" y="33802"/>
                </a:lnTo>
                <a:lnTo>
                  <a:pt x="59012" y="31931"/>
                </a:lnTo>
                <a:lnTo>
                  <a:pt x="59452" y="30059"/>
                </a:lnTo>
                <a:lnTo>
                  <a:pt x="59804" y="29197"/>
                </a:lnTo>
                <a:lnTo>
                  <a:pt x="60203" y="28188"/>
                </a:lnTo>
                <a:lnTo>
                  <a:pt x="60625" y="26317"/>
                </a:lnTo>
                <a:lnTo>
                  <a:pt x="60889" y="24445"/>
                </a:lnTo>
                <a:lnTo>
                  <a:pt x="61334" y="22574"/>
                </a:lnTo>
                <a:lnTo>
                  <a:pt x="61676" y="21753"/>
                </a:lnTo>
                <a:lnTo>
                  <a:pt x="62092" y="20702"/>
                </a:lnTo>
                <a:lnTo>
                  <a:pt x="62501" y="18831"/>
                </a:lnTo>
                <a:lnTo>
                  <a:pt x="62765" y="16960"/>
                </a:lnTo>
                <a:lnTo>
                  <a:pt x="63215" y="15088"/>
                </a:lnTo>
                <a:lnTo>
                  <a:pt x="63548" y="14296"/>
                </a:lnTo>
                <a:lnTo>
                  <a:pt x="63973" y="13217"/>
                </a:lnTo>
                <a:lnTo>
                  <a:pt x="64377" y="11345"/>
                </a:lnTo>
                <a:lnTo>
                  <a:pt x="64642" y="9474"/>
                </a:lnTo>
                <a:lnTo>
                  <a:pt x="65107" y="7603"/>
                </a:lnTo>
                <a:lnTo>
                  <a:pt x="65419" y="6857"/>
                </a:lnTo>
                <a:lnTo>
                  <a:pt x="65853" y="5731"/>
                </a:lnTo>
                <a:lnTo>
                  <a:pt x="66253" y="3860"/>
                </a:lnTo>
                <a:lnTo>
                  <a:pt x="66524" y="1988"/>
                </a:lnTo>
                <a:lnTo>
                  <a:pt x="67291" y="884"/>
                </a:lnTo>
                <a:lnTo>
                  <a:pt x="68935" y="1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symskill-math-8-glyph-1">
            <a:extLst xmlns:a="http://schemas.openxmlformats.org/drawingml/2006/main">
              <a:ext uri="{FF2B5EF4-FFF2-40B4-BE49-F238E27FC236}">
                <a16:creationId xmlns:a16="http://schemas.microsoft.com/office/drawing/2014/main" id="{2D85B353-A35C-4584-BE77-C279A8C2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9241" y="1425594"/>
            <a:ext cx="50884" cy="49111"/>
          </a:xfrm>
          <a:custGeom xmlns:a="http://schemas.openxmlformats.org/drawingml/2006/main">
            <a:pathLst>
              <a:path w="50884" h="49111">
                <a:moveTo>
                  <a:pt x="29129" y="312"/>
                </a:moveTo>
                <a:lnTo>
                  <a:pt x="29549" y="221"/>
                </a:lnTo>
                <a:lnTo>
                  <a:pt x="31421" y="0"/>
                </a:lnTo>
                <a:lnTo>
                  <a:pt x="33292" y="221"/>
                </a:lnTo>
                <a:lnTo>
                  <a:pt x="33712" y="312"/>
                </a:lnTo>
                <a:lnTo>
                  <a:pt x="35164" y="593"/>
                </a:lnTo>
                <a:lnTo>
                  <a:pt x="37036" y="1063"/>
                </a:lnTo>
                <a:lnTo>
                  <a:pt x="38907" y="1387"/>
                </a:lnTo>
                <a:lnTo>
                  <a:pt x="40432" y="2183"/>
                </a:lnTo>
                <a:lnTo>
                  <a:pt x="40779" y="2453"/>
                </a:lnTo>
                <a:lnTo>
                  <a:pt x="42651" y="3285"/>
                </a:lnTo>
                <a:lnTo>
                  <a:pt x="43576" y="4055"/>
                </a:lnTo>
                <a:lnTo>
                  <a:pt x="44523" y="4855"/>
                </a:lnTo>
                <a:lnTo>
                  <a:pt x="45627" y="5926"/>
                </a:lnTo>
                <a:lnTo>
                  <a:pt x="46394" y="6744"/>
                </a:lnTo>
                <a:lnTo>
                  <a:pt x="47317" y="7798"/>
                </a:lnTo>
                <a:lnTo>
                  <a:pt x="48266" y="9316"/>
                </a:lnTo>
                <a:lnTo>
                  <a:pt x="48568" y="9669"/>
                </a:lnTo>
                <a:lnTo>
                  <a:pt x="49293" y="11540"/>
                </a:lnTo>
                <a:lnTo>
                  <a:pt x="49826" y="13412"/>
                </a:lnTo>
                <a:lnTo>
                  <a:pt x="50138" y="14157"/>
                </a:lnTo>
                <a:lnTo>
                  <a:pt x="50572" y="15283"/>
                </a:lnTo>
                <a:lnTo>
                  <a:pt x="50773" y="17155"/>
                </a:lnTo>
                <a:lnTo>
                  <a:pt x="50884" y="19026"/>
                </a:lnTo>
                <a:lnTo>
                  <a:pt x="50747" y="20897"/>
                </a:lnTo>
                <a:lnTo>
                  <a:pt x="50489" y="22769"/>
                </a:lnTo>
                <a:lnTo>
                  <a:pt x="50138" y="24346"/>
                </a:lnTo>
                <a:lnTo>
                  <a:pt x="50060" y="24640"/>
                </a:lnTo>
                <a:lnTo>
                  <a:pt x="49392" y="26512"/>
                </a:lnTo>
                <a:lnTo>
                  <a:pt x="48979" y="28383"/>
                </a:lnTo>
                <a:lnTo>
                  <a:pt x="48266" y="29882"/>
                </a:lnTo>
                <a:lnTo>
                  <a:pt x="48018" y="30254"/>
                </a:lnTo>
                <a:lnTo>
                  <a:pt x="47169" y="32126"/>
                </a:lnTo>
                <a:lnTo>
                  <a:pt x="46394" y="33212"/>
                </a:lnTo>
                <a:lnTo>
                  <a:pt x="45779" y="33997"/>
                </a:lnTo>
                <a:lnTo>
                  <a:pt x="44771" y="35869"/>
                </a:lnTo>
                <a:lnTo>
                  <a:pt x="44523" y="36120"/>
                </a:lnTo>
                <a:lnTo>
                  <a:pt x="43173" y="37740"/>
                </a:lnTo>
                <a:lnTo>
                  <a:pt x="42651" y="38283"/>
                </a:lnTo>
                <a:lnTo>
                  <a:pt x="41445" y="39611"/>
                </a:lnTo>
                <a:lnTo>
                  <a:pt x="40779" y="40267"/>
                </a:lnTo>
                <a:lnTo>
                  <a:pt x="39243" y="41483"/>
                </a:lnTo>
                <a:lnTo>
                  <a:pt x="38907" y="41805"/>
                </a:lnTo>
                <a:lnTo>
                  <a:pt x="37036" y="43032"/>
                </a:lnTo>
                <a:lnTo>
                  <a:pt x="36686" y="43354"/>
                </a:lnTo>
                <a:lnTo>
                  <a:pt x="35164" y="44337"/>
                </a:lnTo>
                <a:lnTo>
                  <a:pt x="33624" y="45226"/>
                </a:lnTo>
                <a:lnTo>
                  <a:pt x="33292" y="45506"/>
                </a:lnTo>
                <a:lnTo>
                  <a:pt x="31421" y="46300"/>
                </a:lnTo>
                <a:lnTo>
                  <a:pt x="29579" y="47097"/>
                </a:lnTo>
                <a:lnTo>
                  <a:pt x="29549" y="47119"/>
                </a:lnTo>
                <a:lnTo>
                  <a:pt x="27677" y="47848"/>
                </a:lnTo>
                <a:lnTo>
                  <a:pt x="25805" y="48196"/>
                </a:lnTo>
                <a:lnTo>
                  <a:pt x="23934" y="48476"/>
                </a:lnTo>
                <a:lnTo>
                  <a:pt x="22062" y="48742"/>
                </a:lnTo>
                <a:lnTo>
                  <a:pt x="20892" y="48968"/>
                </a:lnTo>
                <a:lnTo>
                  <a:pt x="20190" y="49111"/>
                </a:lnTo>
                <a:lnTo>
                  <a:pt x="18319" y="49046"/>
                </a:lnTo>
                <a:lnTo>
                  <a:pt x="17851" y="48968"/>
                </a:lnTo>
                <a:lnTo>
                  <a:pt x="16447" y="48754"/>
                </a:lnTo>
                <a:lnTo>
                  <a:pt x="14575" y="48380"/>
                </a:lnTo>
                <a:lnTo>
                  <a:pt x="12703" y="48021"/>
                </a:lnTo>
                <a:lnTo>
                  <a:pt x="10832" y="47477"/>
                </a:lnTo>
                <a:lnTo>
                  <a:pt x="10341" y="47097"/>
                </a:lnTo>
                <a:lnTo>
                  <a:pt x="8960" y="46300"/>
                </a:lnTo>
                <a:lnTo>
                  <a:pt x="7235" y="45226"/>
                </a:lnTo>
                <a:lnTo>
                  <a:pt x="7088" y="45083"/>
                </a:lnTo>
                <a:lnTo>
                  <a:pt x="5217" y="43676"/>
                </a:lnTo>
                <a:lnTo>
                  <a:pt x="4894" y="43354"/>
                </a:lnTo>
                <a:lnTo>
                  <a:pt x="3500" y="41483"/>
                </a:lnTo>
                <a:lnTo>
                  <a:pt x="3345" y="41320"/>
                </a:lnTo>
                <a:lnTo>
                  <a:pt x="2315" y="39611"/>
                </a:lnTo>
                <a:lnTo>
                  <a:pt x="1473" y="38075"/>
                </a:lnTo>
                <a:lnTo>
                  <a:pt x="1203" y="37740"/>
                </a:lnTo>
                <a:lnTo>
                  <a:pt x="631" y="35869"/>
                </a:lnTo>
                <a:lnTo>
                  <a:pt x="337" y="33997"/>
                </a:lnTo>
                <a:lnTo>
                  <a:pt x="155" y="32126"/>
                </a:lnTo>
                <a:lnTo>
                  <a:pt x="0" y="30254"/>
                </a:lnTo>
                <a:lnTo>
                  <a:pt x="176" y="28383"/>
                </a:lnTo>
                <a:lnTo>
                  <a:pt x="363" y="26512"/>
                </a:lnTo>
                <a:lnTo>
                  <a:pt x="522" y="24640"/>
                </a:lnTo>
                <a:lnTo>
                  <a:pt x="957" y="22769"/>
                </a:lnTo>
                <a:lnTo>
                  <a:pt x="1473" y="21782"/>
                </a:lnTo>
                <a:lnTo>
                  <a:pt x="1949" y="20897"/>
                </a:lnTo>
                <a:lnTo>
                  <a:pt x="2476" y="19026"/>
                </a:lnTo>
                <a:lnTo>
                  <a:pt x="3345" y="17622"/>
                </a:lnTo>
                <a:lnTo>
                  <a:pt x="3743" y="17155"/>
                </a:lnTo>
                <a:lnTo>
                  <a:pt x="4575" y="15283"/>
                </a:lnTo>
                <a:lnTo>
                  <a:pt x="5217" y="14495"/>
                </a:lnTo>
                <a:lnTo>
                  <a:pt x="6073" y="13412"/>
                </a:lnTo>
                <a:lnTo>
                  <a:pt x="7088" y="12265"/>
                </a:lnTo>
                <a:lnTo>
                  <a:pt x="7767" y="11540"/>
                </a:lnTo>
                <a:lnTo>
                  <a:pt x="8960" y="10174"/>
                </a:lnTo>
                <a:lnTo>
                  <a:pt x="9462" y="9669"/>
                </a:lnTo>
                <a:lnTo>
                  <a:pt x="10832" y="8472"/>
                </a:lnTo>
                <a:lnTo>
                  <a:pt x="11573" y="7798"/>
                </a:lnTo>
                <a:lnTo>
                  <a:pt x="12703" y="6834"/>
                </a:lnTo>
                <a:lnTo>
                  <a:pt x="13801" y="5926"/>
                </a:lnTo>
                <a:lnTo>
                  <a:pt x="14575" y="5266"/>
                </a:lnTo>
                <a:lnTo>
                  <a:pt x="16447" y="4506"/>
                </a:lnTo>
                <a:lnTo>
                  <a:pt x="17004" y="4055"/>
                </a:lnTo>
                <a:lnTo>
                  <a:pt x="18319" y="3227"/>
                </a:lnTo>
                <a:lnTo>
                  <a:pt x="20190" y="2563"/>
                </a:lnTo>
                <a:lnTo>
                  <a:pt x="20906" y="2183"/>
                </a:lnTo>
                <a:lnTo>
                  <a:pt x="22062" y="1637"/>
                </a:lnTo>
                <a:lnTo>
                  <a:pt x="23934" y="1207"/>
                </a:lnTo>
                <a:lnTo>
                  <a:pt x="25805" y="858"/>
                </a:lnTo>
                <a:lnTo>
                  <a:pt x="27677" y="593"/>
                </a:lnTo>
                <a:lnTo>
                  <a:pt x="29129" y="312"/>
                </a:lnTo>
                <a:close/>
                <a:moveTo>
                  <a:pt x="27677" y="3446"/>
                </a:moveTo>
                <a:lnTo>
                  <a:pt x="26290" y="4055"/>
                </a:lnTo>
                <a:lnTo>
                  <a:pt x="25805" y="4325"/>
                </a:lnTo>
                <a:lnTo>
                  <a:pt x="23934" y="4990"/>
                </a:lnTo>
                <a:lnTo>
                  <a:pt x="22310" y="5926"/>
                </a:lnTo>
                <a:lnTo>
                  <a:pt x="22062" y="6152"/>
                </a:lnTo>
                <a:lnTo>
                  <a:pt x="20190" y="7259"/>
                </a:lnTo>
                <a:lnTo>
                  <a:pt x="19595" y="7798"/>
                </a:lnTo>
                <a:lnTo>
                  <a:pt x="18319" y="8946"/>
                </a:lnTo>
                <a:lnTo>
                  <a:pt x="17630" y="9669"/>
                </a:lnTo>
                <a:lnTo>
                  <a:pt x="16447" y="11049"/>
                </a:lnTo>
                <a:lnTo>
                  <a:pt x="15976" y="11540"/>
                </a:lnTo>
                <a:lnTo>
                  <a:pt x="14866" y="13412"/>
                </a:lnTo>
                <a:lnTo>
                  <a:pt x="14575" y="13764"/>
                </a:lnTo>
                <a:lnTo>
                  <a:pt x="13715" y="15283"/>
                </a:lnTo>
                <a:lnTo>
                  <a:pt x="12871" y="17155"/>
                </a:lnTo>
                <a:lnTo>
                  <a:pt x="12703" y="17375"/>
                </a:lnTo>
                <a:lnTo>
                  <a:pt x="11912" y="19026"/>
                </a:lnTo>
                <a:lnTo>
                  <a:pt x="11534" y="20897"/>
                </a:lnTo>
                <a:lnTo>
                  <a:pt x="10832" y="22602"/>
                </a:lnTo>
                <a:lnTo>
                  <a:pt x="10728" y="22769"/>
                </a:lnTo>
                <a:lnTo>
                  <a:pt x="10113" y="24640"/>
                </a:lnTo>
                <a:lnTo>
                  <a:pt x="9876" y="26512"/>
                </a:lnTo>
                <a:lnTo>
                  <a:pt x="9614" y="28383"/>
                </a:lnTo>
                <a:lnTo>
                  <a:pt x="9251" y="30254"/>
                </a:lnTo>
                <a:lnTo>
                  <a:pt x="8960" y="31771"/>
                </a:lnTo>
                <a:lnTo>
                  <a:pt x="8883" y="32126"/>
                </a:lnTo>
                <a:lnTo>
                  <a:pt x="8781" y="33997"/>
                </a:lnTo>
                <a:lnTo>
                  <a:pt x="8960" y="34699"/>
                </a:lnTo>
                <a:lnTo>
                  <a:pt x="9241" y="35869"/>
                </a:lnTo>
                <a:lnTo>
                  <a:pt x="9595" y="37740"/>
                </a:lnTo>
                <a:lnTo>
                  <a:pt x="9896" y="39611"/>
                </a:lnTo>
                <a:lnTo>
                  <a:pt x="10832" y="41104"/>
                </a:lnTo>
                <a:lnTo>
                  <a:pt x="11174" y="41483"/>
                </a:lnTo>
                <a:lnTo>
                  <a:pt x="12423" y="43354"/>
                </a:lnTo>
                <a:lnTo>
                  <a:pt x="12703" y="43635"/>
                </a:lnTo>
                <a:lnTo>
                  <a:pt x="14575" y="44568"/>
                </a:lnTo>
                <a:lnTo>
                  <a:pt x="15751" y="45226"/>
                </a:lnTo>
                <a:lnTo>
                  <a:pt x="16447" y="45677"/>
                </a:lnTo>
                <a:lnTo>
                  <a:pt x="18319" y="45971"/>
                </a:lnTo>
                <a:lnTo>
                  <a:pt x="20190" y="46064"/>
                </a:lnTo>
                <a:lnTo>
                  <a:pt x="22062" y="45873"/>
                </a:lnTo>
                <a:lnTo>
                  <a:pt x="23934" y="45463"/>
                </a:lnTo>
                <a:lnTo>
                  <a:pt x="24270" y="45226"/>
                </a:lnTo>
                <a:lnTo>
                  <a:pt x="25805" y="44480"/>
                </a:lnTo>
                <a:lnTo>
                  <a:pt x="27677" y="43929"/>
                </a:lnTo>
                <a:lnTo>
                  <a:pt x="28373" y="43354"/>
                </a:lnTo>
                <a:lnTo>
                  <a:pt x="29549" y="42487"/>
                </a:lnTo>
                <a:lnTo>
                  <a:pt x="30833" y="41483"/>
                </a:lnTo>
                <a:lnTo>
                  <a:pt x="31421" y="40949"/>
                </a:lnTo>
                <a:lnTo>
                  <a:pt x="32830" y="39611"/>
                </a:lnTo>
                <a:lnTo>
                  <a:pt x="33292" y="39126"/>
                </a:lnTo>
                <a:lnTo>
                  <a:pt x="34424" y="37740"/>
                </a:lnTo>
                <a:lnTo>
                  <a:pt x="35164" y="36906"/>
                </a:lnTo>
                <a:lnTo>
                  <a:pt x="35996" y="35869"/>
                </a:lnTo>
                <a:lnTo>
                  <a:pt x="36744" y="33997"/>
                </a:lnTo>
                <a:lnTo>
                  <a:pt x="37036" y="33628"/>
                </a:lnTo>
                <a:lnTo>
                  <a:pt x="37852" y="32126"/>
                </a:lnTo>
                <a:lnTo>
                  <a:pt x="38500" y="30254"/>
                </a:lnTo>
                <a:lnTo>
                  <a:pt x="38907" y="29473"/>
                </a:lnTo>
                <a:lnTo>
                  <a:pt x="39431" y="28383"/>
                </a:lnTo>
                <a:lnTo>
                  <a:pt x="39835" y="26512"/>
                </a:lnTo>
                <a:lnTo>
                  <a:pt x="40219" y="24640"/>
                </a:lnTo>
                <a:lnTo>
                  <a:pt x="40779" y="22940"/>
                </a:lnTo>
                <a:lnTo>
                  <a:pt x="40857" y="22769"/>
                </a:lnTo>
                <a:lnTo>
                  <a:pt x="41325" y="20897"/>
                </a:lnTo>
                <a:lnTo>
                  <a:pt x="41600" y="19026"/>
                </a:lnTo>
                <a:lnTo>
                  <a:pt x="41734" y="17155"/>
                </a:lnTo>
                <a:lnTo>
                  <a:pt x="41782" y="15283"/>
                </a:lnTo>
                <a:lnTo>
                  <a:pt x="41652" y="13412"/>
                </a:lnTo>
                <a:lnTo>
                  <a:pt x="41433" y="11540"/>
                </a:lnTo>
                <a:lnTo>
                  <a:pt x="40815" y="9669"/>
                </a:lnTo>
                <a:lnTo>
                  <a:pt x="40779" y="9630"/>
                </a:lnTo>
                <a:lnTo>
                  <a:pt x="39747" y="7798"/>
                </a:lnTo>
                <a:lnTo>
                  <a:pt x="38907" y="6714"/>
                </a:lnTo>
                <a:lnTo>
                  <a:pt x="38138" y="5926"/>
                </a:lnTo>
                <a:lnTo>
                  <a:pt x="37036" y="5052"/>
                </a:lnTo>
                <a:lnTo>
                  <a:pt x="35309" y="4055"/>
                </a:lnTo>
                <a:lnTo>
                  <a:pt x="35164" y="3925"/>
                </a:lnTo>
                <a:lnTo>
                  <a:pt x="33292" y="3388"/>
                </a:lnTo>
                <a:lnTo>
                  <a:pt x="31421" y="3169"/>
                </a:lnTo>
                <a:lnTo>
                  <a:pt x="29549" y="3234"/>
                </a:lnTo>
                <a:lnTo>
                  <a:pt x="27677" y="34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symskill-math-8-glyph-2">
            <a:extLst xmlns:a="http://schemas.openxmlformats.org/drawingml/2006/main">
              <a:ext uri="{FF2B5EF4-FFF2-40B4-BE49-F238E27FC236}">
                <a16:creationId xmlns:a16="http://schemas.microsoft.com/office/drawing/2014/main" id="{BBA4B244-D814-4BDD-8C1B-E7E48E7B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7618" y="1435959"/>
            <a:ext cx="30417" cy="54480"/>
          </a:xfrm>
          <a:custGeom xmlns:a="http://schemas.openxmlformats.org/drawingml/2006/main">
            <a:pathLst>
              <a:path w="30417" h="54480">
                <a:moveTo>
                  <a:pt x="15798" y="1175"/>
                </a:moveTo>
                <a:lnTo>
                  <a:pt x="15935" y="1058"/>
                </a:lnTo>
                <a:lnTo>
                  <a:pt x="17807" y="350"/>
                </a:lnTo>
                <a:lnTo>
                  <a:pt x="19679" y="189"/>
                </a:lnTo>
                <a:lnTo>
                  <a:pt x="21551" y="0"/>
                </a:lnTo>
                <a:lnTo>
                  <a:pt x="23422" y="39"/>
                </a:lnTo>
                <a:lnTo>
                  <a:pt x="25294" y="209"/>
                </a:lnTo>
                <a:lnTo>
                  <a:pt x="27166" y="759"/>
                </a:lnTo>
                <a:lnTo>
                  <a:pt x="27668" y="1175"/>
                </a:lnTo>
                <a:lnTo>
                  <a:pt x="29037" y="2176"/>
                </a:lnTo>
                <a:lnTo>
                  <a:pt x="29835" y="3047"/>
                </a:lnTo>
                <a:lnTo>
                  <a:pt x="30371" y="4918"/>
                </a:lnTo>
                <a:lnTo>
                  <a:pt x="30417" y="6790"/>
                </a:lnTo>
                <a:lnTo>
                  <a:pt x="29642" y="8661"/>
                </a:lnTo>
                <a:lnTo>
                  <a:pt x="29037" y="9250"/>
                </a:lnTo>
                <a:lnTo>
                  <a:pt x="27166" y="9668"/>
                </a:lnTo>
                <a:lnTo>
                  <a:pt x="25294" y="9537"/>
                </a:lnTo>
                <a:lnTo>
                  <a:pt x="24123" y="8661"/>
                </a:lnTo>
                <a:lnTo>
                  <a:pt x="23422" y="7718"/>
                </a:lnTo>
                <a:lnTo>
                  <a:pt x="22794" y="6790"/>
                </a:lnTo>
                <a:lnTo>
                  <a:pt x="22834" y="4918"/>
                </a:lnTo>
                <a:lnTo>
                  <a:pt x="23422" y="3332"/>
                </a:lnTo>
                <a:lnTo>
                  <a:pt x="23565" y="3047"/>
                </a:lnTo>
                <a:lnTo>
                  <a:pt x="23422" y="2904"/>
                </a:lnTo>
                <a:lnTo>
                  <a:pt x="21551" y="2290"/>
                </a:lnTo>
                <a:lnTo>
                  <a:pt x="19679" y="2686"/>
                </a:lnTo>
                <a:lnTo>
                  <a:pt x="19233" y="3047"/>
                </a:lnTo>
                <a:lnTo>
                  <a:pt x="17807" y="3912"/>
                </a:lnTo>
                <a:lnTo>
                  <a:pt x="16640" y="4918"/>
                </a:lnTo>
                <a:lnTo>
                  <a:pt x="15935" y="5730"/>
                </a:lnTo>
                <a:lnTo>
                  <a:pt x="15134" y="6790"/>
                </a:lnTo>
                <a:lnTo>
                  <a:pt x="14523" y="8661"/>
                </a:lnTo>
                <a:lnTo>
                  <a:pt x="14064" y="10387"/>
                </a:lnTo>
                <a:lnTo>
                  <a:pt x="14014" y="10532"/>
                </a:lnTo>
                <a:lnTo>
                  <a:pt x="13588" y="12404"/>
                </a:lnTo>
                <a:lnTo>
                  <a:pt x="13518" y="14275"/>
                </a:lnTo>
                <a:lnTo>
                  <a:pt x="13518" y="16147"/>
                </a:lnTo>
                <a:lnTo>
                  <a:pt x="13518" y="18018"/>
                </a:lnTo>
                <a:lnTo>
                  <a:pt x="13518" y="19889"/>
                </a:lnTo>
                <a:lnTo>
                  <a:pt x="14064" y="20500"/>
                </a:lnTo>
                <a:lnTo>
                  <a:pt x="15935" y="20941"/>
                </a:lnTo>
                <a:lnTo>
                  <a:pt x="17807" y="20941"/>
                </a:lnTo>
                <a:lnTo>
                  <a:pt x="19679" y="20941"/>
                </a:lnTo>
                <a:lnTo>
                  <a:pt x="21551" y="20941"/>
                </a:lnTo>
                <a:lnTo>
                  <a:pt x="23422" y="20941"/>
                </a:lnTo>
                <a:lnTo>
                  <a:pt x="24698" y="21761"/>
                </a:lnTo>
                <a:lnTo>
                  <a:pt x="24786" y="23632"/>
                </a:lnTo>
                <a:lnTo>
                  <a:pt x="23422" y="24505"/>
                </a:lnTo>
                <a:lnTo>
                  <a:pt x="21551" y="24505"/>
                </a:lnTo>
                <a:lnTo>
                  <a:pt x="19679" y="24505"/>
                </a:lnTo>
                <a:lnTo>
                  <a:pt x="17807" y="24505"/>
                </a:lnTo>
                <a:lnTo>
                  <a:pt x="15935" y="24505"/>
                </a:lnTo>
                <a:lnTo>
                  <a:pt x="14064" y="25379"/>
                </a:lnTo>
                <a:lnTo>
                  <a:pt x="13947" y="25504"/>
                </a:lnTo>
                <a:lnTo>
                  <a:pt x="13947" y="27375"/>
                </a:lnTo>
                <a:lnTo>
                  <a:pt x="13947" y="29246"/>
                </a:lnTo>
                <a:lnTo>
                  <a:pt x="13947" y="31118"/>
                </a:lnTo>
                <a:lnTo>
                  <a:pt x="13947" y="32989"/>
                </a:lnTo>
                <a:lnTo>
                  <a:pt x="13947" y="34861"/>
                </a:lnTo>
                <a:lnTo>
                  <a:pt x="13947" y="36732"/>
                </a:lnTo>
                <a:lnTo>
                  <a:pt x="13947" y="38603"/>
                </a:lnTo>
                <a:lnTo>
                  <a:pt x="13947" y="40475"/>
                </a:lnTo>
                <a:lnTo>
                  <a:pt x="13947" y="42346"/>
                </a:lnTo>
                <a:lnTo>
                  <a:pt x="13947" y="44218"/>
                </a:lnTo>
                <a:lnTo>
                  <a:pt x="13947" y="46089"/>
                </a:lnTo>
                <a:lnTo>
                  <a:pt x="13973" y="47960"/>
                </a:lnTo>
                <a:lnTo>
                  <a:pt x="14064" y="48178"/>
                </a:lnTo>
                <a:lnTo>
                  <a:pt x="14615" y="49832"/>
                </a:lnTo>
                <a:lnTo>
                  <a:pt x="15935" y="50764"/>
                </a:lnTo>
                <a:lnTo>
                  <a:pt x="17807" y="50921"/>
                </a:lnTo>
                <a:lnTo>
                  <a:pt x="19679" y="50957"/>
                </a:lnTo>
                <a:lnTo>
                  <a:pt x="21551" y="51278"/>
                </a:lnTo>
                <a:lnTo>
                  <a:pt x="21976" y="51703"/>
                </a:lnTo>
                <a:lnTo>
                  <a:pt x="22205" y="53575"/>
                </a:lnTo>
                <a:lnTo>
                  <a:pt x="21551" y="54229"/>
                </a:lnTo>
                <a:lnTo>
                  <a:pt x="19679" y="54460"/>
                </a:lnTo>
                <a:lnTo>
                  <a:pt x="17807" y="54418"/>
                </a:lnTo>
                <a:lnTo>
                  <a:pt x="15935" y="54386"/>
                </a:lnTo>
                <a:lnTo>
                  <a:pt x="14064" y="54361"/>
                </a:lnTo>
                <a:lnTo>
                  <a:pt x="12192" y="54336"/>
                </a:lnTo>
                <a:lnTo>
                  <a:pt x="10320" y="54336"/>
                </a:lnTo>
                <a:lnTo>
                  <a:pt x="8449" y="54376"/>
                </a:lnTo>
                <a:lnTo>
                  <a:pt x="6577" y="54413"/>
                </a:lnTo>
                <a:lnTo>
                  <a:pt x="4705" y="54448"/>
                </a:lnTo>
                <a:lnTo>
                  <a:pt x="2833" y="54480"/>
                </a:lnTo>
                <a:lnTo>
                  <a:pt x="962" y="53611"/>
                </a:lnTo>
                <a:lnTo>
                  <a:pt x="926" y="53575"/>
                </a:lnTo>
                <a:lnTo>
                  <a:pt x="962" y="53352"/>
                </a:lnTo>
                <a:lnTo>
                  <a:pt x="1288" y="51703"/>
                </a:lnTo>
                <a:lnTo>
                  <a:pt x="2833" y="50942"/>
                </a:lnTo>
                <a:lnTo>
                  <a:pt x="4705" y="50874"/>
                </a:lnTo>
                <a:lnTo>
                  <a:pt x="6577" y="50413"/>
                </a:lnTo>
                <a:lnTo>
                  <a:pt x="7159" y="49832"/>
                </a:lnTo>
                <a:lnTo>
                  <a:pt x="7446" y="47960"/>
                </a:lnTo>
                <a:lnTo>
                  <a:pt x="7454" y="46089"/>
                </a:lnTo>
                <a:lnTo>
                  <a:pt x="7454" y="44218"/>
                </a:lnTo>
                <a:lnTo>
                  <a:pt x="7454" y="42346"/>
                </a:lnTo>
                <a:lnTo>
                  <a:pt x="7454" y="40475"/>
                </a:lnTo>
                <a:lnTo>
                  <a:pt x="7454" y="38603"/>
                </a:lnTo>
                <a:lnTo>
                  <a:pt x="7454" y="36732"/>
                </a:lnTo>
                <a:lnTo>
                  <a:pt x="7454" y="34861"/>
                </a:lnTo>
                <a:lnTo>
                  <a:pt x="7454" y="32989"/>
                </a:lnTo>
                <a:lnTo>
                  <a:pt x="7454" y="31118"/>
                </a:lnTo>
                <a:lnTo>
                  <a:pt x="7454" y="29246"/>
                </a:lnTo>
                <a:lnTo>
                  <a:pt x="7454" y="27375"/>
                </a:lnTo>
                <a:lnTo>
                  <a:pt x="7454" y="25504"/>
                </a:lnTo>
                <a:lnTo>
                  <a:pt x="6577" y="24568"/>
                </a:lnTo>
                <a:lnTo>
                  <a:pt x="4705" y="24505"/>
                </a:lnTo>
                <a:lnTo>
                  <a:pt x="2833" y="24505"/>
                </a:lnTo>
                <a:lnTo>
                  <a:pt x="962" y="24505"/>
                </a:lnTo>
                <a:lnTo>
                  <a:pt x="0" y="23632"/>
                </a:lnTo>
                <a:lnTo>
                  <a:pt x="58" y="21761"/>
                </a:lnTo>
                <a:lnTo>
                  <a:pt x="962" y="20941"/>
                </a:lnTo>
                <a:lnTo>
                  <a:pt x="2833" y="20941"/>
                </a:lnTo>
                <a:lnTo>
                  <a:pt x="4705" y="20941"/>
                </a:lnTo>
                <a:lnTo>
                  <a:pt x="6577" y="20873"/>
                </a:lnTo>
                <a:lnTo>
                  <a:pt x="7454" y="19889"/>
                </a:lnTo>
                <a:lnTo>
                  <a:pt x="7454" y="18018"/>
                </a:lnTo>
                <a:lnTo>
                  <a:pt x="7454" y="16147"/>
                </a:lnTo>
                <a:lnTo>
                  <a:pt x="7454" y="14275"/>
                </a:lnTo>
                <a:lnTo>
                  <a:pt x="7475" y="12404"/>
                </a:lnTo>
                <a:lnTo>
                  <a:pt x="7575" y="10532"/>
                </a:lnTo>
                <a:lnTo>
                  <a:pt x="7933" y="8661"/>
                </a:lnTo>
                <a:lnTo>
                  <a:pt x="8449" y="7885"/>
                </a:lnTo>
                <a:lnTo>
                  <a:pt x="9120" y="6790"/>
                </a:lnTo>
                <a:lnTo>
                  <a:pt x="10320" y="5301"/>
                </a:lnTo>
                <a:lnTo>
                  <a:pt x="10691" y="4918"/>
                </a:lnTo>
                <a:lnTo>
                  <a:pt x="12192" y="3261"/>
                </a:lnTo>
                <a:lnTo>
                  <a:pt x="12426" y="3047"/>
                </a:lnTo>
                <a:lnTo>
                  <a:pt x="14064" y="2078"/>
                </a:lnTo>
                <a:lnTo>
                  <a:pt x="15798" y="11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symskill-math-8-glyph-3">
            <a:extLst xmlns:a="http://schemas.openxmlformats.org/drawingml/2006/main">
              <a:ext uri="{FF2B5EF4-FFF2-40B4-BE49-F238E27FC236}">
                <a16:creationId xmlns:a16="http://schemas.microsoft.com/office/drawing/2014/main" id="{E870B59F-3DAB-4B03-BD10-10B0F111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0531" y="1455622"/>
            <a:ext cx="37278" cy="35512"/>
          </a:xfrm>
          <a:custGeom xmlns:a="http://schemas.openxmlformats.org/drawingml/2006/main">
            <a:pathLst>
              <a:path w="37278" h="35512">
                <a:moveTo>
                  <a:pt x="17984" y="226"/>
                </a:moveTo>
                <a:lnTo>
                  <a:pt x="18101" y="204"/>
                </a:lnTo>
                <a:lnTo>
                  <a:pt x="19973" y="0"/>
                </a:lnTo>
                <a:lnTo>
                  <a:pt x="21697" y="226"/>
                </a:lnTo>
                <a:lnTo>
                  <a:pt x="21845" y="253"/>
                </a:lnTo>
                <a:lnTo>
                  <a:pt x="23717" y="540"/>
                </a:lnTo>
                <a:lnTo>
                  <a:pt x="25588" y="904"/>
                </a:lnTo>
                <a:lnTo>
                  <a:pt x="27460" y="1264"/>
                </a:lnTo>
                <a:lnTo>
                  <a:pt x="29287" y="2097"/>
                </a:lnTo>
                <a:lnTo>
                  <a:pt x="29332" y="2133"/>
                </a:lnTo>
                <a:lnTo>
                  <a:pt x="31203" y="3171"/>
                </a:lnTo>
                <a:lnTo>
                  <a:pt x="32104" y="3969"/>
                </a:lnTo>
                <a:lnTo>
                  <a:pt x="33075" y="4909"/>
                </a:lnTo>
                <a:lnTo>
                  <a:pt x="33951" y="5840"/>
                </a:lnTo>
                <a:lnTo>
                  <a:pt x="34947" y="7322"/>
                </a:lnTo>
                <a:lnTo>
                  <a:pt x="35289" y="7711"/>
                </a:lnTo>
                <a:lnTo>
                  <a:pt x="35965" y="9583"/>
                </a:lnTo>
                <a:lnTo>
                  <a:pt x="36467" y="11454"/>
                </a:lnTo>
                <a:lnTo>
                  <a:pt x="36819" y="12907"/>
                </a:lnTo>
                <a:lnTo>
                  <a:pt x="36936" y="13326"/>
                </a:lnTo>
                <a:lnTo>
                  <a:pt x="37278" y="15197"/>
                </a:lnTo>
                <a:lnTo>
                  <a:pt x="36819" y="16070"/>
                </a:lnTo>
                <a:lnTo>
                  <a:pt x="35747" y="17068"/>
                </a:lnTo>
                <a:lnTo>
                  <a:pt x="34947" y="17476"/>
                </a:lnTo>
                <a:lnTo>
                  <a:pt x="33075" y="17511"/>
                </a:lnTo>
                <a:lnTo>
                  <a:pt x="31203" y="17511"/>
                </a:lnTo>
                <a:lnTo>
                  <a:pt x="29332" y="17511"/>
                </a:lnTo>
                <a:lnTo>
                  <a:pt x="27460" y="17511"/>
                </a:lnTo>
                <a:lnTo>
                  <a:pt x="25588" y="17511"/>
                </a:lnTo>
                <a:lnTo>
                  <a:pt x="23717" y="17511"/>
                </a:lnTo>
                <a:lnTo>
                  <a:pt x="21845" y="17511"/>
                </a:lnTo>
                <a:lnTo>
                  <a:pt x="19973" y="17511"/>
                </a:lnTo>
                <a:lnTo>
                  <a:pt x="18101" y="17511"/>
                </a:lnTo>
                <a:lnTo>
                  <a:pt x="16230" y="17511"/>
                </a:lnTo>
                <a:lnTo>
                  <a:pt x="14358" y="17511"/>
                </a:lnTo>
                <a:lnTo>
                  <a:pt x="12486" y="17511"/>
                </a:lnTo>
                <a:lnTo>
                  <a:pt x="10615" y="17511"/>
                </a:lnTo>
                <a:lnTo>
                  <a:pt x="8743" y="17511"/>
                </a:lnTo>
                <a:lnTo>
                  <a:pt x="7663" y="18940"/>
                </a:lnTo>
                <a:lnTo>
                  <a:pt x="7769" y="20811"/>
                </a:lnTo>
                <a:lnTo>
                  <a:pt x="7956" y="22683"/>
                </a:lnTo>
                <a:lnTo>
                  <a:pt x="8540" y="24554"/>
                </a:lnTo>
                <a:lnTo>
                  <a:pt x="8743" y="24806"/>
                </a:lnTo>
                <a:lnTo>
                  <a:pt x="9605" y="26425"/>
                </a:lnTo>
                <a:lnTo>
                  <a:pt x="10615" y="27950"/>
                </a:lnTo>
                <a:lnTo>
                  <a:pt x="10937" y="28297"/>
                </a:lnTo>
                <a:lnTo>
                  <a:pt x="12486" y="29684"/>
                </a:lnTo>
                <a:lnTo>
                  <a:pt x="13027" y="30168"/>
                </a:lnTo>
                <a:lnTo>
                  <a:pt x="14358" y="31083"/>
                </a:lnTo>
                <a:lnTo>
                  <a:pt x="16230" y="31803"/>
                </a:lnTo>
                <a:lnTo>
                  <a:pt x="16685" y="32040"/>
                </a:lnTo>
                <a:lnTo>
                  <a:pt x="18101" y="32621"/>
                </a:lnTo>
                <a:lnTo>
                  <a:pt x="19973" y="32827"/>
                </a:lnTo>
                <a:lnTo>
                  <a:pt x="21845" y="32917"/>
                </a:lnTo>
                <a:lnTo>
                  <a:pt x="23717" y="32806"/>
                </a:lnTo>
                <a:lnTo>
                  <a:pt x="25588" y="32474"/>
                </a:lnTo>
                <a:lnTo>
                  <a:pt x="26398" y="32040"/>
                </a:lnTo>
                <a:lnTo>
                  <a:pt x="27460" y="31509"/>
                </a:lnTo>
                <a:lnTo>
                  <a:pt x="29332" y="30820"/>
                </a:lnTo>
                <a:lnTo>
                  <a:pt x="30091" y="30168"/>
                </a:lnTo>
                <a:lnTo>
                  <a:pt x="31203" y="29247"/>
                </a:lnTo>
                <a:lnTo>
                  <a:pt x="32087" y="28297"/>
                </a:lnTo>
                <a:lnTo>
                  <a:pt x="33075" y="26793"/>
                </a:lnTo>
                <a:lnTo>
                  <a:pt x="33407" y="26425"/>
                </a:lnTo>
                <a:lnTo>
                  <a:pt x="34883" y="24554"/>
                </a:lnTo>
                <a:lnTo>
                  <a:pt x="34947" y="24490"/>
                </a:lnTo>
                <a:lnTo>
                  <a:pt x="35090" y="24554"/>
                </a:lnTo>
                <a:lnTo>
                  <a:pt x="36819" y="25932"/>
                </a:lnTo>
                <a:lnTo>
                  <a:pt x="37067" y="26425"/>
                </a:lnTo>
                <a:lnTo>
                  <a:pt x="36819" y="26751"/>
                </a:lnTo>
                <a:lnTo>
                  <a:pt x="35998" y="28297"/>
                </a:lnTo>
                <a:lnTo>
                  <a:pt x="34947" y="29746"/>
                </a:lnTo>
                <a:lnTo>
                  <a:pt x="34546" y="30168"/>
                </a:lnTo>
                <a:lnTo>
                  <a:pt x="33075" y="31577"/>
                </a:lnTo>
                <a:lnTo>
                  <a:pt x="32580" y="32040"/>
                </a:lnTo>
                <a:lnTo>
                  <a:pt x="31203" y="33031"/>
                </a:lnTo>
                <a:lnTo>
                  <a:pt x="29605" y="33911"/>
                </a:lnTo>
                <a:lnTo>
                  <a:pt x="29332" y="34137"/>
                </a:lnTo>
                <a:lnTo>
                  <a:pt x="27460" y="34774"/>
                </a:lnTo>
                <a:lnTo>
                  <a:pt x="25588" y="35081"/>
                </a:lnTo>
                <a:lnTo>
                  <a:pt x="23717" y="35306"/>
                </a:lnTo>
                <a:lnTo>
                  <a:pt x="21845" y="35512"/>
                </a:lnTo>
                <a:lnTo>
                  <a:pt x="19973" y="35481"/>
                </a:lnTo>
                <a:lnTo>
                  <a:pt x="18101" y="35282"/>
                </a:lnTo>
                <a:lnTo>
                  <a:pt x="16230" y="35053"/>
                </a:lnTo>
                <a:lnTo>
                  <a:pt x="14358" y="34771"/>
                </a:lnTo>
                <a:lnTo>
                  <a:pt x="12486" y="34282"/>
                </a:lnTo>
                <a:lnTo>
                  <a:pt x="11965" y="33911"/>
                </a:lnTo>
                <a:lnTo>
                  <a:pt x="10615" y="33181"/>
                </a:lnTo>
                <a:lnTo>
                  <a:pt x="8743" y="32499"/>
                </a:lnTo>
                <a:lnTo>
                  <a:pt x="8225" y="32040"/>
                </a:lnTo>
                <a:lnTo>
                  <a:pt x="6871" y="31073"/>
                </a:lnTo>
                <a:lnTo>
                  <a:pt x="5827" y="30168"/>
                </a:lnTo>
                <a:lnTo>
                  <a:pt x="4999" y="29367"/>
                </a:lnTo>
                <a:lnTo>
                  <a:pt x="3962" y="28297"/>
                </a:lnTo>
                <a:lnTo>
                  <a:pt x="3128" y="27322"/>
                </a:lnTo>
                <a:lnTo>
                  <a:pt x="2395" y="26425"/>
                </a:lnTo>
                <a:lnTo>
                  <a:pt x="1515" y="24554"/>
                </a:lnTo>
                <a:lnTo>
                  <a:pt x="1256" y="24170"/>
                </a:lnTo>
                <a:lnTo>
                  <a:pt x="537" y="22683"/>
                </a:lnTo>
                <a:lnTo>
                  <a:pt x="218" y="20811"/>
                </a:lnTo>
                <a:lnTo>
                  <a:pt x="57" y="18940"/>
                </a:lnTo>
                <a:lnTo>
                  <a:pt x="0" y="17068"/>
                </a:lnTo>
                <a:lnTo>
                  <a:pt x="161" y="15197"/>
                </a:lnTo>
                <a:lnTo>
                  <a:pt x="410" y="13326"/>
                </a:lnTo>
                <a:lnTo>
                  <a:pt x="1042" y="11454"/>
                </a:lnTo>
                <a:lnTo>
                  <a:pt x="1256" y="11199"/>
                </a:lnTo>
                <a:lnTo>
                  <a:pt x="2153" y="9583"/>
                </a:lnTo>
                <a:lnTo>
                  <a:pt x="3128" y="8138"/>
                </a:lnTo>
                <a:lnTo>
                  <a:pt x="3517" y="7711"/>
                </a:lnTo>
                <a:lnTo>
                  <a:pt x="4999" y="5944"/>
                </a:lnTo>
                <a:lnTo>
                  <a:pt x="5103" y="5840"/>
                </a:lnTo>
                <a:lnTo>
                  <a:pt x="6871" y="4469"/>
                </a:lnTo>
                <a:lnTo>
                  <a:pt x="7422" y="3969"/>
                </a:lnTo>
                <a:lnTo>
                  <a:pt x="8743" y="3029"/>
                </a:lnTo>
                <a:lnTo>
                  <a:pt x="10590" y="2097"/>
                </a:lnTo>
                <a:lnTo>
                  <a:pt x="10615" y="2075"/>
                </a:lnTo>
                <a:lnTo>
                  <a:pt x="12486" y="1246"/>
                </a:lnTo>
                <a:lnTo>
                  <a:pt x="14358" y="939"/>
                </a:lnTo>
                <a:lnTo>
                  <a:pt x="16230" y="507"/>
                </a:lnTo>
                <a:lnTo>
                  <a:pt x="17984" y="226"/>
                </a:lnTo>
                <a:close/>
                <a:moveTo>
                  <a:pt x="16230" y="3162"/>
                </a:moveTo>
                <a:lnTo>
                  <a:pt x="14712" y="3969"/>
                </a:lnTo>
                <a:lnTo>
                  <a:pt x="14358" y="4249"/>
                </a:lnTo>
                <a:lnTo>
                  <a:pt x="12486" y="5096"/>
                </a:lnTo>
                <a:lnTo>
                  <a:pt x="11682" y="5840"/>
                </a:lnTo>
                <a:lnTo>
                  <a:pt x="10615" y="7022"/>
                </a:lnTo>
                <a:lnTo>
                  <a:pt x="10002" y="7711"/>
                </a:lnTo>
                <a:lnTo>
                  <a:pt x="9266" y="9583"/>
                </a:lnTo>
                <a:lnTo>
                  <a:pt x="8743" y="10528"/>
                </a:lnTo>
                <a:lnTo>
                  <a:pt x="8227" y="11454"/>
                </a:lnTo>
                <a:lnTo>
                  <a:pt x="7904" y="13326"/>
                </a:lnTo>
                <a:lnTo>
                  <a:pt x="8743" y="14750"/>
                </a:lnTo>
                <a:lnTo>
                  <a:pt x="10615" y="14826"/>
                </a:lnTo>
                <a:lnTo>
                  <a:pt x="12486" y="14826"/>
                </a:lnTo>
                <a:lnTo>
                  <a:pt x="14358" y="14826"/>
                </a:lnTo>
                <a:lnTo>
                  <a:pt x="16230" y="14826"/>
                </a:lnTo>
                <a:lnTo>
                  <a:pt x="18101" y="14826"/>
                </a:lnTo>
                <a:lnTo>
                  <a:pt x="19973" y="14826"/>
                </a:lnTo>
                <a:lnTo>
                  <a:pt x="21845" y="14826"/>
                </a:lnTo>
                <a:lnTo>
                  <a:pt x="23717" y="14826"/>
                </a:lnTo>
                <a:lnTo>
                  <a:pt x="25588" y="14826"/>
                </a:lnTo>
                <a:lnTo>
                  <a:pt x="27460" y="14826"/>
                </a:lnTo>
                <a:lnTo>
                  <a:pt x="29332" y="14826"/>
                </a:lnTo>
                <a:lnTo>
                  <a:pt x="30989" y="13326"/>
                </a:lnTo>
                <a:lnTo>
                  <a:pt x="30556" y="11454"/>
                </a:lnTo>
                <a:lnTo>
                  <a:pt x="30165" y="9583"/>
                </a:lnTo>
                <a:lnTo>
                  <a:pt x="29332" y="7721"/>
                </a:lnTo>
                <a:lnTo>
                  <a:pt x="29324" y="7711"/>
                </a:lnTo>
                <a:lnTo>
                  <a:pt x="28079" y="5840"/>
                </a:lnTo>
                <a:lnTo>
                  <a:pt x="27460" y="5221"/>
                </a:lnTo>
                <a:lnTo>
                  <a:pt x="25588" y="4032"/>
                </a:lnTo>
                <a:lnTo>
                  <a:pt x="25509" y="3969"/>
                </a:lnTo>
                <a:lnTo>
                  <a:pt x="23717" y="3136"/>
                </a:lnTo>
                <a:lnTo>
                  <a:pt x="21845" y="2931"/>
                </a:lnTo>
                <a:lnTo>
                  <a:pt x="19973" y="2799"/>
                </a:lnTo>
                <a:lnTo>
                  <a:pt x="18101" y="2931"/>
                </a:lnTo>
                <a:lnTo>
                  <a:pt x="16230" y="31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symskill-math-8-glyph-4">
            <a:extLst xmlns:a="http://schemas.openxmlformats.org/drawingml/2006/main">
              <a:ext uri="{FF2B5EF4-FFF2-40B4-BE49-F238E27FC236}">
                <a16:creationId xmlns:a16="http://schemas.microsoft.com/office/drawing/2014/main" id="{4C15A59F-10B3-45BF-9949-3C5FA8B3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7986" y="1456401"/>
            <a:ext cx="31450" cy="34034"/>
          </a:xfrm>
          <a:custGeom xmlns:a="http://schemas.openxmlformats.org/drawingml/2006/main">
            <a:pathLst>
              <a:path w="31450" h="34034">
                <a:moveTo>
                  <a:pt x="85" y="1318"/>
                </a:moveTo>
                <a:lnTo>
                  <a:pt x="751" y="652"/>
                </a:lnTo>
                <a:lnTo>
                  <a:pt x="2623" y="401"/>
                </a:lnTo>
                <a:lnTo>
                  <a:pt x="4495" y="336"/>
                </a:lnTo>
                <a:lnTo>
                  <a:pt x="6366" y="262"/>
                </a:lnTo>
                <a:lnTo>
                  <a:pt x="8238" y="171"/>
                </a:lnTo>
                <a:lnTo>
                  <a:pt x="10110" y="69"/>
                </a:lnTo>
                <a:lnTo>
                  <a:pt x="11982" y="302"/>
                </a:lnTo>
                <a:lnTo>
                  <a:pt x="12678" y="1318"/>
                </a:lnTo>
                <a:lnTo>
                  <a:pt x="12678" y="3190"/>
                </a:lnTo>
                <a:lnTo>
                  <a:pt x="12798" y="5061"/>
                </a:lnTo>
                <a:lnTo>
                  <a:pt x="13853" y="6277"/>
                </a:lnTo>
                <a:lnTo>
                  <a:pt x="14710" y="5061"/>
                </a:lnTo>
                <a:lnTo>
                  <a:pt x="15725" y="3880"/>
                </a:lnTo>
                <a:lnTo>
                  <a:pt x="16443" y="3190"/>
                </a:lnTo>
                <a:lnTo>
                  <a:pt x="17597" y="2174"/>
                </a:lnTo>
                <a:lnTo>
                  <a:pt x="18904" y="1318"/>
                </a:lnTo>
                <a:lnTo>
                  <a:pt x="19468" y="876"/>
                </a:lnTo>
                <a:lnTo>
                  <a:pt x="21340" y="313"/>
                </a:lnTo>
                <a:lnTo>
                  <a:pt x="23212" y="76"/>
                </a:lnTo>
                <a:lnTo>
                  <a:pt x="25084" y="0"/>
                </a:lnTo>
                <a:lnTo>
                  <a:pt x="26955" y="243"/>
                </a:lnTo>
                <a:lnTo>
                  <a:pt x="28827" y="803"/>
                </a:lnTo>
                <a:lnTo>
                  <a:pt x="29381" y="1318"/>
                </a:lnTo>
                <a:lnTo>
                  <a:pt x="30699" y="2862"/>
                </a:lnTo>
                <a:lnTo>
                  <a:pt x="31000" y="3190"/>
                </a:lnTo>
                <a:lnTo>
                  <a:pt x="31450" y="5061"/>
                </a:lnTo>
                <a:lnTo>
                  <a:pt x="31031" y="6932"/>
                </a:lnTo>
                <a:lnTo>
                  <a:pt x="30699" y="7285"/>
                </a:lnTo>
                <a:lnTo>
                  <a:pt x="28827" y="8661"/>
                </a:lnTo>
                <a:lnTo>
                  <a:pt x="28149" y="8804"/>
                </a:lnTo>
                <a:lnTo>
                  <a:pt x="26955" y="9041"/>
                </a:lnTo>
                <a:lnTo>
                  <a:pt x="26598" y="8804"/>
                </a:lnTo>
                <a:lnTo>
                  <a:pt x="25084" y="8043"/>
                </a:lnTo>
                <a:lnTo>
                  <a:pt x="24109" y="6932"/>
                </a:lnTo>
                <a:lnTo>
                  <a:pt x="23828" y="5061"/>
                </a:lnTo>
                <a:lnTo>
                  <a:pt x="23969" y="3190"/>
                </a:lnTo>
                <a:lnTo>
                  <a:pt x="23212" y="2477"/>
                </a:lnTo>
                <a:lnTo>
                  <a:pt x="21340" y="2800"/>
                </a:lnTo>
                <a:lnTo>
                  <a:pt x="20820" y="3190"/>
                </a:lnTo>
                <a:lnTo>
                  <a:pt x="19468" y="3980"/>
                </a:lnTo>
                <a:lnTo>
                  <a:pt x="18219" y="5061"/>
                </a:lnTo>
                <a:lnTo>
                  <a:pt x="17597" y="5659"/>
                </a:lnTo>
                <a:lnTo>
                  <a:pt x="16344" y="6932"/>
                </a:lnTo>
                <a:lnTo>
                  <a:pt x="15725" y="7771"/>
                </a:lnTo>
                <a:lnTo>
                  <a:pt x="15035" y="8804"/>
                </a:lnTo>
                <a:lnTo>
                  <a:pt x="14428" y="10675"/>
                </a:lnTo>
                <a:lnTo>
                  <a:pt x="13853" y="12124"/>
                </a:lnTo>
                <a:lnTo>
                  <a:pt x="13639" y="12547"/>
                </a:lnTo>
                <a:lnTo>
                  <a:pt x="13307" y="14418"/>
                </a:lnTo>
                <a:lnTo>
                  <a:pt x="13092" y="16289"/>
                </a:lnTo>
                <a:lnTo>
                  <a:pt x="13047" y="18161"/>
                </a:lnTo>
                <a:lnTo>
                  <a:pt x="13047" y="20032"/>
                </a:lnTo>
                <a:lnTo>
                  <a:pt x="13047" y="21904"/>
                </a:lnTo>
                <a:lnTo>
                  <a:pt x="13047" y="23775"/>
                </a:lnTo>
                <a:lnTo>
                  <a:pt x="13047" y="25646"/>
                </a:lnTo>
                <a:lnTo>
                  <a:pt x="13057" y="27518"/>
                </a:lnTo>
                <a:lnTo>
                  <a:pt x="13502" y="29389"/>
                </a:lnTo>
                <a:lnTo>
                  <a:pt x="13853" y="29741"/>
                </a:lnTo>
                <a:lnTo>
                  <a:pt x="15725" y="30392"/>
                </a:lnTo>
                <a:lnTo>
                  <a:pt x="17597" y="30499"/>
                </a:lnTo>
                <a:lnTo>
                  <a:pt x="19468" y="30515"/>
                </a:lnTo>
                <a:lnTo>
                  <a:pt x="20832" y="31261"/>
                </a:lnTo>
                <a:lnTo>
                  <a:pt x="21162" y="33132"/>
                </a:lnTo>
                <a:lnTo>
                  <a:pt x="19468" y="34034"/>
                </a:lnTo>
                <a:lnTo>
                  <a:pt x="17597" y="33992"/>
                </a:lnTo>
                <a:lnTo>
                  <a:pt x="15725" y="33948"/>
                </a:lnTo>
                <a:lnTo>
                  <a:pt x="13853" y="33924"/>
                </a:lnTo>
                <a:lnTo>
                  <a:pt x="11982" y="33904"/>
                </a:lnTo>
                <a:lnTo>
                  <a:pt x="10110" y="33889"/>
                </a:lnTo>
                <a:lnTo>
                  <a:pt x="8238" y="33919"/>
                </a:lnTo>
                <a:lnTo>
                  <a:pt x="6366" y="33957"/>
                </a:lnTo>
                <a:lnTo>
                  <a:pt x="4495" y="33992"/>
                </a:lnTo>
                <a:lnTo>
                  <a:pt x="2623" y="34030"/>
                </a:lnTo>
                <a:lnTo>
                  <a:pt x="751" y="33883"/>
                </a:lnTo>
                <a:lnTo>
                  <a:pt x="0" y="33132"/>
                </a:lnTo>
                <a:lnTo>
                  <a:pt x="220" y="31261"/>
                </a:lnTo>
                <a:lnTo>
                  <a:pt x="751" y="30730"/>
                </a:lnTo>
                <a:lnTo>
                  <a:pt x="2623" y="30479"/>
                </a:lnTo>
                <a:lnTo>
                  <a:pt x="4495" y="30376"/>
                </a:lnTo>
                <a:lnTo>
                  <a:pt x="6030" y="29389"/>
                </a:lnTo>
                <a:lnTo>
                  <a:pt x="6366" y="28360"/>
                </a:lnTo>
                <a:lnTo>
                  <a:pt x="6647" y="27518"/>
                </a:lnTo>
                <a:lnTo>
                  <a:pt x="6668" y="25646"/>
                </a:lnTo>
                <a:lnTo>
                  <a:pt x="6668" y="23775"/>
                </a:lnTo>
                <a:lnTo>
                  <a:pt x="6668" y="21904"/>
                </a:lnTo>
                <a:lnTo>
                  <a:pt x="6668" y="20032"/>
                </a:lnTo>
                <a:lnTo>
                  <a:pt x="6668" y="18161"/>
                </a:lnTo>
                <a:lnTo>
                  <a:pt x="6668" y="16289"/>
                </a:lnTo>
                <a:lnTo>
                  <a:pt x="6668" y="14418"/>
                </a:lnTo>
                <a:lnTo>
                  <a:pt x="6668" y="12547"/>
                </a:lnTo>
                <a:lnTo>
                  <a:pt x="6668" y="10675"/>
                </a:lnTo>
                <a:lnTo>
                  <a:pt x="6658" y="8804"/>
                </a:lnTo>
                <a:lnTo>
                  <a:pt x="6457" y="6932"/>
                </a:lnTo>
                <a:lnTo>
                  <a:pt x="6366" y="6802"/>
                </a:lnTo>
                <a:lnTo>
                  <a:pt x="5414" y="5061"/>
                </a:lnTo>
                <a:lnTo>
                  <a:pt x="4495" y="4320"/>
                </a:lnTo>
                <a:lnTo>
                  <a:pt x="2623" y="4122"/>
                </a:lnTo>
                <a:lnTo>
                  <a:pt x="751" y="3903"/>
                </a:lnTo>
                <a:lnTo>
                  <a:pt x="38" y="3190"/>
                </a:lnTo>
                <a:lnTo>
                  <a:pt x="85" y="13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symskill-math-8-glyph-5">
            <a:extLst xmlns:a="http://schemas.openxmlformats.org/drawingml/2006/main">
              <a:ext uri="{FF2B5EF4-FFF2-40B4-BE49-F238E27FC236}">
                <a16:creationId xmlns:a16="http://schemas.microsoft.com/office/drawing/2014/main" id="{B34CDC30-96F9-47F7-8E09-F011854C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0587" y="1506064"/>
            <a:ext cx="50884" cy="49111"/>
          </a:xfrm>
          <a:custGeom xmlns:a="http://schemas.openxmlformats.org/drawingml/2006/main">
            <a:pathLst>
              <a:path w="50884" h="49111">
                <a:moveTo>
                  <a:pt x="29129" y="312"/>
                </a:moveTo>
                <a:lnTo>
                  <a:pt x="29549" y="221"/>
                </a:lnTo>
                <a:lnTo>
                  <a:pt x="31421" y="0"/>
                </a:lnTo>
                <a:lnTo>
                  <a:pt x="33292" y="221"/>
                </a:lnTo>
                <a:lnTo>
                  <a:pt x="33712" y="312"/>
                </a:lnTo>
                <a:lnTo>
                  <a:pt x="35164" y="593"/>
                </a:lnTo>
                <a:lnTo>
                  <a:pt x="37036" y="1063"/>
                </a:lnTo>
                <a:lnTo>
                  <a:pt x="38907" y="1387"/>
                </a:lnTo>
                <a:lnTo>
                  <a:pt x="40432" y="2183"/>
                </a:lnTo>
                <a:lnTo>
                  <a:pt x="40779" y="2453"/>
                </a:lnTo>
                <a:lnTo>
                  <a:pt x="42651" y="3285"/>
                </a:lnTo>
                <a:lnTo>
                  <a:pt x="43576" y="4055"/>
                </a:lnTo>
                <a:lnTo>
                  <a:pt x="44523" y="4855"/>
                </a:lnTo>
                <a:lnTo>
                  <a:pt x="45627" y="5926"/>
                </a:lnTo>
                <a:lnTo>
                  <a:pt x="46394" y="6744"/>
                </a:lnTo>
                <a:lnTo>
                  <a:pt x="47317" y="7798"/>
                </a:lnTo>
                <a:lnTo>
                  <a:pt x="48266" y="9316"/>
                </a:lnTo>
                <a:lnTo>
                  <a:pt x="48568" y="9669"/>
                </a:lnTo>
                <a:lnTo>
                  <a:pt x="49293" y="11540"/>
                </a:lnTo>
                <a:lnTo>
                  <a:pt x="49826" y="13412"/>
                </a:lnTo>
                <a:lnTo>
                  <a:pt x="50138" y="14157"/>
                </a:lnTo>
                <a:lnTo>
                  <a:pt x="50572" y="15283"/>
                </a:lnTo>
                <a:lnTo>
                  <a:pt x="50773" y="17155"/>
                </a:lnTo>
                <a:lnTo>
                  <a:pt x="50884" y="19026"/>
                </a:lnTo>
                <a:lnTo>
                  <a:pt x="50747" y="20897"/>
                </a:lnTo>
                <a:lnTo>
                  <a:pt x="50489" y="22769"/>
                </a:lnTo>
                <a:lnTo>
                  <a:pt x="50138" y="24346"/>
                </a:lnTo>
                <a:lnTo>
                  <a:pt x="50060" y="24640"/>
                </a:lnTo>
                <a:lnTo>
                  <a:pt x="49392" y="26512"/>
                </a:lnTo>
                <a:lnTo>
                  <a:pt x="48979" y="28383"/>
                </a:lnTo>
                <a:lnTo>
                  <a:pt x="48266" y="29882"/>
                </a:lnTo>
                <a:lnTo>
                  <a:pt x="48018" y="30254"/>
                </a:lnTo>
                <a:lnTo>
                  <a:pt x="47169" y="32126"/>
                </a:lnTo>
                <a:lnTo>
                  <a:pt x="46394" y="33212"/>
                </a:lnTo>
                <a:lnTo>
                  <a:pt x="45779" y="33997"/>
                </a:lnTo>
                <a:lnTo>
                  <a:pt x="44771" y="35869"/>
                </a:lnTo>
                <a:lnTo>
                  <a:pt x="44523" y="36120"/>
                </a:lnTo>
                <a:lnTo>
                  <a:pt x="43173" y="37740"/>
                </a:lnTo>
                <a:lnTo>
                  <a:pt x="42651" y="38283"/>
                </a:lnTo>
                <a:lnTo>
                  <a:pt x="41445" y="39611"/>
                </a:lnTo>
                <a:lnTo>
                  <a:pt x="40779" y="40267"/>
                </a:lnTo>
                <a:lnTo>
                  <a:pt x="39243" y="41483"/>
                </a:lnTo>
                <a:lnTo>
                  <a:pt x="38907" y="41805"/>
                </a:lnTo>
                <a:lnTo>
                  <a:pt x="37036" y="43032"/>
                </a:lnTo>
                <a:lnTo>
                  <a:pt x="36686" y="43354"/>
                </a:lnTo>
                <a:lnTo>
                  <a:pt x="35164" y="44337"/>
                </a:lnTo>
                <a:lnTo>
                  <a:pt x="33624" y="45226"/>
                </a:lnTo>
                <a:lnTo>
                  <a:pt x="33292" y="45506"/>
                </a:lnTo>
                <a:lnTo>
                  <a:pt x="31421" y="46300"/>
                </a:lnTo>
                <a:lnTo>
                  <a:pt x="29579" y="47097"/>
                </a:lnTo>
                <a:lnTo>
                  <a:pt x="29549" y="47119"/>
                </a:lnTo>
                <a:lnTo>
                  <a:pt x="27677" y="47848"/>
                </a:lnTo>
                <a:lnTo>
                  <a:pt x="25805" y="48196"/>
                </a:lnTo>
                <a:lnTo>
                  <a:pt x="23934" y="48476"/>
                </a:lnTo>
                <a:lnTo>
                  <a:pt x="22062" y="48742"/>
                </a:lnTo>
                <a:lnTo>
                  <a:pt x="20892" y="48968"/>
                </a:lnTo>
                <a:lnTo>
                  <a:pt x="20190" y="49111"/>
                </a:lnTo>
                <a:lnTo>
                  <a:pt x="18319" y="49046"/>
                </a:lnTo>
                <a:lnTo>
                  <a:pt x="17851" y="48968"/>
                </a:lnTo>
                <a:lnTo>
                  <a:pt x="16447" y="48754"/>
                </a:lnTo>
                <a:lnTo>
                  <a:pt x="14575" y="48380"/>
                </a:lnTo>
                <a:lnTo>
                  <a:pt x="12703" y="48021"/>
                </a:lnTo>
                <a:lnTo>
                  <a:pt x="10832" y="47477"/>
                </a:lnTo>
                <a:lnTo>
                  <a:pt x="10341" y="47097"/>
                </a:lnTo>
                <a:lnTo>
                  <a:pt x="8960" y="46300"/>
                </a:lnTo>
                <a:lnTo>
                  <a:pt x="7235" y="45226"/>
                </a:lnTo>
                <a:lnTo>
                  <a:pt x="7088" y="45083"/>
                </a:lnTo>
                <a:lnTo>
                  <a:pt x="5217" y="43676"/>
                </a:lnTo>
                <a:lnTo>
                  <a:pt x="4894" y="43354"/>
                </a:lnTo>
                <a:lnTo>
                  <a:pt x="3500" y="41483"/>
                </a:lnTo>
                <a:lnTo>
                  <a:pt x="3345" y="41320"/>
                </a:lnTo>
                <a:lnTo>
                  <a:pt x="2315" y="39611"/>
                </a:lnTo>
                <a:lnTo>
                  <a:pt x="1473" y="38075"/>
                </a:lnTo>
                <a:lnTo>
                  <a:pt x="1203" y="37740"/>
                </a:lnTo>
                <a:lnTo>
                  <a:pt x="631" y="35869"/>
                </a:lnTo>
                <a:lnTo>
                  <a:pt x="337" y="33997"/>
                </a:lnTo>
                <a:lnTo>
                  <a:pt x="155" y="32126"/>
                </a:lnTo>
                <a:lnTo>
                  <a:pt x="0" y="30254"/>
                </a:lnTo>
                <a:lnTo>
                  <a:pt x="176" y="28383"/>
                </a:lnTo>
                <a:lnTo>
                  <a:pt x="363" y="26512"/>
                </a:lnTo>
                <a:lnTo>
                  <a:pt x="522" y="24640"/>
                </a:lnTo>
                <a:lnTo>
                  <a:pt x="957" y="22769"/>
                </a:lnTo>
                <a:lnTo>
                  <a:pt x="1473" y="21782"/>
                </a:lnTo>
                <a:lnTo>
                  <a:pt x="1949" y="20897"/>
                </a:lnTo>
                <a:lnTo>
                  <a:pt x="2476" y="19026"/>
                </a:lnTo>
                <a:lnTo>
                  <a:pt x="3345" y="17622"/>
                </a:lnTo>
                <a:lnTo>
                  <a:pt x="3743" y="17155"/>
                </a:lnTo>
                <a:lnTo>
                  <a:pt x="4575" y="15283"/>
                </a:lnTo>
                <a:lnTo>
                  <a:pt x="5217" y="14495"/>
                </a:lnTo>
                <a:lnTo>
                  <a:pt x="6073" y="13412"/>
                </a:lnTo>
                <a:lnTo>
                  <a:pt x="7088" y="12265"/>
                </a:lnTo>
                <a:lnTo>
                  <a:pt x="7767" y="11540"/>
                </a:lnTo>
                <a:lnTo>
                  <a:pt x="8960" y="10174"/>
                </a:lnTo>
                <a:lnTo>
                  <a:pt x="9462" y="9669"/>
                </a:lnTo>
                <a:lnTo>
                  <a:pt x="10832" y="8472"/>
                </a:lnTo>
                <a:lnTo>
                  <a:pt x="11573" y="7798"/>
                </a:lnTo>
                <a:lnTo>
                  <a:pt x="12703" y="6834"/>
                </a:lnTo>
                <a:lnTo>
                  <a:pt x="13801" y="5926"/>
                </a:lnTo>
                <a:lnTo>
                  <a:pt x="14575" y="5266"/>
                </a:lnTo>
                <a:lnTo>
                  <a:pt x="16447" y="4506"/>
                </a:lnTo>
                <a:lnTo>
                  <a:pt x="17004" y="4055"/>
                </a:lnTo>
                <a:lnTo>
                  <a:pt x="18319" y="3227"/>
                </a:lnTo>
                <a:lnTo>
                  <a:pt x="20190" y="2563"/>
                </a:lnTo>
                <a:lnTo>
                  <a:pt x="20906" y="2183"/>
                </a:lnTo>
                <a:lnTo>
                  <a:pt x="22062" y="1637"/>
                </a:lnTo>
                <a:lnTo>
                  <a:pt x="23934" y="1207"/>
                </a:lnTo>
                <a:lnTo>
                  <a:pt x="25805" y="858"/>
                </a:lnTo>
                <a:lnTo>
                  <a:pt x="27677" y="593"/>
                </a:lnTo>
                <a:lnTo>
                  <a:pt x="29129" y="312"/>
                </a:lnTo>
                <a:close/>
                <a:moveTo>
                  <a:pt x="27677" y="3446"/>
                </a:moveTo>
                <a:lnTo>
                  <a:pt x="26290" y="4055"/>
                </a:lnTo>
                <a:lnTo>
                  <a:pt x="25805" y="4325"/>
                </a:lnTo>
                <a:lnTo>
                  <a:pt x="23934" y="4990"/>
                </a:lnTo>
                <a:lnTo>
                  <a:pt x="22310" y="5926"/>
                </a:lnTo>
                <a:lnTo>
                  <a:pt x="22062" y="6152"/>
                </a:lnTo>
                <a:lnTo>
                  <a:pt x="20190" y="7259"/>
                </a:lnTo>
                <a:lnTo>
                  <a:pt x="19595" y="7798"/>
                </a:lnTo>
                <a:lnTo>
                  <a:pt x="18319" y="8946"/>
                </a:lnTo>
                <a:lnTo>
                  <a:pt x="17630" y="9669"/>
                </a:lnTo>
                <a:lnTo>
                  <a:pt x="16447" y="11049"/>
                </a:lnTo>
                <a:lnTo>
                  <a:pt x="15976" y="11540"/>
                </a:lnTo>
                <a:lnTo>
                  <a:pt x="14866" y="13412"/>
                </a:lnTo>
                <a:lnTo>
                  <a:pt x="14575" y="13764"/>
                </a:lnTo>
                <a:lnTo>
                  <a:pt x="13715" y="15283"/>
                </a:lnTo>
                <a:lnTo>
                  <a:pt x="12871" y="17155"/>
                </a:lnTo>
                <a:lnTo>
                  <a:pt x="12703" y="17375"/>
                </a:lnTo>
                <a:lnTo>
                  <a:pt x="11912" y="19026"/>
                </a:lnTo>
                <a:lnTo>
                  <a:pt x="11534" y="20897"/>
                </a:lnTo>
                <a:lnTo>
                  <a:pt x="10832" y="22602"/>
                </a:lnTo>
                <a:lnTo>
                  <a:pt x="10728" y="22769"/>
                </a:lnTo>
                <a:lnTo>
                  <a:pt x="10113" y="24640"/>
                </a:lnTo>
                <a:lnTo>
                  <a:pt x="9876" y="26512"/>
                </a:lnTo>
                <a:lnTo>
                  <a:pt x="9614" y="28383"/>
                </a:lnTo>
                <a:lnTo>
                  <a:pt x="9251" y="30254"/>
                </a:lnTo>
                <a:lnTo>
                  <a:pt x="8960" y="31771"/>
                </a:lnTo>
                <a:lnTo>
                  <a:pt x="8883" y="32126"/>
                </a:lnTo>
                <a:lnTo>
                  <a:pt x="8781" y="33997"/>
                </a:lnTo>
                <a:lnTo>
                  <a:pt x="8960" y="34699"/>
                </a:lnTo>
                <a:lnTo>
                  <a:pt x="9241" y="35869"/>
                </a:lnTo>
                <a:lnTo>
                  <a:pt x="9595" y="37740"/>
                </a:lnTo>
                <a:lnTo>
                  <a:pt x="9896" y="39611"/>
                </a:lnTo>
                <a:lnTo>
                  <a:pt x="10832" y="41104"/>
                </a:lnTo>
                <a:lnTo>
                  <a:pt x="11174" y="41483"/>
                </a:lnTo>
                <a:lnTo>
                  <a:pt x="12423" y="43354"/>
                </a:lnTo>
                <a:lnTo>
                  <a:pt x="12703" y="43635"/>
                </a:lnTo>
                <a:lnTo>
                  <a:pt x="14575" y="44568"/>
                </a:lnTo>
                <a:lnTo>
                  <a:pt x="15751" y="45226"/>
                </a:lnTo>
                <a:lnTo>
                  <a:pt x="16447" y="45677"/>
                </a:lnTo>
                <a:lnTo>
                  <a:pt x="18319" y="45971"/>
                </a:lnTo>
                <a:lnTo>
                  <a:pt x="20190" y="46064"/>
                </a:lnTo>
                <a:lnTo>
                  <a:pt x="22062" y="45873"/>
                </a:lnTo>
                <a:lnTo>
                  <a:pt x="23934" y="45463"/>
                </a:lnTo>
                <a:lnTo>
                  <a:pt x="24270" y="45226"/>
                </a:lnTo>
                <a:lnTo>
                  <a:pt x="25805" y="44480"/>
                </a:lnTo>
                <a:lnTo>
                  <a:pt x="27677" y="43929"/>
                </a:lnTo>
                <a:lnTo>
                  <a:pt x="28373" y="43354"/>
                </a:lnTo>
                <a:lnTo>
                  <a:pt x="29549" y="42487"/>
                </a:lnTo>
                <a:lnTo>
                  <a:pt x="30833" y="41483"/>
                </a:lnTo>
                <a:lnTo>
                  <a:pt x="31421" y="40949"/>
                </a:lnTo>
                <a:lnTo>
                  <a:pt x="32830" y="39611"/>
                </a:lnTo>
                <a:lnTo>
                  <a:pt x="33292" y="39126"/>
                </a:lnTo>
                <a:lnTo>
                  <a:pt x="34424" y="37740"/>
                </a:lnTo>
                <a:lnTo>
                  <a:pt x="35164" y="36906"/>
                </a:lnTo>
                <a:lnTo>
                  <a:pt x="35996" y="35869"/>
                </a:lnTo>
                <a:lnTo>
                  <a:pt x="36744" y="33997"/>
                </a:lnTo>
                <a:lnTo>
                  <a:pt x="37036" y="33628"/>
                </a:lnTo>
                <a:lnTo>
                  <a:pt x="37852" y="32126"/>
                </a:lnTo>
                <a:lnTo>
                  <a:pt x="38500" y="30254"/>
                </a:lnTo>
                <a:lnTo>
                  <a:pt x="38907" y="29473"/>
                </a:lnTo>
                <a:lnTo>
                  <a:pt x="39431" y="28383"/>
                </a:lnTo>
                <a:lnTo>
                  <a:pt x="39835" y="26512"/>
                </a:lnTo>
                <a:lnTo>
                  <a:pt x="40219" y="24640"/>
                </a:lnTo>
                <a:lnTo>
                  <a:pt x="40779" y="22940"/>
                </a:lnTo>
                <a:lnTo>
                  <a:pt x="40857" y="22769"/>
                </a:lnTo>
                <a:lnTo>
                  <a:pt x="41325" y="20897"/>
                </a:lnTo>
                <a:lnTo>
                  <a:pt x="41600" y="19026"/>
                </a:lnTo>
                <a:lnTo>
                  <a:pt x="41734" y="17155"/>
                </a:lnTo>
                <a:lnTo>
                  <a:pt x="41782" y="15283"/>
                </a:lnTo>
                <a:lnTo>
                  <a:pt x="41652" y="13412"/>
                </a:lnTo>
                <a:lnTo>
                  <a:pt x="41433" y="11540"/>
                </a:lnTo>
                <a:lnTo>
                  <a:pt x="40815" y="9669"/>
                </a:lnTo>
                <a:lnTo>
                  <a:pt x="40779" y="9630"/>
                </a:lnTo>
                <a:lnTo>
                  <a:pt x="39747" y="7798"/>
                </a:lnTo>
                <a:lnTo>
                  <a:pt x="38907" y="6714"/>
                </a:lnTo>
                <a:lnTo>
                  <a:pt x="38138" y="5926"/>
                </a:lnTo>
                <a:lnTo>
                  <a:pt x="37036" y="5052"/>
                </a:lnTo>
                <a:lnTo>
                  <a:pt x="35309" y="4055"/>
                </a:lnTo>
                <a:lnTo>
                  <a:pt x="35164" y="3925"/>
                </a:lnTo>
                <a:lnTo>
                  <a:pt x="33292" y="3388"/>
                </a:lnTo>
                <a:lnTo>
                  <a:pt x="31421" y="3169"/>
                </a:lnTo>
                <a:lnTo>
                  <a:pt x="29549" y="3234"/>
                </a:lnTo>
                <a:lnTo>
                  <a:pt x="27677" y="34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symskill-math-8-glyph-6">
            <a:extLst xmlns:a="http://schemas.openxmlformats.org/drawingml/2006/main">
              <a:ext uri="{FF2B5EF4-FFF2-40B4-BE49-F238E27FC236}">
                <a16:creationId xmlns:a16="http://schemas.microsoft.com/office/drawing/2014/main" id="{0BEDFEB6-09FD-46B0-934B-BC1B27E6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5663" y="1516653"/>
            <a:ext cx="9215" cy="9224"/>
          </a:xfrm>
          <a:custGeom xmlns:a="http://schemas.openxmlformats.org/drawingml/2006/main">
            <a:pathLst>
              <a:path w="9215" h="9224">
                <a:moveTo>
                  <a:pt x="1669" y="951"/>
                </a:moveTo>
                <a:lnTo>
                  <a:pt x="1908" y="714"/>
                </a:lnTo>
                <a:lnTo>
                  <a:pt x="3779" y="0"/>
                </a:lnTo>
                <a:lnTo>
                  <a:pt x="5651" y="19"/>
                </a:lnTo>
                <a:lnTo>
                  <a:pt x="7523" y="929"/>
                </a:lnTo>
                <a:lnTo>
                  <a:pt x="7545" y="951"/>
                </a:lnTo>
                <a:lnTo>
                  <a:pt x="8786" y="2823"/>
                </a:lnTo>
                <a:lnTo>
                  <a:pt x="9215" y="4694"/>
                </a:lnTo>
                <a:lnTo>
                  <a:pt x="8686" y="6565"/>
                </a:lnTo>
                <a:lnTo>
                  <a:pt x="7523" y="8042"/>
                </a:lnTo>
                <a:lnTo>
                  <a:pt x="7009" y="8437"/>
                </a:lnTo>
                <a:lnTo>
                  <a:pt x="5651" y="9203"/>
                </a:lnTo>
                <a:lnTo>
                  <a:pt x="3779" y="9224"/>
                </a:lnTo>
                <a:lnTo>
                  <a:pt x="2274" y="8437"/>
                </a:lnTo>
                <a:lnTo>
                  <a:pt x="1908" y="8156"/>
                </a:lnTo>
                <a:lnTo>
                  <a:pt x="638" y="6565"/>
                </a:lnTo>
                <a:lnTo>
                  <a:pt x="36" y="4768"/>
                </a:lnTo>
                <a:lnTo>
                  <a:pt x="0" y="4694"/>
                </a:lnTo>
                <a:lnTo>
                  <a:pt x="36" y="4590"/>
                </a:lnTo>
                <a:lnTo>
                  <a:pt x="504" y="2823"/>
                </a:lnTo>
                <a:lnTo>
                  <a:pt x="1669" y="9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symskill-math-8-glyph-7">
            <a:extLst xmlns:a="http://schemas.openxmlformats.org/drawingml/2006/main">
              <a:ext uri="{FF2B5EF4-FFF2-40B4-BE49-F238E27FC236}">
                <a16:creationId xmlns:a16="http://schemas.microsoft.com/office/drawing/2014/main" id="{4A5DECCA-DED1-40E0-BFCA-1AB4734D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452" y="1521243"/>
            <a:ext cx="30463" cy="48449"/>
          </a:xfrm>
          <a:custGeom xmlns:a="http://schemas.openxmlformats.org/drawingml/2006/main">
            <a:pathLst>
              <a:path w="30463" h="48449">
                <a:moveTo>
                  <a:pt x="13590" y="104"/>
                </a:moveTo>
                <a:lnTo>
                  <a:pt x="13832" y="0"/>
                </a:lnTo>
                <a:lnTo>
                  <a:pt x="13964" y="104"/>
                </a:lnTo>
                <a:lnTo>
                  <a:pt x="15025" y="1975"/>
                </a:lnTo>
                <a:lnTo>
                  <a:pt x="15025" y="3847"/>
                </a:lnTo>
                <a:lnTo>
                  <a:pt x="15025" y="5718"/>
                </a:lnTo>
                <a:lnTo>
                  <a:pt x="15025" y="7590"/>
                </a:lnTo>
                <a:lnTo>
                  <a:pt x="15025" y="9461"/>
                </a:lnTo>
                <a:lnTo>
                  <a:pt x="15025" y="11332"/>
                </a:lnTo>
                <a:lnTo>
                  <a:pt x="15025" y="13204"/>
                </a:lnTo>
                <a:lnTo>
                  <a:pt x="15704" y="13962"/>
                </a:lnTo>
                <a:lnTo>
                  <a:pt x="17575" y="14255"/>
                </a:lnTo>
                <a:lnTo>
                  <a:pt x="19447" y="14255"/>
                </a:lnTo>
                <a:lnTo>
                  <a:pt x="21319" y="14255"/>
                </a:lnTo>
                <a:lnTo>
                  <a:pt x="23190" y="14255"/>
                </a:lnTo>
                <a:lnTo>
                  <a:pt x="25062" y="14255"/>
                </a:lnTo>
                <a:lnTo>
                  <a:pt x="26934" y="14255"/>
                </a:lnTo>
                <a:lnTo>
                  <a:pt x="28806" y="15068"/>
                </a:lnTo>
                <a:lnTo>
                  <a:pt x="28813" y="15075"/>
                </a:lnTo>
                <a:lnTo>
                  <a:pt x="28896" y="16947"/>
                </a:lnTo>
                <a:lnTo>
                  <a:pt x="28806" y="17037"/>
                </a:lnTo>
                <a:lnTo>
                  <a:pt x="26934" y="17820"/>
                </a:lnTo>
                <a:lnTo>
                  <a:pt x="25062" y="17820"/>
                </a:lnTo>
                <a:lnTo>
                  <a:pt x="23190" y="17820"/>
                </a:lnTo>
                <a:lnTo>
                  <a:pt x="21319" y="17820"/>
                </a:lnTo>
                <a:lnTo>
                  <a:pt x="19447" y="17820"/>
                </a:lnTo>
                <a:lnTo>
                  <a:pt x="17575" y="17820"/>
                </a:lnTo>
                <a:lnTo>
                  <a:pt x="15704" y="18096"/>
                </a:lnTo>
                <a:lnTo>
                  <a:pt x="15025" y="18818"/>
                </a:lnTo>
                <a:lnTo>
                  <a:pt x="15025" y="20689"/>
                </a:lnTo>
                <a:lnTo>
                  <a:pt x="15025" y="22561"/>
                </a:lnTo>
                <a:lnTo>
                  <a:pt x="15025" y="24432"/>
                </a:lnTo>
                <a:lnTo>
                  <a:pt x="15025" y="26304"/>
                </a:lnTo>
                <a:lnTo>
                  <a:pt x="15025" y="28175"/>
                </a:lnTo>
                <a:lnTo>
                  <a:pt x="15025" y="30046"/>
                </a:lnTo>
                <a:lnTo>
                  <a:pt x="15025" y="31918"/>
                </a:lnTo>
                <a:lnTo>
                  <a:pt x="15025" y="33789"/>
                </a:lnTo>
                <a:lnTo>
                  <a:pt x="15025" y="35661"/>
                </a:lnTo>
                <a:lnTo>
                  <a:pt x="15031" y="37532"/>
                </a:lnTo>
                <a:lnTo>
                  <a:pt x="15088" y="39403"/>
                </a:lnTo>
                <a:lnTo>
                  <a:pt x="15501" y="41275"/>
                </a:lnTo>
                <a:lnTo>
                  <a:pt x="15704" y="41571"/>
                </a:lnTo>
                <a:lnTo>
                  <a:pt x="16468" y="43146"/>
                </a:lnTo>
                <a:lnTo>
                  <a:pt x="17575" y="44485"/>
                </a:lnTo>
                <a:lnTo>
                  <a:pt x="18254" y="45018"/>
                </a:lnTo>
                <a:lnTo>
                  <a:pt x="19447" y="45758"/>
                </a:lnTo>
                <a:lnTo>
                  <a:pt x="21319" y="45878"/>
                </a:lnTo>
                <a:lnTo>
                  <a:pt x="23190" y="45526"/>
                </a:lnTo>
                <a:lnTo>
                  <a:pt x="23795" y="45018"/>
                </a:lnTo>
                <a:lnTo>
                  <a:pt x="25062" y="44027"/>
                </a:lnTo>
                <a:lnTo>
                  <a:pt x="25847" y="43146"/>
                </a:lnTo>
                <a:lnTo>
                  <a:pt x="26544" y="41275"/>
                </a:lnTo>
                <a:lnTo>
                  <a:pt x="26934" y="39941"/>
                </a:lnTo>
                <a:lnTo>
                  <a:pt x="27113" y="39403"/>
                </a:lnTo>
                <a:lnTo>
                  <a:pt x="27426" y="37532"/>
                </a:lnTo>
                <a:lnTo>
                  <a:pt x="27450" y="35661"/>
                </a:lnTo>
                <a:lnTo>
                  <a:pt x="28733" y="33789"/>
                </a:lnTo>
                <a:lnTo>
                  <a:pt x="28806" y="33739"/>
                </a:lnTo>
                <a:lnTo>
                  <a:pt x="28894" y="33789"/>
                </a:lnTo>
                <a:lnTo>
                  <a:pt x="30463" y="35661"/>
                </a:lnTo>
                <a:lnTo>
                  <a:pt x="30451" y="37532"/>
                </a:lnTo>
                <a:lnTo>
                  <a:pt x="30146" y="39403"/>
                </a:lnTo>
                <a:lnTo>
                  <a:pt x="29876" y="41275"/>
                </a:lnTo>
                <a:lnTo>
                  <a:pt x="29447" y="43146"/>
                </a:lnTo>
                <a:lnTo>
                  <a:pt x="28806" y="43954"/>
                </a:lnTo>
                <a:lnTo>
                  <a:pt x="28014" y="45018"/>
                </a:lnTo>
                <a:lnTo>
                  <a:pt x="26934" y="46119"/>
                </a:lnTo>
                <a:lnTo>
                  <a:pt x="25957" y="46889"/>
                </a:lnTo>
                <a:lnTo>
                  <a:pt x="25062" y="47598"/>
                </a:lnTo>
                <a:lnTo>
                  <a:pt x="23190" y="48014"/>
                </a:lnTo>
                <a:lnTo>
                  <a:pt x="21319" y="48344"/>
                </a:lnTo>
                <a:lnTo>
                  <a:pt x="19447" y="48449"/>
                </a:lnTo>
                <a:lnTo>
                  <a:pt x="17575" y="48215"/>
                </a:lnTo>
                <a:lnTo>
                  <a:pt x="15704" y="47899"/>
                </a:lnTo>
                <a:lnTo>
                  <a:pt x="13832" y="47373"/>
                </a:lnTo>
                <a:lnTo>
                  <a:pt x="13171" y="46889"/>
                </a:lnTo>
                <a:lnTo>
                  <a:pt x="11960" y="46123"/>
                </a:lnTo>
                <a:lnTo>
                  <a:pt x="10778" y="45018"/>
                </a:lnTo>
                <a:lnTo>
                  <a:pt x="10088" y="44226"/>
                </a:lnTo>
                <a:lnTo>
                  <a:pt x="9289" y="43146"/>
                </a:lnTo>
                <a:lnTo>
                  <a:pt x="8846" y="41275"/>
                </a:lnTo>
                <a:lnTo>
                  <a:pt x="8508" y="39403"/>
                </a:lnTo>
                <a:lnTo>
                  <a:pt x="8281" y="37532"/>
                </a:lnTo>
                <a:lnTo>
                  <a:pt x="8281" y="35661"/>
                </a:lnTo>
                <a:lnTo>
                  <a:pt x="8281" y="33789"/>
                </a:lnTo>
                <a:lnTo>
                  <a:pt x="8281" y="31918"/>
                </a:lnTo>
                <a:lnTo>
                  <a:pt x="8281" y="30046"/>
                </a:lnTo>
                <a:lnTo>
                  <a:pt x="8281" y="28175"/>
                </a:lnTo>
                <a:lnTo>
                  <a:pt x="8281" y="26304"/>
                </a:lnTo>
                <a:lnTo>
                  <a:pt x="8281" y="24432"/>
                </a:lnTo>
                <a:lnTo>
                  <a:pt x="8281" y="22561"/>
                </a:lnTo>
                <a:lnTo>
                  <a:pt x="8281" y="20689"/>
                </a:lnTo>
                <a:lnTo>
                  <a:pt x="8281" y="18818"/>
                </a:lnTo>
                <a:lnTo>
                  <a:pt x="8217" y="18750"/>
                </a:lnTo>
                <a:lnTo>
                  <a:pt x="6345" y="17820"/>
                </a:lnTo>
                <a:lnTo>
                  <a:pt x="4473" y="17820"/>
                </a:lnTo>
                <a:lnTo>
                  <a:pt x="2602" y="17820"/>
                </a:lnTo>
                <a:lnTo>
                  <a:pt x="730" y="17676"/>
                </a:lnTo>
                <a:lnTo>
                  <a:pt x="0" y="16947"/>
                </a:lnTo>
                <a:lnTo>
                  <a:pt x="730" y="15374"/>
                </a:lnTo>
                <a:lnTo>
                  <a:pt x="1239" y="15075"/>
                </a:lnTo>
                <a:lnTo>
                  <a:pt x="2602" y="14616"/>
                </a:lnTo>
                <a:lnTo>
                  <a:pt x="4473" y="14098"/>
                </a:lnTo>
                <a:lnTo>
                  <a:pt x="5661" y="13204"/>
                </a:lnTo>
                <a:lnTo>
                  <a:pt x="6345" y="12561"/>
                </a:lnTo>
                <a:lnTo>
                  <a:pt x="7653" y="11332"/>
                </a:lnTo>
                <a:lnTo>
                  <a:pt x="8217" y="10772"/>
                </a:lnTo>
                <a:lnTo>
                  <a:pt x="9224" y="9461"/>
                </a:lnTo>
                <a:lnTo>
                  <a:pt x="10088" y="7716"/>
                </a:lnTo>
                <a:lnTo>
                  <a:pt x="10192" y="7590"/>
                </a:lnTo>
                <a:lnTo>
                  <a:pt x="10988" y="5718"/>
                </a:lnTo>
                <a:lnTo>
                  <a:pt x="11219" y="3847"/>
                </a:lnTo>
                <a:lnTo>
                  <a:pt x="11460" y="1975"/>
                </a:lnTo>
                <a:lnTo>
                  <a:pt x="11960" y="1078"/>
                </a:lnTo>
                <a:lnTo>
                  <a:pt x="13590" y="1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symskill-math-8-glyph-8">
            <a:extLst xmlns:a="http://schemas.openxmlformats.org/drawingml/2006/main">
              <a:ext uri="{FF2B5EF4-FFF2-40B4-BE49-F238E27FC236}">
                <a16:creationId xmlns:a16="http://schemas.microsoft.com/office/drawing/2014/main" id="{35EDD170-A64A-4F67-A560-D74FC61F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1813" y="1535022"/>
            <a:ext cx="18950" cy="34016"/>
          </a:xfrm>
          <a:custGeom xmlns:a="http://schemas.openxmlformats.org/drawingml/2006/main">
            <a:pathLst>
              <a:path w="18950" h="34016">
                <a:moveTo>
                  <a:pt x="604" y="1297"/>
                </a:moveTo>
                <a:lnTo>
                  <a:pt x="2014" y="411"/>
                </a:lnTo>
                <a:lnTo>
                  <a:pt x="3886" y="346"/>
                </a:lnTo>
                <a:lnTo>
                  <a:pt x="5758" y="281"/>
                </a:lnTo>
                <a:lnTo>
                  <a:pt x="7629" y="202"/>
                </a:lnTo>
                <a:lnTo>
                  <a:pt x="9501" y="110"/>
                </a:lnTo>
                <a:lnTo>
                  <a:pt x="11373" y="0"/>
                </a:lnTo>
                <a:lnTo>
                  <a:pt x="12985" y="1297"/>
                </a:lnTo>
                <a:lnTo>
                  <a:pt x="12985" y="3168"/>
                </a:lnTo>
                <a:lnTo>
                  <a:pt x="12985" y="5040"/>
                </a:lnTo>
                <a:lnTo>
                  <a:pt x="12985" y="6911"/>
                </a:lnTo>
                <a:lnTo>
                  <a:pt x="12985" y="8782"/>
                </a:lnTo>
                <a:lnTo>
                  <a:pt x="12985" y="10654"/>
                </a:lnTo>
                <a:lnTo>
                  <a:pt x="12985" y="12525"/>
                </a:lnTo>
                <a:lnTo>
                  <a:pt x="12985" y="14397"/>
                </a:lnTo>
                <a:lnTo>
                  <a:pt x="12985" y="16268"/>
                </a:lnTo>
                <a:lnTo>
                  <a:pt x="12985" y="18139"/>
                </a:lnTo>
                <a:lnTo>
                  <a:pt x="12985" y="20011"/>
                </a:lnTo>
                <a:lnTo>
                  <a:pt x="12985" y="21882"/>
                </a:lnTo>
                <a:lnTo>
                  <a:pt x="12985" y="23754"/>
                </a:lnTo>
                <a:lnTo>
                  <a:pt x="12985" y="25625"/>
                </a:lnTo>
                <a:lnTo>
                  <a:pt x="13019" y="27496"/>
                </a:lnTo>
                <a:lnTo>
                  <a:pt x="13244" y="28165"/>
                </a:lnTo>
                <a:lnTo>
                  <a:pt x="13615" y="29368"/>
                </a:lnTo>
                <a:lnTo>
                  <a:pt x="15116" y="30379"/>
                </a:lnTo>
                <a:lnTo>
                  <a:pt x="16988" y="30483"/>
                </a:lnTo>
                <a:lnTo>
                  <a:pt x="18575" y="31239"/>
                </a:lnTo>
                <a:lnTo>
                  <a:pt x="18860" y="32558"/>
                </a:lnTo>
                <a:lnTo>
                  <a:pt x="18950" y="33111"/>
                </a:lnTo>
                <a:lnTo>
                  <a:pt x="18860" y="33201"/>
                </a:lnTo>
                <a:lnTo>
                  <a:pt x="16988" y="34016"/>
                </a:lnTo>
                <a:lnTo>
                  <a:pt x="15116" y="33979"/>
                </a:lnTo>
                <a:lnTo>
                  <a:pt x="13244" y="33940"/>
                </a:lnTo>
                <a:lnTo>
                  <a:pt x="11373" y="33897"/>
                </a:lnTo>
                <a:lnTo>
                  <a:pt x="9501" y="33867"/>
                </a:lnTo>
                <a:lnTo>
                  <a:pt x="7629" y="33902"/>
                </a:lnTo>
                <a:lnTo>
                  <a:pt x="5758" y="33945"/>
                </a:lnTo>
                <a:lnTo>
                  <a:pt x="3886" y="33979"/>
                </a:lnTo>
                <a:lnTo>
                  <a:pt x="2014" y="34016"/>
                </a:lnTo>
                <a:lnTo>
                  <a:pt x="142" y="33253"/>
                </a:lnTo>
                <a:lnTo>
                  <a:pt x="0" y="33111"/>
                </a:lnTo>
                <a:lnTo>
                  <a:pt x="142" y="32256"/>
                </a:lnTo>
                <a:lnTo>
                  <a:pt x="374" y="31239"/>
                </a:lnTo>
                <a:lnTo>
                  <a:pt x="2014" y="30472"/>
                </a:lnTo>
                <a:lnTo>
                  <a:pt x="3886" y="30405"/>
                </a:lnTo>
                <a:lnTo>
                  <a:pt x="5758" y="29860"/>
                </a:lnTo>
                <a:lnTo>
                  <a:pt x="6250" y="29368"/>
                </a:lnTo>
                <a:lnTo>
                  <a:pt x="6573" y="27496"/>
                </a:lnTo>
                <a:lnTo>
                  <a:pt x="6583" y="25625"/>
                </a:lnTo>
                <a:lnTo>
                  <a:pt x="6583" y="23754"/>
                </a:lnTo>
                <a:lnTo>
                  <a:pt x="6583" y="21882"/>
                </a:lnTo>
                <a:lnTo>
                  <a:pt x="6583" y="20011"/>
                </a:lnTo>
                <a:lnTo>
                  <a:pt x="6583" y="18139"/>
                </a:lnTo>
                <a:lnTo>
                  <a:pt x="6583" y="16268"/>
                </a:lnTo>
                <a:lnTo>
                  <a:pt x="6583" y="14397"/>
                </a:lnTo>
                <a:lnTo>
                  <a:pt x="6583" y="12525"/>
                </a:lnTo>
                <a:lnTo>
                  <a:pt x="6583" y="10654"/>
                </a:lnTo>
                <a:lnTo>
                  <a:pt x="6578" y="8782"/>
                </a:lnTo>
                <a:lnTo>
                  <a:pt x="6498" y="6911"/>
                </a:lnTo>
                <a:lnTo>
                  <a:pt x="5758" y="5503"/>
                </a:lnTo>
                <a:lnTo>
                  <a:pt x="5376" y="5040"/>
                </a:lnTo>
                <a:lnTo>
                  <a:pt x="3886" y="4183"/>
                </a:lnTo>
                <a:lnTo>
                  <a:pt x="2014" y="4085"/>
                </a:lnTo>
                <a:lnTo>
                  <a:pt x="544" y="3168"/>
                </a:lnTo>
                <a:lnTo>
                  <a:pt x="604" y="12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symskill-math-8-glyph-9">
            <a:extLst xmlns:a="http://schemas.openxmlformats.org/drawingml/2006/main">
              <a:ext uri="{FF2B5EF4-FFF2-40B4-BE49-F238E27FC236}">
                <a16:creationId xmlns:a16="http://schemas.microsoft.com/office/drawing/2014/main" id="{21E28A52-123F-49FE-A231-4EBE0F83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1622" y="1534993"/>
            <a:ext cx="46641" cy="34056"/>
          </a:xfrm>
          <a:custGeom xmlns:a="http://schemas.openxmlformats.org/drawingml/2006/main">
            <a:pathLst>
              <a:path w="46641" h="34056">
                <a:moveTo>
                  <a:pt x="138" y="1326"/>
                </a:moveTo>
                <a:lnTo>
                  <a:pt x="281" y="1183"/>
                </a:lnTo>
                <a:lnTo>
                  <a:pt x="2152" y="424"/>
                </a:lnTo>
                <a:lnTo>
                  <a:pt x="4024" y="363"/>
                </a:lnTo>
                <a:lnTo>
                  <a:pt x="5896" y="293"/>
                </a:lnTo>
                <a:lnTo>
                  <a:pt x="7768" y="211"/>
                </a:lnTo>
                <a:lnTo>
                  <a:pt x="9639" y="114"/>
                </a:lnTo>
                <a:lnTo>
                  <a:pt x="11511" y="0"/>
                </a:lnTo>
                <a:lnTo>
                  <a:pt x="12704" y="1326"/>
                </a:lnTo>
                <a:lnTo>
                  <a:pt x="12704" y="3197"/>
                </a:lnTo>
                <a:lnTo>
                  <a:pt x="12774" y="5068"/>
                </a:lnTo>
                <a:lnTo>
                  <a:pt x="13383" y="5885"/>
                </a:lnTo>
                <a:lnTo>
                  <a:pt x="14217" y="5068"/>
                </a:lnTo>
                <a:lnTo>
                  <a:pt x="15254" y="4327"/>
                </a:lnTo>
                <a:lnTo>
                  <a:pt x="16584" y="3197"/>
                </a:lnTo>
                <a:lnTo>
                  <a:pt x="17126" y="2689"/>
                </a:lnTo>
                <a:lnTo>
                  <a:pt x="18998" y="1951"/>
                </a:lnTo>
                <a:lnTo>
                  <a:pt x="20014" y="1326"/>
                </a:lnTo>
                <a:lnTo>
                  <a:pt x="20870" y="772"/>
                </a:lnTo>
                <a:lnTo>
                  <a:pt x="22741" y="382"/>
                </a:lnTo>
                <a:lnTo>
                  <a:pt x="24613" y="236"/>
                </a:lnTo>
                <a:lnTo>
                  <a:pt x="26485" y="29"/>
                </a:lnTo>
                <a:lnTo>
                  <a:pt x="28356" y="15"/>
                </a:lnTo>
                <a:lnTo>
                  <a:pt x="30228" y="173"/>
                </a:lnTo>
                <a:lnTo>
                  <a:pt x="32100" y="314"/>
                </a:lnTo>
                <a:lnTo>
                  <a:pt x="33972" y="751"/>
                </a:lnTo>
                <a:lnTo>
                  <a:pt x="34951" y="1326"/>
                </a:lnTo>
                <a:lnTo>
                  <a:pt x="35843" y="1864"/>
                </a:lnTo>
                <a:lnTo>
                  <a:pt x="37434" y="3197"/>
                </a:lnTo>
                <a:lnTo>
                  <a:pt x="37715" y="3485"/>
                </a:lnTo>
                <a:lnTo>
                  <a:pt x="38913" y="5068"/>
                </a:lnTo>
                <a:lnTo>
                  <a:pt x="39587" y="6331"/>
                </a:lnTo>
                <a:lnTo>
                  <a:pt x="39976" y="6940"/>
                </a:lnTo>
                <a:lnTo>
                  <a:pt x="40311" y="8811"/>
                </a:lnTo>
                <a:lnTo>
                  <a:pt x="40416" y="10683"/>
                </a:lnTo>
                <a:lnTo>
                  <a:pt x="40425" y="12554"/>
                </a:lnTo>
                <a:lnTo>
                  <a:pt x="40425" y="14425"/>
                </a:lnTo>
                <a:lnTo>
                  <a:pt x="40425" y="16297"/>
                </a:lnTo>
                <a:lnTo>
                  <a:pt x="40425" y="18168"/>
                </a:lnTo>
                <a:lnTo>
                  <a:pt x="40425" y="20040"/>
                </a:lnTo>
                <a:lnTo>
                  <a:pt x="40425" y="21911"/>
                </a:lnTo>
                <a:lnTo>
                  <a:pt x="40425" y="23782"/>
                </a:lnTo>
                <a:lnTo>
                  <a:pt x="40425" y="25654"/>
                </a:lnTo>
                <a:lnTo>
                  <a:pt x="40434" y="27525"/>
                </a:lnTo>
                <a:lnTo>
                  <a:pt x="40653" y="29397"/>
                </a:lnTo>
                <a:lnTo>
                  <a:pt x="41458" y="30191"/>
                </a:lnTo>
                <a:lnTo>
                  <a:pt x="43330" y="30457"/>
                </a:lnTo>
                <a:lnTo>
                  <a:pt x="45202" y="30512"/>
                </a:lnTo>
                <a:lnTo>
                  <a:pt x="46375" y="31268"/>
                </a:lnTo>
                <a:lnTo>
                  <a:pt x="46641" y="33139"/>
                </a:lnTo>
                <a:lnTo>
                  <a:pt x="45202" y="34053"/>
                </a:lnTo>
                <a:lnTo>
                  <a:pt x="43330" y="34017"/>
                </a:lnTo>
                <a:lnTo>
                  <a:pt x="41458" y="33982"/>
                </a:lnTo>
                <a:lnTo>
                  <a:pt x="39587" y="33946"/>
                </a:lnTo>
                <a:lnTo>
                  <a:pt x="37715" y="33901"/>
                </a:lnTo>
                <a:lnTo>
                  <a:pt x="35843" y="33906"/>
                </a:lnTo>
                <a:lnTo>
                  <a:pt x="33972" y="33950"/>
                </a:lnTo>
                <a:lnTo>
                  <a:pt x="32100" y="33987"/>
                </a:lnTo>
                <a:lnTo>
                  <a:pt x="30228" y="34021"/>
                </a:lnTo>
                <a:lnTo>
                  <a:pt x="28356" y="34056"/>
                </a:lnTo>
                <a:lnTo>
                  <a:pt x="27156" y="33139"/>
                </a:lnTo>
                <a:lnTo>
                  <a:pt x="27381" y="31268"/>
                </a:lnTo>
                <a:lnTo>
                  <a:pt x="28356" y="30517"/>
                </a:lnTo>
                <a:lnTo>
                  <a:pt x="30228" y="30467"/>
                </a:lnTo>
                <a:lnTo>
                  <a:pt x="32100" y="30271"/>
                </a:lnTo>
                <a:lnTo>
                  <a:pt x="33040" y="29397"/>
                </a:lnTo>
                <a:lnTo>
                  <a:pt x="33287" y="27525"/>
                </a:lnTo>
                <a:lnTo>
                  <a:pt x="33299" y="25654"/>
                </a:lnTo>
                <a:lnTo>
                  <a:pt x="33299" y="23782"/>
                </a:lnTo>
                <a:lnTo>
                  <a:pt x="33299" y="21911"/>
                </a:lnTo>
                <a:lnTo>
                  <a:pt x="33299" y="20040"/>
                </a:lnTo>
                <a:lnTo>
                  <a:pt x="33299" y="18168"/>
                </a:lnTo>
                <a:lnTo>
                  <a:pt x="33299" y="16297"/>
                </a:lnTo>
                <a:lnTo>
                  <a:pt x="33299" y="14425"/>
                </a:lnTo>
                <a:lnTo>
                  <a:pt x="33299" y="12554"/>
                </a:lnTo>
                <a:lnTo>
                  <a:pt x="33281" y="10683"/>
                </a:lnTo>
                <a:lnTo>
                  <a:pt x="33180" y="8811"/>
                </a:lnTo>
                <a:lnTo>
                  <a:pt x="33020" y="6940"/>
                </a:lnTo>
                <a:lnTo>
                  <a:pt x="32337" y="5068"/>
                </a:lnTo>
                <a:lnTo>
                  <a:pt x="32100" y="4826"/>
                </a:lnTo>
                <a:lnTo>
                  <a:pt x="30228" y="3204"/>
                </a:lnTo>
                <a:lnTo>
                  <a:pt x="30216" y="3197"/>
                </a:lnTo>
                <a:lnTo>
                  <a:pt x="28356" y="2489"/>
                </a:lnTo>
                <a:lnTo>
                  <a:pt x="26485" y="2316"/>
                </a:lnTo>
                <a:lnTo>
                  <a:pt x="24613" y="2430"/>
                </a:lnTo>
                <a:lnTo>
                  <a:pt x="22741" y="2680"/>
                </a:lnTo>
                <a:lnTo>
                  <a:pt x="21834" y="3197"/>
                </a:lnTo>
                <a:lnTo>
                  <a:pt x="20870" y="3728"/>
                </a:lnTo>
                <a:lnTo>
                  <a:pt x="18998" y="4319"/>
                </a:lnTo>
                <a:lnTo>
                  <a:pt x="18084" y="5068"/>
                </a:lnTo>
                <a:lnTo>
                  <a:pt x="17126" y="5959"/>
                </a:lnTo>
                <a:lnTo>
                  <a:pt x="16205" y="6940"/>
                </a:lnTo>
                <a:lnTo>
                  <a:pt x="15254" y="8027"/>
                </a:lnTo>
                <a:lnTo>
                  <a:pt x="14576" y="8811"/>
                </a:lnTo>
                <a:lnTo>
                  <a:pt x="14107" y="10683"/>
                </a:lnTo>
                <a:lnTo>
                  <a:pt x="13781" y="12554"/>
                </a:lnTo>
                <a:lnTo>
                  <a:pt x="13562" y="14425"/>
                </a:lnTo>
                <a:lnTo>
                  <a:pt x="13538" y="16297"/>
                </a:lnTo>
                <a:lnTo>
                  <a:pt x="13538" y="18168"/>
                </a:lnTo>
                <a:lnTo>
                  <a:pt x="13538" y="20040"/>
                </a:lnTo>
                <a:lnTo>
                  <a:pt x="13538" y="21911"/>
                </a:lnTo>
                <a:lnTo>
                  <a:pt x="13538" y="23782"/>
                </a:lnTo>
                <a:lnTo>
                  <a:pt x="13538" y="25654"/>
                </a:lnTo>
                <a:lnTo>
                  <a:pt x="13562" y="27525"/>
                </a:lnTo>
                <a:lnTo>
                  <a:pt x="13991" y="29397"/>
                </a:lnTo>
                <a:lnTo>
                  <a:pt x="15254" y="30352"/>
                </a:lnTo>
                <a:lnTo>
                  <a:pt x="17126" y="30481"/>
                </a:lnTo>
                <a:lnTo>
                  <a:pt x="18998" y="30538"/>
                </a:lnTo>
                <a:lnTo>
                  <a:pt x="19728" y="31268"/>
                </a:lnTo>
                <a:lnTo>
                  <a:pt x="19907" y="33139"/>
                </a:lnTo>
                <a:lnTo>
                  <a:pt x="18998" y="34049"/>
                </a:lnTo>
                <a:lnTo>
                  <a:pt x="17126" y="34029"/>
                </a:lnTo>
                <a:lnTo>
                  <a:pt x="15254" y="33995"/>
                </a:lnTo>
                <a:lnTo>
                  <a:pt x="13383" y="33960"/>
                </a:lnTo>
                <a:lnTo>
                  <a:pt x="11511" y="33916"/>
                </a:lnTo>
                <a:lnTo>
                  <a:pt x="9639" y="33896"/>
                </a:lnTo>
                <a:lnTo>
                  <a:pt x="7768" y="33936"/>
                </a:lnTo>
                <a:lnTo>
                  <a:pt x="5896" y="33973"/>
                </a:lnTo>
                <a:lnTo>
                  <a:pt x="4024" y="34008"/>
                </a:lnTo>
                <a:lnTo>
                  <a:pt x="2152" y="34045"/>
                </a:lnTo>
                <a:lnTo>
                  <a:pt x="281" y="33420"/>
                </a:lnTo>
                <a:lnTo>
                  <a:pt x="0" y="33139"/>
                </a:lnTo>
                <a:lnTo>
                  <a:pt x="281" y="31455"/>
                </a:lnTo>
                <a:lnTo>
                  <a:pt x="332" y="31268"/>
                </a:lnTo>
                <a:lnTo>
                  <a:pt x="2152" y="30501"/>
                </a:lnTo>
                <a:lnTo>
                  <a:pt x="4024" y="30425"/>
                </a:lnTo>
                <a:lnTo>
                  <a:pt x="5896" y="29786"/>
                </a:lnTo>
                <a:lnTo>
                  <a:pt x="6285" y="29397"/>
                </a:lnTo>
                <a:lnTo>
                  <a:pt x="6652" y="27525"/>
                </a:lnTo>
                <a:lnTo>
                  <a:pt x="6663" y="25654"/>
                </a:lnTo>
                <a:lnTo>
                  <a:pt x="6663" y="23782"/>
                </a:lnTo>
                <a:lnTo>
                  <a:pt x="6663" y="21911"/>
                </a:lnTo>
                <a:lnTo>
                  <a:pt x="6663" y="20040"/>
                </a:lnTo>
                <a:lnTo>
                  <a:pt x="6663" y="18168"/>
                </a:lnTo>
                <a:lnTo>
                  <a:pt x="6663" y="16297"/>
                </a:lnTo>
                <a:lnTo>
                  <a:pt x="6663" y="14425"/>
                </a:lnTo>
                <a:lnTo>
                  <a:pt x="6663" y="12554"/>
                </a:lnTo>
                <a:lnTo>
                  <a:pt x="6663" y="10683"/>
                </a:lnTo>
                <a:lnTo>
                  <a:pt x="6658" y="8811"/>
                </a:lnTo>
                <a:lnTo>
                  <a:pt x="6556" y="6940"/>
                </a:lnTo>
                <a:lnTo>
                  <a:pt x="5896" y="5768"/>
                </a:lnTo>
                <a:lnTo>
                  <a:pt x="5349" y="5068"/>
                </a:lnTo>
                <a:lnTo>
                  <a:pt x="4024" y="4243"/>
                </a:lnTo>
                <a:lnTo>
                  <a:pt x="2152" y="4122"/>
                </a:lnTo>
                <a:lnTo>
                  <a:pt x="281" y="3411"/>
                </a:lnTo>
                <a:lnTo>
                  <a:pt x="66" y="3197"/>
                </a:lnTo>
                <a:lnTo>
                  <a:pt x="138" y="13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df-path-492">
            <a:extLst xmlns:a="http://schemas.openxmlformats.org/drawingml/2006/main">
              <a:ext uri="{FF2B5EF4-FFF2-40B4-BE49-F238E27FC236}">
                <a16:creationId xmlns:a16="http://schemas.microsoft.com/office/drawing/2014/main" id="{74851B75-8277-4F9F-A29E-39A74DA6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0201" y="104214"/>
            <a:ext cx="1864623" cy="318509"/>
          </a:xfrm>
          <a:custGeom xmlns:a="http://schemas.openxmlformats.org/drawingml/2006/main">
            <a:pathLst>
              <a:path w="1864623" h="318509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1815747" y="0"/>
                </a:lnTo>
                <a:cubicBezTo>
                  <a:pt x="1863809" y="0"/>
                  <a:pt x="1863809" y="48876"/>
                  <a:pt x="1863809" y="48876"/>
                </a:cubicBezTo>
                <a:lnTo>
                  <a:pt x="1864623" y="269633"/>
                </a:lnTo>
                <a:cubicBezTo>
                  <a:pt x="1863809" y="318183"/>
                  <a:pt x="1814933" y="318183"/>
                  <a:pt x="1814933" y="318183"/>
                </a:cubicBezTo>
                <a:lnTo>
                  <a:pt x="48876" y="318509"/>
                </a:lnTo>
                <a:cubicBezTo>
                  <a:pt x="0" y="318183"/>
                  <a:pt x="0" y="269307"/>
                  <a:pt x="0" y="269307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167" name="symskill-live-label-32-0">
            <a:extLst xmlns:a="http://schemas.openxmlformats.org/drawingml/2006/main">
              <a:ext uri="{FF2B5EF4-FFF2-40B4-BE49-F238E27FC236}">
                <a16:creationId xmlns:a16="http://schemas.microsoft.com/office/drawing/2014/main" id="{FC411A3B-E6F7-41AA-8360-07C4BAD2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6464" y="208502"/>
            <a:ext cx="1662855" cy="18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Predicate Learning </a:t>
            </a:r>
          </a:p>
        </p:txBody>
      </p:sp>
      <p:sp>
        <p:nvSpPr>
          <p:cNvPr id="168" name="pdf-path-511">
            <a:extLst xmlns:a="http://schemas.openxmlformats.org/drawingml/2006/main">
              <a:ext uri="{FF2B5EF4-FFF2-40B4-BE49-F238E27FC236}">
                <a16:creationId xmlns:a16="http://schemas.microsoft.com/office/drawing/2014/main" id="{707C2A3C-9B46-4EE8-9124-9477AA5A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651" y="1306526"/>
            <a:ext cx="131395" cy="197093"/>
          </a:xfrm>
          <a:custGeom xmlns:a="http://schemas.openxmlformats.org/drawingml/2006/main">
            <a:pathLst>
              <a:path w="131395" h="197093">
                <a:moveTo>
                  <a:pt x="131395" y="186161"/>
                </a:moveTo>
                <a:cubicBezTo>
                  <a:pt x="131395" y="192166"/>
                  <a:pt x="126468" y="197093"/>
                  <a:pt x="120464" y="197093"/>
                </a:cubicBezTo>
                <a:lnTo>
                  <a:pt x="10932" y="197093"/>
                </a:lnTo>
                <a:cubicBezTo>
                  <a:pt x="4927" y="197093"/>
                  <a:pt x="0" y="192166"/>
                  <a:pt x="0" y="186161"/>
                </a:cubicBezTo>
                <a:lnTo>
                  <a:pt x="0" y="10932"/>
                </a:lnTo>
                <a:cubicBezTo>
                  <a:pt x="0" y="4927"/>
                  <a:pt x="4927" y="0"/>
                  <a:pt x="10932" y="0"/>
                </a:cubicBezTo>
                <a:lnTo>
                  <a:pt x="120464" y="0"/>
                </a:lnTo>
                <a:cubicBezTo>
                  <a:pt x="126468" y="0"/>
                  <a:pt x="131395" y="4927"/>
                  <a:pt x="131395" y="10932"/>
                </a:cubicBezTo>
                <a:lnTo>
                  <a:pt x="131395" y="186161"/>
                </a:lnTo>
              </a:path>
            </a:pathLst>
          </a:custGeom>
          <a:solidFill xmlns:a="http://schemas.openxmlformats.org/drawingml/2006/main">
            <a:srgbClr val="292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df-path-512">
            <a:extLst xmlns:a="http://schemas.openxmlformats.org/drawingml/2006/main">
              <a:ext uri="{FF2B5EF4-FFF2-40B4-BE49-F238E27FC236}">
                <a16:creationId xmlns:a16="http://schemas.microsoft.com/office/drawing/2014/main" id="{D697309C-E3AB-4B65-A1ED-7C771BBA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60583" y="1317458"/>
            <a:ext cx="109532" cy="175229"/>
          </a:xfrm>
          <a:custGeom xmlns:a="http://schemas.openxmlformats.org/drawingml/2006/main">
            <a:pathLst>
              <a:path w="109532" h="175229">
                <a:moveTo>
                  <a:pt x="109532" y="76682"/>
                </a:moveTo>
                <a:cubicBezTo>
                  <a:pt x="109532" y="79704"/>
                  <a:pt x="107061" y="82122"/>
                  <a:pt x="104039" y="82122"/>
                </a:cubicBezTo>
                <a:lnTo>
                  <a:pt x="5492" y="82122"/>
                </a:lnTo>
                <a:cubicBezTo>
                  <a:pt x="2470" y="82122"/>
                  <a:pt x="0" y="79704"/>
                  <a:pt x="0" y="76682"/>
                </a:cubicBezTo>
                <a:lnTo>
                  <a:pt x="0" y="5492"/>
                </a:lnTo>
                <a:cubicBezTo>
                  <a:pt x="0" y="2470"/>
                  <a:pt x="2470" y="0"/>
                  <a:pt x="5492" y="0"/>
                </a:cubicBezTo>
                <a:lnTo>
                  <a:pt x="104039" y="0"/>
                </a:lnTo>
                <a:cubicBezTo>
                  <a:pt x="107061" y="0"/>
                  <a:pt x="109532" y="2470"/>
                  <a:pt x="109532" y="5492"/>
                </a:cubicBezTo>
                <a:lnTo>
                  <a:pt x="109532" y="76682"/>
                </a:lnTo>
                <a:moveTo>
                  <a:pt x="109532" y="169736"/>
                </a:moveTo>
                <a:cubicBezTo>
                  <a:pt x="109532" y="172758"/>
                  <a:pt x="107061" y="175229"/>
                  <a:pt x="104039" y="175229"/>
                </a:cubicBezTo>
                <a:lnTo>
                  <a:pt x="5492" y="175229"/>
                </a:lnTo>
                <a:cubicBezTo>
                  <a:pt x="2470" y="175229"/>
                  <a:pt x="0" y="172758"/>
                  <a:pt x="0" y="169736"/>
                </a:cubicBezTo>
                <a:lnTo>
                  <a:pt x="0" y="98546"/>
                </a:lnTo>
                <a:cubicBezTo>
                  <a:pt x="0" y="95524"/>
                  <a:pt x="2470" y="93107"/>
                  <a:pt x="5492" y="93107"/>
                </a:cubicBezTo>
                <a:lnTo>
                  <a:pt x="104039" y="93107"/>
                </a:lnTo>
                <a:cubicBezTo>
                  <a:pt x="107061" y="93107"/>
                  <a:pt x="109532" y="95524"/>
                  <a:pt x="109532" y="98546"/>
                </a:cubicBezTo>
                <a:lnTo>
                  <a:pt x="109532" y="169736"/>
                </a:lnTo>
              </a:path>
            </a:pathLst>
          </a:custGeom>
          <a:solidFill xmlns:a="http://schemas.openxmlformats.org/drawingml/2006/main">
            <a:srgbClr val="6675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df-path-513">
            <a:extLst xmlns:a="http://schemas.openxmlformats.org/drawingml/2006/main">
              <a:ext uri="{FF2B5EF4-FFF2-40B4-BE49-F238E27FC236}">
                <a16:creationId xmlns:a16="http://schemas.microsoft.com/office/drawing/2014/main" id="{0BB217C8-DDC0-4322-83D5-6022ADCF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3432" y="1328442"/>
            <a:ext cx="43834" cy="120411"/>
          </a:xfrm>
          <a:custGeom xmlns:a="http://schemas.openxmlformats.org/drawingml/2006/main">
            <a:pathLst>
              <a:path w="43834" h="120411">
                <a:moveTo>
                  <a:pt x="43834" y="21864"/>
                </a:moveTo>
                <a:cubicBezTo>
                  <a:pt x="43834" y="24886"/>
                  <a:pt x="41363" y="27357"/>
                  <a:pt x="38341" y="27357"/>
                </a:cubicBezTo>
                <a:lnTo>
                  <a:pt x="5492" y="27357"/>
                </a:lnTo>
                <a:cubicBezTo>
                  <a:pt x="2470" y="27357"/>
                  <a:pt x="0" y="24886"/>
                  <a:pt x="0" y="21864"/>
                </a:cubicBezTo>
                <a:lnTo>
                  <a:pt x="0" y="5440"/>
                </a:lnTo>
                <a:cubicBezTo>
                  <a:pt x="0" y="2418"/>
                  <a:pt x="2470" y="0"/>
                  <a:pt x="5492" y="0"/>
                </a:cubicBezTo>
                <a:lnTo>
                  <a:pt x="38341" y="0"/>
                </a:lnTo>
                <a:cubicBezTo>
                  <a:pt x="41363" y="0"/>
                  <a:pt x="43834" y="2418"/>
                  <a:pt x="43834" y="5440"/>
                </a:cubicBezTo>
                <a:lnTo>
                  <a:pt x="43834" y="21864"/>
                </a:lnTo>
                <a:moveTo>
                  <a:pt x="43834" y="114971"/>
                </a:moveTo>
                <a:cubicBezTo>
                  <a:pt x="43834" y="117993"/>
                  <a:pt x="41363" y="120411"/>
                  <a:pt x="38341" y="120411"/>
                </a:cubicBezTo>
                <a:lnTo>
                  <a:pt x="5492" y="120411"/>
                </a:lnTo>
                <a:cubicBezTo>
                  <a:pt x="2470" y="120411"/>
                  <a:pt x="0" y="117993"/>
                  <a:pt x="0" y="114971"/>
                </a:cubicBezTo>
                <a:lnTo>
                  <a:pt x="0" y="98546"/>
                </a:lnTo>
                <a:cubicBezTo>
                  <a:pt x="0" y="95524"/>
                  <a:pt x="2470" y="93054"/>
                  <a:pt x="5492" y="93054"/>
                </a:cubicBezTo>
                <a:lnTo>
                  <a:pt x="38341" y="93054"/>
                </a:lnTo>
                <a:cubicBezTo>
                  <a:pt x="41363" y="93054"/>
                  <a:pt x="43834" y="95524"/>
                  <a:pt x="43834" y="98546"/>
                </a:cubicBezTo>
                <a:lnTo>
                  <a:pt x="43834" y="114971"/>
                </a:lnTo>
              </a:path>
            </a:pathLst>
          </a:custGeom>
          <a:solidFill xmlns:a="http://schemas.openxmlformats.org/drawingml/2006/main">
            <a:srgbClr val="292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df-path-514">
            <a:extLst xmlns:a="http://schemas.openxmlformats.org/drawingml/2006/main">
              <a:ext uri="{FF2B5EF4-FFF2-40B4-BE49-F238E27FC236}">
                <a16:creationId xmlns:a16="http://schemas.microsoft.com/office/drawing/2014/main" id="{A5D9B01B-9D2C-4A05-BF42-E1C876F3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2500" y="1333882"/>
            <a:ext cx="65698" cy="142380"/>
          </a:xfrm>
          <a:custGeom xmlns:a="http://schemas.openxmlformats.org/drawingml/2006/main">
            <a:pathLst>
              <a:path w="65698" h="142380">
                <a:moveTo>
                  <a:pt x="16424" y="0"/>
                </a:moveTo>
                <a:lnTo>
                  <a:pt x="49273" y="0"/>
                </a:lnTo>
                <a:lnTo>
                  <a:pt x="49273" y="16424"/>
                </a:lnTo>
                <a:lnTo>
                  <a:pt x="16424" y="16424"/>
                </a:lnTo>
                <a:close/>
                <a:moveTo>
                  <a:pt x="16424" y="93107"/>
                </a:moveTo>
                <a:lnTo>
                  <a:pt x="49273" y="93107"/>
                </a:lnTo>
                <a:lnTo>
                  <a:pt x="49273" y="109531"/>
                </a:lnTo>
                <a:lnTo>
                  <a:pt x="16424" y="109531"/>
                </a:lnTo>
                <a:close/>
                <a:moveTo>
                  <a:pt x="65698" y="43991"/>
                </a:moveTo>
                <a:cubicBezTo>
                  <a:pt x="65698" y="46908"/>
                  <a:pt x="63333" y="49273"/>
                  <a:pt x="60416" y="49273"/>
                </a:cubicBezTo>
                <a:lnTo>
                  <a:pt x="5282" y="49273"/>
                </a:lnTo>
                <a:cubicBezTo>
                  <a:pt x="2365" y="49273"/>
                  <a:pt x="0" y="46908"/>
                  <a:pt x="0" y="43991"/>
                </a:cubicBezTo>
                <a:lnTo>
                  <a:pt x="0" y="43623"/>
                </a:lnTo>
                <a:cubicBezTo>
                  <a:pt x="0" y="40706"/>
                  <a:pt x="2365" y="38341"/>
                  <a:pt x="5282" y="38341"/>
                </a:cubicBezTo>
                <a:lnTo>
                  <a:pt x="60416" y="38341"/>
                </a:lnTo>
                <a:cubicBezTo>
                  <a:pt x="63333" y="38341"/>
                  <a:pt x="65698" y="40706"/>
                  <a:pt x="65698" y="43623"/>
                </a:cubicBezTo>
                <a:lnTo>
                  <a:pt x="65698" y="43991"/>
                </a:lnTo>
                <a:moveTo>
                  <a:pt x="65698" y="137045"/>
                </a:moveTo>
                <a:cubicBezTo>
                  <a:pt x="65698" y="139962"/>
                  <a:pt x="63333" y="142380"/>
                  <a:pt x="60416" y="142380"/>
                </a:cubicBezTo>
                <a:lnTo>
                  <a:pt x="5282" y="142380"/>
                </a:lnTo>
                <a:cubicBezTo>
                  <a:pt x="2365" y="142380"/>
                  <a:pt x="0" y="139962"/>
                  <a:pt x="0" y="137045"/>
                </a:cubicBezTo>
                <a:lnTo>
                  <a:pt x="0" y="136730"/>
                </a:lnTo>
                <a:cubicBezTo>
                  <a:pt x="0" y="133813"/>
                  <a:pt x="2365" y="131395"/>
                  <a:pt x="5282" y="131395"/>
                </a:cubicBezTo>
                <a:lnTo>
                  <a:pt x="60416" y="131395"/>
                </a:lnTo>
                <a:cubicBezTo>
                  <a:pt x="63333" y="131395"/>
                  <a:pt x="65698" y="133813"/>
                  <a:pt x="65698" y="136730"/>
                </a:cubicBezTo>
                <a:lnTo>
                  <a:pt x="65698" y="137045"/>
                </a:lnTo>
              </a:path>
            </a:pathLst>
          </a:custGeom>
          <a:solidFill xmlns:a="http://schemas.openxmlformats.org/drawingml/2006/main">
            <a:srgbClr val="E1E8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df-path-515">
            <a:extLst xmlns:a="http://schemas.openxmlformats.org/drawingml/2006/main">
              <a:ext uri="{FF2B5EF4-FFF2-40B4-BE49-F238E27FC236}">
                <a16:creationId xmlns:a16="http://schemas.microsoft.com/office/drawing/2014/main" id="{A0449DCC-67D4-4CC2-8630-01B18B99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1680" y="39046"/>
            <a:ext cx="1977039" cy="2443805"/>
          </a:xfrm>
          <a:custGeom xmlns:a="http://schemas.openxmlformats.org/drawingml/2006/main">
            <a:pathLst>
              <a:path w="1977039" h="2443805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1928163" y="0"/>
                </a:lnTo>
                <a:cubicBezTo>
                  <a:pt x="1977039" y="0"/>
                  <a:pt x="1977039" y="48876"/>
                  <a:pt x="1977039" y="48876"/>
                </a:cubicBezTo>
                <a:lnTo>
                  <a:pt x="1977039" y="2394929"/>
                </a:lnTo>
                <a:cubicBezTo>
                  <a:pt x="1977039" y="2443805"/>
                  <a:pt x="1928163" y="2443805"/>
                  <a:pt x="1928163" y="2443805"/>
                </a:cubicBezTo>
                <a:lnTo>
                  <a:pt x="48876" y="2443805"/>
                </a:lnTo>
                <a:cubicBezTo>
                  <a:pt x="0" y="2443805"/>
                  <a:pt x="0" y="2394929"/>
                  <a:pt x="0" y="2394929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EDF5FF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173" name="pdf-path-517">
            <a:extLst xmlns:a="http://schemas.openxmlformats.org/drawingml/2006/main">
              <a:ext uri="{FF2B5EF4-FFF2-40B4-BE49-F238E27FC236}">
                <a16:creationId xmlns:a16="http://schemas.microsoft.com/office/drawing/2014/main" id="{7FEC0A3E-D888-400A-8CCF-6622A25B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59039" y="104214"/>
            <a:ext cx="1680524" cy="342133"/>
          </a:xfrm>
          <a:custGeom xmlns:a="http://schemas.openxmlformats.org/drawingml/2006/main">
            <a:pathLst>
              <a:path w="1680524" h="342133">
                <a:moveTo>
                  <a:pt x="0" y="48876"/>
                </a:moveTo>
                <a:cubicBezTo>
                  <a:pt x="0" y="0"/>
                  <a:pt x="48876" y="0"/>
                  <a:pt x="48876" y="0"/>
                </a:cubicBezTo>
                <a:lnTo>
                  <a:pt x="1631647" y="0"/>
                </a:lnTo>
                <a:cubicBezTo>
                  <a:pt x="1679709" y="0"/>
                  <a:pt x="1679709" y="48876"/>
                  <a:pt x="1679709" y="48876"/>
                </a:cubicBezTo>
                <a:lnTo>
                  <a:pt x="1680524" y="293257"/>
                </a:lnTo>
                <a:cubicBezTo>
                  <a:pt x="1679709" y="342133"/>
                  <a:pt x="1630833" y="342133"/>
                  <a:pt x="1630833" y="342133"/>
                </a:cubicBezTo>
                <a:lnTo>
                  <a:pt x="48876" y="342133"/>
                </a:lnTo>
                <a:cubicBezTo>
                  <a:pt x="0" y="342133"/>
                  <a:pt x="0" y="293257"/>
                  <a:pt x="0" y="293257"/>
                </a:cubicBezTo>
                <a:lnTo>
                  <a:pt x="0" y="488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174" name="symskill-live-label-34-0">
            <a:extLst xmlns:a="http://schemas.openxmlformats.org/drawingml/2006/main">
              <a:ext uri="{FF2B5EF4-FFF2-40B4-BE49-F238E27FC236}">
                <a16:creationId xmlns:a16="http://schemas.microsoft.com/office/drawing/2014/main" id="{9106EC78-392B-4BC9-8D01-F64C8DA9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46398" y="208502"/>
            <a:ext cx="1302453" cy="18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 Learning</a:t>
            </a:r>
          </a:p>
        </p:txBody>
      </p:sp>
      <p:pic>
        <p:nvPic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2F8A8284-D130-4337-BE33-B31F0E3559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bc3b8879f435a"/>
          <a:srcRect xmlns:a="http://schemas.openxmlformats.org/drawingml/2006/main" l="0" t="88" r="0" b="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8899" y="643313"/>
            <a:ext cx="1685767" cy="1635274"/>
          </a:xfrm>
          <a:prstGeom xmlns:a="http://schemas.openxmlformats.org/drawingml/2006/main" prst="rect">
            <a:avLst/>
          </a:prstGeom>
        </p:spPr>
      </p:pic>
      <p:sp>
        <p:nvSpPr>
          <p:cNvPr id="176" name="symskill-source-component-9">
            <a:extLst xmlns:a="http://schemas.openxmlformats.org/drawingml/2006/main">
              <a:ext uri="{FF2B5EF4-FFF2-40B4-BE49-F238E27FC236}">
                <a16:creationId xmlns:a16="http://schemas.microsoft.com/office/drawing/2014/main" id="{5D4991A6-4F3B-4824-8B7C-82DE225F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58899" y="643313"/>
            <a:ext cx="1685767" cy="1635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7" name="pdf-path-534">
            <a:extLst xmlns:a="http://schemas.openxmlformats.org/drawingml/2006/main">
              <a:ext uri="{FF2B5EF4-FFF2-40B4-BE49-F238E27FC236}">
                <a16:creationId xmlns:a16="http://schemas.microsoft.com/office/drawing/2014/main" id="{8CC5B366-08ED-47A5-AB56-703893AC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94447" y="1713704"/>
            <a:ext cx="1448362" cy="263931"/>
          </a:xfrm>
          <a:custGeom xmlns:a="http://schemas.openxmlformats.org/drawingml/2006/main">
            <a:pathLst>
              <a:path w="1448362" h="263931">
                <a:moveTo>
                  <a:pt x="1315582" y="0"/>
                </a:moveTo>
                <a:cubicBezTo>
                  <a:pt x="1388896" y="0"/>
                  <a:pt x="1448362" y="59466"/>
                  <a:pt x="1448362" y="131966"/>
                </a:cubicBezTo>
                <a:cubicBezTo>
                  <a:pt x="1448362" y="205280"/>
                  <a:pt x="1388896" y="263931"/>
                  <a:pt x="1315582" y="263931"/>
                </a:cubicBezTo>
                <a:lnTo>
                  <a:pt x="131966" y="263931"/>
                </a:lnTo>
                <a:cubicBezTo>
                  <a:pt x="59466" y="263931"/>
                  <a:pt x="0" y="205280"/>
                  <a:pt x="0" y="131966"/>
                </a:cubicBezTo>
                <a:cubicBezTo>
                  <a:pt x="0" y="59466"/>
                  <a:pt x="59466" y="0"/>
                  <a:pt x="131966" y="0"/>
                </a:cubicBezTo>
                <a:lnTo>
                  <a:pt x="1315582" y="0"/>
                </a:lnTo>
              </a:path>
            </a:pathLst>
          </a:custGeom>
          <a:solidFill xmlns:a="http://schemas.openxmlformats.org/drawingml/2006/main">
            <a:srgbClr val="CFE4FF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178" name="symskill-live-label-35-0">
            <a:extLst xmlns:a="http://schemas.openxmlformats.org/drawingml/2006/main">
              <a:ext uri="{FF2B5EF4-FFF2-40B4-BE49-F238E27FC236}">
                <a16:creationId xmlns:a16="http://schemas.microsoft.com/office/drawing/2014/main" id="{9B80D5C8-75CB-433B-B837-3E422BE7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67761" y="1770086"/>
            <a:ext cx="1287632" cy="126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Place Lid SE(3) Policy</a:t>
            </a:r>
          </a:p>
        </p:txBody>
      </p:sp>
      <p:sp>
        <p:nvSpPr>
          <p:cNvPr id="179" name="pdf-path-555">
            <a:extLst xmlns:a="http://schemas.openxmlformats.org/drawingml/2006/main">
              <a:ext uri="{FF2B5EF4-FFF2-40B4-BE49-F238E27FC236}">
                <a16:creationId xmlns:a16="http://schemas.microsoft.com/office/drawing/2014/main" id="{5F12D3B4-F9E1-46E1-8843-4B6723DF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2584" y="1462155"/>
            <a:ext cx="676119" cy="383677"/>
          </a:xfrm>
          <a:custGeom xmlns:a="http://schemas.openxmlformats.org/drawingml/2006/main">
            <a:pathLst>
              <a:path w="676119" h="383677">
                <a:moveTo>
                  <a:pt x="0" y="383677"/>
                </a:moveTo>
                <a:lnTo>
                  <a:pt x="350278" y="383677"/>
                </a:lnTo>
                <a:cubicBezTo>
                  <a:pt x="399154" y="383596"/>
                  <a:pt x="399154" y="334720"/>
                  <a:pt x="399154" y="334720"/>
                </a:cubicBezTo>
                <a:lnTo>
                  <a:pt x="399154" y="48876"/>
                </a:lnTo>
                <a:cubicBezTo>
                  <a:pt x="399154" y="815"/>
                  <a:pt x="448031" y="815"/>
                  <a:pt x="448031" y="815"/>
                </a:cubicBezTo>
                <a:lnTo>
                  <a:pt x="6761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46">
            <a:solidFill>
              <a:srgbClr val="3A414A"/>
            </a:solidFill>
            <a:prstDash val="solid"/>
          </a:ln>
        </p:spPr>
      </p:sp>
      <p:sp>
        <p:nvSpPr>
          <p:cNvPr id="180" name="pdf-path-556">
            <a:extLst xmlns:a="http://schemas.openxmlformats.org/drawingml/2006/main">
              <a:ext uri="{FF2B5EF4-FFF2-40B4-BE49-F238E27FC236}">
                <a16:creationId xmlns:a16="http://schemas.microsoft.com/office/drawing/2014/main" id="{7C02F100-930F-415B-A155-748BB083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44438" y="1841760"/>
            <a:ext cx="8146" cy="8146"/>
          </a:xfrm>
          <a:custGeom xmlns:a="http://schemas.openxmlformats.org/drawingml/2006/main">
            <a:pathLst>
              <a:path w="8146" h="8146">
                <a:moveTo>
                  <a:pt x="8146" y="8146"/>
                </a:moveTo>
                <a:lnTo>
                  <a:pt x="0" y="8146"/>
                </a:lnTo>
                <a:lnTo>
                  <a:pt x="0" y="4073"/>
                </a:lnTo>
                <a:lnTo>
                  <a:pt x="0" y="0"/>
                </a:lnTo>
                <a:lnTo>
                  <a:pt x="8146" y="0"/>
                </a:lnTo>
                <a:lnTo>
                  <a:pt x="8146" y="8146"/>
                </a:lnTo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407">
            <a:solidFill>
              <a:srgbClr val="3A414A"/>
            </a:solidFill>
            <a:prstDash val="solid"/>
          </a:ln>
        </p:spPr>
      </p:sp>
      <p:sp>
        <p:nvSpPr>
          <p:cNvPr id="181" name="pdf-path-558">
            <a:extLst xmlns:a="http://schemas.openxmlformats.org/drawingml/2006/main">
              <a:ext uri="{FF2B5EF4-FFF2-40B4-BE49-F238E27FC236}">
                <a16:creationId xmlns:a16="http://schemas.microsoft.com/office/drawing/2014/main" id="{B6D2B148-6860-4B77-AC4F-6E140555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28703" y="1424684"/>
            <a:ext cx="114044" cy="75758"/>
          </a:xfrm>
          <a:custGeom xmlns:a="http://schemas.openxmlformats.org/drawingml/2006/main">
            <a:pathLst>
              <a:path w="114044" h="75758">
                <a:moveTo>
                  <a:pt x="114044" y="37472"/>
                </a:moveTo>
                <a:lnTo>
                  <a:pt x="0" y="75758"/>
                </a:lnTo>
                <a:lnTo>
                  <a:pt x="0" y="0"/>
                </a:lnTo>
                <a:lnTo>
                  <a:pt x="114044" y="37472"/>
                </a:lnTo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8146">
            <a:solidFill>
              <a:srgbClr val="3A414A"/>
            </a:solidFill>
            <a:prstDash val="solid"/>
          </a:ln>
        </p:spPr>
      </p:sp>
      <p:sp>
        <p:nvSpPr>
          <p:cNvPr id="182" name="pdf-path-560">
            <a:extLst xmlns:a="http://schemas.openxmlformats.org/drawingml/2006/main">
              <a:ext uri="{FF2B5EF4-FFF2-40B4-BE49-F238E27FC236}">
                <a16:creationId xmlns:a16="http://schemas.microsoft.com/office/drawing/2014/main" id="{BC6D171D-9E74-4C7B-8F87-1F3C4041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0392" y="3599670"/>
            <a:ext cx="1425553" cy="977522"/>
          </a:xfrm>
          <a:custGeom xmlns:a="http://schemas.openxmlformats.org/drawingml/2006/main">
            <a:pathLst>
              <a:path w="1425553" h="977522">
                <a:moveTo>
                  <a:pt x="936792" y="0"/>
                </a:moveTo>
                <a:cubicBezTo>
                  <a:pt x="1206425" y="0"/>
                  <a:pt x="1425553" y="219128"/>
                  <a:pt x="1425553" y="488761"/>
                </a:cubicBezTo>
                <a:cubicBezTo>
                  <a:pt x="1425553" y="758394"/>
                  <a:pt x="1206425" y="977522"/>
                  <a:pt x="936792" y="977522"/>
                </a:cubicBezTo>
                <a:lnTo>
                  <a:pt x="488761" y="977522"/>
                </a:lnTo>
                <a:cubicBezTo>
                  <a:pt x="219128" y="977522"/>
                  <a:pt x="0" y="758394"/>
                  <a:pt x="0" y="488761"/>
                </a:cubicBezTo>
                <a:cubicBezTo>
                  <a:pt x="0" y="219128"/>
                  <a:pt x="219128" y="0"/>
                  <a:pt x="488761" y="0"/>
                </a:cubicBezTo>
                <a:lnTo>
                  <a:pt x="936792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292">
            <a:solidFill>
              <a:srgbClr val="000000"/>
            </a:solidFill>
            <a:prstDash val="solid"/>
          </a:ln>
        </p:spPr>
      </p:sp>
      <p:sp>
        <p:nvSpPr>
          <p:cNvPr id="183" name="symskill-live-label-36-0">
            <a:extLst xmlns:a="http://schemas.openxmlformats.org/drawingml/2006/main">
              <a:ext uri="{FF2B5EF4-FFF2-40B4-BE49-F238E27FC236}">
                <a16:creationId xmlns:a16="http://schemas.microsoft.com/office/drawing/2014/main" id="{B4505493-FD0D-46EC-B2BD-87A0F46F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420" y="3647588"/>
            <a:ext cx="387040" cy="18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184" name="symskill-live-label-37-0">
            <a:extLst xmlns:a="http://schemas.openxmlformats.org/drawingml/2006/main">
              <a:ext uri="{FF2B5EF4-FFF2-40B4-BE49-F238E27FC236}">
                <a16:creationId xmlns:a16="http://schemas.microsoft.com/office/drawing/2014/main" id="{84E533BA-46F4-4A79-8C32-2FD599A2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7815" y="4021245"/>
            <a:ext cx="672804" cy="162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RelPose(</a:t>
            </a:r>
          </a:p>
        </p:txBody>
      </p:sp>
      <p:sp>
        <p:nvSpPr>
          <p:cNvPr id="185" name="symskill-live-label-37-1">
            <a:extLst xmlns:a="http://schemas.openxmlformats.org/drawingml/2006/main">
              <a:ext uri="{FF2B5EF4-FFF2-40B4-BE49-F238E27FC236}">
                <a16:creationId xmlns:a16="http://schemas.microsoft.com/office/drawing/2014/main" id="{C829F8BE-5D25-47BB-A3B8-F57D2A28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8567" y="4021247"/>
            <a:ext cx="54253" cy="162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186" name="pdf-path-575">
            <a:extLst xmlns:a="http://schemas.openxmlformats.org/drawingml/2006/main">
              <a:ext uri="{FF2B5EF4-FFF2-40B4-BE49-F238E27FC236}">
                <a16:creationId xmlns:a16="http://schemas.microsoft.com/office/drawing/2014/main" id="{1A938248-6D59-4587-8A8D-DC7AFA17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857" y="4023223"/>
            <a:ext cx="131395" cy="197093"/>
          </a:xfrm>
          <a:custGeom xmlns:a="http://schemas.openxmlformats.org/drawingml/2006/main">
            <a:pathLst>
              <a:path w="131395" h="197093">
                <a:moveTo>
                  <a:pt x="131395" y="186161"/>
                </a:moveTo>
                <a:cubicBezTo>
                  <a:pt x="131395" y="192166"/>
                  <a:pt x="126468" y="197093"/>
                  <a:pt x="120463" y="197093"/>
                </a:cubicBezTo>
                <a:lnTo>
                  <a:pt x="10932" y="197093"/>
                </a:lnTo>
                <a:cubicBezTo>
                  <a:pt x="4927" y="197093"/>
                  <a:pt x="0" y="192166"/>
                  <a:pt x="0" y="186161"/>
                </a:cubicBezTo>
                <a:lnTo>
                  <a:pt x="0" y="10932"/>
                </a:lnTo>
                <a:cubicBezTo>
                  <a:pt x="0" y="4927"/>
                  <a:pt x="4927" y="0"/>
                  <a:pt x="10932" y="0"/>
                </a:cubicBezTo>
                <a:lnTo>
                  <a:pt x="120463" y="0"/>
                </a:lnTo>
                <a:cubicBezTo>
                  <a:pt x="126468" y="0"/>
                  <a:pt x="131395" y="4927"/>
                  <a:pt x="131395" y="10932"/>
                </a:cubicBezTo>
                <a:lnTo>
                  <a:pt x="131395" y="186161"/>
                </a:lnTo>
              </a:path>
            </a:pathLst>
          </a:custGeom>
          <a:solidFill xmlns:a="http://schemas.openxmlformats.org/drawingml/2006/main">
            <a:srgbClr val="292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pdf-path-576">
            <a:extLst xmlns:a="http://schemas.openxmlformats.org/drawingml/2006/main">
              <a:ext uri="{FF2B5EF4-FFF2-40B4-BE49-F238E27FC236}">
                <a16:creationId xmlns:a16="http://schemas.microsoft.com/office/drawing/2014/main" id="{B86F2A2B-7F9B-46CC-960B-8D88D391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1789" y="4034155"/>
            <a:ext cx="109531" cy="175229"/>
          </a:xfrm>
          <a:custGeom xmlns:a="http://schemas.openxmlformats.org/drawingml/2006/main">
            <a:pathLst>
              <a:path w="109531" h="175229">
                <a:moveTo>
                  <a:pt x="109531" y="76682"/>
                </a:moveTo>
                <a:cubicBezTo>
                  <a:pt x="109531" y="79704"/>
                  <a:pt x="107061" y="82122"/>
                  <a:pt x="104039" y="82122"/>
                </a:cubicBezTo>
                <a:lnTo>
                  <a:pt x="5492" y="82122"/>
                </a:lnTo>
                <a:cubicBezTo>
                  <a:pt x="2470" y="82122"/>
                  <a:pt x="0" y="79704"/>
                  <a:pt x="0" y="76682"/>
                </a:cubicBezTo>
                <a:lnTo>
                  <a:pt x="0" y="5493"/>
                </a:lnTo>
                <a:cubicBezTo>
                  <a:pt x="0" y="2470"/>
                  <a:pt x="2470" y="0"/>
                  <a:pt x="5492" y="0"/>
                </a:cubicBezTo>
                <a:lnTo>
                  <a:pt x="104039" y="0"/>
                </a:lnTo>
                <a:cubicBezTo>
                  <a:pt x="107061" y="0"/>
                  <a:pt x="109531" y="2470"/>
                  <a:pt x="109531" y="5493"/>
                </a:cubicBezTo>
                <a:lnTo>
                  <a:pt x="109531" y="76682"/>
                </a:lnTo>
                <a:moveTo>
                  <a:pt x="109531" y="169736"/>
                </a:moveTo>
                <a:cubicBezTo>
                  <a:pt x="109531" y="172758"/>
                  <a:pt x="107061" y="175229"/>
                  <a:pt x="104039" y="175229"/>
                </a:cubicBezTo>
                <a:lnTo>
                  <a:pt x="5492" y="175229"/>
                </a:lnTo>
                <a:cubicBezTo>
                  <a:pt x="2470" y="175229"/>
                  <a:pt x="0" y="172758"/>
                  <a:pt x="0" y="169736"/>
                </a:cubicBezTo>
                <a:lnTo>
                  <a:pt x="0" y="98547"/>
                </a:lnTo>
                <a:cubicBezTo>
                  <a:pt x="0" y="95525"/>
                  <a:pt x="2470" y="93107"/>
                  <a:pt x="5492" y="93107"/>
                </a:cubicBezTo>
                <a:lnTo>
                  <a:pt x="104039" y="93107"/>
                </a:lnTo>
                <a:cubicBezTo>
                  <a:pt x="107061" y="93107"/>
                  <a:pt x="109531" y="95525"/>
                  <a:pt x="109531" y="98547"/>
                </a:cubicBezTo>
                <a:lnTo>
                  <a:pt x="109531" y="169736"/>
                </a:lnTo>
              </a:path>
            </a:pathLst>
          </a:custGeom>
          <a:solidFill xmlns:a="http://schemas.openxmlformats.org/drawingml/2006/main">
            <a:srgbClr val="6675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pdf-path-577">
            <a:extLst xmlns:a="http://schemas.openxmlformats.org/drawingml/2006/main">
              <a:ext uri="{FF2B5EF4-FFF2-40B4-BE49-F238E27FC236}">
                <a16:creationId xmlns:a16="http://schemas.microsoft.com/office/drawing/2014/main" id="{EB21537C-9737-49AA-BBC3-6B273337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4638" y="4045139"/>
            <a:ext cx="43834" cy="120411"/>
          </a:xfrm>
          <a:custGeom xmlns:a="http://schemas.openxmlformats.org/drawingml/2006/main">
            <a:pathLst>
              <a:path w="43834" h="120411">
                <a:moveTo>
                  <a:pt x="43834" y="21864"/>
                </a:moveTo>
                <a:cubicBezTo>
                  <a:pt x="43834" y="24886"/>
                  <a:pt x="41363" y="27357"/>
                  <a:pt x="38341" y="27357"/>
                </a:cubicBezTo>
                <a:lnTo>
                  <a:pt x="5492" y="27357"/>
                </a:lnTo>
                <a:cubicBezTo>
                  <a:pt x="2470" y="27357"/>
                  <a:pt x="0" y="24886"/>
                  <a:pt x="0" y="21864"/>
                </a:cubicBezTo>
                <a:lnTo>
                  <a:pt x="0" y="5440"/>
                </a:lnTo>
                <a:cubicBezTo>
                  <a:pt x="0" y="2418"/>
                  <a:pt x="2470" y="0"/>
                  <a:pt x="5492" y="0"/>
                </a:cubicBezTo>
                <a:lnTo>
                  <a:pt x="38341" y="0"/>
                </a:lnTo>
                <a:cubicBezTo>
                  <a:pt x="41363" y="0"/>
                  <a:pt x="43834" y="2418"/>
                  <a:pt x="43834" y="5440"/>
                </a:cubicBezTo>
                <a:lnTo>
                  <a:pt x="43834" y="21864"/>
                </a:lnTo>
                <a:moveTo>
                  <a:pt x="43834" y="114971"/>
                </a:moveTo>
                <a:cubicBezTo>
                  <a:pt x="43834" y="117993"/>
                  <a:pt x="41363" y="120411"/>
                  <a:pt x="38341" y="120411"/>
                </a:cubicBezTo>
                <a:lnTo>
                  <a:pt x="5492" y="120411"/>
                </a:lnTo>
                <a:cubicBezTo>
                  <a:pt x="2470" y="120411"/>
                  <a:pt x="0" y="117993"/>
                  <a:pt x="0" y="114971"/>
                </a:cubicBezTo>
                <a:lnTo>
                  <a:pt x="0" y="98547"/>
                </a:lnTo>
                <a:cubicBezTo>
                  <a:pt x="0" y="95525"/>
                  <a:pt x="2470" y="93054"/>
                  <a:pt x="5492" y="93054"/>
                </a:cubicBezTo>
                <a:lnTo>
                  <a:pt x="38341" y="93054"/>
                </a:lnTo>
                <a:cubicBezTo>
                  <a:pt x="41363" y="93054"/>
                  <a:pt x="43834" y="95525"/>
                  <a:pt x="43834" y="98547"/>
                </a:cubicBezTo>
                <a:lnTo>
                  <a:pt x="43834" y="114971"/>
                </a:lnTo>
              </a:path>
            </a:pathLst>
          </a:custGeom>
          <a:solidFill xmlns:a="http://schemas.openxmlformats.org/drawingml/2006/main">
            <a:srgbClr val="292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df-path-578">
            <a:extLst xmlns:a="http://schemas.openxmlformats.org/drawingml/2006/main">
              <a:ext uri="{FF2B5EF4-FFF2-40B4-BE49-F238E27FC236}">
                <a16:creationId xmlns:a16="http://schemas.microsoft.com/office/drawing/2014/main" id="{385741A7-6960-42AC-A8E2-1F5C1087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05" y="4050579"/>
            <a:ext cx="65698" cy="142380"/>
          </a:xfrm>
          <a:custGeom xmlns:a="http://schemas.openxmlformats.org/drawingml/2006/main">
            <a:pathLst>
              <a:path w="65698" h="142380">
                <a:moveTo>
                  <a:pt x="16424" y="0"/>
                </a:moveTo>
                <a:lnTo>
                  <a:pt x="49273" y="0"/>
                </a:lnTo>
                <a:lnTo>
                  <a:pt x="49273" y="16424"/>
                </a:lnTo>
                <a:lnTo>
                  <a:pt x="16424" y="16424"/>
                </a:lnTo>
                <a:close/>
                <a:moveTo>
                  <a:pt x="16424" y="93107"/>
                </a:moveTo>
                <a:lnTo>
                  <a:pt x="49273" y="93107"/>
                </a:lnTo>
                <a:lnTo>
                  <a:pt x="49273" y="109531"/>
                </a:lnTo>
                <a:lnTo>
                  <a:pt x="16424" y="109531"/>
                </a:lnTo>
                <a:close/>
                <a:moveTo>
                  <a:pt x="65698" y="43991"/>
                </a:moveTo>
                <a:cubicBezTo>
                  <a:pt x="65698" y="46908"/>
                  <a:pt x="63333" y="49273"/>
                  <a:pt x="60416" y="49273"/>
                </a:cubicBezTo>
                <a:lnTo>
                  <a:pt x="5282" y="49273"/>
                </a:lnTo>
                <a:cubicBezTo>
                  <a:pt x="2365" y="49273"/>
                  <a:pt x="0" y="46908"/>
                  <a:pt x="0" y="43991"/>
                </a:cubicBezTo>
                <a:lnTo>
                  <a:pt x="0" y="43623"/>
                </a:lnTo>
                <a:cubicBezTo>
                  <a:pt x="0" y="40706"/>
                  <a:pt x="2365" y="38341"/>
                  <a:pt x="5282" y="38341"/>
                </a:cubicBezTo>
                <a:lnTo>
                  <a:pt x="60416" y="38341"/>
                </a:lnTo>
                <a:cubicBezTo>
                  <a:pt x="63333" y="38341"/>
                  <a:pt x="65698" y="40706"/>
                  <a:pt x="65698" y="43623"/>
                </a:cubicBezTo>
                <a:lnTo>
                  <a:pt x="65698" y="43991"/>
                </a:lnTo>
                <a:moveTo>
                  <a:pt x="65698" y="137045"/>
                </a:moveTo>
                <a:cubicBezTo>
                  <a:pt x="65698" y="139962"/>
                  <a:pt x="63333" y="142380"/>
                  <a:pt x="60416" y="142380"/>
                </a:cubicBezTo>
                <a:lnTo>
                  <a:pt x="5282" y="142380"/>
                </a:lnTo>
                <a:cubicBezTo>
                  <a:pt x="2365" y="142380"/>
                  <a:pt x="0" y="139962"/>
                  <a:pt x="0" y="137045"/>
                </a:cubicBezTo>
                <a:lnTo>
                  <a:pt x="0" y="136730"/>
                </a:lnTo>
                <a:cubicBezTo>
                  <a:pt x="0" y="133813"/>
                  <a:pt x="2365" y="131395"/>
                  <a:pt x="5282" y="131395"/>
                </a:cubicBezTo>
                <a:lnTo>
                  <a:pt x="60416" y="131395"/>
                </a:lnTo>
                <a:cubicBezTo>
                  <a:pt x="63333" y="131395"/>
                  <a:pt x="65698" y="133813"/>
                  <a:pt x="65698" y="136730"/>
                </a:cubicBezTo>
                <a:lnTo>
                  <a:pt x="65698" y="137045"/>
                </a:lnTo>
              </a:path>
            </a:pathLst>
          </a:custGeom>
          <a:solidFill xmlns:a="http://schemas.openxmlformats.org/drawingml/2006/main">
            <a:srgbClr val="E1E8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df-path-579">
            <a:extLst xmlns:a="http://schemas.openxmlformats.org/drawingml/2006/main">
              <a:ext uri="{FF2B5EF4-FFF2-40B4-BE49-F238E27FC236}">
                <a16:creationId xmlns:a16="http://schemas.microsoft.com/office/drawing/2014/main" id="{AB0B98FB-05CA-4C49-AFEA-4703790E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7179" y="4132966"/>
            <a:ext cx="32849" cy="21917"/>
          </a:xfrm>
          <a:custGeom xmlns:a="http://schemas.openxmlformats.org/drawingml/2006/main">
            <a:pathLst>
              <a:path w="32849" h="21917">
                <a:moveTo>
                  <a:pt x="0" y="0"/>
                </a:moveTo>
                <a:lnTo>
                  <a:pt x="32849" y="0"/>
                </a:lnTo>
                <a:lnTo>
                  <a:pt x="32849" y="21917"/>
                </a:lnTo>
                <a:lnTo>
                  <a:pt x="0" y="21917"/>
                </a:lnTo>
                <a:close/>
              </a:path>
            </a:pathLst>
          </a:custGeom>
          <a:solidFill xmlns:a="http://schemas.openxmlformats.org/drawingml/2006/main">
            <a:srgbClr val="F490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df-path-580">
            <a:extLst xmlns:a="http://schemas.openxmlformats.org/drawingml/2006/main">
              <a:ext uri="{FF2B5EF4-FFF2-40B4-BE49-F238E27FC236}">
                <a16:creationId xmlns:a16="http://schemas.microsoft.com/office/drawing/2014/main" id="{4C11A942-328B-495E-B9AD-53401807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1481" y="4045404"/>
            <a:ext cx="164244" cy="93054"/>
          </a:xfrm>
          <a:custGeom xmlns:a="http://schemas.openxmlformats.org/drawingml/2006/main">
            <a:pathLst>
              <a:path w="164244" h="93054">
                <a:moveTo>
                  <a:pt x="147819" y="43781"/>
                </a:moveTo>
                <a:cubicBezTo>
                  <a:pt x="147819" y="82122"/>
                  <a:pt x="164244" y="65698"/>
                  <a:pt x="164244" y="82122"/>
                </a:cubicBezTo>
                <a:cubicBezTo>
                  <a:pt x="164244" y="82122"/>
                  <a:pt x="164244" y="93054"/>
                  <a:pt x="153312" y="93054"/>
                </a:cubicBezTo>
                <a:lnTo>
                  <a:pt x="10932" y="93054"/>
                </a:lnTo>
                <a:cubicBezTo>
                  <a:pt x="0" y="93054"/>
                  <a:pt x="0" y="82122"/>
                  <a:pt x="0" y="82122"/>
                </a:cubicBezTo>
                <a:cubicBezTo>
                  <a:pt x="0" y="65698"/>
                  <a:pt x="16424" y="82122"/>
                  <a:pt x="16424" y="43781"/>
                </a:cubicBezTo>
                <a:cubicBezTo>
                  <a:pt x="16424" y="13547"/>
                  <a:pt x="51888" y="0"/>
                  <a:pt x="82122" y="0"/>
                </a:cubicBezTo>
                <a:cubicBezTo>
                  <a:pt x="112356" y="0"/>
                  <a:pt x="147819" y="13547"/>
                  <a:pt x="147819" y="43781"/>
                </a:cubicBezTo>
              </a:path>
            </a:pathLst>
          </a:custGeom>
          <a:solidFill xmlns:a="http://schemas.openxmlformats.org/drawingml/2006/main">
            <a:srgbClr val="FFA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df-path-581">
            <a:extLst xmlns:a="http://schemas.openxmlformats.org/drawingml/2006/main">
              <a:ext uri="{FF2B5EF4-FFF2-40B4-BE49-F238E27FC236}">
                <a16:creationId xmlns:a16="http://schemas.microsoft.com/office/drawing/2014/main" id="{0F880D60-3A70-45A8-B61C-4976EDAE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7179" y="4028980"/>
            <a:ext cx="32849" cy="32849"/>
          </a:xfrm>
          <a:custGeom xmlns:a="http://schemas.openxmlformats.org/drawingml/2006/main">
            <a:pathLst>
              <a:path w="32849" h="32849">
                <a:moveTo>
                  <a:pt x="32849" y="16424"/>
                </a:moveTo>
                <a:cubicBezTo>
                  <a:pt x="32849" y="25451"/>
                  <a:pt x="25504" y="32849"/>
                  <a:pt x="16424" y="32849"/>
                </a:cubicBezTo>
                <a:cubicBezTo>
                  <a:pt x="7345" y="32849"/>
                  <a:pt x="0" y="25451"/>
                  <a:pt x="0" y="16424"/>
                </a:cubicBezTo>
                <a:cubicBezTo>
                  <a:pt x="0" y="7345"/>
                  <a:pt x="7345" y="0"/>
                  <a:pt x="16424" y="0"/>
                </a:cubicBezTo>
                <a:cubicBezTo>
                  <a:pt x="25504" y="0"/>
                  <a:pt x="32849" y="7345"/>
                  <a:pt x="32849" y="16424"/>
                </a:cubicBezTo>
              </a:path>
            </a:pathLst>
          </a:custGeom>
          <a:solidFill xmlns:a="http://schemas.openxmlformats.org/drawingml/2006/main">
            <a:srgbClr val="FFA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df-path-582">
            <a:extLst xmlns:a="http://schemas.openxmlformats.org/drawingml/2006/main">
              <a:ext uri="{FF2B5EF4-FFF2-40B4-BE49-F238E27FC236}">
                <a16:creationId xmlns:a16="http://schemas.microsoft.com/office/drawing/2014/main" id="{4FF9D495-2259-4E5E-BB78-5BE2F9DA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549" y="4160375"/>
            <a:ext cx="186109" cy="21864"/>
          </a:xfrm>
          <a:custGeom xmlns:a="http://schemas.openxmlformats.org/drawingml/2006/main">
            <a:pathLst>
              <a:path w="186109" h="21864">
                <a:moveTo>
                  <a:pt x="186109" y="10932"/>
                </a:moveTo>
                <a:cubicBezTo>
                  <a:pt x="186109" y="16990"/>
                  <a:pt x="181234" y="21864"/>
                  <a:pt x="175176" y="21864"/>
                </a:cubicBezTo>
                <a:lnTo>
                  <a:pt x="10932" y="21864"/>
                </a:lnTo>
                <a:cubicBezTo>
                  <a:pt x="4875" y="21864"/>
                  <a:pt x="0" y="16990"/>
                  <a:pt x="0" y="10932"/>
                </a:cubicBezTo>
                <a:cubicBezTo>
                  <a:pt x="0" y="4875"/>
                  <a:pt x="4875" y="0"/>
                  <a:pt x="10932" y="0"/>
                </a:cubicBezTo>
                <a:lnTo>
                  <a:pt x="175176" y="0"/>
                </a:lnTo>
                <a:cubicBezTo>
                  <a:pt x="181234" y="0"/>
                  <a:pt x="186109" y="4875"/>
                  <a:pt x="186109" y="10932"/>
                </a:cubicBezTo>
              </a:path>
            </a:pathLst>
          </a:custGeom>
          <a:solidFill xmlns:a="http://schemas.openxmlformats.org/drawingml/2006/main">
            <a:srgbClr val="C169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df-path-583">
            <a:extLst xmlns:a="http://schemas.openxmlformats.org/drawingml/2006/main">
              <a:ext uri="{FF2B5EF4-FFF2-40B4-BE49-F238E27FC236}">
                <a16:creationId xmlns:a16="http://schemas.microsoft.com/office/drawing/2014/main" id="{C78F7193-F84F-454E-9CA2-C6E8E9FF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1481" y="4149390"/>
            <a:ext cx="164244" cy="21917"/>
          </a:xfrm>
          <a:custGeom xmlns:a="http://schemas.openxmlformats.org/drawingml/2006/main">
            <a:pathLst>
              <a:path w="164244" h="21917">
                <a:moveTo>
                  <a:pt x="164244" y="10985"/>
                </a:moveTo>
                <a:cubicBezTo>
                  <a:pt x="164244" y="16990"/>
                  <a:pt x="159317" y="21917"/>
                  <a:pt x="153312" y="21917"/>
                </a:cubicBezTo>
                <a:lnTo>
                  <a:pt x="10932" y="21917"/>
                </a:lnTo>
                <a:cubicBezTo>
                  <a:pt x="4927" y="21917"/>
                  <a:pt x="0" y="16990"/>
                  <a:pt x="0" y="10985"/>
                </a:cubicBezTo>
                <a:cubicBezTo>
                  <a:pt x="0" y="4927"/>
                  <a:pt x="4927" y="0"/>
                  <a:pt x="10932" y="0"/>
                </a:cubicBezTo>
                <a:lnTo>
                  <a:pt x="153312" y="0"/>
                </a:lnTo>
                <a:cubicBezTo>
                  <a:pt x="159317" y="0"/>
                  <a:pt x="164244" y="4927"/>
                  <a:pt x="164244" y="10985"/>
                </a:cubicBezTo>
              </a:path>
            </a:pathLst>
          </a:custGeom>
          <a:solidFill xmlns:a="http://schemas.openxmlformats.org/drawingml/2006/main">
            <a:srgbClr val="C169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df-path-584">
            <a:extLst xmlns:a="http://schemas.openxmlformats.org/drawingml/2006/main">
              <a:ext uri="{FF2B5EF4-FFF2-40B4-BE49-F238E27FC236}">
                <a16:creationId xmlns:a16="http://schemas.microsoft.com/office/drawing/2014/main" id="{A4902E64-9E26-4AB9-AEE4-AAC41787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1706" y="2495071"/>
            <a:ext cx="6985210" cy="186544"/>
          </a:xfrm>
          <a:custGeom xmlns:a="http://schemas.openxmlformats.org/drawingml/2006/main">
            <a:pathLst>
              <a:path w="6985210" h="186544">
                <a:moveTo>
                  <a:pt x="6985210" y="0"/>
                </a:moveTo>
                <a:lnTo>
                  <a:pt x="6985210" y="109156"/>
                </a:lnTo>
                <a:cubicBezTo>
                  <a:pt x="6985210" y="157870"/>
                  <a:pt x="6936334" y="157870"/>
                  <a:pt x="6936334" y="157870"/>
                </a:cubicBezTo>
                <a:lnTo>
                  <a:pt x="29325" y="158032"/>
                </a:lnTo>
                <a:cubicBezTo>
                  <a:pt x="0" y="157870"/>
                  <a:pt x="0" y="186381"/>
                  <a:pt x="0" y="186381"/>
                </a:cubicBezTo>
                <a:lnTo>
                  <a:pt x="814" y="186544"/>
                </a:lnTo>
              </a:path>
            </a:pathLst>
          </a:custGeom>
          <a:noFill xmlns:a="http://schemas.openxmlformats.org/drawingml/2006/main"/>
          <a:ln xmlns:a="http://schemas.openxmlformats.org/drawingml/2006/main" w="8146">
            <a:solidFill>
              <a:srgbClr val="3A414A"/>
            </a:solidFill>
            <a:prstDash val="solid"/>
          </a:ln>
        </p:spPr>
      </p:sp>
      <p:sp>
        <p:nvSpPr>
          <p:cNvPr id="196" name="pdf-path-585">
            <a:extLst xmlns:a="http://schemas.openxmlformats.org/drawingml/2006/main">
              <a:ext uri="{FF2B5EF4-FFF2-40B4-BE49-F238E27FC236}">
                <a16:creationId xmlns:a16="http://schemas.microsoft.com/office/drawing/2014/main" id="{4E8C6F04-ECA9-4FD9-8181-6A1B80C0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6915" y="2490997"/>
            <a:ext cx="8146" cy="4073"/>
          </a:xfrm>
          <a:custGeom xmlns:a="http://schemas.openxmlformats.org/drawingml/2006/main">
            <a:pathLst>
              <a:path w="8146" h="4073">
                <a:moveTo>
                  <a:pt x="0" y="4073"/>
                </a:moveTo>
                <a:lnTo>
                  <a:pt x="8146" y="4073"/>
                </a:lnTo>
                <a:lnTo>
                  <a:pt x="814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407">
            <a:solidFill>
              <a:srgbClr val="3A414A"/>
            </a:solidFill>
            <a:prstDash val="solid"/>
          </a:ln>
        </p:spPr>
      </p:sp>
      <p:sp>
        <p:nvSpPr>
          <p:cNvPr id="197" name="pdf-path-587">
            <a:extLst xmlns:a="http://schemas.openxmlformats.org/drawingml/2006/main">
              <a:ext uri="{FF2B5EF4-FFF2-40B4-BE49-F238E27FC236}">
                <a16:creationId xmlns:a16="http://schemas.microsoft.com/office/drawing/2014/main" id="{84178CD8-74CD-4B62-A2A4-5C7BC4DE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4234" y="2685687"/>
            <a:ext cx="75758" cy="115673"/>
          </a:xfrm>
          <a:custGeom xmlns:a="http://schemas.openxmlformats.org/drawingml/2006/main">
            <a:pathLst>
              <a:path w="75758" h="115673">
                <a:moveTo>
                  <a:pt x="38286" y="115673"/>
                </a:moveTo>
                <a:lnTo>
                  <a:pt x="0" y="0"/>
                </a:lnTo>
                <a:lnTo>
                  <a:pt x="75758" y="0"/>
                </a:lnTo>
                <a:lnTo>
                  <a:pt x="38286" y="115673"/>
                </a:lnTo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8146">
            <a:solidFill>
              <a:srgbClr val="3A414A"/>
            </a:solidFill>
            <a:prstDash val="solid"/>
          </a:ln>
        </p:spPr>
      </p:sp>
      <p:sp>
        <p:nvSpPr>
          <p:cNvPr id="198" name="pdf-path-589">
            <a:extLst xmlns:a="http://schemas.openxmlformats.org/drawingml/2006/main">
              <a:ext uri="{FF2B5EF4-FFF2-40B4-BE49-F238E27FC236}">
                <a16:creationId xmlns:a16="http://schemas.microsoft.com/office/drawing/2014/main" id="{80DB0C7C-C218-4AF1-A172-F33A4337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9774" y="2570014"/>
            <a:ext cx="404043" cy="971820"/>
          </a:xfrm>
          <a:custGeom xmlns:a="http://schemas.openxmlformats.org/drawingml/2006/main">
            <a:pathLst>
              <a:path w="404043" h="971820">
                <a:moveTo>
                  <a:pt x="0" y="0"/>
                </a:moveTo>
                <a:lnTo>
                  <a:pt x="218313" y="0"/>
                </a:lnTo>
                <a:cubicBezTo>
                  <a:pt x="266375" y="0"/>
                  <a:pt x="266375" y="48876"/>
                  <a:pt x="266375" y="48876"/>
                </a:cubicBezTo>
                <a:lnTo>
                  <a:pt x="267190" y="922944"/>
                </a:lnTo>
                <a:cubicBezTo>
                  <a:pt x="266375" y="971005"/>
                  <a:pt x="315251" y="971005"/>
                  <a:pt x="315251" y="971005"/>
                </a:cubicBezTo>
                <a:lnTo>
                  <a:pt x="404043" y="971820"/>
                </a:lnTo>
              </a:path>
            </a:pathLst>
          </a:custGeom>
          <a:noFill xmlns:a="http://schemas.openxmlformats.org/drawingml/2006/main"/>
          <a:ln xmlns:a="http://schemas.openxmlformats.org/drawingml/2006/main" w="8146">
            <a:solidFill>
              <a:srgbClr val="3A414A"/>
            </a:solidFill>
            <a:prstDash val="solid"/>
          </a:ln>
        </p:spPr>
      </p:sp>
      <p:sp>
        <p:nvSpPr>
          <p:cNvPr id="199" name="pdf-path-590">
            <a:extLst xmlns:a="http://schemas.openxmlformats.org/drawingml/2006/main">
              <a:ext uri="{FF2B5EF4-FFF2-40B4-BE49-F238E27FC236}">
                <a16:creationId xmlns:a16="http://schemas.microsoft.com/office/drawing/2014/main" id="{1B71FC0D-9593-4223-B01D-36D7AF0D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5701" y="2565941"/>
            <a:ext cx="4073" cy="8146"/>
          </a:xfrm>
          <a:custGeom xmlns:a="http://schemas.openxmlformats.org/drawingml/2006/main">
            <a:pathLst>
              <a:path w="4073" h="8146">
                <a:moveTo>
                  <a:pt x="0" y="8146"/>
                </a:moveTo>
                <a:lnTo>
                  <a:pt x="4073" y="8146"/>
                </a:lnTo>
                <a:lnTo>
                  <a:pt x="40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407">
            <a:solidFill>
              <a:srgbClr val="3A414A"/>
            </a:solidFill>
            <a:prstDash val="solid"/>
          </a:ln>
        </p:spPr>
      </p:sp>
      <p:sp>
        <p:nvSpPr>
          <p:cNvPr id="200" name="pdf-path-592">
            <a:extLst xmlns:a="http://schemas.openxmlformats.org/drawingml/2006/main">
              <a:ext uri="{FF2B5EF4-FFF2-40B4-BE49-F238E27FC236}">
                <a16:creationId xmlns:a16="http://schemas.microsoft.com/office/drawing/2014/main" id="{73DF2483-F5B9-4350-9750-032B7B75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7889" y="3503547"/>
            <a:ext cx="116488" cy="75758"/>
          </a:xfrm>
          <a:custGeom xmlns:a="http://schemas.openxmlformats.org/drawingml/2006/main">
            <a:pathLst>
              <a:path w="116488" h="75758">
                <a:moveTo>
                  <a:pt x="116488" y="38286"/>
                </a:moveTo>
                <a:lnTo>
                  <a:pt x="0" y="75758"/>
                </a:lnTo>
                <a:lnTo>
                  <a:pt x="0" y="0"/>
                </a:lnTo>
                <a:lnTo>
                  <a:pt x="116488" y="38286"/>
                </a:lnTo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8146">
            <a:solidFill>
              <a:srgbClr val="3A414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636198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2026-10-09T21:39:13.1520000Z</dcterms:created>
  <dcterms:modified xsi:type="dcterms:W3CDTF">2026-10-09T21:39:13.1520000Z</dcterms:modified>
</coreProperties>
</file>