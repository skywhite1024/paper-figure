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5bade735f9488e" /><Relationship Type="http://schemas.openxmlformats.org/officeDocument/2006/relationships/extended-properties" Target="/docProps/app.xml" Id="Reaf6eba71ccf47ef" /><Relationship Type="http://schemas.openxmlformats.org/officeDocument/2006/relationships/officeDocument" Target="/ppt/presentation.xml" Id="Rc5d96d43a6b948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cabe6566564442"/>
  </p:sldMasterIdLst>
  <p:notesMasterIdLst>
    <p:notesMasterId xmlns:r="http://schemas.openxmlformats.org/officeDocument/2006/relationships" r:id="Reb5ea89b58a44300"/>
  </p:notesMasterIdLst>
  <p:sldIdLst>
    <p:sldId xmlns:r="http://schemas.openxmlformats.org/officeDocument/2006/relationships" id="256" r:id="Re74ae8e3e6d14e5a"/>
  </p:sldIdLst>
  <p:sldSz cx="9658350" cy="2686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b589dea6ad477b" /><Relationship Type="http://schemas.openxmlformats.org/officeDocument/2006/relationships/slideMaster" Target="/ppt/slideMasters/slideMaster1.xml" Id="R77cabe6566564442" /><Relationship Type="http://schemas.openxmlformats.org/officeDocument/2006/relationships/notesMaster" Target="/ppt/notesMasters/notesMaster1.xml" Id="Reb5ea89b58a44300" /><Relationship Type="http://schemas.openxmlformats.org/officeDocument/2006/relationships/presProps" Target="/ppt/presProps.xml" Id="Rec61177d53fe49be" /><Relationship Type="http://schemas.openxmlformats.org/officeDocument/2006/relationships/tableStyles" Target="/ppt/tableStyles.xml" Id="R151056e6cc8a4a66" /><Relationship Type="http://schemas.openxmlformats.org/officeDocument/2006/relationships/slide" Target="/ppt/slides/slide1.xml" Id="Re74ae8e3e6d14e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98299e1d5e4e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02078ca1ab46ad" /><Relationship Type="http://schemas.openxmlformats.org/officeDocument/2006/relationships/notesMaster" Target="/ppt/notesMasters/notesMaster1.xml" Id="R903ce40765be43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"RoboSubtaskNet: Temporal Sub-task Segmentation for Human-to-Robot Skill Transfer in Real-World Environments",</a:t>
            </a:r>
          </a:p>
          <a:p xmlns:a="http://schemas.openxmlformats.org/drawingml/2006/main">
            <a:r>
              <a:t>  "paper_url": "https://arxiv.org/pdf/2602.10015v2",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"50d3e5433963f630f1917143cf61fa4cd2713150834fa2bb9d3b564364343622",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53,</a:t>
            </a:r>
          </a:p>
          <a:p xmlns:a="http://schemas.openxmlformats.org/drawingml/2006/main">
            <a:r>
              <a:t>    49,</a:t>
            </a:r>
          </a:p>
          <a:p xmlns:a="http://schemas.openxmlformats.org/drawingml/2006/main">
            <a:r>
              <a:t>    560,</a:t>
            </a:r>
          </a:p>
          <a:p xmlns:a="http://schemas.openxmlformats.org/drawingml/2006/main">
            <a:r>
              <a:t>    190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"Both panels manually reconstructed from source raster. All architecture labels, input/fusion/attention blocks, 3-D CNN boxes, Greek weights and routing are native; four compact weight expressions are editable STIX glyph outlines with retained LaTeX, not equation fields. Three separate demonstration, RGB and optical-flow frame-stack crops remain raster. Font metrics, subscript placement, perspective depths and line weights approximate source. Freeform routes lack semantic endpoint attachment."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9d35179d54c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4ecc1355b4c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7631e02f14a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40d344c634e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e7613f19f40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e250734e7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EE7FC4-F37B-4B59-8516-6732B91F1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5835" y="1014730"/>
            <a:ext cx="7726680" cy="387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2ED83F-55DC-41C9-A539-D9C7F9CD7F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8753" y="1477328"/>
            <a:ext cx="6760845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A38BA0-1D21-4AEF-AE4C-D37CB5E7D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5835" y="1119188"/>
            <a:ext cx="772668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4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8ABD81-90C6-4F7C-9A32-C5BF89A958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3282" y="208915"/>
            <a:ext cx="8571786" cy="328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4720AF-C129-4FF0-A16C-05EC6E277E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3282" y="746125"/>
            <a:ext cx="8571786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5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1pPr>
            <a:lvl2pPr marL="2089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2pPr>
            <a:lvl3pPr marL="3282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3pPr>
            <a:lvl4pPr marL="4476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4pPr>
            <a:lvl5pPr marL="56705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5pPr>
            <a:lvl6pPr marL="6864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6pPr>
            <a:lvl7pPr marL="8058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7pPr>
            <a:lvl8pPr marL="9251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8pPr>
            <a:lvl9pPr marL="10445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B7EF79-EE5D-401F-9B5E-344B0A2EF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3282" y="208915"/>
            <a:ext cx="8571786" cy="328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A8EB43-C5AD-4902-A6F2-91D0076B6A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3282" y="746125"/>
            <a:ext cx="3984069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5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1pPr>
            <a:lvl2pPr marL="2089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2pPr>
            <a:lvl3pPr marL="3282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3pPr>
            <a:lvl4pPr marL="4476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4pPr>
            <a:lvl5pPr marL="56705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5pPr>
            <a:lvl6pPr marL="6864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6pPr>
            <a:lvl7pPr marL="8058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7pPr>
            <a:lvl8pPr marL="9251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8pPr>
            <a:lvl9pPr marL="10445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E740922-CBFE-4D1C-B913-566107A45D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30998" y="746125"/>
            <a:ext cx="3984069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5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1pPr>
            <a:lvl2pPr marL="2089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2pPr>
            <a:lvl3pPr marL="3282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3pPr>
            <a:lvl4pPr marL="4476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4pPr>
            <a:lvl5pPr marL="56705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5pPr>
            <a:lvl6pPr marL="6864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6pPr>
            <a:lvl7pPr marL="8058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7pPr>
            <a:lvl8pPr marL="9251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8pPr>
            <a:lvl9pPr marL="10445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0BEC23-05F7-4F97-A1EC-140800A8C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3282" y="208915"/>
            <a:ext cx="8571786" cy="328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E61ACA-E791-44E4-897C-46FD026E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3282" y="746125"/>
            <a:ext cx="3984069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5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1pPr>
            <a:lvl2pPr marL="2089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2pPr>
            <a:lvl3pPr marL="3282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3pPr>
            <a:lvl4pPr marL="4476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4pPr>
            <a:lvl5pPr marL="56705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5pPr>
            <a:lvl6pPr marL="6864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6pPr>
            <a:lvl7pPr marL="8058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7pPr>
            <a:lvl8pPr marL="9251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8pPr>
            <a:lvl9pPr marL="10445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cbc30221b44d3" /><Relationship Type="http://schemas.openxmlformats.org/officeDocument/2006/relationships/slideLayout" Target="/ppt/slideLayouts/slideLayout1.xml" Id="R6f45380fb66c45a7" /><Relationship Type="http://schemas.openxmlformats.org/officeDocument/2006/relationships/slideLayout" Target="/ppt/slideLayouts/slideLayout2.xml" Id="Red008cf0c16c49b6" /><Relationship Type="http://schemas.openxmlformats.org/officeDocument/2006/relationships/slideLayout" Target="/ppt/slideLayouts/slideLayout3.xml" Id="R8701f026131b4004" /><Relationship Type="http://schemas.openxmlformats.org/officeDocument/2006/relationships/slideLayout" Target="/ppt/slideLayouts/slideLayout4.xml" Id="R117206f672954bf8" /><Relationship Type="http://schemas.openxmlformats.org/officeDocument/2006/relationships/slideLayout" Target="/ppt/slideLayouts/slideLayout5.xml" Id="R2c9c34c04d64456a" /><Relationship Type="http://schemas.openxmlformats.org/officeDocument/2006/relationships/slideLayout" Target="/ppt/slideLayouts/slideLayout6.xml" Id="Rdee684da593846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5380fb66c45a7"/>
    <p:sldLayoutId xmlns:r="http://schemas.openxmlformats.org/officeDocument/2006/relationships" id="2147483650" r:id="Red008cf0c16c49b6"/>
    <p:sldLayoutId xmlns:r="http://schemas.openxmlformats.org/officeDocument/2006/relationships" id="2147483651" r:id="R8701f026131b4004"/>
    <p:sldLayoutId xmlns:r="http://schemas.openxmlformats.org/officeDocument/2006/relationships" id="2147483652" r:id="R117206f672954bf8"/>
    <p:sldLayoutId xmlns:r="http://schemas.openxmlformats.org/officeDocument/2006/relationships" id="2147483653" r:id="R2c9c34c04d64456a"/>
    <p:sldLayoutId xmlns:r="http://schemas.openxmlformats.org/officeDocument/2006/relationships" id="2147483654" r:id="Rdee684da593846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a406cb4ae4de2" /><Relationship Type="http://schemas.openxmlformats.org/officeDocument/2006/relationships/image" Target="/ppt/media/image.png" Id="R5a00cc5abae14723" /><Relationship Type="http://schemas.openxmlformats.org/officeDocument/2006/relationships/image" Target="/ppt/media/image2.png" Id="R5d09a5ec714a4a5a" /><Relationship Type="http://schemas.openxmlformats.org/officeDocument/2006/relationships/image" Target="/ppt/media/image3.png" Id="R47852a8dea6c467a" /><Relationship Type="http://schemas.openxmlformats.org/officeDocument/2006/relationships/notesSlide" Target="/ppt/notesSlides/notesSlide1.xml" Id="R1aa8b1272ff446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panel-a">
            <a:extLst xmlns:a="http://schemas.openxmlformats.org/drawingml/2006/main">
              <a:ext uri="{FF2B5EF4-FFF2-40B4-BE49-F238E27FC236}">
                <a16:creationId xmlns:a16="http://schemas.microsoft.com/office/drawing/2014/main" id="{D6F962C3-FAD0-47E8-91B9-0002750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" y="28575"/>
            <a:ext cx="432435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A"/>
          </a:solidFill>
          <a:ln xmlns:a="http://schemas.openxmlformats.org/drawingml/2006/main" w="7620">
            <a:solidFill>
              <a:srgbClr val="84A1BF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anel-b">
            <a:extLst xmlns:a="http://schemas.openxmlformats.org/drawingml/2006/main">
              <a:ext uri="{FF2B5EF4-FFF2-40B4-BE49-F238E27FC236}">
                <a16:creationId xmlns:a16="http://schemas.microsoft.com/office/drawing/2014/main" id="{84FA7527-51DC-4BD8-8A36-76A466E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575" y="57150"/>
            <a:ext cx="5010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6668">
            <a:solidFill>
              <a:srgbClr val="999999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input-block">
            <a:extLst xmlns:a="http://schemas.openxmlformats.org/drawingml/2006/main">
              <a:ext uri="{FF2B5EF4-FFF2-40B4-BE49-F238E27FC236}">
                <a16:creationId xmlns:a16="http://schemas.microsoft.com/office/drawing/2014/main" id="{E7741FA2-CC77-417F-B6FB-78B2E695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228600"/>
            <a:ext cx="21240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FA"/>
          </a:solidFill>
          <a:ln xmlns:a="http://schemas.openxmlformats.org/drawingml/2006/main" w="5715">
            <a:solidFill>
              <a:srgbClr val="A9C3E2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fusion-block">
            <a:extLst xmlns:a="http://schemas.openxmlformats.org/drawingml/2006/main">
              <a:ext uri="{FF2B5EF4-FFF2-40B4-BE49-F238E27FC236}">
                <a16:creationId xmlns:a16="http://schemas.microsoft.com/office/drawing/2014/main" id="{AD474613-29FE-4FD1-9864-C52C7B6D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1276350"/>
            <a:ext cx="2124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FA"/>
          </a:solidFill>
          <a:ln xmlns:a="http://schemas.openxmlformats.org/drawingml/2006/main" w="5715">
            <a:solidFill>
              <a:srgbClr val="A9C3E2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attention-block">
            <a:extLst xmlns:a="http://schemas.openxmlformats.org/drawingml/2006/main">
              <a:ext uri="{FF2B5EF4-FFF2-40B4-BE49-F238E27FC236}">
                <a16:creationId xmlns:a16="http://schemas.microsoft.com/office/drawing/2014/main" id="{5C5199BB-DA2C-4E4C-8B37-3E910902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190500"/>
            <a:ext cx="24669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FA"/>
          </a:solidFill>
          <a:ln xmlns:a="http://schemas.openxmlformats.org/drawingml/2006/main" w="5715">
            <a:solidFill>
              <a:srgbClr val="A9C3E2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9FB47-641F-49D2-BA3C-639A4EF550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0cc5abae147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400050"/>
            <a:ext cx="828675" cy="771525"/>
          </a:xfrm>
          <a:prstGeom xmlns:a="http://schemas.openxmlformats.org/drawingml/2006/main" prst="rect">
            <a:avLst/>
          </a:prstGeom>
        </p:spPr>
      </p:pic>
      <p:sp>
        <p:nvSpPr>
          <p:cNvPr id="7" name="frames0">
            <a:extLst xmlns:a="http://schemas.openxmlformats.org/drawingml/2006/main">
              <a:ext uri="{FF2B5EF4-FFF2-40B4-BE49-F238E27FC236}">
                <a16:creationId xmlns:a16="http://schemas.microsoft.com/office/drawing/2014/main" id="{005A6374-96BB-426B-A87C-FB48180F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400050"/>
            <a:ext cx="8286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23FD5-EF8C-46B0-8B62-925598E2B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9a5ec714a4a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0625" y="400050"/>
            <a:ext cx="857250" cy="771525"/>
          </a:xfrm>
          <a:prstGeom xmlns:a="http://schemas.openxmlformats.org/drawingml/2006/main" prst="rect">
            <a:avLst/>
          </a:prstGeom>
        </p:spPr>
      </p:pic>
      <p:sp>
        <p:nvSpPr>
          <p:cNvPr id="9" name="frames1">
            <a:extLst xmlns:a="http://schemas.openxmlformats.org/drawingml/2006/main">
              <a:ext uri="{FF2B5EF4-FFF2-40B4-BE49-F238E27FC236}">
                <a16:creationId xmlns:a16="http://schemas.microsoft.com/office/drawing/2014/main" id="{0194C6DB-0BA4-4986-9F5C-34C91D6C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400050"/>
            <a:ext cx="857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429A7-9DF0-4D81-9A0F-EB038E528D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52a8dea6c46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276350"/>
            <a:ext cx="990600" cy="923925"/>
          </a:xfrm>
          <a:prstGeom xmlns:a="http://schemas.openxmlformats.org/drawingml/2006/main" prst="rect">
            <a:avLst/>
          </a:prstGeom>
        </p:spPr>
      </p:pic>
      <p:sp>
        <p:nvSpPr>
          <p:cNvPr id="11" name="frames2">
            <a:extLst xmlns:a="http://schemas.openxmlformats.org/drawingml/2006/main">
              <a:ext uri="{FF2B5EF4-FFF2-40B4-BE49-F238E27FC236}">
                <a16:creationId xmlns:a16="http://schemas.microsoft.com/office/drawing/2014/main" id="{1DB28375-76A3-497C-8C22-BE59BCE9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276350"/>
            <a:ext cx="9906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human">
            <a:extLst xmlns:a="http://schemas.openxmlformats.org/drawingml/2006/main">
              <a:ext uri="{FF2B5EF4-FFF2-40B4-BE49-F238E27FC236}">
                <a16:creationId xmlns:a16="http://schemas.microsoft.com/office/drawing/2014/main" id="{310EEE22-E243-424E-B88C-18ED80C4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38100"/>
            <a:ext cx="79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Demonstration</a:t>
            </a:r>
          </a:p>
        </p:txBody>
      </p:sp>
      <p:sp>
        <p:nvSpPr>
          <p:cNvPr id="13" name="rgb-data">
            <a:extLst xmlns:a="http://schemas.openxmlformats.org/drawingml/2006/main">
              <a:ext uri="{FF2B5EF4-FFF2-40B4-BE49-F238E27FC236}">
                <a16:creationId xmlns:a16="http://schemas.microsoft.com/office/drawing/2014/main" id="{2E6F6D9B-FD50-4BE7-B780-270B04AE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38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RGB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Video Data</a:t>
            </a:r>
          </a:p>
        </p:txBody>
      </p:sp>
      <p:sp>
        <p:nvSpPr>
          <p:cNvPr id="14" name="optical-data">
            <a:extLst xmlns:a="http://schemas.openxmlformats.org/drawingml/2006/main">
              <a:ext uri="{FF2B5EF4-FFF2-40B4-BE49-F238E27FC236}">
                <a16:creationId xmlns:a16="http://schemas.microsoft.com/office/drawing/2014/main" id="{240A8008-3E6E-4B32-971F-D71CF1AA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190750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Flow Data</a:t>
            </a:r>
          </a:p>
        </p:txBody>
      </p:sp>
      <p:sp>
        <p:nvSpPr>
          <p:cNvPr id="15" name="human-rgb">
            <a:extLst xmlns:a="http://schemas.openxmlformats.org/drawingml/2006/main">
              <a:ext uri="{FF2B5EF4-FFF2-40B4-BE49-F238E27FC236}">
                <a16:creationId xmlns:a16="http://schemas.microsoft.com/office/drawing/2014/main" id="{04700E7E-DAE8-43F9-97A6-7F4C4710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923925" y="771525"/>
                </a:moveTo>
                <a:lnTo>
                  <a:pt x="1171575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16" name="human-rgb-head">
            <a:extLst xmlns:a="http://schemas.openxmlformats.org/drawingml/2006/main">
              <a:ext uri="{FF2B5EF4-FFF2-40B4-BE49-F238E27FC236}">
                <a16:creationId xmlns:a16="http://schemas.microsoft.com/office/drawing/2014/main" id="{97D10394-EDA0-439C-978E-FF9C9B6D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1171575" y="771525"/>
                </a:moveTo>
                <a:lnTo>
                  <a:pt x="1133475" y="756285"/>
                </a:lnTo>
                <a:lnTo>
                  <a:pt x="1133475" y="78676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man-flow">
            <a:extLst xmlns:a="http://schemas.openxmlformats.org/drawingml/2006/main">
              <a:ext uri="{FF2B5EF4-FFF2-40B4-BE49-F238E27FC236}">
                <a16:creationId xmlns:a16="http://schemas.microsoft.com/office/drawing/2014/main" id="{73CD81FC-6E65-4AE0-B806-099CA73C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457200" y="1181100"/>
                </a:moveTo>
                <a:lnTo>
                  <a:pt x="457200" y="15906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18" name="human-flow-head">
            <a:extLst xmlns:a="http://schemas.openxmlformats.org/drawingml/2006/main">
              <a:ext uri="{FF2B5EF4-FFF2-40B4-BE49-F238E27FC236}">
                <a16:creationId xmlns:a16="http://schemas.microsoft.com/office/drawing/2014/main" id="{95AC8828-5C27-40BA-ABBB-CF834E8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457200" y="1590675"/>
                </a:moveTo>
                <a:lnTo>
                  <a:pt x="472440" y="1552575"/>
                </a:lnTo>
                <a:lnTo>
                  <a:pt x="441960" y="155257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arneback">
            <a:extLst xmlns:a="http://schemas.openxmlformats.org/drawingml/2006/main">
              <a:ext uri="{FF2B5EF4-FFF2-40B4-BE49-F238E27FC236}">
                <a16:creationId xmlns:a16="http://schemas.microsoft.com/office/drawing/2014/main" id="{F7289C97-B1C5-4223-8B4A-E72C2836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1600200"/>
            <a:ext cx="42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A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Farneback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Flow</a:t>
            </a:r>
          </a:p>
        </p:txBody>
      </p:sp>
      <p:sp>
        <p:nvSpPr>
          <p:cNvPr id="20" name="farneback-flow">
            <a:extLst xmlns:a="http://schemas.openxmlformats.org/drawingml/2006/main">
              <a:ext uri="{FF2B5EF4-FFF2-40B4-BE49-F238E27FC236}">
                <a16:creationId xmlns:a16="http://schemas.microsoft.com/office/drawing/2014/main" id="{AA58873A-F726-4197-BE34-9745FB9C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600075" y="1790700"/>
                </a:moveTo>
                <a:lnTo>
                  <a:pt x="70485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21" name="farneback-flow-head">
            <a:extLst xmlns:a="http://schemas.openxmlformats.org/drawingml/2006/main">
              <a:ext uri="{FF2B5EF4-FFF2-40B4-BE49-F238E27FC236}">
                <a16:creationId xmlns:a16="http://schemas.microsoft.com/office/drawing/2014/main" id="{B6C62916-ABA2-4A93-824F-D04B428A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704850" y="1790700"/>
                </a:moveTo>
                <a:lnTo>
                  <a:pt x="666750" y="1775460"/>
                </a:lnTo>
                <a:lnTo>
                  <a:pt x="666750" y="180594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patial">
            <a:extLst xmlns:a="http://schemas.openxmlformats.org/drawingml/2006/main">
              <a:ext uri="{FF2B5EF4-FFF2-40B4-BE49-F238E27FC236}">
                <a16:creationId xmlns:a16="http://schemas.microsoft.com/office/drawing/2014/main" id="{5E9E5D97-20DB-4977-AA54-3522D1FC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333375"/>
            <a:ext cx="866775" cy="100012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9E7F6"/>
          </a:solidFill>
          <a:ln xmlns:a="http://schemas.openxmlformats.org/drawingml/2006/main" w="7620">
            <a:solidFill>
              <a:srgbClr val="697B8F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spatial-title">
            <a:extLst xmlns:a="http://schemas.openxmlformats.org/drawingml/2006/main">
              <a:ext uri="{FF2B5EF4-FFF2-40B4-BE49-F238E27FC236}">
                <a16:creationId xmlns:a16="http://schemas.microsoft.com/office/drawing/2014/main" id="{9950B63D-C5C3-4A3C-A826-4DDFFEE3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425" y="342900"/>
            <a:ext cx="847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Spatial Stream</a:t>
            </a:r>
          </a:p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Subnetwork</a:t>
            </a:r>
          </a:p>
        </p:txBody>
      </p:sp>
      <p:sp>
        <p:nvSpPr>
          <p:cNvPr id="24" name="temporal">
            <a:extLst xmlns:a="http://schemas.openxmlformats.org/drawingml/2006/main">
              <a:ext uri="{FF2B5EF4-FFF2-40B4-BE49-F238E27FC236}">
                <a16:creationId xmlns:a16="http://schemas.microsoft.com/office/drawing/2014/main" id="{105EFF6A-18A4-4D7C-8AC6-013DA983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1285875"/>
            <a:ext cx="952500" cy="923925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D9E7F6"/>
          </a:solidFill>
          <a:ln xmlns:a="http://schemas.openxmlformats.org/drawingml/2006/main" w="7620">
            <a:solidFill>
              <a:srgbClr val="697B8F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temporal-title">
            <a:extLst xmlns:a="http://schemas.openxmlformats.org/drawingml/2006/main">
              <a:ext uri="{FF2B5EF4-FFF2-40B4-BE49-F238E27FC236}">
                <a16:creationId xmlns:a16="http://schemas.microsoft.com/office/drawing/2014/main" id="{8D1279B8-F63C-419F-AAA9-4DAE5268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375" y="1295400"/>
            <a:ext cx="91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Temporal Stream</a:t>
            </a:r>
          </a:p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Subnetwork</a:t>
            </a:r>
          </a:p>
        </p:txBody>
      </p:sp>
      <p:sp>
        <p:nvSpPr>
          <p:cNvPr id="26" name="spatial-cnntop">
            <a:extLst xmlns:a="http://schemas.openxmlformats.org/drawingml/2006/main">
              <a:ext uri="{FF2B5EF4-FFF2-40B4-BE49-F238E27FC236}">
                <a16:creationId xmlns:a16="http://schemas.microsoft.com/office/drawing/2014/main" id="{2C850FE4-941F-48A1-8E0D-E609F27C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2276475" y="638175"/>
                </a:moveTo>
                <a:lnTo>
                  <a:pt x="2933700" y="638175"/>
                </a:lnTo>
                <a:lnTo>
                  <a:pt x="3067050" y="762000"/>
                </a:lnTo>
                <a:lnTo>
                  <a:pt x="2409825" y="762000"/>
                </a:lnTo>
                <a:close/>
              </a:path>
            </a:pathLst>
          </a:custGeom>
          <a:solidFill xmlns:a="http://schemas.openxmlformats.org/drawingml/2006/main">
            <a:srgbClr val="EDC7C7"/>
          </a:solidFill>
          <a:ln xmlns:a="http://schemas.openxmlformats.org/drawingml/2006/main" w="5715">
            <a:solidFill>
              <a:srgbClr val="B46D6D"/>
            </a:solidFill>
            <a:prstDash val="solid"/>
          </a:ln>
        </p:spPr>
      </p:sp>
      <p:sp>
        <p:nvSpPr>
          <p:cNvPr id="27" name="spatial-cnnside">
            <a:extLst xmlns:a="http://schemas.openxmlformats.org/drawingml/2006/main">
              <a:ext uri="{FF2B5EF4-FFF2-40B4-BE49-F238E27FC236}">
                <a16:creationId xmlns:a16="http://schemas.microsoft.com/office/drawing/2014/main" id="{7815B289-AB69-417E-A685-82A3765A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2276475" y="638175"/>
                </a:moveTo>
                <a:lnTo>
                  <a:pt x="2409825" y="762000"/>
                </a:lnTo>
                <a:lnTo>
                  <a:pt x="2409825" y="1257300"/>
                </a:lnTo>
                <a:lnTo>
                  <a:pt x="2276475" y="1133475"/>
                </a:lnTo>
                <a:close/>
              </a:path>
            </a:pathLst>
          </a:custGeom>
          <a:solidFill xmlns:a="http://schemas.openxmlformats.org/drawingml/2006/main">
            <a:srgbClr val="E4B9B9"/>
          </a:solidFill>
          <a:ln xmlns:a="http://schemas.openxmlformats.org/drawingml/2006/main" w="5715">
            <a:solidFill>
              <a:srgbClr val="B46D6D"/>
            </a:solidFill>
            <a:prstDash val="solid"/>
          </a:ln>
        </p:spPr>
      </p:sp>
      <p:sp>
        <p:nvSpPr>
          <p:cNvPr id="28" name="spatial-cnnfront">
            <a:extLst xmlns:a="http://schemas.openxmlformats.org/drawingml/2006/main">
              <a:ext uri="{FF2B5EF4-FFF2-40B4-BE49-F238E27FC236}">
                <a16:creationId xmlns:a16="http://schemas.microsoft.com/office/drawing/2014/main" id="{8E601FA5-36E8-44D5-84F6-8DF4E7A3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762000"/>
            <a:ext cx="6572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BCB"/>
          </a:solidFill>
          <a:ln xmlns:a="http://schemas.openxmlformats.org/drawingml/2006/main" w="5715">
            <a:solidFill>
              <a:srgbClr val="B46D6D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Inflated 3-D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Convolution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Network</a:t>
            </a:r>
          </a:p>
        </p:txBody>
      </p:sp>
      <p:sp>
        <p:nvSpPr>
          <p:cNvPr id="29" name="temporal-cnntop">
            <a:extLst xmlns:a="http://schemas.openxmlformats.org/drawingml/2006/main">
              <a:ext uri="{FF2B5EF4-FFF2-40B4-BE49-F238E27FC236}">
                <a16:creationId xmlns:a16="http://schemas.microsoft.com/office/drawing/2014/main" id="{D6ADEEE4-CE6B-4EAE-8167-147C14A6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1905000" y="1590675"/>
                </a:moveTo>
                <a:lnTo>
                  <a:pt x="2552700" y="1590675"/>
                </a:lnTo>
                <a:lnTo>
                  <a:pt x="2686050" y="1714500"/>
                </a:lnTo>
                <a:lnTo>
                  <a:pt x="2038350" y="1714500"/>
                </a:lnTo>
                <a:close/>
              </a:path>
            </a:pathLst>
          </a:custGeom>
          <a:solidFill xmlns:a="http://schemas.openxmlformats.org/drawingml/2006/main">
            <a:srgbClr val="EDC7C7"/>
          </a:solidFill>
          <a:ln xmlns:a="http://schemas.openxmlformats.org/drawingml/2006/main" w="5715">
            <a:solidFill>
              <a:srgbClr val="B46D6D"/>
            </a:solidFill>
            <a:prstDash val="solid"/>
          </a:ln>
        </p:spPr>
      </p:sp>
      <p:sp>
        <p:nvSpPr>
          <p:cNvPr id="30" name="temporal-cnnside">
            <a:extLst xmlns:a="http://schemas.openxmlformats.org/drawingml/2006/main">
              <a:ext uri="{FF2B5EF4-FFF2-40B4-BE49-F238E27FC236}">
                <a16:creationId xmlns:a16="http://schemas.microsoft.com/office/drawing/2014/main" id="{2371BCDB-0006-4482-BEF8-D6765150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1905000" y="1590675"/>
                </a:moveTo>
                <a:lnTo>
                  <a:pt x="2038350" y="1714500"/>
                </a:lnTo>
                <a:lnTo>
                  <a:pt x="2038350" y="2190750"/>
                </a:lnTo>
                <a:lnTo>
                  <a:pt x="1905000" y="2066925"/>
                </a:lnTo>
                <a:close/>
              </a:path>
            </a:pathLst>
          </a:custGeom>
          <a:solidFill xmlns:a="http://schemas.openxmlformats.org/drawingml/2006/main">
            <a:srgbClr val="E4B9B9"/>
          </a:solidFill>
          <a:ln xmlns:a="http://schemas.openxmlformats.org/drawingml/2006/main" w="5715">
            <a:solidFill>
              <a:srgbClr val="B46D6D"/>
            </a:solidFill>
            <a:prstDash val="solid"/>
          </a:ln>
        </p:spPr>
      </p:sp>
      <p:sp>
        <p:nvSpPr>
          <p:cNvPr id="31" name="temporal-cnnfront">
            <a:extLst xmlns:a="http://schemas.openxmlformats.org/drawingml/2006/main">
              <a:ext uri="{FF2B5EF4-FFF2-40B4-BE49-F238E27FC236}">
                <a16:creationId xmlns:a16="http://schemas.microsoft.com/office/drawing/2014/main" id="{4CE7D026-D5A3-46F5-A388-0EF8D848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1714500"/>
            <a:ext cx="64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BCB"/>
          </a:solidFill>
          <a:ln xmlns:a="http://schemas.openxmlformats.org/drawingml/2006/main" w="5715">
            <a:solidFill>
              <a:srgbClr val="B46D6D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Inflated 3-D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Convolution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Network</a:t>
            </a:r>
          </a:p>
        </p:txBody>
      </p:sp>
      <p:sp>
        <p:nvSpPr>
          <p:cNvPr id="32" name="rgb-spatial">
            <a:extLst xmlns:a="http://schemas.openxmlformats.org/drawingml/2006/main">
              <a:ext uri="{FF2B5EF4-FFF2-40B4-BE49-F238E27FC236}">
                <a16:creationId xmlns:a16="http://schemas.microsoft.com/office/drawing/2014/main" id="{A72A4925-5046-42B3-870E-16EA24C1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2066925" y="771525"/>
                </a:moveTo>
                <a:lnTo>
                  <a:pt x="2238375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33" name="rgb-spatial-head">
            <a:extLst xmlns:a="http://schemas.openxmlformats.org/drawingml/2006/main">
              <a:ext uri="{FF2B5EF4-FFF2-40B4-BE49-F238E27FC236}">
                <a16:creationId xmlns:a16="http://schemas.microsoft.com/office/drawing/2014/main" id="{C5F35E30-8E15-4182-B875-433AFA83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2238375" y="771525"/>
                </a:moveTo>
                <a:lnTo>
                  <a:pt x="2200275" y="756285"/>
                </a:lnTo>
                <a:lnTo>
                  <a:pt x="2200275" y="78676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low-temporal">
            <a:extLst xmlns:a="http://schemas.openxmlformats.org/drawingml/2006/main">
              <a:ext uri="{FF2B5EF4-FFF2-40B4-BE49-F238E27FC236}">
                <a16:creationId xmlns:a16="http://schemas.microsoft.com/office/drawing/2014/main" id="{C1889DC0-D9B2-445B-B18E-92CD734E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1704975" y="1790700"/>
                </a:moveTo>
                <a:lnTo>
                  <a:pt x="182880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35" name="flow-temporal-head">
            <a:extLst xmlns:a="http://schemas.openxmlformats.org/drawingml/2006/main">
              <a:ext uri="{FF2B5EF4-FFF2-40B4-BE49-F238E27FC236}">
                <a16:creationId xmlns:a16="http://schemas.microsoft.com/office/drawing/2014/main" id="{2203BAF6-338B-48AD-B7AA-EEE394C8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1828800" y="1790700"/>
                </a:moveTo>
                <a:lnTo>
                  <a:pt x="1790700" y="1775460"/>
                </a:lnTo>
                <a:lnTo>
                  <a:pt x="1790700" y="180594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usion">
            <a:extLst xmlns:a="http://schemas.openxmlformats.org/drawingml/2006/main">
              <a:ext uri="{FF2B5EF4-FFF2-40B4-BE49-F238E27FC236}">
                <a16:creationId xmlns:a16="http://schemas.microsoft.com/office/drawing/2014/main" id="{980AF624-7455-478D-9121-18EAAD1F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1562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3CA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Attention Fusion</a:t>
            </a:r>
          </a:p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37" name="spatial-fusion">
            <a:extLst xmlns:a="http://schemas.openxmlformats.org/drawingml/2006/main">
              <a:ext uri="{FF2B5EF4-FFF2-40B4-BE49-F238E27FC236}">
                <a16:creationId xmlns:a16="http://schemas.microsoft.com/office/drawing/2014/main" id="{1FF4337C-B567-40A2-BDED-BC10D6B0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3114675" y="771525"/>
                </a:moveTo>
                <a:lnTo>
                  <a:pt x="3333750" y="771525"/>
                </a:lnTo>
                <a:lnTo>
                  <a:pt x="3333750" y="15525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38" name="spatial-fusion-head">
            <a:extLst xmlns:a="http://schemas.openxmlformats.org/drawingml/2006/main">
              <a:ext uri="{FF2B5EF4-FFF2-40B4-BE49-F238E27FC236}">
                <a16:creationId xmlns:a16="http://schemas.microsoft.com/office/drawing/2014/main" id="{FE79C9FA-8EDC-4ACD-B050-C9ED48D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3333750" y="1552575"/>
                </a:moveTo>
                <a:lnTo>
                  <a:pt x="3348990" y="1514475"/>
                </a:lnTo>
                <a:lnTo>
                  <a:pt x="3318510" y="151447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mporal-fusion">
            <a:extLst xmlns:a="http://schemas.openxmlformats.org/drawingml/2006/main">
              <a:ext uri="{FF2B5EF4-FFF2-40B4-BE49-F238E27FC236}">
                <a16:creationId xmlns:a16="http://schemas.microsoft.com/office/drawing/2014/main" id="{1BBB240F-38A4-4759-A267-AA6B919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2800350" y="1752600"/>
                </a:moveTo>
                <a:lnTo>
                  <a:pt x="2895600" y="17526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40" name="temporal-fusion-head">
            <a:extLst xmlns:a="http://schemas.openxmlformats.org/drawingml/2006/main">
              <a:ext uri="{FF2B5EF4-FFF2-40B4-BE49-F238E27FC236}">
                <a16:creationId xmlns:a16="http://schemas.microsoft.com/office/drawing/2014/main" id="{E4BADDA8-3518-4AB2-9BCE-704C10C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2895600" y="1752600"/>
                </a:moveTo>
                <a:lnTo>
                  <a:pt x="2857500" y="1737360"/>
                </a:lnTo>
                <a:lnTo>
                  <a:pt x="2857500" y="176784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used-feature">
            <a:extLst xmlns:a="http://schemas.openxmlformats.org/drawingml/2006/main">
              <a:ext uri="{FF2B5EF4-FFF2-40B4-BE49-F238E27FC236}">
                <a16:creationId xmlns:a16="http://schemas.microsoft.com/office/drawing/2014/main" id="{D3BE341D-DF82-4845-AA99-F10E958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590550"/>
            <a:ext cx="752475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8CD9E8"/>
          </a:solidFill>
          <a:ln xmlns:a="http://schemas.openxmlformats.org/drawingml/2006/main" w="6668">
            <a:solidFill>
              <a:srgbClr val="777777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Fused Feature</a:t>
            </a:r>
          </a:p>
        </p:txBody>
      </p:sp>
      <p:sp>
        <p:nvSpPr>
          <p:cNvPr id="42" name="fusion-feature">
            <a:extLst xmlns:a="http://schemas.openxmlformats.org/drawingml/2006/main">
              <a:ext uri="{FF2B5EF4-FFF2-40B4-BE49-F238E27FC236}">
                <a16:creationId xmlns:a16="http://schemas.microsoft.com/office/drawing/2014/main" id="{74F1AE16-AF72-42C4-BF82-9ED8B6F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3714750" y="1771650"/>
                </a:moveTo>
                <a:lnTo>
                  <a:pt x="3905250" y="1771650"/>
                </a:lnTo>
                <a:lnTo>
                  <a:pt x="3905250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43" name="fusion-feature-head">
            <a:extLst xmlns:a="http://schemas.openxmlformats.org/drawingml/2006/main">
              <a:ext uri="{FF2B5EF4-FFF2-40B4-BE49-F238E27FC236}">
                <a16:creationId xmlns:a16="http://schemas.microsoft.com/office/drawing/2014/main" id="{F10B6786-9114-48A1-9C16-74D0633C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3905250" y="971550"/>
                </a:moveTo>
                <a:lnTo>
                  <a:pt x="3890010" y="1009650"/>
                </a:lnTo>
                <a:lnTo>
                  <a:pt x="3920490" y="100965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input-title">
            <a:extLst xmlns:a="http://schemas.openxmlformats.org/drawingml/2006/main">
              <a:ext uri="{FF2B5EF4-FFF2-40B4-BE49-F238E27FC236}">
                <a16:creationId xmlns:a16="http://schemas.microsoft.com/office/drawing/2014/main" id="{7CF6D03A-A1A3-4120-B231-553E037C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57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 Block</a:t>
            </a:r>
          </a:p>
        </p:txBody>
      </p:sp>
      <p:sp>
        <p:nvSpPr>
          <p:cNvPr id="45" name="fusion-title">
            <a:extLst xmlns:a="http://schemas.openxmlformats.org/drawingml/2006/main">
              <a:ext uri="{FF2B5EF4-FFF2-40B4-BE49-F238E27FC236}">
                <a16:creationId xmlns:a16="http://schemas.microsoft.com/office/drawing/2014/main" id="{C852C80D-C6DC-4F6D-AB92-626C24CA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129540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46" name="attention-title">
            <a:extLst xmlns:a="http://schemas.openxmlformats.org/drawingml/2006/main">
              <a:ext uri="{FF2B5EF4-FFF2-40B4-BE49-F238E27FC236}">
                <a16:creationId xmlns:a16="http://schemas.microsoft.com/office/drawing/2014/main" id="{08DF3C97-FB09-49F7-A070-404F02A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1990725"/>
            <a:ext cx="1304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Attention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Calculation</a:t>
            </a:r>
          </a:p>
        </p:txBody>
      </p:sp>
      <p:sp>
        <p:nvSpPr>
          <p:cNvPr id="47" name="received-rgb">
            <a:extLst xmlns:a="http://schemas.openxmlformats.org/drawingml/2006/main">
              <a:ext uri="{FF2B5EF4-FFF2-40B4-BE49-F238E27FC236}">
                <a16:creationId xmlns:a16="http://schemas.microsoft.com/office/drawing/2014/main" id="{72E4FCAD-86B7-486C-912C-DB5CE7A9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314325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Received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RGB features</a:t>
            </a:r>
          </a:p>
        </p:txBody>
      </p:sp>
      <p:sp>
        <p:nvSpPr>
          <p:cNvPr id="48" name="transpose-rgb">
            <a:extLst xmlns:a="http://schemas.openxmlformats.org/drawingml/2006/main">
              <a:ext uri="{FF2B5EF4-FFF2-40B4-BE49-F238E27FC236}">
                <a16:creationId xmlns:a16="http://schemas.microsoft.com/office/drawing/2014/main" id="{838D546A-CCEC-4176-A82F-E866EAE0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14325"/>
            <a:ext cx="1000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Transpose RGB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49" name="received-flow">
            <a:extLst xmlns:a="http://schemas.openxmlformats.org/drawingml/2006/main">
              <a:ext uri="{FF2B5EF4-FFF2-40B4-BE49-F238E27FC236}">
                <a16:creationId xmlns:a16="http://schemas.microsoft.com/office/drawing/2014/main" id="{D89D19B9-A636-463C-AC15-1B76DB52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771525"/>
            <a:ext cx="819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Received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Flow features</a:t>
            </a:r>
          </a:p>
        </p:txBody>
      </p:sp>
      <p:sp>
        <p:nvSpPr>
          <p:cNvPr id="50" name="transpose-flow">
            <a:extLst xmlns:a="http://schemas.openxmlformats.org/drawingml/2006/main">
              <a:ext uri="{FF2B5EF4-FFF2-40B4-BE49-F238E27FC236}">
                <a16:creationId xmlns:a16="http://schemas.microsoft.com/office/drawing/2014/main" id="{83C79BD1-0DBF-4506-BF4D-C43973D0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771525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Transpose Flow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51" name="linear-rgb">
            <a:extLst xmlns:a="http://schemas.openxmlformats.org/drawingml/2006/main">
              <a:ext uri="{FF2B5EF4-FFF2-40B4-BE49-F238E27FC236}">
                <a16:creationId xmlns:a16="http://schemas.microsoft.com/office/drawing/2014/main" id="{62860F9B-70AE-4C2D-8E35-8ECF4188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04800"/>
            <a:ext cx="7429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Transform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RGB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52" name="linear-flow">
            <a:extLst xmlns:a="http://schemas.openxmlformats.org/drawingml/2006/main">
              <a:ext uri="{FF2B5EF4-FFF2-40B4-BE49-F238E27FC236}">
                <a16:creationId xmlns:a16="http://schemas.microsoft.com/office/drawing/2014/main" id="{910CB2D9-04ED-4177-BE5E-C841CBE6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304800"/>
            <a:ext cx="7810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Transform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Flow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53" name="sigmoid">
            <a:extLst xmlns:a="http://schemas.openxmlformats.org/drawingml/2006/main">
              <a:ext uri="{FF2B5EF4-FFF2-40B4-BE49-F238E27FC236}">
                <a16:creationId xmlns:a16="http://schemas.microsoft.com/office/drawing/2014/main" id="{60EE0CC7-004C-4A0F-995C-69AE92E7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866775"/>
            <a:ext cx="638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Sigmoid</a:t>
            </a:r>
          </a:p>
        </p:txBody>
      </p:sp>
      <p:sp>
        <p:nvSpPr>
          <p:cNvPr id="54" name="compute">
            <a:extLst xmlns:a="http://schemas.openxmlformats.org/drawingml/2006/main">
              <a:ext uri="{FF2B5EF4-FFF2-40B4-BE49-F238E27FC236}">
                <a16:creationId xmlns:a16="http://schemas.microsoft.com/office/drawing/2014/main" id="{170C4C3B-C9B8-4BD6-AB64-BD600396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4725" y="1219200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Compute attention weights alpha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(α)</a:t>
            </a:r>
          </a:p>
        </p:txBody>
      </p:sp>
      <p:sp>
        <p:nvSpPr>
          <p:cNvPr id="55" name="mul-flow">
            <a:extLst xmlns:a="http://schemas.openxmlformats.org/drawingml/2006/main">
              <a:ext uri="{FF2B5EF4-FFF2-40B4-BE49-F238E27FC236}">
                <a16:creationId xmlns:a16="http://schemas.microsoft.com/office/drawing/2014/main" id="{EBC2767C-0A2E-4253-8DB1-840FF778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975" y="1314450"/>
            <a:ext cx="1200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mul-rgb">
            <a:extLst xmlns:a="http://schemas.openxmlformats.org/drawingml/2006/main">
              <a:ext uri="{FF2B5EF4-FFF2-40B4-BE49-F238E27FC236}">
                <a16:creationId xmlns:a16="http://schemas.microsoft.com/office/drawing/2014/main" id="{75B369C9-C9CD-414B-8CBF-004F168C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1866900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fused">
            <a:extLst xmlns:a="http://schemas.openxmlformats.org/drawingml/2006/main">
              <a:ext uri="{FF2B5EF4-FFF2-40B4-BE49-F238E27FC236}">
                <a16:creationId xmlns:a16="http://schemas.microsoft.com/office/drawing/2014/main" id="{A2F6C28A-2585-4870-A7FF-18D2759B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1657350"/>
            <a:ext cx="495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Fused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58" name="sigma-attn">
            <a:extLst xmlns:a="http://schemas.openxmlformats.org/drawingml/2006/main">
              <a:ext uri="{FF2B5EF4-FFF2-40B4-BE49-F238E27FC236}">
                <a16:creationId xmlns:a16="http://schemas.microsoft.com/office/drawing/2014/main" id="{A4D83781-FD97-4C34-B2AC-739E759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0075" y="428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59" name="sigma-fusion">
            <a:extLst xmlns:a="http://schemas.openxmlformats.org/drawingml/2006/main">
              <a:ext uri="{FF2B5EF4-FFF2-40B4-BE49-F238E27FC236}">
                <a16:creationId xmlns:a16="http://schemas.microsoft.com/office/drawing/2014/main" id="{ED14EAE2-4672-42B3-A7D1-2459250D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169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60" name="input-rgb">
            <a:extLst xmlns:a="http://schemas.openxmlformats.org/drawingml/2006/main">
              <a:ext uri="{FF2B5EF4-FFF2-40B4-BE49-F238E27FC236}">
                <a16:creationId xmlns:a16="http://schemas.microsoft.com/office/drawing/2014/main" id="{17D08F27-44A3-461A-9CDF-0F3F9EA1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4552950" y="504825"/>
                </a:moveTo>
                <a:lnTo>
                  <a:pt x="4733925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61" name="input-rgb-head">
            <a:extLst xmlns:a="http://schemas.openxmlformats.org/drawingml/2006/main">
              <a:ext uri="{FF2B5EF4-FFF2-40B4-BE49-F238E27FC236}">
                <a16:creationId xmlns:a16="http://schemas.microsoft.com/office/drawing/2014/main" id="{8456A0FA-315D-444D-AB48-B90DA8A8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4733925" y="504825"/>
                </a:moveTo>
                <a:lnTo>
                  <a:pt x="4695825" y="489585"/>
                </a:lnTo>
                <a:lnTo>
                  <a:pt x="4695825" y="52006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input-flow">
            <a:extLst xmlns:a="http://schemas.openxmlformats.org/drawingml/2006/main">
              <a:ext uri="{FF2B5EF4-FFF2-40B4-BE49-F238E27FC236}">
                <a16:creationId xmlns:a16="http://schemas.microsoft.com/office/drawing/2014/main" id="{21C98611-FA07-46B3-B204-84D4C6CA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4552950" y="981075"/>
                </a:moveTo>
                <a:lnTo>
                  <a:pt x="4733925" y="9810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63" name="input-flow-head">
            <a:extLst xmlns:a="http://schemas.openxmlformats.org/drawingml/2006/main">
              <a:ext uri="{FF2B5EF4-FFF2-40B4-BE49-F238E27FC236}">
                <a16:creationId xmlns:a16="http://schemas.microsoft.com/office/drawing/2014/main" id="{43D23728-2223-4B25-9DE7-DAE29294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4733925" y="981075"/>
                </a:moveTo>
                <a:lnTo>
                  <a:pt x="4695825" y="965835"/>
                </a:lnTo>
                <a:lnTo>
                  <a:pt x="4695825" y="99631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rgb-transpose">
            <a:extLst xmlns:a="http://schemas.openxmlformats.org/drawingml/2006/main">
              <a:ext uri="{FF2B5EF4-FFF2-40B4-BE49-F238E27FC236}">
                <a16:creationId xmlns:a16="http://schemas.microsoft.com/office/drawing/2014/main" id="{D9892830-F156-4730-BD99-E94686B2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572125" y="504825"/>
                </a:moveTo>
                <a:lnTo>
                  <a:pt x="567690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65" name="rgb-transpose-head">
            <a:extLst xmlns:a="http://schemas.openxmlformats.org/drawingml/2006/main">
              <a:ext uri="{FF2B5EF4-FFF2-40B4-BE49-F238E27FC236}">
                <a16:creationId xmlns:a16="http://schemas.microsoft.com/office/drawing/2014/main" id="{91684631-6153-478E-A8BE-944B251E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676900" y="504825"/>
                </a:moveTo>
                <a:lnTo>
                  <a:pt x="5638800" y="489585"/>
                </a:lnTo>
                <a:lnTo>
                  <a:pt x="5638800" y="52006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flow-transpose">
            <a:extLst xmlns:a="http://schemas.openxmlformats.org/drawingml/2006/main">
              <a:ext uri="{FF2B5EF4-FFF2-40B4-BE49-F238E27FC236}">
                <a16:creationId xmlns:a16="http://schemas.microsoft.com/office/drawing/2014/main" id="{8FBD2BD4-BEED-4E36-A120-B747B99E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572125" y="981075"/>
                </a:moveTo>
                <a:lnTo>
                  <a:pt x="5676900" y="9810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67" name="flow-transpose-head">
            <a:extLst xmlns:a="http://schemas.openxmlformats.org/drawingml/2006/main">
              <a:ext uri="{FF2B5EF4-FFF2-40B4-BE49-F238E27FC236}">
                <a16:creationId xmlns:a16="http://schemas.microsoft.com/office/drawing/2014/main" id="{28DA71FC-5DFF-4CEC-8FC5-4504B41A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676900" y="981075"/>
                </a:moveTo>
                <a:lnTo>
                  <a:pt x="5638800" y="965835"/>
                </a:lnTo>
                <a:lnTo>
                  <a:pt x="5638800" y="99631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rgb-linear">
            <a:extLst xmlns:a="http://schemas.openxmlformats.org/drawingml/2006/main">
              <a:ext uri="{FF2B5EF4-FFF2-40B4-BE49-F238E27FC236}">
                <a16:creationId xmlns:a16="http://schemas.microsoft.com/office/drawing/2014/main" id="{B7AC2D76-2456-43CA-974A-9C2D617B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6696075" y="504825"/>
                </a:moveTo>
                <a:lnTo>
                  <a:pt x="6858000" y="504825"/>
                </a:lnTo>
                <a:lnTo>
                  <a:pt x="6858000" y="685800"/>
                </a:lnTo>
                <a:lnTo>
                  <a:pt x="7153275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69" name="rgb-linear-head">
            <a:extLst xmlns:a="http://schemas.openxmlformats.org/drawingml/2006/main">
              <a:ext uri="{FF2B5EF4-FFF2-40B4-BE49-F238E27FC236}">
                <a16:creationId xmlns:a16="http://schemas.microsoft.com/office/drawing/2014/main" id="{23A2AFCF-DF68-4F57-A564-56D4CFE9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7153275" y="685800"/>
                </a:moveTo>
                <a:lnTo>
                  <a:pt x="7115175" y="670560"/>
                </a:lnTo>
                <a:lnTo>
                  <a:pt x="7115175" y="70104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flow-linear">
            <a:extLst xmlns:a="http://schemas.openxmlformats.org/drawingml/2006/main">
              <a:ext uri="{FF2B5EF4-FFF2-40B4-BE49-F238E27FC236}">
                <a16:creationId xmlns:a16="http://schemas.microsoft.com/office/drawing/2014/main" id="{55A0C5A0-E773-44CA-8145-3C2A0B3B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6696075" y="885825"/>
                </a:moveTo>
                <a:lnTo>
                  <a:pt x="6991350" y="885825"/>
                </a:lnTo>
                <a:lnTo>
                  <a:pt x="6991350" y="1152525"/>
                </a:lnTo>
                <a:lnTo>
                  <a:pt x="9096375" y="1152525"/>
                </a:lnTo>
                <a:lnTo>
                  <a:pt x="9096375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71" name="flow-linear-head">
            <a:extLst xmlns:a="http://schemas.openxmlformats.org/drawingml/2006/main">
              <a:ext uri="{FF2B5EF4-FFF2-40B4-BE49-F238E27FC236}">
                <a16:creationId xmlns:a16="http://schemas.microsoft.com/office/drawing/2014/main" id="{94525CE3-76E6-4D0C-A166-6C0E120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9096375" y="1066800"/>
                </a:moveTo>
                <a:lnTo>
                  <a:pt x="9081135" y="1104900"/>
                </a:lnTo>
                <a:lnTo>
                  <a:pt x="9111615" y="110490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rgb-direct">
            <a:extLst xmlns:a="http://schemas.openxmlformats.org/drawingml/2006/main">
              <a:ext uri="{FF2B5EF4-FFF2-40B4-BE49-F238E27FC236}">
                <a16:creationId xmlns:a16="http://schemas.microsoft.com/office/drawing/2014/main" id="{8E782E72-85BD-41D6-BB4F-3C8E6BBD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6696075" y="409575"/>
                </a:moveTo>
                <a:lnTo>
                  <a:pt x="6858000" y="409575"/>
                </a:lnTo>
                <a:lnTo>
                  <a:pt x="6858000" y="152400"/>
                </a:lnTo>
                <a:lnTo>
                  <a:pt x="9572625" y="152400"/>
                </a:lnTo>
                <a:lnTo>
                  <a:pt x="9572625" y="1971675"/>
                </a:lnTo>
                <a:lnTo>
                  <a:pt x="6734175" y="19716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73" name="rgb-direct-head">
            <a:extLst xmlns:a="http://schemas.openxmlformats.org/drawingml/2006/main">
              <a:ext uri="{FF2B5EF4-FFF2-40B4-BE49-F238E27FC236}">
                <a16:creationId xmlns:a16="http://schemas.microsoft.com/office/drawing/2014/main" id="{616FA19C-FF88-4F5F-8A89-1D26C620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6734175" y="1971675"/>
                </a:moveTo>
                <a:lnTo>
                  <a:pt x="6772275" y="1986915"/>
                </a:lnTo>
                <a:lnTo>
                  <a:pt x="6772275" y="195643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flow-direct">
            <a:extLst xmlns:a="http://schemas.openxmlformats.org/drawingml/2006/main">
              <a:ext uri="{FF2B5EF4-FFF2-40B4-BE49-F238E27FC236}">
                <a16:creationId xmlns:a16="http://schemas.microsoft.com/office/drawing/2014/main" id="{73473616-E99D-4F83-96F6-96FC6792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6696075" y="1085850"/>
                </a:moveTo>
                <a:lnTo>
                  <a:pt x="6896100" y="1085850"/>
                </a:lnTo>
                <a:lnTo>
                  <a:pt x="6896100" y="1466850"/>
                </a:lnTo>
                <a:lnTo>
                  <a:pt x="6724650" y="14668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75" name="flow-direct-head">
            <a:extLst xmlns:a="http://schemas.openxmlformats.org/drawingml/2006/main">
              <a:ext uri="{FF2B5EF4-FFF2-40B4-BE49-F238E27FC236}">
                <a16:creationId xmlns:a16="http://schemas.microsoft.com/office/drawing/2014/main" id="{B0869952-FDC5-495D-967B-EE681AE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6724650" y="1466850"/>
                </a:moveTo>
                <a:lnTo>
                  <a:pt x="6762750" y="1482090"/>
                </a:lnTo>
                <a:lnTo>
                  <a:pt x="6762750" y="145161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linear-rgb-sum">
            <a:extLst xmlns:a="http://schemas.openxmlformats.org/drawingml/2006/main">
              <a:ext uri="{FF2B5EF4-FFF2-40B4-BE49-F238E27FC236}">
                <a16:creationId xmlns:a16="http://schemas.microsoft.com/office/drawing/2014/main" id="{7D6F22E5-9D4D-4A06-8E26-E8BAF382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7915275" y="685800"/>
                </a:moveTo>
                <a:lnTo>
                  <a:pt x="8067675" y="685800"/>
                </a:lnTo>
                <a:lnTo>
                  <a:pt x="8067675" y="523875"/>
                </a:lnTo>
                <a:lnTo>
                  <a:pt x="821055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77" name="linear-rgb-sum-head">
            <a:extLst xmlns:a="http://schemas.openxmlformats.org/drawingml/2006/main">
              <a:ext uri="{FF2B5EF4-FFF2-40B4-BE49-F238E27FC236}">
                <a16:creationId xmlns:a16="http://schemas.microsoft.com/office/drawing/2014/main" id="{2A9D8BD3-587C-4BB3-B662-500F37D6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8210550" y="523875"/>
                </a:moveTo>
                <a:lnTo>
                  <a:pt x="8172450" y="508635"/>
                </a:lnTo>
                <a:lnTo>
                  <a:pt x="8172450" y="53911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linear-flow-sum">
            <a:extLst xmlns:a="http://schemas.openxmlformats.org/drawingml/2006/main">
              <a:ext uri="{FF2B5EF4-FFF2-40B4-BE49-F238E27FC236}">
                <a16:creationId xmlns:a16="http://schemas.microsoft.com/office/drawing/2014/main" id="{868A9955-A243-4E04-BF02-C8F9A4E5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8696325" y="685800"/>
                </a:moveTo>
                <a:lnTo>
                  <a:pt x="8620125" y="685800"/>
                </a:lnTo>
                <a:lnTo>
                  <a:pt x="8620125" y="523875"/>
                </a:lnTo>
                <a:lnTo>
                  <a:pt x="842010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79" name="linear-flow-sum-head">
            <a:extLst xmlns:a="http://schemas.openxmlformats.org/drawingml/2006/main">
              <a:ext uri="{FF2B5EF4-FFF2-40B4-BE49-F238E27FC236}">
                <a16:creationId xmlns:a16="http://schemas.microsoft.com/office/drawing/2014/main" id="{10A90D8F-7755-457C-ADE0-09011BCF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8420100" y="523875"/>
                </a:moveTo>
                <a:lnTo>
                  <a:pt x="8458200" y="539115"/>
                </a:lnTo>
                <a:lnTo>
                  <a:pt x="8458200" y="50863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sum-sigmoid">
            <a:extLst xmlns:a="http://schemas.openxmlformats.org/drawingml/2006/main">
              <a:ext uri="{FF2B5EF4-FFF2-40B4-BE49-F238E27FC236}">
                <a16:creationId xmlns:a16="http://schemas.microsoft.com/office/drawing/2014/main" id="{3FF8F372-2C78-4C41-9796-A25C0B4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8315325" y="628650"/>
                </a:moveTo>
                <a:lnTo>
                  <a:pt x="8315325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81" name="sum-sigmoid-head">
            <a:extLst xmlns:a="http://schemas.openxmlformats.org/drawingml/2006/main">
              <a:ext uri="{FF2B5EF4-FFF2-40B4-BE49-F238E27FC236}">
                <a16:creationId xmlns:a16="http://schemas.microsoft.com/office/drawing/2014/main" id="{07468DAF-0644-4537-84B9-4600E0F6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8315325" y="857250"/>
                </a:moveTo>
                <a:lnTo>
                  <a:pt x="8330565" y="819150"/>
                </a:lnTo>
                <a:lnTo>
                  <a:pt x="8300085" y="81915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igmoid-compute">
            <a:extLst xmlns:a="http://schemas.openxmlformats.org/drawingml/2006/main">
              <a:ext uri="{FF2B5EF4-FFF2-40B4-BE49-F238E27FC236}">
                <a16:creationId xmlns:a16="http://schemas.microsoft.com/office/drawing/2014/main" id="{6A8F4CE1-35E9-42F9-9EFB-15E58605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8343900" y="1066800"/>
                </a:moveTo>
                <a:lnTo>
                  <a:pt x="8343900" y="12096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83" name="sigmoid-compute-head">
            <a:extLst xmlns:a="http://schemas.openxmlformats.org/drawingml/2006/main">
              <a:ext uri="{FF2B5EF4-FFF2-40B4-BE49-F238E27FC236}">
                <a16:creationId xmlns:a16="http://schemas.microsoft.com/office/drawing/2014/main" id="{21DCD9DB-F334-4AE9-B16D-41CD1B34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8343900" y="1209675"/>
                </a:moveTo>
                <a:lnTo>
                  <a:pt x="8359140" y="1171575"/>
                </a:lnTo>
                <a:lnTo>
                  <a:pt x="8328660" y="117157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compute-flow">
            <a:extLst xmlns:a="http://schemas.openxmlformats.org/drawingml/2006/main">
              <a:ext uri="{FF2B5EF4-FFF2-40B4-BE49-F238E27FC236}">
                <a16:creationId xmlns:a16="http://schemas.microsoft.com/office/drawing/2014/main" id="{33368F6B-515A-4C62-A8BF-89173E55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8839200" y="1638300"/>
                </a:moveTo>
                <a:lnTo>
                  <a:pt x="8839200" y="1695450"/>
                </a:lnTo>
                <a:lnTo>
                  <a:pt x="6724650" y="16954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85" name="compute-flow-head">
            <a:extLst xmlns:a="http://schemas.openxmlformats.org/drawingml/2006/main">
              <a:ext uri="{FF2B5EF4-FFF2-40B4-BE49-F238E27FC236}">
                <a16:creationId xmlns:a16="http://schemas.microsoft.com/office/drawing/2014/main" id="{73DBD608-B93F-4FC3-B142-4518DF3F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6724650" y="1695450"/>
                </a:moveTo>
                <a:lnTo>
                  <a:pt x="6762750" y="1710690"/>
                </a:lnTo>
                <a:lnTo>
                  <a:pt x="6762750" y="168021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mpute-rgb">
            <a:extLst xmlns:a="http://schemas.openxmlformats.org/drawingml/2006/main">
              <a:ext uri="{FF2B5EF4-FFF2-40B4-BE49-F238E27FC236}">
                <a16:creationId xmlns:a16="http://schemas.microsoft.com/office/drawing/2014/main" id="{8F49E181-6B99-45C4-94DD-327ECB43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7572375" y="1638300"/>
                </a:moveTo>
                <a:lnTo>
                  <a:pt x="7572375" y="2171700"/>
                </a:lnTo>
                <a:lnTo>
                  <a:pt x="6734175" y="21717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87" name="compute-rgb-head">
            <a:extLst xmlns:a="http://schemas.openxmlformats.org/drawingml/2006/main">
              <a:ext uri="{FF2B5EF4-FFF2-40B4-BE49-F238E27FC236}">
                <a16:creationId xmlns:a16="http://schemas.microsoft.com/office/drawing/2014/main" id="{69356B05-5926-40D8-9E48-458F5AE8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6734175" y="2171700"/>
                </a:moveTo>
                <a:lnTo>
                  <a:pt x="6772275" y="2186940"/>
                </a:lnTo>
                <a:lnTo>
                  <a:pt x="6772275" y="215646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low-sum">
            <a:extLst xmlns:a="http://schemas.openxmlformats.org/drawingml/2006/main">
              <a:ext uri="{FF2B5EF4-FFF2-40B4-BE49-F238E27FC236}">
                <a16:creationId xmlns:a16="http://schemas.microsoft.com/office/drawing/2014/main" id="{36517067-69EF-487D-9934-4C1AA1C9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505450" y="1571625"/>
                </a:moveTo>
                <a:lnTo>
                  <a:pt x="5391150" y="1571625"/>
                </a:lnTo>
                <a:lnTo>
                  <a:pt x="5391150" y="168592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89" name="flow-sum-head">
            <a:extLst xmlns:a="http://schemas.openxmlformats.org/drawingml/2006/main">
              <a:ext uri="{FF2B5EF4-FFF2-40B4-BE49-F238E27FC236}">
                <a16:creationId xmlns:a16="http://schemas.microsoft.com/office/drawing/2014/main" id="{71732F72-2329-4D3D-8088-2C6C312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391150" y="1685925"/>
                </a:moveTo>
                <a:lnTo>
                  <a:pt x="5406390" y="1647825"/>
                </a:lnTo>
                <a:lnTo>
                  <a:pt x="5375910" y="164782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gb-sum">
            <a:extLst xmlns:a="http://schemas.openxmlformats.org/drawingml/2006/main">
              <a:ext uri="{FF2B5EF4-FFF2-40B4-BE49-F238E27FC236}">
                <a16:creationId xmlns:a16="http://schemas.microsoft.com/office/drawing/2014/main" id="{C04F35E0-70C3-49B4-8664-FB50EF4F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476875" y="2133600"/>
                </a:moveTo>
                <a:lnTo>
                  <a:pt x="5391150" y="2133600"/>
                </a:lnTo>
                <a:lnTo>
                  <a:pt x="5391150" y="18954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91" name="rgb-sum-head">
            <a:extLst xmlns:a="http://schemas.openxmlformats.org/drawingml/2006/main">
              <a:ext uri="{FF2B5EF4-FFF2-40B4-BE49-F238E27FC236}">
                <a16:creationId xmlns:a16="http://schemas.microsoft.com/office/drawing/2014/main" id="{0D2D96FE-A594-4DEF-A16F-BB43B11E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391150" y="1895475"/>
                </a:moveTo>
                <a:lnTo>
                  <a:pt x="5375910" y="1933575"/>
                </a:lnTo>
                <a:lnTo>
                  <a:pt x="5406390" y="193357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sum-fused">
            <a:extLst xmlns:a="http://schemas.openxmlformats.org/drawingml/2006/main">
              <a:ext uri="{FF2B5EF4-FFF2-40B4-BE49-F238E27FC236}">
                <a16:creationId xmlns:a16="http://schemas.microsoft.com/office/drawing/2014/main" id="{F0C570A7-8A1E-4568-8727-FB41A594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286375" y="1790700"/>
                </a:moveTo>
                <a:lnTo>
                  <a:pt x="5229225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93" name="sum-fused-head">
            <a:extLst xmlns:a="http://schemas.openxmlformats.org/drawingml/2006/main">
              <a:ext uri="{FF2B5EF4-FFF2-40B4-BE49-F238E27FC236}">
                <a16:creationId xmlns:a16="http://schemas.microsoft.com/office/drawing/2014/main" id="{848859B5-62E9-49FF-ACD1-17BA3928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5229225" y="1790700"/>
                </a:moveTo>
                <a:lnTo>
                  <a:pt x="5267325" y="1805940"/>
                </a:lnTo>
                <a:lnTo>
                  <a:pt x="5267325" y="177546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fused-out">
            <a:extLst xmlns:a="http://schemas.openxmlformats.org/drawingml/2006/main">
              <a:ext uri="{FF2B5EF4-FFF2-40B4-BE49-F238E27FC236}">
                <a16:creationId xmlns:a16="http://schemas.microsoft.com/office/drawing/2014/main" id="{8D543DBD-1288-454E-8113-3DE6AD53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4714875" y="1819275"/>
                </a:moveTo>
                <a:lnTo>
                  <a:pt x="4562475" y="1819275"/>
                </a:lnTo>
                <a:lnTo>
                  <a:pt x="4562475" y="20193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555555"/>
            </a:solidFill>
            <a:prstDash val="solid"/>
          </a:ln>
        </p:spPr>
      </p:sp>
      <p:sp>
        <p:nvSpPr>
          <p:cNvPr id="95" name="fused-out-head">
            <a:extLst xmlns:a="http://schemas.openxmlformats.org/drawingml/2006/main">
              <a:ext uri="{FF2B5EF4-FFF2-40B4-BE49-F238E27FC236}">
                <a16:creationId xmlns:a16="http://schemas.microsoft.com/office/drawing/2014/main" id="{33103673-2BCF-46E2-94B2-EC7AB553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58350" cy="2686050"/>
          </a:xfrm>
          <a:custGeom xmlns:a="http://schemas.openxmlformats.org/drawingml/2006/main">
            <a:pathLst>
              <a:path w="9658350" h="2686050">
                <a:moveTo>
                  <a:pt x="4562475" y="2019300"/>
                </a:moveTo>
                <a:lnTo>
                  <a:pt x="4577715" y="1981200"/>
                </a:lnTo>
                <a:lnTo>
                  <a:pt x="4547235" y="198120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alpha-rgb">
            <a:extLst xmlns:a="http://schemas.openxmlformats.org/drawingml/2006/main">
              <a:ext uri="{FF2B5EF4-FFF2-40B4-BE49-F238E27FC236}">
                <a16:creationId xmlns:a16="http://schemas.microsoft.com/office/drawing/2014/main" id="{DD73610C-ABCE-4413-9943-62BD7125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1733550"/>
            <a:ext cx="238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7" name="alpha-flow">
            <a:extLst xmlns:a="http://schemas.openxmlformats.org/drawingml/2006/main">
              <a:ext uri="{FF2B5EF4-FFF2-40B4-BE49-F238E27FC236}">
                <a16:creationId xmlns:a16="http://schemas.microsoft.com/office/drawing/2014/main" id="{DA3DDE07-6B7B-4CB6-A525-E60E57C2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1657350"/>
            <a:ext cx="285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88888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panel-a-label">
            <a:extLst xmlns:a="http://schemas.openxmlformats.org/drawingml/2006/main">
              <a:ext uri="{FF2B5EF4-FFF2-40B4-BE49-F238E27FC236}">
                <a16:creationId xmlns:a16="http://schemas.microsoft.com/office/drawing/2014/main" id="{4F43D123-EF6D-495F-B05E-697C1770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25050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99" name="panel-b-label">
            <a:extLst xmlns:a="http://schemas.openxmlformats.org/drawingml/2006/main">
              <a:ext uri="{FF2B5EF4-FFF2-40B4-BE49-F238E27FC236}">
                <a16:creationId xmlns:a16="http://schemas.microsoft.com/office/drawing/2014/main" id="{55172E28-2CCB-43F8-9554-E1AC9956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5050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100" name="multiply-flow-word">
            <a:extLst xmlns:a="http://schemas.openxmlformats.org/drawingml/2006/main">
              <a:ext uri="{FF2B5EF4-FFF2-40B4-BE49-F238E27FC236}">
                <a16:creationId xmlns:a16="http://schemas.microsoft.com/office/drawing/2014/main" id="{79FAA62C-3967-4C1A-BAA5-CDBE35A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1371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Multiply</a:t>
            </a:r>
          </a:p>
        </p:txBody>
      </p:sp>
      <p:sp>
        <p:nvSpPr>
          <p:cNvPr id="101" name="multiply-flow-with">
            <a:extLst xmlns:a="http://schemas.openxmlformats.org/drawingml/2006/main">
              <a:ext uri="{FF2B5EF4-FFF2-40B4-BE49-F238E27FC236}">
                <a16:creationId xmlns:a16="http://schemas.microsoft.com/office/drawing/2014/main" id="{4FCDA9AF-582B-45EA-8DCD-7CD4E974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13716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102" name="flow-features-label">
            <a:extLst xmlns:a="http://schemas.openxmlformats.org/drawingml/2006/main">
              <a:ext uri="{FF2B5EF4-FFF2-40B4-BE49-F238E27FC236}">
                <a16:creationId xmlns:a16="http://schemas.microsoft.com/office/drawing/2014/main" id="{0133C43D-3774-4C00-99AD-265811DA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0225" y="15906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Flow features</a:t>
            </a:r>
          </a:p>
        </p:txBody>
      </p:sp>
      <p:sp>
        <p:nvSpPr>
          <p:cNvPr id="103" name="multiply-rgb-word">
            <a:extLst xmlns:a="http://schemas.openxmlformats.org/drawingml/2006/main">
              <a:ext uri="{FF2B5EF4-FFF2-40B4-BE49-F238E27FC236}">
                <a16:creationId xmlns:a16="http://schemas.microsoft.com/office/drawing/2014/main" id="{565401AF-B55B-46D3-95CC-2E41DE1D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1905000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Multiply</a:t>
            </a:r>
          </a:p>
        </p:txBody>
      </p:sp>
      <p:sp>
        <p:nvSpPr>
          <p:cNvPr id="104" name="multiply-rgb-with">
            <a:extLst xmlns:a="http://schemas.openxmlformats.org/drawingml/2006/main">
              <a:ext uri="{FF2B5EF4-FFF2-40B4-BE49-F238E27FC236}">
                <a16:creationId xmlns:a16="http://schemas.microsoft.com/office/drawing/2014/main" id="{9ADB3DCE-6553-4192-AB75-DFC3D43F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19050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105" name="rgb-features-label">
            <a:extLst xmlns:a="http://schemas.openxmlformats.org/drawingml/2006/main">
              <a:ext uri="{FF2B5EF4-FFF2-40B4-BE49-F238E27FC236}">
                <a16:creationId xmlns:a16="http://schemas.microsoft.com/office/drawing/2014/main" id="{A6AE7E45-E395-4A89-B164-60D276ED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20764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RGB Features</a:t>
            </a:r>
          </a:p>
        </p:txBody>
      </p:sp>
      <p:sp>
        <p:nvSpPr>
          <p:cNvPr id="106" name="flow-weight">
            <a:extLst xmlns:a="http://schemas.openxmlformats.org/drawingml/2006/main">
              <a:ext uri="{FF2B5EF4-FFF2-40B4-BE49-F238E27FC236}">
                <a16:creationId xmlns:a16="http://schemas.microsoft.com/office/drawing/2014/main" id="{2C512947-3C9C-42E9-A7DA-4AB375EE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1428750"/>
            <a:ext cx="447675" cy="142875"/>
          </a:xfrm>
          <a:custGeom xmlns:a="http://schemas.openxmlformats.org/drawingml/2006/main">
            <a:pathLst>
              <a:path w="447675" h="142875">
                <a:moveTo>
                  <a:pt x="29224" y="140179"/>
                </a:moveTo>
                <a:lnTo>
                  <a:pt x="27851" y="142875"/>
                </a:lnTo>
                <a:quadBezTo>
                  <a:pt x="14603" y="131804"/>
                  <a:pt x="7293" y="112384"/>
                </a:quadBezTo>
                <a:quadBezTo>
                  <a:pt x="0" y="92964"/>
                  <a:pt x="0" y="71006"/>
                </a:quadBezTo>
                <a:quadBezTo>
                  <a:pt x="0" y="24602"/>
                  <a:pt x="28190" y="0"/>
                </a:quadBezTo>
                <a:lnTo>
                  <a:pt x="29224" y="2670"/>
                </a:lnTo>
                <a:quadBezTo>
                  <a:pt x="17581" y="17248"/>
                  <a:pt x="13694" y="31407"/>
                </a:quadBezTo>
                <a:quadBezTo>
                  <a:pt x="9825" y="45540"/>
                  <a:pt x="9825" y="70508"/>
                </a:quadBezTo>
                <a:quadBezTo>
                  <a:pt x="9825" y="95294"/>
                  <a:pt x="13819" y="110709"/>
                </a:quadBezTo>
                <a:quadBezTo>
                  <a:pt x="17813" y="126125"/>
                  <a:pt x="29224" y="140179"/>
                </a:quadBezTo>
                <a:close/>
                <a:moveTo>
                  <a:pt x="77495" y="113222"/>
                </a:moveTo>
                <a:lnTo>
                  <a:pt x="45988" y="113222"/>
                </a:lnTo>
                <a:lnTo>
                  <a:pt x="45988" y="110709"/>
                </a:lnTo>
                <a:quadBezTo>
                  <a:pt x="52265" y="110212"/>
                  <a:pt x="54547" y="107281"/>
                </a:quadBezTo>
                <a:quadBezTo>
                  <a:pt x="56829" y="104349"/>
                  <a:pt x="56829" y="97309"/>
                </a:quadBezTo>
                <a:lnTo>
                  <a:pt x="56829" y="22089"/>
                </a:lnTo>
                <a:quadBezTo>
                  <a:pt x="56829" y="13898"/>
                  <a:pt x="53406" y="13898"/>
                </a:quadBezTo>
                <a:quadBezTo>
                  <a:pt x="51819" y="13898"/>
                  <a:pt x="48271" y="15913"/>
                </a:quadBezTo>
                <a:lnTo>
                  <a:pt x="45186" y="17588"/>
                </a:lnTo>
                <a:lnTo>
                  <a:pt x="45186" y="15232"/>
                </a:lnTo>
                <a:lnTo>
                  <a:pt x="65620" y="0"/>
                </a:lnTo>
                <a:lnTo>
                  <a:pt x="66654" y="497"/>
                </a:lnTo>
                <a:lnTo>
                  <a:pt x="66654" y="100502"/>
                </a:lnTo>
                <a:quadBezTo>
                  <a:pt x="66654" y="106024"/>
                  <a:pt x="68936" y="108380"/>
                </a:quadBezTo>
                <a:quadBezTo>
                  <a:pt x="71218" y="110709"/>
                  <a:pt x="77495" y="110709"/>
                </a:quadBezTo>
                <a:lnTo>
                  <a:pt x="77495" y="113222"/>
                </a:lnTo>
                <a:close/>
                <a:moveTo>
                  <a:pt x="176920" y="76371"/>
                </a:moveTo>
                <a:lnTo>
                  <a:pt x="113372" y="76371"/>
                </a:lnTo>
                <a:lnTo>
                  <a:pt x="113372" y="65326"/>
                </a:lnTo>
                <a:lnTo>
                  <a:pt x="176920" y="65326"/>
                </a:lnTo>
                <a:lnTo>
                  <a:pt x="176920" y="76371"/>
                </a:lnTo>
                <a:close/>
                <a:moveTo>
                  <a:pt x="263365" y="41536"/>
                </a:moveTo>
                <a:lnTo>
                  <a:pt x="247157" y="85243"/>
                </a:lnTo>
                <a:lnTo>
                  <a:pt x="247157" y="88253"/>
                </a:lnTo>
                <a:quadBezTo>
                  <a:pt x="247157" y="94796"/>
                  <a:pt x="248173" y="99821"/>
                </a:quadBezTo>
                <a:quadBezTo>
                  <a:pt x="249207" y="104847"/>
                  <a:pt x="251026" y="104847"/>
                </a:quadBezTo>
                <a:quadBezTo>
                  <a:pt x="253665" y="104847"/>
                  <a:pt x="256857" y="92441"/>
                </a:quadBezTo>
                <a:lnTo>
                  <a:pt x="258675" y="93619"/>
                </a:lnTo>
                <a:quadBezTo>
                  <a:pt x="254449" y="114740"/>
                  <a:pt x="247157" y="114740"/>
                </a:quadBezTo>
                <a:quadBezTo>
                  <a:pt x="241558" y="114740"/>
                  <a:pt x="241219" y="97152"/>
                </a:quadBezTo>
                <a:quadBezTo>
                  <a:pt x="231181" y="115054"/>
                  <a:pt x="219074" y="115054"/>
                </a:quadBezTo>
                <a:quadBezTo>
                  <a:pt x="211211" y="115054"/>
                  <a:pt x="207502" y="108040"/>
                </a:quadBezTo>
                <a:quadBezTo>
                  <a:pt x="203793" y="100999"/>
                  <a:pt x="203793" y="89614"/>
                </a:quadBezTo>
                <a:quadBezTo>
                  <a:pt x="203793" y="79381"/>
                  <a:pt x="206575" y="69435"/>
                </a:quadBezTo>
                <a:quadBezTo>
                  <a:pt x="209374" y="59464"/>
                  <a:pt x="214171" y="52240"/>
                </a:quadBezTo>
                <a:quadBezTo>
                  <a:pt x="218058" y="46561"/>
                  <a:pt x="223353" y="42975"/>
                </a:quadBezTo>
                <a:quadBezTo>
                  <a:pt x="228667" y="39363"/>
                  <a:pt x="233909" y="39363"/>
                </a:quadBezTo>
                <a:quadBezTo>
                  <a:pt x="240756" y="39363"/>
                  <a:pt x="244518" y="45304"/>
                </a:quadBezTo>
                <a:quadBezTo>
                  <a:pt x="248298" y="51246"/>
                  <a:pt x="248298" y="59280"/>
                </a:quadBezTo>
                <a:lnTo>
                  <a:pt x="253540" y="41536"/>
                </a:lnTo>
                <a:lnTo>
                  <a:pt x="263365" y="41536"/>
                </a:lnTo>
                <a:close/>
                <a:moveTo>
                  <a:pt x="241683" y="67656"/>
                </a:moveTo>
                <a:quadBezTo>
                  <a:pt x="241683" y="42870"/>
                  <a:pt x="232893" y="42870"/>
                </a:quadBezTo>
                <a:quadBezTo>
                  <a:pt x="226955" y="42870"/>
                  <a:pt x="220055" y="58286"/>
                </a:quadBezTo>
                <a:quadBezTo>
                  <a:pt x="213154" y="73701"/>
                  <a:pt x="213154" y="92284"/>
                </a:quadBezTo>
                <a:quadBezTo>
                  <a:pt x="213154" y="100319"/>
                  <a:pt x="215080" y="105946"/>
                </a:quadBezTo>
                <a:quadBezTo>
                  <a:pt x="217023" y="111547"/>
                  <a:pt x="221017" y="111547"/>
                </a:quadBezTo>
                <a:quadBezTo>
                  <a:pt x="229344" y="111547"/>
                  <a:pt x="239846" y="79564"/>
                </a:quadBezTo>
                <a:quadBezTo>
                  <a:pt x="239971" y="78543"/>
                  <a:pt x="240470" y="76292"/>
                </a:quadBezTo>
                <a:quadBezTo>
                  <a:pt x="240988" y="74015"/>
                  <a:pt x="241326" y="71843"/>
                </a:quadBezTo>
                <a:quadBezTo>
                  <a:pt x="241683" y="69671"/>
                  <a:pt x="241683" y="67656"/>
                </a:quadBezTo>
                <a:close/>
                <a:moveTo>
                  <a:pt x="265372" y="82616"/>
                </a:moveTo>
                <a:lnTo>
                  <a:pt x="271925" y="82616"/>
                </a:lnTo>
                <a:quadBezTo>
                  <a:pt x="272012" y="75581"/>
                  <a:pt x="272562" y="71660"/>
                </a:quadBezTo>
                <a:quadBezTo>
                  <a:pt x="273123" y="67721"/>
                  <a:pt x="274721" y="63745"/>
                </a:quadBezTo>
                <a:quadBezTo>
                  <a:pt x="278078" y="55300"/>
                  <a:pt x="285992" y="55300"/>
                </a:quadBezTo>
                <a:quadBezTo>
                  <a:pt x="289586" y="55300"/>
                  <a:pt x="291933" y="57352"/>
                </a:quadBezTo>
                <a:quadBezTo>
                  <a:pt x="294292" y="59403"/>
                  <a:pt x="294292" y="62573"/>
                </a:quadBezTo>
                <a:quadBezTo>
                  <a:pt x="294292" y="64552"/>
                  <a:pt x="293331" y="65962"/>
                </a:quadBezTo>
                <a:quadBezTo>
                  <a:pt x="292382" y="67373"/>
                  <a:pt x="290934" y="67373"/>
                </a:quadBezTo>
                <a:quadBezTo>
                  <a:pt x="289024" y="67373"/>
                  <a:pt x="287340" y="63159"/>
                </a:quadBezTo>
                <a:quadBezTo>
                  <a:pt x="285430" y="58579"/>
                  <a:pt x="283108" y="58579"/>
                </a:quadBezTo>
                <a:quadBezTo>
                  <a:pt x="278640" y="58579"/>
                  <a:pt x="278640" y="69022"/>
                </a:quadBezTo>
                <a:lnTo>
                  <a:pt x="278640" y="82616"/>
                </a:lnTo>
                <a:lnTo>
                  <a:pt x="288388" y="82616"/>
                </a:lnTo>
                <a:lnTo>
                  <a:pt x="288388" y="86371"/>
                </a:lnTo>
                <a:lnTo>
                  <a:pt x="278640" y="86371"/>
                </a:lnTo>
                <a:lnTo>
                  <a:pt x="278640" y="123178"/>
                </a:lnTo>
                <a:quadBezTo>
                  <a:pt x="278640" y="129755"/>
                  <a:pt x="279913" y="131569"/>
                </a:quadBezTo>
                <a:quadBezTo>
                  <a:pt x="281199" y="133382"/>
                  <a:pt x="286066" y="133620"/>
                </a:quadBezTo>
                <a:lnTo>
                  <a:pt x="286066" y="135379"/>
                </a:lnTo>
                <a:lnTo>
                  <a:pt x="265298" y="135379"/>
                </a:lnTo>
                <a:lnTo>
                  <a:pt x="265298" y="133620"/>
                </a:lnTo>
                <a:quadBezTo>
                  <a:pt x="269616" y="133272"/>
                  <a:pt x="270764" y="131459"/>
                </a:quadBezTo>
                <a:quadBezTo>
                  <a:pt x="271925" y="129627"/>
                  <a:pt x="271925" y="123178"/>
                </a:quadBezTo>
                <a:lnTo>
                  <a:pt x="271925" y="86371"/>
                </a:lnTo>
                <a:lnTo>
                  <a:pt x="265372" y="86371"/>
                </a:lnTo>
                <a:lnTo>
                  <a:pt x="265372" y="82616"/>
                </a:lnTo>
                <a:close/>
                <a:moveTo>
                  <a:pt x="310832" y="135379"/>
                </a:moveTo>
                <a:lnTo>
                  <a:pt x="291973" y="135379"/>
                </a:lnTo>
                <a:lnTo>
                  <a:pt x="291973" y="133620"/>
                </a:lnTo>
                <a:quadBezTo>
                  <a:pt x="295729" y="133144"/>
                  <a:pt x="296928" y="131330"/>
                </a:quadBezTo>
                <a:quadBezTo>
                  <a:pt x="298126" y="129517"/>
                  <a:pt x="298126" y="124588"/>
                </a:quadBezTo>
                <a:lnTo>
                  <a:pt x="298126" y="69608"/>
                </a:lnTo>
                <a:quadBezTo>
                  <a:pt x="298126" y="65376"/>
                  <a:pt x="297402" y="63745"/>
                </a:quadBezTo>
                <a:quadBezTo>
                  <a:pt x="296690" y="62097"/>
                  <a:pt x="294768" y="62097"/>
                </a:quadBezTo>
                <a:quadBezTo>
                  <a:pt x="293096" y="62097"/>
                  <a:pt x="291823" y="62335"/>
                </a:quadBezTo>
                <a:lnTo>
                  <a:pt x="291823" y="60448"/>
                </a:lnTo>
                <a:quadBezTo>
                  <a:pt x="299411" y="57755"/>
                  <a:pt x="304441" y="55300"/>
                </a:quadBezTo>
                <a:lnTo>
                  <a:pt x="304841" y="55758"/>
                </a:lnTo>
                <a:lnTo>
                  <a:pt x="304841" y="125175"/>
                </a:lnTo>
                <a:quadBezTo>
                  <a:pt x="304841" y="130103"/>
                  <a:pt x="305952" y="131697"/>
                </a:quadBezTo>
                <a:quadBezTo>
                  <a:pt x="307075" y="133272"/>
                  <a:pt x="310832" y="133620"/>
                </a:quadBezTo>
                <a:lnTo>
                  <a:pt x="310832" y="135379"/>
                </a:lnTo>
                <a:close/>
                <a:moveTo>
                  <a:pt x="350051" y="108301"/>
                </a:moveTo>
                <a:quadBezTo>
                  <a:pt x="350051" y="120613"/>
                  <a:pt x="345058" y="128582"/>
                </a:quadBezTo>
                <a:quadBezTo>
                  <a:pt x="340066" y="136552"/>
                  <a:pt x="332077" y="136552"/>
                </a:quadBezTo>
                <a:quadBezTo>
                  <a:pt x="324726" y="136552"/>
                  <a:pt x="319771" y="128637"/>
                </a:quadBezTo>
                <a:quadBezTo>
                  <a:pt x="314828" y="120723"/>
                  <a:pt x="314828" y="108649"/>
                </a:quadBezTo>
                <a:quadBezTo>
                  <a:pt x="314828" y="96448"/>
                  <a:pt x="319771" y="88955"/>
                </a:quadBezTo>
                <a:quadBezTo>
                  <a:pt x="324726" y="81443"/>
                  <a:pt x="332801" y="81443"/>
                </a:quadBezTo>
                <a:quadBezTo>
                  <a:pt x="340228" y="81443"/>
                  <a:pt x="345133" y="88900"/>
                </a:quadBezTo>
                <a:quadBezTo>
                  <a:pt x="350051" y="96338"/>
                  <a:pt x="350051" y="108301"/>
                </a:quadBezTo>
                <a:close/>
                <a:moveTo>
                  <a:pt x="342861" y="111452"/>
                </a:moveTo>
                <a:quadBezTo>
                  <a:pt x="342861" y="98097"/>
                  <a:pt x="338867" y="90585"/>
                </a:quadBezTo>
                <a:quadBezTo>
                  <a:pt x="335672" y="84723"/>
                  <a:pt x="331279" y="84723"/>
                </a:quadBezTo>
                <a:quadBezTo>
                  <a:pt x="327122" y="84723"/>
                  <a:pt x="324564" y="89706"/>
                </a:quadBezTo>
                <a:quadBezTo>
                  <a:pt x="322018" y="94689"/>
                  <a:pt x="322018" y="103373"/>
                </a:quadBezTo>
                <a:quadBezTo>
                  <a:pt x="322018" y="118378"/>
                  <a:pt x="326249" y="127410"/>
                </a:quadBezTo>
                <a:quadBezTo>
                  <a:pt x="328957" y="133272"/>
                  <a:pt x="333438" y="133272"/>
                </a:quadBezTo>
                <a:quadBezTo>
                  <a:pt x="337831" y="133272"/>
                  <a:pt x="340340" y="127465"/>
                </a:quadBezTo>
                <a:quadBezTo>
                  <a:pt x="342861" y="121657"/>
                  <a:pt x="342861" y="111452"/>
                </a:quadBezTo>
                <a:close/>
                <a:moveTo>
                  <a:pt x="407889" y="82616"/>
                </a:moveTo>
                <a:lnTo>
                  <a:pt x="407889" y="84375"/>
                </a:lnTo>
                <a:quadBezTo>
                  <a:pt x="406691" y="84961"/>
                  <a:pt x="406129" y="86078"/>
                </a:quadBezTo>
                <a:quadBezTo>
                  <a:pt x="405567" y="87196"/>
                  <a:pt x="404606" y="90713"/>
                </a:quadBezTo>
                <a:lnTo>
                  <a:pt x="393585" y="131275"/>
                </a:lnTo>
                <a:quadBezTo>
                  <a:pt x="391988" y="137028"/>
                  <a:pt x="391351" y="137028"/>
                </a:quadBezTo>
                <a:quadBezTo>
                  <a:pt x="390952" y="137028"/>
                  <a:pt x="390665" y="136259"/>
                </a:quadBezTo>
                <a:quadBezTo>
                  <a:pt x="390390" y="135489"/>
                  <a:pt x="389429" y="131972"/>
                </a:quadBezTo>
                <a:lnTo>
                  <a:pt x="382165" y="104307"/>
                </a:lnTo>
                <a:lnTo>
                  <a:pt x="373216" y="132448"/>
                </a:lnTo>
                <a:quadBezTo>
                  <a:pt x="371780" y="137028"/>
                  <a:pt x="371219" y="137028"/>
                </a:quadBezTo>
                <a:quadBezTo>
                  <a:pt x="370495" y="137028"/>
                  <a:pt x="369147" y="131862"/>
                </a:quadBezTo>
                <a:lnTo>
                  <a:pt x="358363" y="91758"/>
                </a:lnTo>
                <a:quadBezTo>
                  <a:pt x="357165" y="87196"/>
                  <a:pt x="356366" y="85913"/>
                </a:quadBezTo>
                <a:quadBezTo>
                  <a:pt x="355567" y="84613"/>
                  <a:pt x="354119" y="84375"/>
                </a:quadBezTo>
                <a:lnTo>
                  <a:pt x="354119" y="82616"/>
                </a:lnTo>
                <a:lnTo>
                  <a:pt x="368498" y="82616"/>
                </a:lnTo>
                <a:lnTo>
                  <a:pt x="368498" y="84375"/>
                </a:lnTo>
                <a:quadBezTo>
                  <a:pt x="366426" y="84723"/>
                  <a:pt x="365627" y="85547"/>
                </a:quadBezTo>
                <a:quadBezTo>
                  <a:pt x="364828" y="86371"/>
                  <a:pt x="364828" y="88240"/>
                </a:quadBezTo>
                <a:quadBezTo>
                  <a:pt x="364828" y="89999"/>
                  <a:pt x="365303" y="91758"/>
                </a:quadBezTo>
                <a:lnTo>
                  <a:pt x="373216" y="122372"/>
                </a:lnTo>
                <a:lnTo>
                  <a:pt x="380480" y="99031"/>
                </a:lnTo>
                <a:lnTo>
                  <a:pt x="378882" y="92472"/>
                </a:lnTo>
                <a:quadBezTo>
                  <a:pt x="377772" y="87782"/>
                  <a:pt x="376686" y="86262"/>
                </a:quadBezTo>
                <a:quadBezTo>
                  <a:pt x="375612" y="84723"/>
                  <a:pt x="373378" y="84375"/>
                </a:quadBezTo>
                <a:lnTo>
                  <a:pt x="373378" y="82616"/>
                </a:lnTo>
                <a:lnTo>
                  <a:pt x="389591" y="82616"/>
                </a:lnTo>
                <a:lnTo>
                  <a:pt x="389591" y="84375"/>
                </a:lnTo>
                <a:quadBezTo>
                  <a:pt x="386795" y="84961"/>
                  <a:pt x="385872" y="85785"/>
                </a:quadBezTo>
                <a:quadBezTo>
                  <a:pt x="384961" y="86610"/>
                  <a:pt x="384961" y="88478"/>
                </a:quadBezTo>
                <a:quadBezTo>
                  <a:pt x="384961" y="90347"/>
                  <a:pt x="386321" y="95513"/>
                </a:quadBezTo>
                <a:lnTo>
                  <a:pt x="393024" y="121785"/>
                </a:lnTo>
                <a:lnTo>
                  <a:pt x="400213" y="95752"/>
                </a:lnTo>
                <a:quadBezTo>
                  <a:pt x="401573" y="90823"/>
                  <a:pt x="401573" y="87892"/>
                </a:quadBezTo>
                <a:quadBezTo>
                  <a:pt x="401573" y="86481"/>
                  <a:pt x="400812" y="85730"/>
                </a:quadBezTo>
                <a:quadBezTo>
                  <a:pt x="400051" y="84961"/>
                  <a:pt x="398054" y="84375"/>
                </a:quadBezTo>
                <a:lnTo>
                  <a:pt x="398054" y="82616"/>
                </a:lnTo>
                <a:lnTo>
                  <a:pt x="407889" y="82616"/>
                </a:lnTo>
                <a:close/>
                <a:moveTo>
                  <a:pt x="418469" y="2670"/>
                </a:moveTo>
                <a:lnTo>
                  <a:pt x="419824" y="0"/>
                </a:lnTo>
                <a:quadBezTo>
                  <a:pt x="432840" y="11385"/>
                  <a:pt x="440258" y="30831"/>
                </a:quadBezTo>
                <a:quadBezTo>
                  <a:pt x="447675" y="50251"/>
                  <a:pt x="447675" y="71843"/>
                </a:quadBezTo>
                <a:quadBezTo>
                  <a:pt x="447675" y="117566"/>
                  <a:pt x="419485" y="142875"/>
                </a:quadBezTo>
                <a:lnTo>
                  <a:pt x="418469" y="140179"/>
                </a:lnTo>
                <a:quadBezTo>
                  <a:pt x="430219" y="125941"/>
                  <a:pt x="434035" y="111808"/>
                </a:quadBezTo>
                <a:quadBezTo>
                  <a:pt x="437868" y="97649"/>
                  <a:pt x="437868" y="72340"/>
                </a:quadBezTo>
                <a:quadBezTo>
                  <a:pt x="437868" y="46901"/>
                  <a:pt x="434035" y="31564"/>
                </a:quadBezTo>
                <a:quadBezTo>
                  <a:pt x="430219" y="16227"/>
                  <a:pt x="418469" y="2670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7" name="rgb-weight">
            <a:extLst xmlns:a="http://schemas.openxmlformats.org/drawingml/2006/main">
              <a:ext uri="{FF2B5EF4-FFF2-40B4-BE49-F238E27FC236}">
                <a16:creationId xmlns:a16="http://schemas.microsoft.com/office/drawing/2014/main" id="{DEDEF04A-1467-4543-A5DB-B4865E3B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7425" y="1962150"/>
            <a:ext cx="247650" cy="142875"/>
          </a:xfrm>
          <a:custGeom xmlns:a="http://schemas.openxmlformats.org/drawingml/2006/main">
            <a:pathLst>
              <a:path w="247650" h="142875">
                <a:moveTo>
                  <a:pt x="90051" y="2553"/>
                </a:moveTo>
                <a:lnTo>
                  <a:pt x="65550" y="53919"/>
                </a:lnTo>
                <a:lnTo>
                  <a:pt x="65550" y="57456"/>
                </a:lnTo>
                <a:quadBezTo>
                  <a:pt x="65550" y="65146"/>
                  <a:pt x="67087" y="71051"/>
                </a:quadBezTo>
                <a:quadBezTo>
                  <a:pt x="68650" y="76957"/>
                  <a:pt x="71399" y="76957"/>
                </a:quadBezTo>
                <a:quadBezTo>
                  <a:pt x="75388" y="76957"/>
                  <a:pt x="80213" y="62378"/>
                </a:quadBezTo>
                <a:lnTo>
                  <a:pt x="82962" y="63762"/>
                </a:lnTo>
                <a:quadBezTo>
                  <a:pt x="76574" y="88584"/>
                  <a:pt x="65550" y="88584"/>
                </a:quadBezTo>
                <a:quadBezTo>
                  <a:pt x="57087" y="88584"/>
                  <a:pt x="56575" y="67914"/>
                </a:quadBezTo>
                <a:quadBezTo>
                  <a:pt x="41400" y="88953"/>
                  <a:pt x="23099" y="88953"/>
                </a:quadBezTo>
                <a:quadBezTo>
                  <a:pt x="11213" y="88953"/>
                  <a:pt x="5606" y="80710"/>
                </a:quadBezTo>
                <a:quadBezTo>
                  <a:pt x="0" y="72436"/>
                  <a:pt x="0" y="59056"/>
                </a:quadBezTo>
                <a:quadBezTo>
                  <a:pt x="0" y="47029"/>
                  <a:pt x="4205" y="35341"/>
                </a:quadBezTo>
                <a:quadBezTo>
                  <a:pt x="8436" y="23622"/>
                  <a:pt x="15687" y="15133"/>
                </a:quadBezTo>
                <a:quadBezTo>
                  <a:pt x="21563" y="8459"/>
                  <a:pt x="29568" y="4245"/>
                </a:quadBezTo>
                <a:quadBezTo>
                  <a:pt x="37600" y="0"/>
                  <a:pt x="45524" y="0"/>
                </a:quadBezTo>
                <a:quadBezTo>
                  <a:pt x="55874" y="0"/>
                  <a:pt x="61561" y="6982"/>
                </a:quadBezTo>
                <a:quadBezTo>
                  <a:pt x="67275" y="13964"/>
                  <a:pt x="67275" y="23407"/>
                </a:quadBezTo>
                <a:lnTo>
                  <a:pt x="75200" y="2553"/>
                </a:lnTo>
                <a:lnTo>
                  <a:pt x="90051" y="2553"/>
                </a:lnTo>
                <a:close/>
                <a:moveTo>
                  <a:pt x="57276" y="33250"/>
                </a:moveTo>
                <a:quadBezTo>
                  <a:pt x="57276" y="4122"/>
                  <a:pt x="43988" y="4122"/>
                </a:quadBezTo>
                <a:quadBezTo>
                  <a:pt x="35012" y="4122"/>
                  <a:pt x="24581" y="22238"/>
                </a:quadBezTo>
                <a:quadBezTo>
                  <a:pt x="14150" y="40355"/>
                  <a:pt x="14150" y="62193"/>
                </a:quadBezTo>
                <a:quadBezTo>
                  <a:pt x="14150" y="71636"/>
                  <a:pt x="17061" y="78249"/>
                </a:quadBezTo>
                <a:quadBezTo>
                  <a:pt x="19999" y="84831"/>
                  <a:pt x="26037" y="84831"/>
                </a:quadBezTo>
                <a:quadBezTo>
                  <a:pt x="38624" y="84831"/>
                  <a:pt x="54499" y="47245"/>
                </a:quadBezTo>
                <a:quadBezTo>
                  <a:pt x="54688" y="46045"/>
                  <a:pt x="55443" y="43400"/>
                </a:quadBezTo>
                <a:quadBezTo>
                  <a:pt x="56224" y="40724"/>
                  <a:pt x="56737" y="38171"/>
                </a:quadBezTo>
                <a:quadBezTo>
                  <a:pt x="57276" y="35618"/>
                  <a:pt x="57276" y="33250"/>
                </a:quadBezTo>
                <a:close/>
                <a:moveTo>
                  <a:pt x="109878" y="49733"/>
                </a:moveTo>
                <a:lnTo>
                  <a:pt x="109878" y="62415"/>
                </a:lnTo>
                <a:quadBezTo>
                  <a:pt x="114462" y="54965"/>
                  <a:pt x="117538" y="52209"/>
                </a:quadBezTo>
                <a:quadBezTo>
                  <a:pt x="120632" y="49453"/>
                  <a:pt x="124368" y="49453"/>
                </a:quadBezTo>
                <a:quadBezTo>
                  <a:pt x="127500" y="49453"/>
                  <a:pt x="129254" y="51391"/>
                </a:quadBezTo>
                <a:quadBezTo>
                  <a:pt x="131009" y="53307"/>
                  <a:pt x="131009" y="56752"/>
                </a:quadBezTo>
                <a:quadBezTo>
                  <a:pt x="131009" y="59659"/>
                  <a:pt x="129745" y="61317"/>
                </a:quadBezTo>
                <a:quadBezTo>
                  <a:pt x="128481" y="62953"/>
                  <a:pt x="126292" y="62953"/>
                </a:quadBezTo>
                <a:quadBezTo>
                  <a:pt x="124009" y="62953"/>
                  <a:pt x="121462" y="60197"/>
                </a:quadBezTo>
                <a:quadBezTo>
                  <a:pt x="119538" y="58130"/>
                  <a:pt x="118330" y="58130"/>
                </a:quadBezTo>
                <a:quadBezTo>
                  <a:pt x="115802" y="58130"/>
                  <a:pt x="112840" y="62135"/>
                </a:quadBezTo>
                <a:quadBezTo>
                  <a:pt x="109878" y="66118"/>
                  <a:pt x="109878" y="69434"/>
                </a:quadBezTo>
                <a:lnTo>
                  <a:pt x="109878" y="100438"/>
                </a:lnTo>
                <a:quadBezTo>
                  <a:pt x="109878" y="106359"/>
                  <a:pt x="111934" y="108426"/>
                </a:quadBezTo>
                <a:quadBezTo>
                  <a:pt x="113991" y="110493"/>
                  <a:pt x="120141" y="110773"/>
                </a:quadBezTo>
                <a:lnTo>
                  <a:pt x="120141" y="112840"/>
                </a:lnTo>
                <a:lnTo>
                  <a:pt x="91161" y="112840"/>
                </a:lnTo>
                <a:lnTo>
                  <a:pt x="91161" y="110773"/>
                </a:lnTo>
                <a:quadBezTo>
                  <a:pt x="96953" y="109524"/>
                  <a:pt x="98331" y="108017"/>
                </a:quadBezTo>
                <a:quadBezTo>
                  <a:pt x="99727" y="106510"/>
                  <a:pt x="99727" y="101256"/>
                </a:quadBezTo>
                <a:lnTo>
                  <a:pt x="99727" y="66807"/>
                </a:lnTo>
                <a:quadBezTo>
                  <a:pt x="99727" y="62264"/>
                  <a:pt x="98821" y="60412"/>
                </a:quadBezTo>
                <a:quadBezTo>
                  <a:pt x="97916" y="58539"/>
                  <a:pt x="95633" y="58539"/>
                </a:quadBezTo>
                <a:quadBezTo>
                  <a:pt x="93689" y="58539"/>
                  <a:pt x="91406" y="59099"/>
                </a:quadBezTo>
                <a:lnTo>
                  <a:pt x="91406" y="56903"/>
                </a:lnTo>
                <a:quadBezTo>
                  <a:pt x="99010" y="54147"/>
                  <a:pt x="109274" y="49453"/>
                </a:quadBezTo>
                <a:lnTo>
                  <a:pt x="109878" y="49733"/>
                </a:lnTo>
                <a:close/>
                <a:moveTo>
                  <a:pt x="187520" y="59379"/>
                </a:moveTo>
                <a:lnTo>
                  <a:pt x="177502" y="59379"/>
                </a:lnTo>
                <a:quadBezTo>
                  <a:pt x="179784" y="65300"/>
                  <a:pt x="179784" y="70941"/>
                </a:quadBezTo>
                <a:quadBezTo>
                  <a:pt x="179784" y="81555"/>
                  <a:pt x="173502" y="86938"/>
                </a:quadBezTo>
                <a:quadBezTo>
                  <a:pt x="167238" y="92299"/>
                  <a:pt x="160955" y="92299"/>
                </a:quadBezTo>
                <a:quadBezTo>
                  <a:pt x="159634" y="92299"/>
                  <a:pt x="156370" y="91890"/>
                </a:quadBezTo>
                <a:lnTo>
                  <a:pt x="154068" y="91610"/>
                </a:lnTo>
                <a:quadBezTo>
                  <a:pt x="151653" y="92450"/>
                  <a:pt x="149238" y="95357"/>
                </a:quadBezTo>
                <a:quadBezTo>
                  <a:pt x="146823" y="98242"/>
                  <a:pt x="146823" y="100309"/>
                </a:quadBezTo>
                <a:quadBezTo>
                  <a:pt x="146823" y="103474"/>
                  <a:pt x="156238" y="104012"/>
                </a:quadBezTo>
                <a:lnTo>
                  <a:pt x="171823" y="104852"/>
                </a:lnTo>
                <a:quadBezTo>
                  <a:pt x="178464" y="105132"/>
                  <a:pt x="182445" y="109136"/>
                </a:quadBezTo>
                <a:quadBezTo>
                  <a:pt x="186426" y="113119"/>
                  <a:pt x="186426" y="119600"/>
                </a:quadBezTo>
                <a:quadBezTo>
                  <a:pt x="186426" y="127588"/>
                  <a:pt x="179181" y="134069"/>
                </a:quadBezTo>
                <a:quadBezTo>
                  <a:pt x="169162" y="142875"/>
                  <a:pt x="155031" y="142875"/>
                </a:quadBezTo>
                <a:quadBezTo>
                  <a:pt x="146352" y="142875"/>
                  <a:pt x="140239" y="138935"/>
                </a:quadBezTo>
                <a:quadBezTo>
                  <a:pt x="134145" y="135016"/>
                  <a:pt x="134145" y="129504"/>
                </a:quadBezTo>
                <a:quadBezTo>
                  <a:pt x="134145" y="125650"/>
                  <a:pt x="136805" y="121861"/>
                </a:quadBezTo>
                <a:quadBezTo>
                  <a:pt x="139465" y="118072"/>
                  <a:pt x="145974" y="112710"/>
                </a:quadBezTo>
                <a:quadBezTo>
                  <a:pt x="142125" y="110643"/>
                  <a:pt x="140842" y="109136"/>
                </a:quadBezTo>
                <a:quadBezTo>
                  <a:pt x="139578" y="107608"/>
                  <a:pt x="139578" y="105390"/>
                </a:quadBezTo>
                <a:quadBezTo>
                  <a:pt x="139578" y="101407"/>
                  <a:pt x="145144" y="95895"/>
                </a:quadBezTo>
                <a:quadBezTo>
                  <a:pt x="147918" y="93139"/>
                  <a:pt x="150333" y="90383"/>
                </a:quadBezTo>
                <a:quadBezTo>
                  <a:pt x="144295" y="86938"/>
                  <a:pt x="141691" y="82675"/>
                </a:quadBezTo>
                <a:quadBezTo>
                  <a:pt x="139107" y="78390"/>
                  <a:pt x="139107" y="71910"/>
                </a:quadBezTo>
                <a:quadBezTo>
                  <a:pt x="139107" y="62544"/>
                  <a:pt x="144956" y="55998"/>
                </a:quadBezTo>
                <a:quadBezTo>
                  <a:pt x="150804" y="49453"/>
                  <a:pt x="159257" y="49453"/>
                </a:quadBezTo>
                <a:quadBezTo>
                  <a:pt x="164087" y="49453"/>
                  <a:pt x="168917" y="51520"/>
                </a:quadBezTo>
                <a:lnTo>
                  <a:pt x="171577" y="52618"/>
                </a:lnTo>
                <a:quadBezTo>
                  <a:pt x="175087" y="53996"/>
                  <a:pt x="178219" y="53996"/>
                </a:quadBezTo>
                <a:lnTo>
                  <a:pt x="187520" y="53996"/>
                </a:lnTo>
                <a:lnTo>
                  <a:pt x="187520" y="59379"/>
                </a:lnTo>
                <a:close/>
                <a:moveTo>
                  <a:pt x="149125" y="66269"/>
                </a:moveTo>
                <a:lnTo>
                  <a:pt x="149125" y="66678"/>
                </a:lnTo>
                <a:quadBezTo>
                  <a:pt x="149125" y="76603"/>
                  <a:pt x="152559" y="82740"/>
                </a:quadBezTo>
                <a:quadBezTo>
                  <a:pt x="156012" y="88854"/>
                  <a:pt x="161559" y="88854"/>
                </a:quadBezTo>
                <a:quadBezTo>
                  <a:pt x="165672" y="88854"/>
                  <a:pt x="168087" y="85496"/>
                </a:quadBezTo>
                <a:quadBezTo>
                  <a:pt x="170502" y="82115"/>
                  <a:pt x="170502" y="76453"/>
                </a:quadBezTo>
                <a:quadBezTo>
                  <a:pt x="170502" y="67367"/>
                  <a:pt x="166879" y="59788"/>
                </a:quadBezTo>
                <a:quadBezTo>
                  <a:pt x="163861" y="53307"/>
                  <a:pt x="158049" y="53307"/>
                </a:quadBezTo>
                <a:quadBezTo>
                  <a:pt x="153823" y="53307"/>
                  <a:pt x="151465" y="56752"/>
                </a:quadBezTo>
                <a:quadBezTo>
                  <a:pt x="149125" y="60197"/>
                  <a:pt x="149125" y="66269"/>
                </a:quadBezTo>
                <a:close/>
                <a:moveTo>
                  <a:pt x="183049" y="121667"/>
                </a:moveTo>
                <a:quadBezTo>
                  <a:pt x="183049" y="117792"/>
                  <a:pt x="179728" y="116349"/>
                </a:quadBezTo>
                <a:quadBezTo>
                  <a:pt x="176407" y="114907"/>
                  <a:pt x="168087" y="114907"/>
                </a:quadBezTo>
                <a:quadBezTo>
                  <a:pt x="156125" y="114907"/>
                  <a:pt x="148521" y="113119"/>
                </a:quadBezTo>
                <a:quadBezTo>
                  <a:pt x="144899" y="118072"/>
                  <a:pt x="143748" y="120332"/>
                </a:quadBezTo>
                <a:quadBezTo>
                  <a:pt x="142597" y="122615"/>
                  <a:pt x="142597" y="124961"/>
                </a:quadBezTo>
                <a:quadBezTo>
                  <a:pt x="142597" y="129504"/>
                  <a:pt x="147371" y="132260"/>
                </a:quadBezTo>
                <a:quadBezTo>
                  <a:pt x="152144" y="135016"/>
                  <a:pt x="160106" y="135016"/>
                </a:quadBezTo>
                <a:quadBezTo>
                  <a:pt x="170370" y="135016"/>
                  <a:pt x="176709" y="131356"/>
                </a:quadBezTo>
                <a:quadBezTo>
                  <a:pt x="183049" y="127717"/>
                  <a:pt x="183049" y="121667"/>
                </a:quadBezTo>
                <a:close/>
                <a:moveTo>
                  <a:pt x="209614" y="19009"/>
                </a:moveTo>
                <a:lnTo>
                  <a:pt x="209614" y="61037"/>
                </a:lnTo>
                <a:quadBezTo>
                  <a:pt x="211557" y="55783"/>
                  <a:pt x="215953" y="52618"/>
                </a:quadBezTo>
                <a:quadBezTo>
                  <a:pt x="220368" y="49453"/>
                  <a:pt x="225915" y="49453"/>
                </a:quadBezTo>
                <a:quadBezTo>
                  <a:pt x="235462" y="49453"/>
                  <a:pt x="241556" y="58130"/>
                </a:quadBezTo>
                <a:quadBezTo>
                  <a:pt x="247650" y="66807"/>
                  <a:pt x="247650" y="79768"/>
                </a:quadBezTo>
                <a:quadBezTo>
                  <a:pt x="247650" y="94926"/>
                  <a:pt x="239556" y="104572"/>
                </a:quadBezTo>
                <a:quadBezTo>
                  <a:pt x="231481" y="114218"/>
                  <a:pt x="219406" y="114218"/>
                </a:quadBezTo>
                <a:quadBezTo>
                  <a:pt x="212029" y="114218"/>
                  <a:pt x="205746" y="111397"/>
                </a:quadBezTo>
                <a:quadBezTo>
                  <a:pt x="199482" y="108577"/>
                  <a:pt x="199482" y="105132"/>
                </a:quadBezTo>
                <a:lnTo>
                  <a:pt x="199482" y="34855"/>
                </a:lnTo>
                <a:quadBezTo>
                  <a:pt x="199482" y="29752"/>
                  <a:pt x="198388" y="28310"/>
                </a:quadBezTo>
                <a:quadBezTo>
                  <a:pt x="197293" y="26846"/>
                  <a:pt x="193558" y="26846"/>
                </a:quadBezTo>
                <a:quadBezTo>
                  <a:pt x="192709" y="26846"/>
                  <a:pt x="191501" y="27126"/>
                </a:quadBezTo>
                <a:lnTo>
                  <a:pt x="191501" y="24779"/>
                </a:lnTo>
                <a:lnTo>
                  <a:pt x="195124" y="23552"/>
                </a:lnTo>
                <a:quadBezTo>
                  <a:pt x="207444" y="19267"/>
                  <a:pt x="209010" y="18729"/>
                </a:quadBezTo>
                <a:lnTo>
                  <a:pt x="209614" y="19009"/>
                </a:lnTo>
                <a:close/>
                <a:moveTo>
                  <a:pt x="209614" y="69025"/>
                </a:moveTo>
                <a:lnTo>
                  <a:pt x="209614" y="102634"/>
                </a:lnTo>
                <a:quadBezTo>
                  <a:pt x="209614" y="105821"/>
                  <a:pt x="213047" y="107823"/>
                </a:quadBezTo>
                <a:quadBezTo>
                  <a:pt x="216500" y="109804"/>
                  <a:pt x="221330" y="109804"/>
                </a:quadBezTo>
                <a:quadBezTo>
                  <a:pt x="228462" y="109804"/>
                  <a:pt x="232556" y="103883"/>
                </a:quadBezTo>
                <a:quadBezTo>
                  <a:pt x="237028" y="97553"/>
                  <a:pt x="237028" y="85689"/>
                </a:quadBezTo>
                <a:quadBezTo>
                  <a:pt x="237028" y="72190"/>
                  <a:pt x="232311" y="64611"/>
                </a:quadBezTo>
                <a:quadBezTo>
                  <a:pt x="228330" y="58130"/>
                  <a:pt x="221575" y="58130"/>
                </a:quadBezTo>
                <a:quadBezTo>
                  <a:pt x="216745" y="58130"/>
                  <a:pt x="213180" y="61381"/>
                </a:quadBezTo>
                <a:quadBezTo>
                  <a:pt x="209614" y="64611"/>
                  <a:pt x="209614" y="69025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8" name="rgb-weight-box">
            <a:extLst xmlns:a="http://schemas.openxmlformats.org/drawingml/2006/main">
              <a:ext uri="{FF2B5EF4-FFF2-40B4-BE49-F238E27FC236}">
                <a16:creationId xmlns:a16="http://schemas.microsoft.com/office/drawing/2014/main" id="{A25C08D8-7C84-4AC4-9FDD-A16DD7DF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1771650"/>
            <a:ext cx="200025" cy="152400"/>
          </a:xfrm>
          <a:custGeom xmlns:a="http://schemas.openxmlformats.org/drawingml/2006/main">
            <a:pathLst>
              <a:path w="200025" h="152400">
                <a:moveTo>
                  <a:pt x="72733" y="2723"/>
                </a:moveTo>
                <a:lnTo>
                  <a:pt x="52944" y="57514"/>
                </a:lnTo>
                <a:lnTo>
                  <a:pt x="52944" y="61287"/>
                </a:lnTo>
                <a:quadBezTo>
                  <a:pt x="52944" y="69489"/>
                  <a:pt x="54185" y="75788"/>
                </a:quadBezTo>
                <a:quadBezTo>
                  <a:pt x="55448" y="82088"/>
                  <a:pt x="57669" y="82088"/>
                </a:quadBezTo>
                <a:quadBezTo>
                  <a:pt x="60890" y="82088"/>
                  <a:pt x="64787" y="66536"/>
                </a:quadBezTo>
                <a:lnTo>
                  <a:pt x="67008" y="68013"/>
                </a:lnTo>
                <a:quadBezTo>
                  <a:pt x="61848" y="94489"/>
                  <a:pt x="52944" y="94489"/>
                </a:quadBezTo>
                <a:quadBezTo>
                  <a:pt x="46109" y="94489"/>
                  <a:pt x="45695" y="72442"/>
                </a:quadBezTo>
                <a:quadBezTo>
                  <a:pt x="33439" y="94883"/>
                  <a:pt x="18657" y="94883"/>
                </a:quadBezTo>
                <a:quadBezTo>
                  <a:pt x="9056" y="94883"/>
                  <a:pt x="4528" y="86090"/>
                </a:quadBezTo>
                <a:quadBezTo>
                  <a:pt x="0" y="77265"/>
                  <a:pt x="0" y="62993"/>
                </a:quadBezTo>
                <a:quadBezTo>
                  <a:pt x="0" y="50165"/>
                  <a:pt x="3396" y="37697"/>
                </a:quadBezTo>
                <a:quadBezTo>
                  <a:pt x="6814" y="25197"/>
                  <a:pt x="12670" y="16142"/>
                </a:quadBezTo>
                <a:quadBezTo>
                  <a:pt x="17416" y="9022"/>
                  <a:pt x="23882" y="4528"/>
                </a:quadBezTo>
                <a:quadBezTo>
                  <a:pt x="30369" y="0"/>
                  <a:pt x="36769" y="0"/>
                </a:quadBezTo>
                <a:quadBezTo>
                  <a:pt x="45129" y="0"/>
                  <a:pt x="49722" y="7448"/>
                </a:quadBezTo>
                <a:quadBezTo>
                  <a:pt x="54338" y="14895"/>
                  <a:pt x="54338" y="24967"/>
                </a:quadBezTo>
                <a:lnTo>
                  <a:pt x="60738" y="2723"/>
                </a:lnTo>
                <a:lnTo>
                  <a:pt x="72733" y="2723"/>
                </a:lnTo>
                <a:close/>
                <a:moveTo>
                  <a:pt x="46261" y="35466"/>
                </a:moveTo>
                <a:quadBezTo>
                  <a:pt x="46261" y="4396"/>
                  <a:pt x="35529" y="4396"/>
                </a:quadBezTo>
                <a:quadBezTo>
                  <a:pt x="28279" y="4396"/>
                  <a:pt x="19854" y="23721"/>
                </a:quadBezTo>
                <a:quadBezTo>
                  <a:pt x="11429" y="43045"/>
                  <a:pt x="11429" y="66339"/>
                </a:quadBezTo>
                <a:quadBezTo>
                  <a:pt x="11429" y="76412"/>
                  <a:pt x="13780" y="83466"/>
                </a:quadBezTo>
                <a:quadBezTo>
                  <a:pt x="16153" y="90487"/>
                  <a:pt x="21030" y="90487"/>
                </a:quadBezTo>
                <a:quadBezTo>
                  <a:pt x="31196" y="90487"/>
                  <a:pt x="44019" y="50394"/>
                </a:quadBezTo>
                <a:quadBezTo>
                  <a:pt x="44171" y="49115"/>
                  <a:pt x="44781" y="46293"/>
                </a:quadBezTo>
                <a:quadBezTo>
                  <a:pt x="45412" y="43439"/>
                  <a:pt x="45826" y="40716"/>
                </a:quadBezTo>
                <a:quadBezTo>
                  <a:pt x="46261" y="37993"/>
                  <a:pt x="46261" y="35466"/>
                </a:quadBezTo>
                <a:close/>
                <a:moveTo>
                  <a:pt x="88747" y="53048"/>
                </a:moveTo>
                <a:lnTo>
                  <a:pt x="88747" y="66576"/>
                </a:lnTo>
                <a:quadBezTo>
                  <a:pt x="92450" y="58629"/>
                  <a:pt x="94934" y="55690"/>
                </a:quadBezTo>
                <a:quadBezTo>
                  <a:pt x="97433" y="52750"/>
                  <a:pt x="100451" y="52750"/>
                </a:quadBezTo>
                <a:quadBezTo>
                  <a:pt x="102980" y="52750"/>
                  <a:pt x="104398" y="54817"/>
                </a:quadBezTo>
                <a:quadBezTo>
                  <a:pt x="105815" y="56861"/>
                  <a:pt x="105815" y="60535"/>
                </a:quadBezTo>
                <a:quadBezTo>
                  <a:pt x="105815" y="63636"/>
                  <a:pt x="104794" y="65404"/>
                </a:quadBezTo>
                <a:quadBezTo>
                  <a:pt x="103773" y="67150"/>
                  <a:pt x="102005" y="67150"/>
                </a:quadBezTo>
                <a:quadBezTo>
                  <a:pt x="100161" y="67150"/>
                  <a:pt x="98104" y="64210"/>
                </a:quadBezTo>
                <a:quadBezTo>
                  <a:pt x="96550" y="62005"/>
                  <a:pt x="95574" y="62005"/>
                </a:quadBezTo>
                <a:quadBezTo>
                  <a:pt x="93532" y="62005"/>
                  <a:pt x="91140" y="66277"/>
                </a:quadBezTo>
                <a:quadBezTo>
                  <a:pt x="88747" y="70526"/>
                  <a:pt x="88747" y="74063"/>
                </a:quadBezTo>
                <a:lnTo>
                  <a:pt x="88747" y="107134"/>
                </a:lnTo>
                <a:quadBezTo>
                  <a:pt x="88747" y="113449"/>
                  <a:pt x="90408" y="115654"/>
                </a:quadBezTo>
                <a:quadBezTo>
                  <a:pt x="92069" y="117859"/>
                  <a:pt x="97037" y="118157"/>
                </a:quadBezTo>
                <a:lnTo>
                  <a:pt x="97037" y="120362"/>
                </a:lnTo>
                <a:lnTo>
                  <a:pt x="73630" y="120362"/>
                </a:lnTo>
                <a:lnTo>
                  <a:pt x="73630" y="118157"/>
                </a:lnTo>
                <a:quadBezTo>
                  <a:pt x="78309" y="116825"/>
                  <a:pt x="79421" y="115218"/>
                </a:quadBezTo>
                <a:quadBezTo>
                  <a:pt x="80549" y="113610"/>
                  <a:pt x="80549" y="108006"/>
                </a:quadBezTo>
                <a:lnTo>
                  <a:pt x="80549" y="71261"/>
                </a:lnTo>
                <a:quadBezTo>
                  <a:pt x="80549" y="66415"/>
                  <a:pt x="79817" y="64440"/>
                </a:quadBezTo>
                <a:quadBezTo>
                  <a:pt x="79086" y="62442"/>
                  <a:pt x="77242" y="62442"/>
                </a:quadBezTo>
                <a:quadBezTo>
                  <a:pt x="75672" y="62442"/>
                  <a:pt x="73828" y="63039"/>
                </a:quadBezTo>
                <a:lnTo>
                  <a:pt x="73828" y="60696"/>
                </a:lnTo>
                <a:quadBezTo>
                  <a:pt x="79970" y="57757"/>
                  <a:pt x="88260" y="52750"/>
                </a:quadBezTo>
                <a:lnTo>
                  <a:pt x="88747" y="53048"/>
                </a:lnTo>
                <a:close/>
                <a:moveTo>
                  <a:pt x="151459" y="63337"/>
                </a:moveTo>
                <a:lnTo>
                  <a:pt x="143367" y="63337"/>
                </a:lnTo>
                <a:quadBezTo>
                  <a:pt x="145211" y="69653"/>
                  <a:pt x="145211" y="75670"/>
                </a:quadBezTo>
                <a:quadBezTo>
                  <a:pt x="145211" y="86992"/>
                  <a:pt x="140136" y="92734"/>
                </a:quadBezTo>
                <a:quadBezTo>
                  <a:pt x="135077" y="98453"/>
                  <a:pt x="130002" y="98453"/>
                </a:quadBezTo>
                <a:quadBezTo>
                  <a:pt x="128935" y="98453"/>
                  <a:pt x="126299" y="98016"/>
                </a:quadBezTo>
                <a:lnTo>
                  <a:pt x="124440" y="97718"/>
                </a:lnTo>
                <a:quadBezTo>
                  <a:pt x="122489" y="98613"/>
                  <a:pt x="120539" y="101714"/>
                </a:quadBezTo>
                <a:quadBezTo>
                  <a:pt x="118588" y="104791"/>
                  <a:pt x="118588" y="106996"/>
                </a:quadBezTo>
                <a:quadBezTo>
                  <a:pt x="118588" y="110372"/>
                  <a:pt x="126192" y="110946"/>
                </a:quadBezTo>
                <a:lnTo>
                  <a:pt x="138780" y="111842"/>
                </a:lnTo>
                <a:quadBezTo>
                  <a:pt x="144144" y="112140"/>
                  <a:pt x="147359" y="116412"/>
                </a:quadBezTo>
                <a:quadBezTo>
                  <a:pt x="150575" y="120661"/>
                  <a:pt x="150575" y="127574"/>
                </a:quadBezTo>
                <a:quadBezTo>
                  <a:pt x="150575" y="136094"/>
                  <a:pt x="144723" y="143007"/>
                </a:quadBezTo>
                <a:quadBezTo>
                  <a:pt x="136631" y="152400"/>
                  <a:pt x="125217" y="152400"/>
                </a:quadBezTo>
                <a:quadBezTo>
                  <a:pt x="118207" y="152400"/>
                  <a:pt x="113270" y="148197"/>
                </a:quadBezTo>
                <a:quadBezTo>
                  <a:pt x="108348" y="144017"/>
                  <a:pt x="108348" y="138138"/>
                </a:quadBezTo>
                <a:quadBezTo>
                  <a:pt x="108348" y="134027"/>
                  <a:pt x="110496" y="129985"/>
                </a:quadBezTo>
                <a:quadBezTo>
                  <a:pt x="112645" y="125943"/>
                  <a:pt x="117902" y="120224"/>
                </a:quadBezTo>
                <a:quadBezTo>
                  <a:pt x="114794" y="118020"/>
                  <a:pt x="113757" y="116412"/>
                </a:quadBezTo>
                <a:quadBezTo>
                  <a:pt x="112736" y="114781"/>
                  <a:pt x="112736" y="112416"/>
                </a:quadBezTo>
                <a:quadBezTo>
                  <a:pt x="112736" y="108167"/>
                  <a:pt x="117232" y="102288"/>
                </a:quadBezTo>
                <a:quadBezTo>
                  <a:pt x="119472" y="99348"/>
                  <a:pt x="121423" y="96409"/>
                </a:quadBezTo>
                <a:quadBezTo>
                  <a:pt x="116546" y="92734"/>
                  <a:pt x="114443" y="88187"/>
                </a:quadBezTo>
                <a:quadBezTo>
                  <a:pt x="112355" y="83616"/>
                  <a:pt x="112355" y="76704"/>
                </a:quadBezTo>
                <a:quadBezTo>
                  <a:pt x="112355" y="66713"/>
                  <a:pt x="117079" y="59732"/>
                </a:quadBezTo>
                <a:quadBezTo>
                  <a:pt x="121804" y="52750"/>
                  <a:pt x="128631" y="52750"/>
                </a:quadBezTo>
                <a:quadBezTo>
                  <a:pt x="132532" y="52750"/>
                  <a:pt x="136433" y="54955"/>
                </a:quadBezTo>
                <a:lnTo>
                  <a:pt x="138582" y="56126"/>
                </a:lnTo>
                <a:quadBezTo>
                  <a:pt x="141416" y="57596"/>
                  <a:pt x="143946" y="57596"/>
                </a:quadBezTo>
                <a:lnTo>
                  <a:pt x="151459" y="57596"/>
                </a:lnTo>
                <a:lnTo>
                  <a:pt x="151459" y="63337"/>
                </a:lnTo>
                <a:close/>
                <a:moveTo>
                  <a:pt x="120447" y="70686"/>
                </a:moveTo>
                <a:lnTo>
                  <a:pt x="120447" y="71123"/>
                </a:lnTo>
                <a:quadBezTo>
                  <a:pt x="120447" y="81710"/>
                  <a:pt x="123221" y="88256"/>
                </a:quadBezTo>
                <a:quadBezTo>
                  <a:pt x="126009" y="94778"/>
                  <a:pt x="130490" y="94778"/>
                </a:quadBezTo>
                <a:quadBezTo>
                  <a:pt x="133812" y="94778"/>
                  <a:pt x="135762" y="91195"/>
                </a:quadBezTo>
                <a:quadBezTo>
                  <a:pt x="137713" y="87590"/>
                  <a:pt x="137713" y="81549"/>
                </a:quadBezTo>
                <a:quadBezTo>
                  <a:pt x="137713" y="71858"/>
                  <a:pt x="134787" y="63774"/>
                </a:quadBezTo>
                <a:quadBezTo>
                  <a:pt x="132349" y="56861"/>
                  <a:pt x="127655" y="56861"/>
                </a:quadBezTo>
                <a:quadBezTo>
                  <a:pt x="124242" y="56861"/>
                  <a:pt x="122337" y="60535"/>
                </a:quadBezTo>
                <a:quadBezTo>
                  <a:pt x="120447" y="64210"/>
                  <a:pt x="120447" y="70686"/>
                </a:quadBezTo>
                <a:close/>
                <a:moveTo>
                  <a:pt x="147847" y="129778"/>
                </a:moveTo>
                <a:quadBezTo>
                  <a:pt x="147847" y="125644"/>
                  <a:pt x="145165" y="124106"/>
                </a:quadBezTo>
                <a:quadBezTo>
                  <a:pt x="142483" y="122567"/>
                  <a:pt x="135762" y="122567"/>
                </a:quadBezTo>
                <a:quadBezTo>
                  <a:pt x="126101" y="122567"/>
                  <a:pt x="119960" y="120661"/>
                </a:quadBezTo>
                <a:quadBezTo>
                  <a:pt x="117034" y="125943"/>
                  <a:pt x="116104" y="128354"/>
                </a:quadBezTo>
                <a:quadBezTo>
                  <a:pt x="115175" y="130789"/>
                  <a:pt x="115175" y="133292"/>
                </a:quadBezTo>
                <a:quadBezTo>
                  <a:pt x="115175" y="138138"/>
                  <a:pt x="119030" y="141078"/>
                </a:quadBezTo>
                <a:quadBezTo>
                  <a:pt x="122885" y="144017"/>
                  <a:pt x="129316" y="144017"/>
                </a:quadBezTo>
                <a:quadBezTo>
                  <a:pt x="137606" y="144017"/>
                  <a:pt x="142727" y="140113"/>
                </a:quadBezTo>
                <a:quadBezTo>
                  <a:pt x="147847" y="136232"/>
                  <a:pt x="147847" y="129778"/>
                </a:quadBezTo>
                <a:close/>
                <a:moveTo>
                  <a:pt x="169303" y="20276"/>
                </a:moveTo>
                <a:lnTo>
                  <a:pt x="169303" y="65106"/>
                </a:lnTo>
                <a:quadBezTo>
                  <a:pt x="170873" y="59502"/>
                  <a:pt x="174424" y="56126"/>
                </a:quadBezTo>
                <a:quadBezTo>
                  <a:pt x="177989" y="52750"/>
                  <a:pt x="182470" y="52750"/>
                </a:quadBezTo>
                <a:quadBezTo>
                  <a:pt x="190181" y="52750"/>
                  <a:pt x="195103" y="62005"/>
                </a:quadBezTo>
                <a:quadBezTo>
                  <a:pt x="200025" y="71261"/>
                  <a:pt x="200025" y="85086"/>
                </a:quadBezTo>
                <a:quadBezTo>
                  <a:pt x="200025" y="101254"/>
                  <a:pt x="193487" y="111543"/>
                </a:quadBezTo>
                <a:quadBezTo>
                  <a:pt x="186965" y="121832"/>
                  <a:pt x="177212" y="121832"/>
                </a:quadBezTo>
                <a:quadBezTo>
                  <a:pt x="171254" y="121832"/>
                  <a:pt x="166179" y="118824"/>
                </a:quadBezTo>
                <a:quadBezTo>
                  <a:pt x="161120" y="115815"/>
                  <a:pt x="161120" y="112140"/>
                </a:quadBezTo>
                <a:lnTo>
                  <a:pt x="161120" y="37179"/>
                </a:lnTo>
                <a:quadBezTo>
                  <a:pt x="161120" y="31736"/>
                  <a:pt x="160236" y="30197"/>
                </a:quadBezTo>
                <a:quadBezTo>
                  <a:pt x="159352" y="28635"/>
                  <a:pt x="156335" y="28635"/>
                </a:quadBezTo>
                <a:quadBezTo>
                  <a:pt x="155649" y="28635"/>
                  <a:pt x="154674" y="28934"/>
                </a:quadBezTo>
                <a:lnTo>
                  <a:pt x="154674" y="26431"/>
                </a:lnTo>
                <a:lnTo>
                  <a:pt x="157600" y="25122"/>
                </a:lnTo>
                <a:quadBezTo>
                  <a:pt x="167551" y="20551"/>
                  <a:pt x="168816" y="19977"/>
                </a:quadBezTo>
                <a:lnTo>
                  <a:pt x="169303" y="20276"/>
                </a:lnTo>
                <a:close/>
                <a:moveTo>
                  <a:pt x="169303" y="73626"/>
                </a:moveTo>
                <a:lnTo>
                  <a:pt x="169303" y="109476"/>
                </a:lnTo>
                <a:quadBezTo>
                  <a:pt x="169303" y="112875"/>
                  <a:pt x="172077" y="115011"/>
                </a:quadBezTo>
                <a:quadBezTo>
                  <a:pt x="174866" y="117124"/>
                  <a:pt x="178767" y="117124"/>
                </a:quadBezTo>
                <a:quadBezTo>
                  <a:pt x="184527" y="117124"/>
                  <a:pt x="187834" y="110808"/>
                </a:quadBezTo>
                <a:quadBezTo>
                  <a:pt x="191445" y="104056"/>
                  <a:pt x="191445" y="91402"/>
                </a:quadBezTo>
                <a:quadBezTo>
                  <a:pt x="191445" y="77002"/>
                  <a:pt x="187636" y="68918"/>
                </a:quadBezTo>
                <a:quadBezTo>
                  <a:pt x="184420" y="62005"/>
                  <a:pt x="178965" y="62005"/>
                </a:quadBezTo>
                <a:quadBezTo>
                  <a:pt x="175064" y="62005"/>
                  <a:pt x="172183" y="65473"/>
                </a:quadBezTo>
                <a:quadBezTo>
                  <a:pt x="169303" y="68918"/>
                  <a:pt x="169303" y="73626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9" name="flow-weight-box">
            <a:extLst xmlns:a="http://schemas.openxmlformats.org/drawingml/2006/main">
              <a:ext uri="{FF2B5EF4-FFF2-40B4-BE49-F238E27FC236}">
                <a16:creationId xmlns:a16="http://schemas.microsoft.com/office/drawing/2014/main" id="{0B1EDE84-716C-4780-90C1-F51F4825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1695450"/>
            <a:ext cx="266700" cy="142875"/>
          </a:xfrm>
          <a:custGeom xmlns:a="http://schemas.openxmlformats.org/drawingml/2006/main">
            <a:pathLst>
              <a:path w="266700" h="142875">
                <a:moveTo>
                  <a:pt x="77844" y="3178"/>
                </a:moveTo>
                <a:lnTo>
                  <a:pt x="56665" y="67119"/>
                </a:lnTo>
                <a:lnTo>
                  <a:pt x="56665" y="71522"/>
                </a:lnTo>
                <a:quadBezTo>
                  <a:pt x="56665" y="81094"/>
                  <a:pt x="57993" y="88445"/>
                </a:quadBezTo>
                <a:quadBezTo>
                  <a:pt x="59344" y="95796"/>
                  <a:pt x="61721" y="95796"/>
                </a:quadBezTo>
                <a:quadBezTo>
                  <a:pt x="65169" y="95796"/>
                  <a:pt x="69340" y="77648"/>
                </a:quadBezTo>
                <a:lnTo>
                  <a:pt x="71717" y="79371"/>
                </a:lnTo>
                <a:quadBezTo>
                  <a:pt x="66195" y="110269"/>
                  <a:pt x="56665" y="110269"/>
                </a:quadBezTo>
                <a:quadBezTo>
                  <a:pt x="49349" y="110269"/>
                  <a:pt x="48906" y="84540"/>
                </a:quadBezTo>
                <a:quadBezTo>
                  <a:pt x="35788" y="110729"/>
                  <a:pt x="19968" y="110729"/>
                </a:quadBezTo>
                <a:quadBezTo>
                  <a:pt x="9693" y="110729"/>
                  <a:pt x="4846" y="100467"/>
                </a:quadBezTo>
                <a:quadBezTo>
                  <a:pt x="0" y="90168"/>
                  <a:pt x="0" y="73513"/>
                </a:quadBezTo>
                <a:quadBezTo>
                  <a:pt x="0" y="58542"/>
                  <a:pt x="3635" y="43993"/>
                </a:quadBezTo>
                <a:quadBezTo>
                  <a:pt x="7293" y="29405"/>
                  <a:pt x="13560" y="18838"/>
                </a:quadBezTo>
                <a:quadBezTo>
                  <a:pt x="18640" y="10529"/>
                  <a:pt x="25560" y="5284"/>
                </a:quadBezTo>
                <a:quadBezTo>
                  <a:pt x="32503" y="0"/>
                  <a:pt x="39353" y="0"/>
                </a:quadBezTo>
                <a:quadBezTo>
                  <a:pt x="48300" y="0"/>
                  <a:pt x="53217" y="8691"/>
                </a:quadBezTo>
                <a:quadBezTo>
                  <a:pt x="58156" y="17383"/>
                  <a:pt x="58156" y="29137"/>
                </a:quadBezTo>
                <a:lnTo>
                  <a:pt x="65006" y="3178"/>
                </a:lnTo>
                <a:lnTo>
                  <a:pt x="77844" y="3178"/>
                </a:lnTo>
                <a:close/>
                <a:moveTo>
                  <a:pt x="49512" y="41389"/>
                </a:moveTo>
                <a:quadBezTo>
                  <a:pt x="49512" y="5131"/>
                  <a:pt x="38025" y="5131"/>
                </a:quadBezTo>
                <a:quadBezTo>
                  <a:pt x="30266" y="5131"/>
                  <a:pt x="21249" y="27682"/>
                </a:quadBezTo>
                <a:quadBezTo>
                  <a:pt x="12232" y="50234"/>
                  <a:pt x="12232" y="77418"/>
                </a:quadBezTo>
                <a:quadBezTo>
                  <a:pt x="12232" y="89172"/>
                  <a:pt x="14749" y="97404"/>
                </a:quadBezTo>
                <a:quadBezTo>
                  <a:pt x="17288" y="105598"/>
                  <a:pt x="22508" y="105598"/>
                </a:quadBezTo>
                <a:quadBezTo>
                  <a:pt x="33389" y="105598"/>
                  <a:pt x="47112" y="58810"/>
                </a:quadBezTo>
                <a:quadBezTo>
                  <a:pt x="47275" y="57317"/>
                  <a:pt x="47928" y="54024"/>
                </a:quadBezTo>
                <a:quadBezTo>
                  <a:pt x="48603" y="50693"/>
                  <a:pt x="49046" y="47515"/>
                </a:quadBezTo>
                <a:quadBezTo>
                  <a:pt x="49512" y="44337"/>
                  <a:pt x="49512" y="41389"/>
                </a:quadBezTo>
                <a:close/>
                <a:moveTo>
                  <a:pt x="80468" y="63275"/>
                </a:moveTo>
                <a:lnTo>
                  <a:pt x="89031" y="63275"/>
                </a:lnTo>
                <a:quadBezTo>
                  <a:pt x="89145" y="52983"/>
                  <a:pt x="89862" y="47247"/>
                </a:quadBezTo>
                <a:quadBezTo>
                  <a:pt x="90596" y="41485"/>
                  <a:pt x="92684" y="35669"/>
                </a:quadBezTo>
                <a:quadBezTo>
                  <a:pt x="97071" y="23313"/>
                  <a:pt x="107412" y="23313"/>
                </a:quadBezTo>
                <a:quadBezTo>
                  <a:pt x="112109" y="23313"/>
                  <a:pt x="115175" y="26315"/>
                </a:quadBezTo>
                <a:quadBezTo>
                  <a:pt x="118258" y="29317"/>
                  <a:pt x="118258" y="33954"/>
                </a:quadBezTo>
                <a:quadBezTo>
                  <a:pt x="118258" y="36848"/>
                  <a:pt x="117002" y="38912"/>
                </a:quadBezTo>
                <a:quadBezTo>
                  <a:pt x="115762" y="40976"/>
                  <a:pt x="113871" y="40976"/>
                </a:quadBezTo>
                <a:quadBezTo>
                  <a:pt x="111375" y="40976"/>
                  <a:pt x="109173" y="34811"/>
                </a:quadBezTo>
                <a:quadBezTo>
                  <a:pt x="106678" y="28111"/>
                  <a:pt x="103644" y="28111"/>
                </a:quadBezTo>
                <a:quadBezTo>
                  <a:pt x="97805" y="28111"/>
                  <a:pt x="97805" y="43388"/>
                </a:quadBezTo>
                <a:lnTo>
                  <a:pt x="97805" y="63275"/>
                </a:lnTo>
                <a:lnTo>
                  <a:pt x="110543" y="63275"/>
                </a:lnTo>
                <a:lnTo>
                  <a:pt x="110543" y="68769"/>
                </a:lnTo>
                <a:lnTo>
                  <a:pt x="97805" y="68769"/>
                </a:lnTo>
                <a:lnTo>
                  <a:pt x="97805" y="122613"/>
                </a:lnTo>
                <a:quadBezTo>
                  <a:pt x="97805" y="132235"/>
                  <a:pt x="99469" y="134888"/>
                </a:quadBezTo>
                <a:quadBezTo>
                  <a:pt x="101149" y="137542"/>
                  <a:pt x="107510" y="137890"/>
                </a:quadBezTo>
                <a:lnTo>
                  <a:pt x="107510" y="140463"/>
                </a:lnTo>
                <a:lnTo>
                  <a:pt x="80370" y="140463"/>
                </a:lnTo>
                <a:lnTo>
                  <a:pt x="80370" y="137890"/>
                </a:lnTo>
                <a:quadBezTo>
                  <a:pt x="86013" y="137381"/>
                  <a:pt x="87514" y="134727"/>
                </a:quadBezTo>
                <a:quadBezTo>
                  <a:pt x="89031" y="132047"/>
                  <a:pt x="89031" y="122613"/>
                </a:quadBezTo>
                <a:lnTo>
                  <a:pt x="89031" y="68769"/>
                </a:lnTo>
                <a:lnTo>
                  <a:pt x="80468" y="68769"/>
                </a:lnTo>
                <a:lnTo>
                  <a:pt x="80468" y="63275"/>
                </a:lnTo>
                <a:close/>
                <a:moveTo>
                  <a:pt x="139872" y="140463"/>
                </a:moveTo>
                <a:lnTo>
                  <a:pt x="115227" y="140463"/>
                </a:lnTo>
                <a:lnTo>
                  <a:pt x="115227" y="137890"/>
                </a:lnTo>
                <a:quadBezTo>
                  <a:pt x="120137" y="137193"/>
                  <a:pt x="121702" y="134540"/>
                </a:quadBezTo>
                <a:quadBezTo>
                  <a:pt x="123268" y="131886"/>
                  <a:pt x="123268" y="124677"/>
                </a:quadBezTo>
                <a:lnTo>
                  <a:pt x="123268" y="44245"/>
                </a:lnTo>
                <a:quadBezTo>
                  <a:pt x="123268" y="38054"/>
                  <a:pt x="122322" y="35669"/>
                </a:quadBezTo>
                <a:quadBezTo>
                  <a:pt x="121393" y="33257"/>
                  <a:pt x="118881" y="33257"/>
                </a:quadBezTo>
                <a:quadBezTo>
                  <a:pt x="116695" y="33257"/>
                  <a:pt x="115032" y="33605"/>
                </a:quadBezTo>
                <a:lnTo>
                  <a:pt x="115032" y="30845"/>
                </a:lnTo>
                <a:quadBezTo>
                  <a:pt x="124948" y="26905"/>
                  <a:pt x="131521" y="23313"/>
                </a:quadBezTo>
                <a:lnTo>
                  <a:pt x="132043" y="23984"/>
                </a:lnTo>
                <a:lnTo>
                  <a:pt x="132043" y="125534"/>
                </a:lnTo>
                <a:quadBezTo>
                  <a:pt x="132043" y="132744"/>
                  <a:pt x="133494" y="135076"/>
                </a:quadBezTo>
                <a:quadBezTo>
                  <a:pt x="134962" y="137381"/>
                  <a:pt x="139872" y="137890"/>
                </a:quadBezTo>
                <a:lnTo>
                  <a:pt x="139872" y="140463"/>
                </a:lnTo>
                <a:close/>
                <a:moveTo>
                  <a:pt x="191120" y="100850"/>
                </a:moveTo>
                <a:quadBezTo>
                  <a:pt x="191120" y="118861"/>
                  <a:pt x="184596" y="130520"/>
                </a:quadBezTo>
                <a:quadBezTo>
                  <a:pt x="178072" y="142178"/>
                  <a:pt x="167634" y="142178"/>
                </a:quadBezTo>
                <a:quadBezTo>
                  <a:pt x="158028" y="142178"/>
                  <a:pt x="151553" y="130600"/>
                </a:quadBezTo>
                <a:quadBezTo>
                  <a:pt x="145094" y="119022"/>
                  <a:pt x="145094" y="101359"/>
                </a:quadBezTo>
                <a:quadBezTo>
                  <a:pt x="145094" y="83510"/>
                  <a:pt x="151553" y="72548"/>
                </a:quadBezTo>
                <a:quadBezTo>
                  <a:pt x="158028" y="61559"/>
                  <a:pt x="168580" y="61559"/>
                </a:quadBezTo>
                <a:quadBezTo>
                  <a:pt x="178284" y="61559"/>
                  <a:pt x="184694" y="72467"/>
                </a:quadBezTo>
                <a:quadBezTo>
                  <a:pt x="191120" y="83349"/>
                  <a:pt x="191120" y="100850"/>
                </a:quadBezTo>
                <a:close/>
                <a:moveTo>
                  <a:pt x="181726" y="105460"/>
                </a:moveTo>
                <a:quadBezTo>
                  <a:pt x="181726" y="85922"/>
                  <a:pt x="176507" y="74933"/>
                </a:quadBezTo>
                <a:quadBezTo>
                  <a:pt x="172331" y="66357"/>
                  <a:pt x="166590" y="66357"/>
                </a:quadBezTo>
                <a:quadBezTo>
                  <a:pt x="161159" y="66357"/>
                  <a:pt x="157816" y="73647"/>
                </a:quadBezTo>
                <a:quadBezTo>
                  <a:pt x="154488" y="80937"/>
                  <a:pt x="154488" y="93641"/>
                </a:quadBezTo>
                <a:quadBezTo>
                  <a:pt x="154488" y="115591"/>
                  <a:pt x="160017" y="128804"/>
                </a:quadBezTo>
                <a:quadBezTo>
                  <a:pt x="163557" y="137381"/>
                  <a:pt x="169412" y="137381"/>
                </a:quadBezTo>
                <a:quadBezTo>
                  <a:pt x="175153" y="137381"/>
                  <a:pt x="178431" y="128885"/>
                </a:quadBezTo>
                <a:quadBezTo>
                  <a:pt x="181726" y="120389"/>
                  <a:pt x="181726" y="105460"/>
                </a:quadBezTo>
                <a:close/>
                <a:moveTo>
                  <a:pt x="266700" y="63275"/>
                </a:moveTo>
                <a:lnTo>
                  <a:pt x="266700" y="65847"/>
                </a:lnTo>
                <a:quadBezTo>
                  <a:pt x="265134" y="66705"/>
                  <a:pt x="264400" y="68340"/>
                </a:quadBezTo>
                <a:quadBezTo>
                  <a:pt x="263666" y="69975"/>
                  <a:pt x="262411" y="75121"/>
                </a:quadBezTo>
                <a:lnTo>
                  <a:pt x="248009" y="134459"/>
                </a:lnTo>
                <a:quadBezTo>
                  <a:pt x="245921" y="142875"/>
                  <a:pt x="245089" y="142875"/>
                </a:quadBezTo>
                <a:quadBezTo>
                  <a:pt x="244568" y="142875"/>
                  <a:pt x="244192" y="141749"/>
                </a:quadBezTo>
                <a:quadBezTo>
                  <a:pt x="243834" y="140624"/>
                  <a:pt x="242578" y="135478"/>
                </a:quadBezTo>
                <a:lnTo>
                  <a:pt x="233085" y="95008"/>
                </a:lnTo>
                <a:lnTo>
                  <a:pt x="221391" y="136175"/>
                </a:lnTo>
                <a:quadBezTo>
                  <a:pt x="219516" y="142875"/>
                  <a:pt x="218782" y="142875"/>
                </a:quadBezTo>
                <a:quadBezTo>
                  <a:pt x="217836" y="142875"/>
                  <a:pt x="216074" y="135317"/>
                </a:quadBezTo>
                <a:lnTo>
                  <a:pt x="201983" y="76648"/>
                </a:lnTo>
                <a:quadBezTo>
                  <a:pt x="200417" y="69975"/>
                  <a:pt x="199373" y="68099"/>
                </a:quadBezTo>
                <a:quadBezTo>
                  <a:pt x="198329" y="66196"/>
                  <a:pt x="196437" y="65847"/>
                </a:quadBezTo>
                <a:lnTo>
                  <a:pt x="196437" y="63275"/>
                </a:lnTo>
                <a:lnTo>
                  <a:pt x="215226" y="63275"/>
                </a:lnTo>
                <a:lnTo>
                  <a:pt x="215226" y="65847"/>
                </a:lnTo>
                <a:quadBezTo>
                  <a:pt x="212519" y="66357"/>
                  <a:pt x="211475" y="67563"/>
                </a:quadBezTo>
                <a:quadBezTo>
                  <a:pt x="210431" y="68769"/>
                  <a:pt x="210431" y="71503"/>
                </a:quadBezTo>
                <a:quadBezTo>
                  <a:pt x="210431" y="74076"/>
                  <a:pt x="211051" y="76648"/>
                </a:quadBezTo>
                <a:lnTo>
                  <a:pt x="221391" y="121434"/>
                </a:lnTo>
                <a:lnTo>
                  <a:pt x="230884" y="87289"/>
                </a:lnTo>
                <a:lnTo>
                  <a:pt x="228796" y="77694"/>
                </a:lnTo>
                <a:quadBezTo>
                  <a:pt x="227344" y="70833"/>
                  <a:pt x="225925" y="68608"/>
                </a:quadBezTo>
                <a:quadBezTo>
                  <a:pt x="224523" y="66357"/>
                  <a:pt x="221603" y="65847"/>
                </a:quadBezTo>
                <a:lnTo>
                  <a:pt x="221603" y="63275"/>
                </a:lnTo>
                <a:lnTo>
                  <a:pt x="242790" y="63275"/>
                </a:lnTo>
                <a:lnTo>
                  <a:pt x="242790" y="65847"/>
                </a:lnTo>
                <a:quadBezTo>
                  <a:pt x="239136" y="66705"/>
                  <a:pt x="237929" y="67911"/>
                </a:quadBezTo>
                <a:quadBezTo>
                  <a:pt x="236739" y="69117"/>
                  <a:pt x="236739" y="71851"/>
                </a:quadBezTo>
                <a:quadBezTo>
                  <a:pt x="236739" y="74585"/>
                  <a:pt x="238517" y="82143"/>
                </a:quadBezTo>
                <a:lnTo>
                  <a:pt x="247275" y="120576"/>
                </a:lnTo>
                <a:lnTo>
                  <a:pt x="256669" y="82491"/>
                </a:lnTo>
                <a:quadBezTo>
                  <a:pt x="258447" y="75282"/>
                  <a:pt x="258447" y="70993"/>
                </a:quadBezTo>
                <a:quadBezTo>
                  <a:pt x="258447" y="68930"/>
                  <a:pt x="257452" y="67831"/>
                </a:quadBezTo>
                <a:quadBezTo>
                  <a:pt x="256457" y="66705"/>
                  <a:pt x="253848" y="65847"/>
                </a:quadBezTo>
                <a:lnTo>
                  <a:pt x="253848" y="63275"/>
                </a:lnTo>
                <a:lnTo>
                  <a:pt x="266700" y="632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7468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2026-10-09T21:37:21.1100000Z</dcterms:created>
  <dcterms:modified xsi:type="dcterms:W3CDTF">2026-10-09T21:37:21.1100000Z</dcterms:modified>
</coreProperties>
</file>